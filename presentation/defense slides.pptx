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741" r:id="rId5"/>
  </p:sldMasterIdLst>
  <p:notesMasterIdLst>
    <p:notesMasterId r:id="rId71"/>
  </p:notesMasterIdLst>
  <p:handoutMasterIdLst>
    <p:handoutMasterId r:id="rId72"/>
  </p:handoutMasterIdLst>
  <p:sldIdLst>
    <p:sldId id="258" r:id="rId6"/>
    <p:sldId id="347" r:id="rId7"/>
    <p:sldId id="283" r:id="rId8"/>
    <p:sldId id="259" r:id="rId9"/>
    <p:sldId id="268" r:id="rId10"/>
    <p:sldId id="354" r:id="rId11"/>
    <p:sldId id="262" r:id="rId12"/>
    <p:sldId id="355" r:id="rId13"/>
    <p:sldId id="260" r:id="rId14"/>
    <p:sldId id="356" r:id="rId15"/>
    <p:sldId id="367" r:id="rId16"/>
    <p:sldId id="368" r:id="rId17"/>
    <p:sldId id="370" r:id="rId18"/>
    <p:sldId id="371" r:id="rId19"/>
    <p:sldId id="365" r:id="rId20"/>
    <p:sldId id="366" r:id="rId21"/>
    <p:sldId id="359" r:id="rId22"/>
    <p:sldId id="374" r:id="rId23"/>
    <p:sldId id="377" r:id="rId24"/>
    <p:sldId id="375" r:id="rId25"/>
    <p:sldId id="378" r:id="rId26"/>
    <p:sldId id="381" r:id="rId27"/>
    <p:sldId id="379" r:id="rId28"/>
    <p:sldId id="384" r:id="rId29"/>
    <p:sldId id="380" r:id="rId30"/>
    <p:sldId id="382" r:id="rId31"/>
    <p:sldId id="361" r:id="rId32"/>
    <p:sldId id="385" r:id="rId33"/>
    <p:sldId id="387" r:id="rId34"/>
    <p:sldId id="396" r:id="rId35"/>
    <p:sldId id="388" r:id="rId36"/>
    <p:sldId id="391" r:id="rId37"/>
    <p:sldId id="392" r:id="rId38"/>
    <p:sldId id="393" r:id="rId39"/>
    <p:sldId id="426" r:id="rId40"/>
    <p:sldId id="422" r:id="rId41"/>
    <p:sldId id="423" r:id="rId42"/>
    <p:sldId id="424" r:id="rId43"/>
    <p:sldId id="362" r:id="rId44"/>
    <p:sldId id="415" r:id="rId45"/>
    <p:sldId id="421" r:id="rId46"/>
    <p:sldId id="425" r:id="rId47"/>
    <p:sldId id="325" r:id="rId48"/>
    <p:sldId id="369" r:id="rId49"/>
    <p:sldId id="372" r:id="rId50"/>
    <p:sldId id="373" r:id="rId51"/>
    <p:sldId id="416" r:id="rId52"/>
    <p:sldId id="398" r:id="rId53"/>
    <p:sldId id="395" r:id="rId54"/>
    <p:sldId id="394" r:id="rId55"/>
    <p:sldId id="417" r:id="rId56"/>
    <p:sldId id="418" r:id="rId57"/>
    <p:sldId id="419" r:id="rId58"/>
    <p:sldId id="400" r:id="rId59"/>
    <p:sldId id="401" r:id="rId60"/>
    <p:sldId id="402" r:id="rId61"/>
    <p:sldId id="403" r:id="rId62"/>
    <p:sldId id="404" r:id="rId63"/>
    <p:sldId id="405" r:id="rId64"/>
    <p:sldId id="406" r:id="rId65"/>
    <p:sldId id="407" r:id="rId66"/>
    <p:sldId id="408" r:id="rId67"/>
    <p:sldId id="409" r:id="rId68"/>
    <p:sldId id="410" r:id="rId69"/>
    <p:sldId id="411" r:id="rId70"/>
  </p:sldIdLst>
  <p:sldSz cx="12192000" cy="6858000"/>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8857AAE-3B24-4E43-8D9C-1152BBDAE7DF}">
          <p14:sldIdLst>
            <p14:sldId id="258"/>
            <p14:sldId id="347"/>
            <p14:sldId id="283"/>
          </p14:sldIdLst>
        </p14:section>
        <p14:section name="objective" id="{192D45BD-B080-405E-BAE5-CDC4960D21A4}">
          <p14:sldIdLst>
            <p14:sldId id="259"/>
            <p14:sldId id="268"/>
            <p14:sldId id="354"/>
            <p14:sldId id="262"/>
            <p14:sldId id="355"/>
          </p14:sldIdLst>
        </p14:section>
        <p14:section name="background" id="{413C2EAD-7836-432D-98D0-F03DDB9A1697}">
          <p14:sldIdLst>
            <p14:sldId id="260"/>
            <p14:sldId id="356"/>
            <p14:sldId id="367"/>
            <p14:sldId id="368"/>
            <p14:sldId id="370"/>
            <p14:sldId id="371"/>
            <p14:sldId id="365"/>
            <p14:sldId id="366"/>
          </p14:sldIdLst>
        </p14:section>
        <p14:section name="methods" id="{2151584B-7B50-477B-9C30-4D07A7D06D08}">
          <p14:sldIdLst>
            <p14:sldId id="359"/>
            <p14:sldId id="374"/>
            <p14:sldId id="377"/>
            <p14:sldId id="375"/>
            <p14:sldId id="378"/>
            <p14:sldId id="381"/>
            <p14:sldId id="379"/>
            <p14:sldId id="384"/>
            <p14:sldId id="380"/>
            <p14:sldId id="382"/>
          </p14:sldIdLst>
        </p14:section>
        <p14:section name="results" id="{5B539C17-0AB7-4B8F-9858-9D1E22A72C63}">
          <p14:sldIdLst>
            <p14:sldId id="361"/>
            <p14:sldId id="385"/>
            <p14:sldId id="387"/>
            <p14:sldId id="396"/>
            <p14:sldId id="388"/>
            <p14:sldId id="391"/>
            <p14:sldId id="392"/>
            <p14:sldId id="393"/>
            <p14:sldId id="426"/>
            <p14:sldId id="422"/>
            <p14:sldId id="423"/>
            <p14:sldId id="424"/>
          </p14:sldIdLst>
        </p14:section>
        <p14:section name="conclusion" id="{E6138805-0106-4ED5-811F-3067AE5D8F07}">
          <p14:sldIdLst>
            <p14:sldId id="362"/>
            <p14:sldId id="415"/>
            <p14:sldId id="421"/>
            <p14:sldId id="425"/>
            <p14:sldId id="325"/>
          </p14:sldIdLst>
        </p14:section>
        <p14:section name="Spare Slides" id="{F5FD55FB-8CF0-4262-BBF0-60882649BE1E}">
          <p14:sldIdLst>
            <p14:sldId id="369"/>
            <p14:sldId id="372"/>
            <p14:sldId id="373"/>
            <p14:sldId id="416"/>
            <p14:sldId id="398"/>
            <p14:sldId id="395"/>
            <p14:sldId id="394"/>
            <p14:sldId id="417"/>
            <p14:sldId id="418"/>
            <p14:sldId id="419"/>
            <p14:sldId id="400"/>
            <p14:sldId id="401"/>
            <p14:sldId id="402"/>
            <p14:sldId id="403"/>
            <p14:sldId id="404"/>
            <p14:sldId id="405"/>
            <p14:sldId id="406"/>
            <p14:sldId id="407"/>
            <p14:sldId id="408"/>
            <p14:sldId id="409"/>
            <p14:sldId id="410"/>
            <p14:sldId id="411"/>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elle de Korte" initials="JdK" lastIdx="1" clrIdx="0">
    <p:extLst>
      <p:ext uri="{19B8F6BF-5375-455C-9EA6-DF929625EA0E}">
        <p15:presenceInfo xmlns:p15="http://schemas.microsoft.com/office/powerpoint/2012/main" userId="Jelle de Korte" providerId="None"/>
      </p:ext>
    </p:extLst>
  </p:cmAuthor>
  <p:cmAuthor id="2" name="Kelsey Luhrman" initials="KL" lastIdx="2" clrIdx="1">
    <p:extLst>
      <p:ext uri="{19B8F6BF-5375-455C-9EA6-DF929625EA0E}">
        <p15:presenceInfo xmlns:p15="http://schemas.microsoft.com/office/powerpoint/2012/main" userId="S::kelsey@pptsolutions.nl::247c6756-96f6-4951-9417-041a4abadbc7" providerId="AD"/>
      </p:ext>
    </p:extLst>
  </p:cmAuthor>
  <p:cmAuthor id="3" name="Silvana Salamur" initials="SS" lastIdx="48" clrIdx="2">
    <p:extLst>
      <p:ext uri="{19B8F6BF-5375-455C-9EA6-DF929625EA0E}">
        <p15:presenceInfo xmlns:p15="http://schemas.microsoft.com/office/powerpoint/2012/main" userId="S::silvana@pptsolutions.nl::3aac54fb-3c7d-4ddc-aed0-f12c2c4488ad" providerId="AD"/>
      </p:ext>
    </p:extLst>
  </p:cmAuthor>
  <p:cmAuthor id="4" name="Saskia de Been" initials="" lastIdx="5" clrIdx="3">
    <p:extLst>
      <p:ext uri="{19B8F6BF-5375-455C-9EA6-DF929625EA0E}">
        <p15:presenceInfo xmlns:p15="http://schemas.microsoft.com/office/powerpoint/2012/main" userId="S::sdebeen@tudelft.nl::2b9f2118-bae5-44a3-9a66-a663a2277b04" providerId="AD"/>
      </p:ext>
    </p:extLst>
  </p:cmAuthor>
  <p:cmAuthor id="5" name="Ellie Boyd" initials="EB" lastIdx="17" clrIdx="4">
    <p:extLst>
      <p:ext uri="{19B8F6BF-5375-455C-9EA6-DF929625EA0E}">
        <p15:presenceInfo xmlns:p15="http://schemas.microsoft.com/office/powerpoint/2012/main" userId="S::eboyd@tudelft.nl::d2ec9758-3ead-4e4b-8efc-204fcbf09b18" providerId="AD"/>
      </p:ext>
    </p:extLst>
  </p:cmAuthor>
  <p:cmAuthor id="6" name="Victor Hurks" initials="VH" lastIdx="1" clrIdx="5">
    <p:extLst>
      <p:ext uri="{19B8F6BF-5375-455C-9EA6-DF929625EA0E}">
        <p15:presenceInfo xmlns:p15="http://schemas.microsoft.com/office/powerpoint/2012/main" userId="S::victor@pptsolutions.nl::e167889c-9689-4d68-9f16-74eb60f289f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50034"/>
    <a:srgbClr val="00A6D6"/>
    <a:srgbClr val="E3EEF9"/>
    <a:srgbClr val="F2F7FC"/>
    <a:srgbClr val="C7DBF5"/>
    <a:srgbClr val="0076C2"/>
    <a:srgbClr val="009B77"/>
    <a:srgbClr val="FFFFFF"/>
    <a:srgbClr val="0C2340"/>
    <a:srgbClr val="0071B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3F3F7C9-09E2-48AA-B72E-91A00A00DBAF}" v="25" dt="2024-04-04T15:08:29.74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307" autoAdjust="0"/>
    <p:restoredTop sz="96351" autoAdjust="0"/>
  </p:normalViewPr>
  <p:slideViewPr>
    <p:cSldViewPr snapToGrid="0">
      <p:cViewPr varScale="1">
        <p:scale>
          <a:sx n="112" d="100"/>
          <a:sy n="112" d="100"/>
        </p:scale>
        <p:origin x="161" y="69"/>
      </p:cViewPr>
      <p:guideLst/>
    </p:cSldViewPr>
  </p:slideViewPr>
  <p:outlineViewPr>
    <p:cViewPr>
      <p:scale>
        <a:sx n="33" d="100"/>
        <a:sy n="33" d="100"/>
      </p:scale>
      <p:origin x="0" y="0"/>
    </p:cViewPr>
  </p:outlineViewPr>
  <p:notesTextViewPr>
    <p:cViewPr>
      <p:scale>
        <a:sx n="3" d="2"/>
        <a:sy n="3" d="2"/>
      </p:scale>
      <p:origin x="0" y="0"/>
    </p:cViewPr>
  </p:notesTextViewPr>
  <p:notesViewPr>
    <p:cSldViewPr snapToGrid="0" showGuides="1">
      <p:cViewPr varScale="1">
        <p:scale>
          <a:sx n="87" d="100"/>
          <a:sy n="87" d="100"/>
        </p:scale>
        <p:origin x="3339" y="34"/>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16" Type="http://schemas.openxmlformats.org/officeDocument/2006/relationships/slide" Target="slides/slide1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slide" Target="slides/slide61.xml"/><Relationship Id="rId74" Type="http://schemas.openxmlformats.org/officeDocument/2006/relationships/presProps" Target="presProps.xml"/><Relationship Id="rId5" Type="http://schemas.openxmlformats.org/officeDocument/2006/relationships/slideMaster" Target="slideMasters/slideMaster2.xml"/><Relationship Id="rId61" Type="http://schemas.openxmlformats.org/officeDocument/2006/relationships/slide" Target="slides/slide56.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tableStyles" Target="tableStyles.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handoutMaster" Target="handoutMasters/handoutMaster1.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commentAuthors" Target="commentAuthors.xml"/><Relationship Id="rId78"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theme" Target="theme/theme1.xml"/><Relationship Id="rId7" Type="http://schemas.openxmlformats.org/officeDocument/2006/relationships/slide" Target="slides/slide2.xml"/><Relationship Id="rId71" Type="http://schemas.openxmlformats.org/officeDocument/2006/relationships/notesMaster" Target="notesMasters/notesMaster1.xml"/><Relationship Id="rId2" Type="http://schemas.openxmlformats.org/officeDocument/2006/relationships/customXml" Target="../customXml/item2.xml"/><Relationship Id="rId29" Type="http://schemas.openxmlformats.org/officeDocument/2006/relationships/slide" Target="slides/slide2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a:extLst>
              <a:ext uri="{FF2B5EF4-FFF2-40B4-BE49-F238E27FC236}">
                <a16:creationId xmlns:a16="http://schemas.microsoft.com/office/drawing/2014/main" id="{3B44D9DC-BFDE-70DB-37D2-5120EDE7C95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dirty="0"/>
          </a:p>
        </p:txBody>
      </p:sp>
      <p:sp>
        <p:nvSpPr>
          <p:cNvPr id="3" name="Tijdelijke aanduiding voor datum 2">
            <a:extLst>
              <a:ext uri="{FF2B5EF4-FFF2-40B4-BE49-F238E27FC236}">
                <a16:creationId xmlns:a16="http://schemas.microsoft.com/office/drawing/2014/main" id="{4BC32AC8-ADEA-5A24-D08F-B9E583A640C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CD8170-AF3A-49D5-80D5-9AA599CA2B5A}" type="datetimeFigureOut">
              <a:rPr lang="nl-NL" smtClean="0"/>
              <a:t>30-8-2024</a:t>
            </a:fld>
            <a:endParaRPr lang="nl-NL" dirty="0"/>
          </a:p>
        </p:txBody>
      </p:sp>
      <p:sp>
        <p:nvSpPr>
          <p:cNvPr id="4" name="Tijdelijke aanduiding voor voettekst 3">
            <a:extLst>
              <a:ext uri="{FF2B5EF4-FFF2-40B4-BE49-F238E27FC236}">
                <a16:creationId xmlns:a16="http://schemas.microsoft.com/office/drawing/2014/main" id="{D5ACE027-8153-01D4-6B6E-5EA19C4B0A3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dirty="0"/>
          </a:p>
        </p:txBody>
      </p:sp>
      <p:sp>
        <p:nvSpPr>
          <p:cNvPr id="5" name="Tijdelijke aanduiding voor dianummer 4">
            <a:extLst>
              <a:ext uri="{FF2B5EF4-FFF2-40B4-BE49-F238E27FC236}">
                <a16:creationId xmlns:a16="http://schemas.microsoft.com/office/drawing/2014/main" id="{CDF9D566-75C9-E730-A0C7-1E8C58EE84D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34C578E-C328-47E2-9A85-9D93F4DE8D54}" type="slidenum">
              <a:rPr lang="nl-NL" smtClean="0"/>
              <a:t>‹#›</a:t>
            </a:fld>
            <a:endParaRPr lang="nl-NL" dirty="0"/>
          </a:p>
        </p:txBody>
      </p:sp>
    </p:spTree>
    <p:extLst>
      <p:ext uri="{BB962C8B-B14F-4D97-AF65-F5344CB8AC3E}">
        <p14:creationId xmlns:p14="http://schemas.microsoft.com/office/powerpoint/2010/main" val="764169539"/>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8T12:23:30.688"/>
    </inkml:context>
    <inkml:brush xml:id="br0">
      <inkml:brushProperty name="width" value="0.035" units="cm"/>
      <inkml:brushProperty name="height" value="0.035" units="cm"/>
      <inkml:brushProperty name="color" value="#E71224"/>
    </inkml:brush>
  </inkml:definitions>
  <inkml:trace contextRef="#ctx0" brushRef="#br0">177 485 24575,'0'21'0,"-4"162"0,1-149 0,-2-1 0,-1 1 0,-12 44 0,8-37 0,-10 76 0,9-41 0,0 17 0,9-60 0,-12 61 0,8-67 0,-2 45 0,7-50 0,-3 1 0,1-1 0,-9 31 0,3-21 0,1 0 0,1 0 0,-3 49 0,5 100 0,8 1610 0,-5-945 0,4-785 0,2 0 0,15 74 0,20 132 0,-18-104 0,-1 124 0,-16-198 0,13 123 0,-3-42 0,-10-117 0,13 188 0,7-80 0,-13-103 0,-3 1 0,1 60 0,-10 420 0,2-514 0,2 2 0,1-2 0,13 48 0,0 1 0,-12-52 0,1 2 0,1-2 0,2 1 0,0-2 0,1 0 0,0 0 0,2 0 0,0-2 0,1 0 0,27 30 0,-22-29 0,-1-2 0,2 0 0,0-1 0,1-1 0,37 23 0,-42-31 0,0 0 0,1-2 0,-1 0 0,1 0 0,1-1 0,-1-1 0,1 0 0,-1-2 0,24 1 0,-29-4 0,-2 1 0,0-2 0,0 1 0,0-2 0,0 1 0,0-1 0,-1 0 0,1-1 0,-1 1 0,0-3 0,0 2 0,0-1 0,1-1 0,10-11 0,-1 3 0,1 3 0,0-2 0,32-13 0,-4 3 0,-38 17 0,0 0 0,-1 0 0,1-2 0,-2 1 0,2 0 0,-2-1 0,0 0 0,0-1 0,-1 1 0,0-2 0,0 0 0,-1 1 0,0-1 0,4-12 0,4-16 0,-2-1 0,10-60 0,-17 81 0,6-47 0,3-88 0,-10 122 0,2 0 0,1 0 0,1 0 0,15-39 0,-11 37 0,-1 0 0,-2-1 0,5-36 0,-7 18 0,6-77 0,-9 79 0,12-64 0,-8 67 0,4-84 0,-3-70 0,0 8 0,-5 128 0,12-73 0,1-3 0,-10 88 0,2 1 0,17-52 0,4-33 0,-13 39 0,21-149 0,-25 166 0,24-93 0,-7 39 0,0-1 0,18-107 0,-2-40 0,0 16 0,12-288 0,-37-173 0,-21-270 0,1 939 0,-2 1 0,-3-1 0,-21-105 0,6 78 0,10 36 0,-3 0 0,-2 1 0,-26-63 0,28 86 0,-1 0 0,-1 0 0,-1 2 0,-23-26 0,-27-39 0,42 56 0,0 1 0,-58-58 0,70 81 0,-1-1 0,0 0 0,0 2 0,-22-10 0,-63-22 0,23 12 0,44 15 0,-1 1 0,-2 3 0,2 0 0,-1 3 0,-2 0 0,2 2 0,-1 2 0,0 1 0,-39 5 0,65-3 0,0 1 0,1 1 0,-1-1 0,1 1 0,-1 0 0,0 0 0,1 0 0,1 2 0,-1 0 0,-11 9 0,-6 7 0,-30 37 0,32-33 0,-34 40 0,31-35 0,-45 43 0,45-49 0,-3-3 0,0-1 0,-56 31 0,32-24-1365,37-18-5461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23T15:28:30.145"/>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1 110,'52'-8,"96"-2,-70 7,666-9,-69 2,-568 5,-1-5,160-36,-251 44,1 0,0 1,-1 0,29 3,-1 0,333-1,-334 3,0 1,49 12,-45-7,72 5,253-12,-186-5,353 2,-512 1,0 2,0 1,-1 1,29 10,37 6,-71-18</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23T15:28:33.416"/>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1,'1891'0,"-1302"30,-385-15,99 12,101 6,-143-32,-121-3,52 2,-177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23T15:28:34.564"/>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17,'410'-7,"-88"1,-42 4,42 1,889 10,440-1,-1632-8</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23T15:28:36.172"/>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63 0,'-3'3,"0"-1,0 0,0 0,0 0,0-1,-1 1,-3 1,3-2,1 0,0 1,0-1,0 1,0 0,0 0,0 0,-2 2,4-3,1-1,0 0,0 0,0 0,-1 1,1-1,0 0,0 0,0 0,-1 1,1-1,0 0,0 1,0-1,0 0,0 0,0 1,0-1,0 0,0 1,0-1,0 0,0 1,0-1,0 0,0 0,0 1,0-1,0 0,0 1,0-1,0 0,1 1,9 4,19-1,-28-4,298 1,-156-2,696 20,-465 9,94 5,1-24,-110-12,-260 3,-81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23T15:28:38.363"/>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82,'140'-11,"-111"8,-9 0,0-1,23-7,22-4,2 2,-1 3,2 3,73 2,274 26,-345-16,96 9,306 13,-78-30,-380 3</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dirty="0"/>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790A07-196B-4F4B-8E8C-301FB387CBE5}" type="datetimeFigureOut">
              <a:rPr lang="nl-NL" smtClean="0"/>
              <a:t>30-8-2024</a:t>
            </a:fld>
            <a:endParaRPr lang="nl-NL" dirty="0"/>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dirty="0"/>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dirty="0"/>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C176B4-2F3E-4542-A88B-B482618D0CAA}" type="slidenum">
              <a:rPr lang="nl-NL" smtClean="0"/>
              <a:t>‹#›</a:t>
            </a:fld>
            <a:endParaRPr lang="nl-NL" dirty="0"/>
          </a:p>
        </p:txBody>
      </p:sp>
    </p:spTree>
    <p:extLst>
      <p:ext uri="{BB962C8B-B14F-4D97-AF65-F5344CB8AC3E}">
        <p14:creationId xmlns:p14="http://schemas.microsoft.com/office/powerpoint/2010/main" val="40177926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boeing.com/content/dam/boeing/boeingdotcom/company/about_bca/pdf/statsum.pdf"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www.slideshare.net/slideshow/big-data-and-machine-learning-for-businesses/75413684"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en-GB" dirty="0"/>
              <a:t>Hello everyone and welcome to my thesis presentation titled sample-efficient reinforcement learning for flight control.</a:t>
            </a:r>
          </a:p>
        </p:txBody>
      </p:sp>
      <p:sp>
        <p:nvSpPr>
          <p:cNvPr id="4" name="Tijdelijke aanduiding voor dianummer 3"/>
          <p:cNvSpPr>
            <a:spLocks noGrp="1"/>
          </p:cNvSpPr>
          <p:nvPr>
            <p:ph type="sldNum" sz="quarter" idx="5"/>
          </p:nvPr>
        </p:nvSpPr>
        <p:spPr/>
        <p:txBody>
          <a:bodyPr/>
          <a:lstStyle/>
          <a:p>
            <a:fld id="{48C176B4-2F3E-4542-A88B-B482618D0CAA}" type="slidenum">
              <a:rPr lang="nl-NL" smtClean="0"/>
              <a:t>1</a:t>
            </a:fld>
            <a:endParaRPr lang="nl-NL" dirty="0"/>
          </a:p>
        </p:txBody>
      </p:sp>
    </p:spTree>
    <p:extLst>
      <p:ext uri="{BB962C8B-B14F-4D97-AF65-F5344CB8AC3E}">
        <p14:creationId xmlns:p14="http://schemas.microsoft.com/office/powerpoint/2010/main" val="21453928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would like to begin by telling you about how safe aviation is.</a:t>
            </a:r>
          </a:p>
          <a:p>
            <a:endParaRPr lang="en-US" dirty="0"/>
          </a:p>
          <a:p>
            <a:r>
              <a:rPr lang="en-US" dirty="0"/>
              <a:t>Aviation has a pretty excellent safety record. But, if we group the fatalities from air travel according to their causes, the primary cause by far is due to Loss of control incidents. These are incidents caused by events ranging from in flight damage to the aircraft, sudden adverse weather conditions, to stalls. And this is a pretty big low hanging fruit! If we manage to design future flight control systems to become more fault tolerant so that they can handle such events, flying would be made quite a bit safer! And this, is one of the main goals that I would like to contribute to by carrying out this thesis.</a:t>
            </a:r>
          </a:p>
          <a:p>
            <a:endParaRPr lang="en-US" dirty="0"/>
          </a:p>
          <a:p>
            <a:r>
              <a:rPr lang="en-US" dirty="0"/>
              <a:t>Sources: </a:t>
            </a:r>
          </a:p>
          <a:p>
            <a:r>
              <a:rPr lang="en-US" dirty="0"/>
              <a:t>https://injuryfacts.nsc.org/home-and-community/safety-topics/deaths-by-transportation-mode/</a:t>
            </a:r>
          </a:p>
          <a:p>
            <a:r>
              <a:rPr lang="en-HK" dirty="0">
                <a:hlinkClick r:id="rId3"/>
              </a:rPr>
              <a:t>statsum.pdf (boeing.com)</a:t>
            </a:r>
            <a:endParaRPr lang="en-US" dirty="0"/>
          </a:p>
          <a:p>
            <a:endParaRPr lang="LID4096" dirty="0"/>
          </a:p>
        </p:txBody>
      </p:sp>
      <p:sp>
        <p:nvSpPr>
          <p:cNvPr id="4" name="Slide Number Placeholder 3"/>
          <p:cNvSpPr>
            <a:spLocks noGrp="1"/>
          </p:cNvSpPr>
          <p:nvPr>
            <p:ph type="sldNum" sz="quarter" idx="5"/>
          </p:nvPr>
        </p:nvSpPr>
        <p:spPr/>
        <p:txBody>
          <a:bodyPr/>
          <a:lstStyle/>
          <a:p>
            <a:fld id="{48C176B4-2F3E-4542-A88B-B482618D0CAA}" type="slidenum">
              <a:rPr lang="nl-NL" smtClean="0"/>
              <a:t>2</a:t>
            </a:fld>
            <a:endParaRPr lang="nl-NL" dirty="0"/>
          </a:p>
        </p:txBody>
      </p:sp>
    </p:spTree>
    <p:extLst>
      <p:ext uri="{BB962C8B-B14F-4D97-AF65-F5344CB8AC3E}">
        <p14:creationId xmlns:p14="http://schemas.microsoft.com/office/powerpoint/2010/main" val="21710153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to give an overview of the presentation today, it will be divided into 5 sections. </a:t>
            </a:r>
          </a:p>
          <a:p>
            <a:endParaRPr lang="en-US" dirty="0"/>
          </a:p>
          <a:p>
            <a:r>
              <a:rPr lang="en-US" dirty="0"/>
              <a:t>1- motivations and objectives of this thesis. </a:t>
            </a:r>
          </a:p>
          <a:p>
            <a:r>
              <a:rPr lang="en-US" dirty="0"/>
              <a:t>2- the background theory needed to understand the topic of reinforcement learning for flight control. </a:t>
            </a:r>
          </a:p>
          <a:p>
            <a:r>
              <a:rPr lang="en-US" dirty="0"/>
              <a:t>3- the reinforcement learning algorithm I used and propose several augmentations to be experimented with. </a:t>
            </a:r>
          </a:p>
          <a:p>
            <a:r>
              <a:rPr lang="en-US" dirty="0"/>
              <a:t>4- experiments will produce results, which will be presented in the 4</a:t>
            </a:r>
            <a:r>
              <a:rPr lang="en-US" baseline="30000" dirty="0"/>
              <a:t>th</a:t>
            </a:r>
            <a:r>
              <a:rPr lang="en-US" dirty="0"/>
              <a:t> section, </a:t>
            </a:r>
          </a:p>
          <a:p>
            <a:r>
              <a:rPr lang="en-US" dirty="0"/>
              <a:t>5- and finally, in the last section, these results will be used to answer some research questions.</a:t>
            </a:r>
            <a:endParaRPr lang="LID4096" dirty="0"/>
          </a:p>
        </p:txBody>
      </p:sp>
      <p:sp>
        <p:nvSpPr>
          <p:cNvPr id="4" name="Slide Number Placeholder 3"/>
          <p:cNvSpPr>
            <a:spLocks noGrp="1"/>
          </p:cNvSpPr>
          <p:nvPr>
            <p:ph type="sldNum" sz="quarter" idx="5"/>
          </p:nvPr>
        </p:nvSpPr>
        <p:spPr/>
        <p:txBody>
          <a:bodyPr/>
          <a:lstStyle/>
          <a:p>
            <a:fld id="{48C176B4-2F3E-4542-A88B-B482618D0CAA}" type="slidenum">
              <a:rPr lang="nl-NL" smtClean="0"/>
              <a:t>3</a:t>
            </a:fld>
            <a:endParaRPr lang="nl-NL" dirty="0"/>
          </a:p>
        </p:txBody>
      </p:sp>
    </p:spTree>
    <p:extLst>
      <p:ext uri="{BB962C8B-B14F-4D97-AF65-F5344CB8AC3E}">
        <p14:creationId xmlns:p14="http://schemas.microsoft.com/office/powerpoint/2010/main" val="29380200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reinforcement learning for flight control? Why did I choose this specific combination of topics?</a:t>
            </a:r>
            <a:endParaRPr lang="LID4096" dirty="0"/>
          </a:p>
        </p:txBody>
      </p:sp>
      <p:sp>
        <p:nvSpPr>
          <p:cNvPr id="4" name="Slide Number Placeholder 3"/>
          <p:cNvSpPr>
            <a:spLocks noGrp="1"/>
          </p:cNvSpPr>
          <p:nvPr>
            <p:ph type="sldNum" sz="quarter" idx="5"/>
          </p:nvPr>
        </p:nvSpPr>
        <p:spPr/>
        <p:txBody>
          <a:bodyPr/>
          <a:lstStyle/>
          <a:p>
            <a:fld id="{48C176B4-2F3E-4542-A88B-B482618D0CAA}" type="slidenum">
              <a:rPr lang="nl-NL" smtClean="0"/>
              <a:t>5</a:t>
            </a:fld>
            <a:endParaRPr lang="nl-NL" dirty="0"/>
          </a:p>
        </p:txBody>
      </p:sp>
    </p:spTree>
    <p:extLst>
      <p:ext uri="{BB962C8B-B14F-4D97-AF65-F5344CB8AC3E}">
        <p14:creationId xmlns:p14="http://schemas.microsoft.com/office/powerpoint/2010/main" val="40207324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several reasons, which can be grouped into practical and personal ones. The first practical reason is that this combination holds promise for fault tolerance, as demonstrated by a number of papers published from this very faculty. And this is thanks to the adaptive nature of reinforcement learning algorithms, since unlike other control methods their parameters can learn to adapt to the situation at hand. Last but not least the controllers made as a result become what are known as model-independent controllers, meaning creating these controllers is not contingent on having mathematical models of the aircraft you would like to control.</a:t>
            </a:r>
          </a:p>
          <a:p>
            <a:endParaRPr lang="en-US" dirty="0"/>
          </a:p>
          <a:p>
            <a:r>
              <a:rPr lang="en-US" dirty="0"/>
              <a:t>Aside from these, there are also personal reasons. And by far, the most important of which to me is my enthusiasm for the technology of reinforcement learning. Because I find it very exciting that with by distilling what we know about how animals learn through trial and error into some equations, and cleverly configuring these equations to feed into one another, that we can create programs which appear smarter the longer it interacts with the world.</a:t>
            </a:r>
          </a:p>
          <a:p>
            <a:br>
              <a:rPr lang="en-US" dirty="0"/>
            </a:br>
            <a:r>
              <a:rPr lang="en-US" dirty="0"/>
              <a:t>And then </a:t>
            </a:r>
            <a:r>
              <a:rPr lang="en-US" dirty="0" err="1"/>
              <a:t>theres</a:t>
            </a:r>
            <a:r>
              <a:rPr lang="en-US" dirty="0"/>
              <a:t> also the reason which may be obvious to some of us in this room: I need to graduate. Because </a:t>
            </a:r>
            <a:r>
              <a:rPr lang="en-US" dirty="0" err="1"/>
              <a:t>apparaently</a:t>
            </a:r>
            <a:r>
              <a:rPr lang="en-US" dirty="0"/>
              <a:t> I cant walk out of this building without having chosen a thesis. </a:t>
            </a:r>
          </a:p>
          <a:p>
            <a:endParaRPr lang="en-US" dirty="0"/>
          </a:p>
          <a:p>
            <a:endParaRPr lang="en-US" dirty="0"/>
          </a:p>
          <a:p>
            <a:endParaRPr lang="en-US" dirty="0"/>
          </a:p>
          <a:p>
            <a:endParaRPr lang="en-US" dirty="0"/>
          </a:p>
          <a:p>
            <a:r>
              <a:rPr lang="en-US" dirty="0"/>
              <a:t>8 years ago, in March 2016, an RL algorithm bested the best human player in the board game Go.  Years later, an improved version of the same algorithm became one of the best players of the computer game StarCraft 2… what next?</a:t>
            </a:r>
            <a:endParaRPr lang="LID4096" dirty="0"/>
          </a:p>
        </p:txBody>
      </p:sp>
      <p:sp>
        <p:nvSpPr>
          <p:cNvPr id="4" name="Slide Number Placeholder 3"/>
          <p:cNvSpPr>
            <a:spLocks noGrp="1"/>
          </p:cNvSpPr>
          <p:nvPr>
            <p:ph type="sldNum" sz="quarter" idx="5"/>
          </p:nvPr>
        </p:nvSpPr>
        <p:spPr/>
        <p:txBody>
          <a:bodyPr/>
          <a:lstStyle/>
          <a:p>
            <a:fld id="{48C176B4-2F3E-4542-A88B-B482618D0CAA}" type="slidenum">
              <a:rPr lang="nl-NL" smtClean="0"/>
              <a:t>6</a:t>
            </a:fld>
            <a:endParaRPr lang="nl-NL" dirty="0"/>
          </a:p>
        </p:txBody>
      </p:sp>
    </p:spTree>
    <p:extLst>
      <p:ext uri="{BB962C8B-B14F-4D97-AF65-F5344CB8AC3E}">
        <p14:creationId xmlns:p14="http://schemas.microsoft.com/office/powerpoint/2010/main" val="19790539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anyways, so began my thesis journey. The objective which I arrived at for my research is as follows: …</a:t>
            </a:r>
            <a:endParaRPr lang="LID4096" dirty="0"/>
          </a:p>
        </p:txBody>
      </p:sp>
      <p:sp>
        <p:nvSpPr>
          <p:cNvPr id="4" name="Slide Number Placeholder 3"/>
          <p:cNvSpPr>
            <a:spLocks noGrp="1"/>
          </p:cNvSpPr>
          <p:nvPr>
            <p:ph type="sldNum" sz="quarter" idx="5"/>
          </p:nvPr>
        </p:nvSpPr>
        <p:spPr/>
        <p:txBody>
          <a:bodyPr/>
          <a:lstStyle/>
          <a:p>
            <a:fld id="{48C176B4-2F3E-4542-A88B-B482618D0CAA}" type="slidenum">
              <a:rPr lang="nl-NL" smtClean="0"/>
              <a:t>7</a:t>
            </a:fld>
            <a:endParaRPr lang="nl-NL" dirty="0"/>
          </a:p>
        </p:txBody>
      </p:sp>
    </p:spTree>
    <p:extLst>
      <p:ext uri="{BB962C8B-B14F-4D97-AF65-F5344CB8AC3E}">
        <p14:creationId xmlns:p14="http://schemas.microsoft.com/office/powerpoint/2010/main" val="28245499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to narrow down the objective into something specific enough to guide my work, I came up with 3 research questions. Each one of which nicely demarcates one part of my thesis.</a:t>
            </a:r>
            <a:br>
              <a:rPr lang="en-US" dirty="0"/>
            </a:br>
            <a:br>
              <a:rPr lang="en-US" dirty="0"/>
            </a:br>
            <a:r>
              <a:rPr lang="en-US" dirty="0"/>
              <a:t>The first is to learn about reinforcement learning, since when I first began this thesis I had no knowledge of any theory behind this title. Moreover, this is also where I look to choose an algorithm as well as how it can be improved.</a:t>
            </a:r>
          </a:p>
          <a:p>
            <a:endParaRPr lang="en-US" dirty="0"/>
          </a:p>
          <a:p>
            <a:r>
              <a:rPr lang="en-US" dirty="0"/>
              <a:t>The second question is related to the implementation, and that is to understand how exactly reinforcement learning algorithms fit into the problem of flight control.</a:t>
            </a:r>
          </a:p>
          <a:p>
            <a:endParaRPr lang="en-US" dirty="0"/>
          </a:p>
          <a:p>
            <a:r>
              <a:rPr lang="en-US" dirty="0"/>
              <a:t>The last is to evaluate how the flight controller implemented from this thesis perform from the perspective we were concerned with at the beginning: their fault tolerance.</a:t>
            </a:r>
            <a:endParaRPr lang="LID4096" dirty="0"/>
          </a:p>
        </p:txBody>
      </p:sp>
      <p:sp>
        <p:nvSpPr>
          <p:cNvPr id="4" name="Slide Number Placeholder 3"/>
          <p:cNvSpPr>
            <a:spLocks noGrp="1"/>
          </p:cNvSpPr>
          <p:nvPr>
            <p:ph type="sldNum" sz="quarter" idx="5"/>
          </p:nvPr>
        </p:nvSpPr>
        <p:spPr/>
        <p:txBody>
          <a:bodyPr/>
          <a:lstStyle/>
          <a:p>
            <a:fld id="{48C176B4-2F3E-4542-A88B-B482618D0CAA}" type="slidenum">
              <a:rPr lang="nl-NL" smtClean="0"/>
              <a:t>8</a:t>
            </a:fld>
            <a:endParaRPr lang="nl-NL" dirty="0"/>
          </a:p>
        </p:txBody>
      </p:sp>
    </p:spTree>
    <p:extLst>
      <p:ext uri="{BB962C8B-B14F-4D97-AF65-F5344CB8AC3E}">
        <p14:creationId xmlns:p14="http://schemas.microsoft.com/office/powerpoint/2010/main" val="19964647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start with, I’ll tell you a little bit about how reinforcement learning works.</a:t>
            </a:r>
          </a:p>
          <a:p>
            <a:endParaRPr lang="en-US" dirty="0"/>
          </a:p>
          <a:p>
            <a:r>
              <a:rPr lang="en-US" dirty="0"/>
              <a:t>Reinforcement learning is one of the three sub-fields of machine learning, </a:t>
            </a:r>
          </a:p>
          <a:p>
            <a:endParaRPr lang="en-US" dirty="0"/>
          </a:p>
          <a:p>
            <a:r>
              <a:rPr lang="en-US" dirty="0"/>
              <a:t>Reinforcement learning: algorithms learn how to behave in an environment through repeated interactions, like learning to ride a bike</a:t>
            </a:r>
          </a:p>
          <a:p>
            <a:r>
              <a:rPr lang="en-US" dirty="0"/>
              <a:t>Supervised learning: algorithms learn to label data given a set of prelabelled data, look at a thousand pictures of dogs to learn what a picture of a dog looks like, like flash card learning.</a:t>
            </a:r>
          </a:p>
          <a:p>
            <a:r>
              <a:rPr lang="en-US" dirty="0"/>
              <a:t>Unsupervised learning: algorithms try to detect patterns in a set of data, give you a basket of oranges and bananas, you would recognize that some of the things inside this basket are pretty round, while some other things inside this basket are pretty long, so maybe there are two kinds of things inside this basket and I should group them differently.</a:t>
            </a:r>
          </a:p>
          <a:p>
            <a:endParaRPr lang="en-US" dirty="0"/>
          </a:p>
          <a:p>
            <a:r>
              <a:rPr lang="en-US" dirty="0"/>
              <a:t>Picture by Abdul Wahid </a:t>
            </a:r>
            <a:r>
              <a:rPr lang="en-US" dirty="0">
                <a:hlinkClick r:id="rId3"/>
              </a:rPr>
              <a:t>Big data and machine learning for Businesses | PPT (slideshare.net)</a:t>
            </a:r>
            <a:endParaRPr lang="LID4096" dirty="0"/>
          </a:p>
        </p:txBody>
      </p:sp>
      <p:sp>
        <p:nvSpPr>
          <p:cNvPr id="4" name="Slide Number Placeholder 3"/>
          <p:cNvSpPr>
            <a:spLocks noGrp="1"/>
          </p:cNvSpPr>
          <p:nvPr>
            <p:ph type="sldNum" sz="quarter" idx="5"/>
          </p:nvPr>
        </p:nvSpPr>
        <p:spPr/>
        <p:txBody>
          <a:bodyPr/>
          <a:lstStyle/>
          <a:p>
            <a:fld id="{48C176B4-2F3E-4542-A88B-B482618D0CAA}" type="slidenum">
              <a:rPr lang="nl-NL" smtClean="0"/>
              <a:t>10</a:t>
            </a:fld>
            <a:endParaRPr lang="nl-NL" dirty="0"/>
          </a:p>
        </p:txBody>
      </p:sp>
    </p:spTree>
    <p:extLst>
      <p:ext uri="{BB962C8B-B14F-4D97-AF65-F5344CB8AC3E}">
        <p14:creationId xmlns:p14="http://schemas.microsoft.com/office/powerpoint/2010/main" val="21021920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Markov decision process, or MDP, is a mathematical …. An MDP can be represented using this diagram we have here. In MDP’s, we have an agent which interacts with the environment and gets some feedback. At each time step, the agent observes the state of the environment and some reward signal, which it uses to determine an appropriate action to take on the environment. The environment then reacts by producing the next timestep’s states and rewards, and the cycle continues. That cycle I have just described is an MDP.</a:t>
            </a:r>
            <a:br>
              <a:rPr lang="en-US" dirty="0"/>
            </a:br>
            <a:br>
              <a:rPr lang="en-US" dirty="0"/>
            </a:br>
            <a:r>
              <a:rPr lang="en-US" dirty="0"/>
              <a:t>Defining an MDP requires a few things, aside from creating the agent and the environment, the three other important things to define are:</a:t>
            </a:r>
          </a:p>
          <a:p>
            <a:r>
              <a:rPr lang="en-US" dirty="0"/>
              <a:t>The State space, which is the set of …</a:t>
            </a:r>
            <a:br>
              <a:rPr lang="en-US" dirty="0"/>
            </a:br>
            <a:r>
              <a:rPr lang="en-US" dirty="0"/>
              <a:t>The Action space, which is the set of ….</a:t>
            </a:r>
            <a:br>
              <a:rPr lang="en-US" dirty="0"/>
            </a:br>
            <a:r>
              <a:rPr lang="en-US" dirty="0"/>
              <a:t>And finally the Reward signal, which indicates how good or optimal a state is.</a:t>
            </a:r>
          </a:p>
          <a:p>
            <a:endParaRPr lang="en-US" dirty="0"/>
          </a:p>
          <a:p>
            <a:r>
              <a:rPr lang="en-US" dirty="0"/>
              <a:t>Definition of states/state space, to be made more specific when we talk about flight control!!</a:t>
            </a:r>
            <a:endParaRPr lang="LID4096" dirty="0"/>
          </a:p>
        </p:txBody>
      </p:sp>
      <p:sp>
        <p:nvSpPr>
          <p:cNvPr id="4" name="Slide Number Placeholder 3"/>
          <p:cNvSpPr>
            <a:spLocks noGrp="1"/>
          </p:cNvSpPr>
          <p:nvPr>
            <p:ph type="sldNum" sz="quarter" idx="5"/>
          </p:nvPr>
        </p:nvSpPr>
        <p:spPr/>
        <p:txBody>
          <a:bodyPr/>
          <a:lstStyle/>
          <a:p>
            <a:fld id="{48C176B4-2F3E-4542-A88B-B482618D0CAA}" type="slidenum">
              <a:rPr lang="nl-NL" smtClean="0"/>
              <a:t>11</a:t>
            </a:fld>
            <a:endParaRPr lang="nl-NL" dirty="0"/>
          </a:p>
        </p:txBody>
      </p:sp>
    </p:spTree>
    <p:extLst>
      <p:ext uri="{BB962C8B-B14F-4D97-AF65-F5344CB8AC3E}">
        <p14:creationId xmlns:p14="http://schemas.microsoft.com/office/powerpoint/2010/main" val="38033815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mouse </a:t>
            </a:r>
            <a:r>
              <a:rPr lang="en-US" dirty="0"/>
              <a:t>maze example!</a:t>
            </a:r>
          </a:p>
          <a:p>
            <a:endParaRPr lang="en-US" dirty="0"/>
          </a:p>
          <a:p>
            <a:r>
              <a:rPr lang="en-US" dirty="0"/>
              <a:t>So that’s the framework we use, but now how do we make an RL agent?</a:t>
            </a:r>
          </a:p>
          <a:p>
            <a:endParaRPr lang="en-US" dirty="0"/>
          </a:p>
          <a:p>
            <a:endParaRPr lang="en-US" dirty="0">
              <a:sym typeface="Wingdings" panose="05000000000000000000" pitchFamily="2" charset="2"/>
            </a:endParaRPr>
          </a:p>
          <a:p>
            <a:r>
              <a:rPr lang="en-US" dirty="0">
                <a:sym typeface="Wingdings" panose="05000000000000000000" pitchFamily="2" charset="2"/>
              </a:rPr>
              <a:t>Definition of value function is somewhat misleading here, the one given is for the </a:t>
            </a:r>
            <a:r>
              <a:rPr lang="en-US" i="1" dirty="0">
                <a:sym typeface="Wingdings" panose="05000000000000000000" pitchFamily="2" charset="2"/>
              </a:rPr>
              <a:t>state </a:t>
            </a:r>
            <a:r>
              <a:rPr lang="en-US" i="0" dirty="0">
                <a:sym typeface="Wingdings" panose="05000000000000000000" pitchFamily="2" charset="2"/>
              </a:rPr>
              <a:t>value function, but there also exists an </a:t>
            </a:r>
            <a:r>
              <a:rPr lang="en-US" i="1" dirty="0">
                <a:sym typeface="Wingdings" panose="05000000000000000000" pitchFamily="2" charset="2"/>
              </a:rPr>
              <a:t>action </a:t>
            </a:r>
            <a:r>
              <a:rPr lang="en-US" i="0" dirty="0">
                <a:sym typeface="Wingdings" panose="05000000000000000000" pitchFamily="2" charset="2"/>
              </a:rPr>
              <a:t>value function.</a:t>
            </a:r>
          </a:p>
          <a:p>
            <a:endParaRPr lang="en-US" dirty="0">
              <a:sym typeface="Wingdings" panose="05000000000000000000" pitchFamily="2" charset="2"/>
            </a:endParaRPr>
          </a:p>
          <a:p>
            <a:r>
              <a:rPr lang="en-US" dirty="0">
                <a:sym typeface="Wingdings" panose="05000000000000000000" pitchFamily="2" charset="2"/>
              </a:rPr>
              <a:t>The model function is optional, and the whole catalogue of reinforcement learning algorithms can almost be perfectly divided into ones which use a model, and ones which do not; so called model-based RL and model-free RL.</a:t>
            </a:r>
            <a:endParaRPr lang="LID4096" dirty="0"/>
          </a:p>
        </p:txBody>
      </p:sp>
      <p:sp>
        <p:nvSpPr>
          <p:cNvPr id="4" name="Slide Number Placeholder 3"/>
          <p:cNvSpPr>
            <a:spLocks noGrp="1"/>
          </p:cNvSpPr>
          <p:nvPr>
            <p:ph type="sldNum" sz="quarter" idx="5"/>
          </p:nvPr>
        </p:nvSpPr>
        <p:spPr/>
        <p:txBody>
          <a:bodyPr/>
          <a:lstStyle/>
          <a:p>
            <a:fld id="{48C176B4-2F3E-4542-A88B-B482618D0CAA}" type="slidenum">
              <a:rPr lang="nl-NL" smtClean="0"/>
              <a:t>12</a:t>
            </a:fld>
            <a:endParaRPr lang="nl-NL" dirty="0"/>
          </a:p>
        </p:txBody>
      </p:sp>
    </p:spTree>
    <p:extLst>
      <p:ext uri="{BB962C8B-B14F-4D97-AF65-F5344CB8AC3E}">
        <p14:creationId xmlns:p14="http://schemas.microsoft.com/office/powerpoint/2010/main" val="21928488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I listed all the algorithms I came across in my literature study it would probably take multiple slides.</a:t>
            </a:r>
          </a:p>
          <a:p>
            <a:endParaRPr lang="en-US" dirty="0"/>
          </a:p>
          <a:p>
            <a:r>
              <a:rPr lang="en-US" dirty="0"/>
              <a:t>But at the very least lets see the groups which all these algorithms fall into</a:t>
            </a:r>
          </a:p>
          <a:p>
            <a:endParaRPr lang="en-US" dirty="0"/>
          </a:p>
          <a:p>
            <a:pPr marL="228600" indent="-228600">
              <a:buAutoNum type="arabicPeriod"/>
            </a:pPr>
            <a:r>
              <a:rPr lang="en-US" dirty="0"/>
              <a:t>Model based vs free, whether a model is used to help the agent learn</a:t>
            </a:r>
          </a:p>
          <a:p>
            <a:pPr marL="228600" indent="-228600">
              <a:buAutoNum type="arabicPeriod"/>
            </a:pPr>
            <a:r>
              <a:rPr lang="en-US" dirty="0"/>
              <a:t>2. value vs policy, whether the agent solely learns a value function and uses a simple static policy, or If the agent learns only a policy function without keeping track of the value function.</a:t>
            </a:r>
          </a:p>
          <a:p>
            <a:pPr marL="228600" indent="-228600">
              <a:buAutoNum type="arabicPeriod"/>
            </a:pPr>
            <a:r>
              <a:rPr lang="en-US" dirty="0"/>
              <a:t>Third would be on vs off policy, in on policy algorithms the policy or value function which dictates the agent actions is the same as the one being updated or learnt, while in off policy algorithms the two would be distinct, the policy or value function dictating the action is not the one being updated.</a:t>
            </a:r>
          </a:p>
          <a:p>
            <a:r>
              <a:rPr lang="en-US" dirty="0"/>
              <a:t>Value-Based vs Policy-Based: The distinction between value and policy-based is what the algorithm is designed to estimate. When the algorithm is value-based, it trains an estimate of the optimal value function from which the actions are inferred; versus in the policy-based case, where an estimate of the optimal policy function is trained from which actions are directly obtained. Policy based algorithms learn a policy without consulting a value function</a:t>
            </a:r>
          </a:p>
          <a:p>
            <a:endParaRPr lang="en-US" dirty="0"/>
          </a:p>
          <a:p>
            <a:r>
              <a:rPr lang="en-US" dirty="0"/>
              <a:t>On vs Off policy refers to if the policy which an agent uses to execute actions is the same policy which is being trained. If it is on policy, then both are the same, but if it is off policy, then they are not.</a:t>
            </a:r>
          </a:p>
          <a:p>
            <a:endParaRPr lang="en-US" dirty="0"/>
          </a:p>
          <a:p>
            <a:r>
              <a:rPr lang="en-US" dirty="0"/>
              <a:t>After some research, a couple of algorithms seemed to be most commonly mentioned and used, and these are SAC, TD3, and IDHP. These are some algorithms which have been used for flight control in the past and shown pretty promising results</a:t>
            </a:r>
          </a:p>
          <a:p>
            <a:endParaRPr lang="en-US" dirty="0"/>
          </a:p>
          <a:p>
            <a:r>
              <a:rPr lang="en-US" dirty="0"/>
              <a:t>So out of these algorithms, which one would be the most promising to move forward with?</a:t>
            </a:r>
          </a:p>
          <a:p>
            <a:endParaRPr lang="en-US" dirty="0"/>
          </a:p>
        </p:txBody>
      </p:sp>
      <p:sp>
        <p:nvSpPr>
          <p:cNvPr id="4" name="Slide Number Placeholder 3"/>
          <p:cNvSpPr>
            <a:spLocks noGrp="1"/>
          </p:cNvSpPr>
          <p:nvPr>
            <p:ph type="sldNum" sz="quarter" idx="5"/>
          </p:nvPr>
        </p:nvSpPr>
        <p:spPr/>
        <p:txBody>
          <a:bodyPr/>
          <a:lstStyle/>
          <a:p>
            <a:fld id="{48C176B4-2F3E-4542-A88B-B482618D0CAA}" type="slidenum">
              <a:rPr lang="nl-NL" smtClean="0"/>
              <a:t>13</a:t>
            </a:fld>
            <a:endParaRPr lang="nl-NL" dirty="0"/>
          </a:p>
        </p:txBody>
      </p:sp>
    </p:spTree>
    <p:extLst>
      <p:ext uri="{BB962C8B-B14F-4D97-AF65-F5344CB8AC3E}">
        <p14:creationId xmlns:p14="http://schemas.microsoft.com/office/powerpoint/2010/main" val="11390504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that, we can refer back to our research objective and think about which algorithm would potentially make the most fault tolerant controller. So, considering that faults are…</a:t>
            </a:r>
          </a:p>
          <a:p>
            <a:endParaRPr lang="en-US" dirty="0"/>
          </a:p>
          <a:p>
            <a:r>
              <a:rPr lang="en-US" dirty="0"/>
              <a:t>Both SAC and TD3 are off-policy algorithms which work best with deep neural networks which takes a long time for convergence, while IDHP is of an on-policy nature which makes in converge faster, fast enough to execute training online. </a:t>
            </a:r>
            <a:br>
              <a:rPr lang="en-US" dirty="0"/>
            </a:br>
            <a:endParaRPr lang="en-US" dirty="0"/>
          </a:p>
          <a:p>
            <a:r>
              <a:rPr lang="en-US" dirty="0"/>
              <a:t>IDHP on the other hand converges quickly, while SAC and TD3 algorithms in literature take around half a million simulation steps to converge, translating to 1 to 2 hours of flight time, IDHP takes around 1000 times less steps at a flight time of around 5 to 10 seconds.</a:t>
            </a:r>
          </a:p>
          <a:p>
            <a:endParaRPr lang="en-US" dirty="0"/>
          </a:p>
          <a:p>
            <a:r>
              <a:rPr lang="en-US" dirty="0"/>
              <a:t>So if we keep in mind these two characteristics of faults, and the advantages which adaptive control systems provide in the face of these characteristics, the online learning nature of IDHP makes it a strong candidate, and that is what I have chosen to move forward with in this thesis.</a:t>
            </a:r>
          </a:p>
        </p:txBody>
      </p:sp>
      <p:sp>
        <p:nvSpPr>
          <p:cNvPr id="4" name="Slide Number Placeholder 3"/>
          <p:cNvSpPr>
            <a:spLocks noGrp="1"/>
          </p:cNvSpPr>
          <p:nvPr>
            <p:ph type="sldNum" sz="quarter" idx="5"/>
          </p:nvPr>
        </p:nvSpPr>
        <p:spPr/>
        <p:txBody>
          <a:bodyPr/>
          <a:lstStyle/>
          <a:p>
            <a:fld id="{48C176B4-2F3E-4542-A88B-B482618D0CAA}" type="slidenum">
              <a:rPr lang="nl-NL" smtClean="0"/>
              <a:t>14</a:t>
            </a:fld>
            <a:endParaRPr lang="nl-NL" dirty="0"/>
          </a:p>
        </p:txBody>
      </p:sp>
    </p:spTree>
    <p:extLst>
      <p:ext uri="{BB962C8B-B14F-4D97-AF65-F5344CB8AC3E}">
        <p14:creationId xmlns:p14="http://schemas.microsoft.com/office/powerpoint/2010/main" val="1648251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we’ve selected an algorithm, lets see how it can be applied to flight control.</a:t>
            </a:r>
          </a:p>
          <a:p>
            <a:endParaRPr lang="en-US" dirty="0"/>
          </a:p>
          <a:p>
            <a:r>
              <a:rPr lang="en-US" dirty="0"/>
              <a:t>We begin by looking at how an automatic flight control system works through this diagram</a:t>
            </a:r>
          </a:p>
          <a:p>
            <a:endParaRPr lang="en-US" dirty="0"/>
          </a:p>
          <a:p>
            <a:r>
              <a:rPr lang="en-US" dirty="0"/>
              <a:t>The whole system revolves around the autopilot/flight control computer. The human pilot controls the aircraft through this autopilot, by setting the states that he wants the airplane to fly at, for example what velocity, or what altitude. The autopilot then takes these commands, referred to as the “reference signal”, compares them to sensor readings of the aircrafts current states, and computes what control inputs to give to the aircraft.</a:t>
            </a:r>
          </a:p>
          <a:p>
            <a:endParaRPr lang="en-US" dirty="0"/>
          </a:p>
          <a:p>
            <a:r>
              <a:rPr lang="en-US" dirty="0"/>
              <a:t>While in modern autopilots, the flight controller is created using methods from mathematical theory. What we do in this thesis is to use reinforcement learning theory.</a:t>
            </a:r>
            <a:endParaRPr lang="LID4096" dirty="0"/>
          </a:p>
        </p:txBody>
      </p:sp>
      <p:sp>
        <p:nvSpPr>
          <p:cNvPr id="4" name="Slide Number Placeholder 3"/>
          <p:cNvSpPr>
            <a:spLocks noGrp="1"/>
          </p:cNvSpPr>
          <p:nvPr>
            <p:ph type="sldNum" sz="quarter" idx="5"/>
          </p:nvPr>
        </p:nvSpPr>
        <p:spPr/>
        <p:txBody>
          <a:bodyPr/>
          <a:lstStyle/>
          <a:p>
            <a:fld id="{48C176B4-2F3E-4542-A88B-B482618D0CAA}" type="slidenum">
              <a:rPr lang="nl-NL" smtClean="0"/>
              <a:t>15</a:t>
            </a:fld>
            <a:endParaRPr lang="nl-NL" dirty="0"/>
          </a:p>
        </p:txBody>
      </p:sp>
    </p:spTree>
    <p:extLst>
      <p:ext uri="{BB962C8B-B14F-4D97-AF65-F5344CB8AC3E}">
        <p14:creationId xmlns:p14="http://schemas.microsoft.com/office/powerpoint/2010/main" val="20209257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substitution can be done rather easily, by reframing the MDP as a flight control task. Taking a look at this MDP diagram from earlier, we have the:</a:t>
            </a:r>
            <a:br>
              <a:rPr lang="en-US" dirty="0"/>
            </a:br>
            <a:br>
              <a:rPr lang="en-US" dirty="0"/>
            </a:br>
            <a:r>
              <a:rPr lang="en-US" dirty="0"/>
              <a:t>Agent becoming the autopilot</a:t>
            </a:r>
          </a:p>
          <a:p>
            <a:r>
              <a:rPr lang="en-US" dirty="0"/>
              <a:t>Environment becomes the pilot and the aircraft</a:t>
            </a:r>
          </a:p>
          <a:p>
            <a:r>
              <a:rPr lang="en-US" dirty="0"/>
              <a:t>State becomes sensor readings and pilot commands</a:t>
            </a:r>
          </a:p>
          <a:p>
            <a:r>
              <a:rPr lang="en-US" dirty="0"/>
              <a:t>Reward becomes the tracking error</a:t>
            </a:r>
          </a:p>
          <a:p>
            <a:r>
              <a:rPr lang="en-US" dirty="0"/>
              <a:t>Action becomes the control commands</a:t>
            </a:r>
            <a:br>
              <a:rPr lang="en-US" dirty="0"/>
            </a:br>
            <a:br>
              <a:rPr lang="en-US" dirty="0"/>
            </a:br>
            <a:r>
              <a:rPr lang="en-US" dirty="0"/>
              <a:t>By making these substitutions, we can directly integrate any reinforcement learning algorithm developed by the research community into an automatic flight control system.</a:t>
            </a:r>
            <a:endParaRPr lang="LID4096" dirty="0"/>
          </a:p>
        </p:txBody>
      </p:sp>
      <p:sp>
        <p:nvSpPr>
          <p:cNvPr id="4" name="Slide Number Placeholder 3"/>
          <p:cNvSpPr>
            <a:spLocks noGrp="1"/>
          </p:cNvSpPr>
          <p:nvPr>
            <p:ph type="sldNum" sz="quarter" idx="5"/>
          </p:nvPr>
        </p:nvSpPr>
        <p:spPr/>
        <p:txBody>
          <a:bodyPr/>
          <a:lstStyle/>
          <a:p>
            <a:fld id="{48C176B4-2F3E-4542-A88B-B482618D0CAA}" type="slidenum">
              <a:rPr lang="nl-NL" smtClean="0"/>
              <a:t>16</a:t>
            </a:fld>
            <a:endParaRPr lang="nl-NL" dirty="0"/>
          </a:p>
        </p:txBody>
      </p:sp>
    </p:spTree>
    <p:extLst>
      <p:ext uri="{BB962C8B-B14F-4D97-AF65-F5344CB8AC3E}">
        <p14:creationId xmlns:p14="http://schemas.microsoft.com/office/powerpoint/2010/main" val="22587627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time around 15 minutes</a:t>
            </a:r>
            <a:endParaRPr lang="LID4096" dirty="0"/>
          </a:p>
        </p:txBody>
      </p:sp>
      <p:sp>
        <p:nvSpPr>
          <p:cNvPr id="4" name="Slide Number Placeholder 3"/>
          <p:cNvSpPr>
            <a:spLocks noGrp="1"/>
          </p:cNvSpPr>
          <p:nvPr>
            <p:ph type="sldNum" sz="quarter" idx="5"/>
          </p:nvPr>
        </p:nvSpPr>
        <p:spPr/>
        <p:txBody>
          <a:bodyPr/>
          <a:lstStyle/>
          <a:p>
            <a:fld id="{48C176B4-2F3E-4542-A88B-B482618D0CAA}" type="slidenum">
              <a:rPr lang="nl-NL" smtClean="0"/>
              <a:t>17</a:t>
            </a:fld>
            <a:endParaRPr lang="nl-NL" dirty="0"/>
          </a:p>
        </p:txBody>
      </p:sp>
    </p:spTree>
    <p:extLst>
      <p:ext uri="{BB962C8B-B14F-4D97-AF65-F5344CB8AC3E}">
        <p14:creationId xmlns:p14="http://schemas.microsoft.com/office/powerpoint/2010/main" val="11987625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 IDHP stands for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2. The way the algorithm works is as follows, first the state observation is fed to the actor, which computes the agent’s action, alongside with an update for the critic. The critic then uses the state observation to compute an update for the actor. Then, the model in conjunction with the observed reward to update the actor and the critic. And finally, the state observed alongside the actors action is used to update the model.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Applying all these updates represents one agent learning step, and in the next time step the process is repeated again.</a:t>
            </a:r>
            <a:endParaRPr lang="LID4096" dirty="0"/>
          </a:p>
          <a:p>
            <a:endParaRPr lang="en-US" dirty="0"/>
          </a:p>
          <a:p>
            <a:endParaRPr lang="en-US" dirty="0"/>
          </a:p>
        </p:txBody>
      </p:sp>
      <p:sp>
        <p:nvSpPr>
          <p:cNvPr id="4" name="Slide Number Placeholder 3"/>
          <p:cNvSpPr>
            <a:spLocks noGrp="1"/>
          </p:cNvSpPr>
          <p:nvPr>
            <p:ph type="sldNum" sz="quarter" idx="5"/>
          </p:nvPr>
        </p:nvSpPr>
        <p:spPr/>
        <p:txBody>
          <a:bodyPr/>
          <a:lstStyle/>
          <a:p>
            <a:fld id="{48C176B4-2F3E-4542-A88B-B482618D0CAA}" type="slidenum">
              <a:rPr lang="nl-NL" smtClean="0"/>
              <a:t>18</a:t>
            </a:fld>
            <a:endParaRPr lang="nl-NL" dirty="0"/>
          </a:p>
        </p:txBody>
      </p:sp>
    </p:spTree>
    <p:extLst>
      <p:ext uri="{BB962C8B-B14F-4D97-AF65-F5344CB8AC3E}">
        <p14:creationId xmlns:p14="http://schemas.microsoft.com/office/powerpoint/2010/main" val="10037512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defining features of a reinforcement learning algorithm are the update equations, or the way that the components of the agent are updated to help the agent learn. So I’ll briefly go over what they are in the IDHP algorithm.</a:t>
            </a:r>
          </a:p>
          <a:p>
            <a:endParaRPr lang="en-US" dirty="0"/>
          </a:p>
          <a:p>
            <a:r>
              <a:rPr lang="en-US" dirty="0"/>
              <a:t>Actor gradient ascents, critic gradient descents. Actors function is the return, it is to be maximized. Critic function is a cost (temporal difference error), it is to be minimized.</a:t>
            </a:r>
          </a:p>
          <a:p>
            <a:endParaRPr lang="en-US" dirty="0"/>
          </a:p>
          <a:p>
            <a:r>
              <a:rPr lang="en-US" dirty="0"/>
              <a:t>The update equations presented here defines the state of the art of the IDHP algorithm.</a:t>
            </a:r>
          </a:p>
          <a:p>
            <a:endParaRPr lang="en-US" dirty="0"/>
          </a:p>
          <a:p>
            <a:r>
              <a:rPr lang="nn-NO" dirty="0"/>
              <a:t>Gt = Rt+1 +gammaRt+2 +gamma2Rt+3 +···+gammaTRT, return is sum of future rewards</a:t>
            </a:r>
          </a:p>
          <a:p>
            <a:endParaRPr lang="nn-NO" dirty="0"/>
          </a:p>
          <a:p>
            <a:endParaRPr lang="nn-NO"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Animation needed, reveal line by line</a:t>
            </a:r>
          </a:p>
          <a:p>
            <a:endParaRPr lang="nn-NO" dirty="0"/>
          </a:p>
          <a:p>
            <a:endParaRPr lang="nn-NO" dirty="0"/>
          </a:p>
          <a:p>
            <a:r>
              <a:rPr lang="nn-NO" dirty="0"/>
              <a:t>In practice for the critic update, \partial r_t over \partial s_t-1 is replaced by \partial r_t-1 over \partial s_t-1, assuming linearity and high enough sampling rate. Slight abuse of formula ;)</a:t>
            </a:r>
          </a:p>
          <a:p>
            <a:endParaRPr lang="nn-NO" dirty="0"/>
          </a:p>
          <a:p>
            <a:endParaRPr lang="nn-NO" dirty="0"/>
          </a:p>
          <a:p>
            <a:r>
              <a:rPr lang="nn-NO" dirty="0"/>
              <a:t>Talk about how its a neural network</a:t>
            </a:r>
          </a:p>
          <a:p>
            <a:endParaRPr lang="nn-NO" dirty="0"/>
          </a:p>
          <a:p>
            <a:r>
              <a:rPr lang="nn-NO" dirty="0"/>
              <a:t>The black coloured terms are terms which either uses observations directly or doesnt rely on other components for computation</a:t>
            </a:r>
            <a:endParaRPr lang="en-US" dirty="0"/>
          </a:p>
        </p:txBody>
      </p:sp>
      <p:sp>
        <p:nvSpPr>
          <p:cNvPr id="4" name="Slide Number Placeholder 3"/>
          <p:cNvSpPr>
            <a:spLocks noGrp="1"/>
          </p:cNvSpPr>
          <p:nvPr>
            <p:ph type="sldNum" sz="quarter" idx="5"/>
          </p:nvPr>
        </p:nvSpPr>
        <p:spPr/>
        <p:txBody>
          <a:bodyPr/>
          <a:lstStyle/>
          <a:p>
            <a:fld id="{48C176B4-2F3E-4542-A88B-B482618D0CAA}" type="slidenum">
              <a:rPr lang="nl-NL" smtClean="0"/>
              <a:t>19</a:t>
            </a:fld>
            <a:endParaRPr lang="nl-NL" dirty="0"/>
          </a:p>
        </p:txBody>
      </p:sp>
    </p:spTree>
    <p:extLst>
      <p:ext uri="{BB962C8B-B14F-4D97-AF65-F5344CB8AC3E}">
        <p14:creationId xmlns:p14="http://schemas.microsoft.com/office/powerpoint/2010/main" val="17802836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improve existing algorithms!</a:t>
            </a:r>
          </a:p>
          <a:p>
            <a:endParaRPr lang="en-US" dirty="0"/>
          </a:p>
          <a:p>
            <a:endParaRPr lang="en-US" dirty="0"/>
          </a:p>
          <a:p>
            <a:r>
              <a:rPr lang="en-US" dirty="0"/>
              <a:t>As an objective of this thesis, I wanted to see what we can change in these equations in order to push the state of the IDHP algorithm forward. And so, I had the following idea: if we help the algorithm learn faster, then maybe it would also recover from faults faster, so would there be a way to accomplish this? Cue: </a:t>
            </a:r>
            <a:r>
              <a:rPr lang="en-US" dirty="0" err="1"/>
              <a:t>elig</a:t>
            </a:r>
            <a:r>
              <a:rPr lang="en-US" dirty="0"/>
              <a:t> and n-step.</a:t>
            </a:r>
            <a:endParaRPr lang="LID4096" dirty="0"/>
          </a:p>
        </p:txBody>
      </p:sp>
      <p:sp>
        <p:nvSpPr>
          <p:cNvPr id="4" name="Slide Number Placeholder 3"/>
          <p:cNvSpPr>
            <a:spLocks noGrp="1"/>
          </p:cNvSpPr>
          <p:nvPr>
            <p:ph type="sldNum" sz="quarter" idx="5"/>
          </p:nvPr>
        </p:nvSpPr>
        <p:spPr/>
        <p:txBody>
          <a:bodyPr/>
          <a:lstStyle/>
          <a:p>
            <a:fld id="{48C176B4-2F3E-4542-A88B-B482618D0CAA}" type="slidenum">
              <a:rPr lang="nl-NL" smtClean="0"/>
              <a:t>20</a:t>
            </a:fld>
            <a:endParaRPr lang="nl-NL" dirty="0"/>
          </a:p>
        </p:txBody>
      </p:sp>
    </p:spTree>
    <p:extLst>
      <p:ext uri="{BB962C8B-B14F-4D97-AF65-F5344CB8AC3E}">
        <p14:creationId xmlns:p14="http://schemas.microsoft.com/office/powerpoint/2010/main" val="27326780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Next lets see how the IDHP algorithm can be augmented.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For the actor, we will use eligibility traces to expand the gradient descent term and accumulate the neural networks gradients. Moreover, a cost term L is also added, so that now this gradient ascent term should not only increase future cumulative rewards, but also increase smoothness of the actor’s actions.</a:t>
            </a:r>
            <a:endParaRPr lang="LID4096" dirty="0"/>
          </a:p>
          <a:p>
            <a:endParaRPr lang="en-US" dirty="0"/>
          </a:p>
        </p:txBody>
      </p:sp>
      <p:sp>
        <p:nvSpPr>
          <p:cNvPr id="4" name="Slide Number Placeholder 3"/>
          <p:cNvSpPr>
            <a:spLocks noGrp="1"/>
          </p:cNvSpPr>
          <p:nvPr>
            <p:ph type="sldNum" sz="quarter" idx="5"/>
          </p:nvPr>
        </p:nvSpPr>
        <p:spPr/>
        <p:txBody>
          <a:bodyPr/>
          <a:lstStyle/>
          <a:p>
            <a:fld id="{48C176B4-2F3E-4542-A88B-B482618D0CAA}" type="slidenum">
              <a:rPr lang="nl-NL" smtClean="0"/>
              <a:t>21</a:t>
            </a:fld>
            <a:endParaRPr lang="nl-NL" dirty="0"/>
          </a:p>
        </p:txBody>
      </p:sp>
    </p:spTree>
    <p:extLst>
      <p:ext uri="{BB962C8B-B14F-4D97-AF65-F5344CB8AC3E}">
        <p14:creationId xmlns:p14="http://schemas.microsoft.com/office/powerpoint/2010/main" val="17553225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IDHP with L_CAPS but not </a:t>
            </a:r>
            <a:r>
              <a:rPr lang="en-US" dirty="0" err="1"/>
              <a:t>elig</a:t>
            </a:r>
            <a:r>
              <a:rPr lang="en-US" dirty="0"/>
              <a:t> or </a:t>
            </a:r>
            <a:r>
              <a:rPr lang="en-US" dirty="0" err="1"/>
              <a:t>ms</a:t>
            </a:r>
            <a:r>
              <a:rPr lang="en-US" dirty="0"/>
              <a:t>, which I will call the baseline IDHP. </a:t>
            </a:r>
          </a:p>
          <a:p>
            <a:r>
              <a:rPr lang="en-US" dirty="0"/>
              <a:t>IDHP lambda, which is IDHP with eligibility traces</a:t>
            </a:r>
          </a:p>
          <a:p>
            <a:r>
              <a:rPr lang="en-US" dirty="0"/>
              <a:t>MIDHP, which is IDHP with multistep update,</a:t>
            </a:r>
          </a:p>
          <a:p>
            <a:r>
              <a:rPr lang="en-US" dirty="0"/>
              <a:t>And finally, MIDHP lambda, which is IDHP with both eligibility traces and multi-step update.</a:t>
            </a:r>
          </a:p>
        </p:txBody>
      </p:sp>
      <p:sp>
        <p:nvSpPr>
          <p:cNvPr id="4" name="Slide Number Placeholder 3"/>
          <p:cNvSpPr>
            <a:spLocks noGrp="1"/>
          </p:cNvSpPr>
          <p:nvPr>
            <p:ph type="sldNum" sz="quarter" idx="5"/>
          </p:nvPr>
        </p:nvSpPr>
        <p:spPr/>
        <p:txBody>
          <a:bodyPr/>
          <a:lstStyle/>
          <a:p>
            <a:fld id="{48C176B4-2F3E-4542-A88B-B482618D0CAA}" type="slidenum">
              <a:rPr lang="nl-NL" smtClean="0"/>
              <a:t>22</a:t>
            </a:fld>
            <a:endParaRPr lang="nl-NL" dirty="0"/>
          </a:p>
        </p:txBody>
      </p:sp>
    </p:spTree>
    <p:extLst>
      <p:ext uri="{BB962C8B-B14F-4D97-AF65-F5344CB8AC3E}">
        <p14:creationId xmlns:p14="http://schemas.microsoft.com/office/powerpoint/2010/main" val="40447188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experiments conducted uses a computer model of a business jet, the Cessna citation 2.</a:t>
            </a:r>
            <a:endParaRPr lang="LID4096" dirty="0"/>
          </a:p>
        </p:txBody>
      </p:sp>
      <p:sp>
        <p:nvSpPr>
          <p:cNvPr id="4" name="Slide Number Placeholder 3"/>
          <p:cNvSpPr>
            <a:spLocks noGrp="1"/>
          </p:cNvSpPr>
          <p:nvPr>
            <p:ph type="sldNum" sz="quarter" idx="5"/>
          </p:nvPr>
        </p:nvSpPr>
        <p:spPr/>
        <p:txBody>
          <a:bodyPr/>
          <a:lstStyle/>
          <a:p>
            <a:fld id="{48C176B4-2F3E-4542-A88B-B482618D0CAA}" type="slidenum">
              <a:rPr lang="nl-NL" smtClean="0"/>
              <a:t>23</a:t>
            </a:fld>
            <a:endParaRPr lang="nl-NL" dirty="0"/>
          </a:p>
        </p:txBody>
      </p:sp>
    </p:spTree>
    <p:extLst>
      <p:ext uri="{BB962C8B-B14F-4D97-AF65-F5344CB8AC3E}">
        <p14:creationId xmlns:p14="http://schemas.microsoft.com/office/powerpoint/2010/main" val="23035453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computer model simulates most of the aircraft states and actions.</a:t>
            </a:r>
          </a:p>
          <a:p>
            <a:endParaRPr lang="en-US" dirty="0"/>
          </a:p>
          <a:p>
            <a:r>
              <a:rPr lang="en-US" dirty="0"/>
              <a:t>But</a:t>
            </a:r>
          </a:p>
          <a:p>
            <a:endParaRPr lang="en-US" dirty="0"/>
          </a:p>
          <a:p>
            <a:r>
              <a:rPr lang="en-US" dirty="0"/>
              <a:t>In this thesis I aim to focus on studying the effect of the eligibility traces and multistep updates on IDHP, the simulated flights will be focused on handling the pitching motion of the aircraft. In other words, we will only investigate longitudinal pitch control. And so, we construct the MDP state space by only keeping the most relevant longitudinal states, in addition to adding the pitch tracking error. By observing these states, an RL agent should have a reasonably good picture of the aircraft in order to handle the flight control at hand, and accordingly learn to follow the reference pitch signal.</a:t>
            </a:r>
          </a:p>
          <a:p>
            <a:r>
              <a:rPr lang="en-US" dirty="0"/>
              <a:t>The action space of the MDP is created …</a:t>
            </a:r>
            <a:endParaRPr lang="LID4096" dirty="0"/>
          </a:p>
        </p:txBody>
      </p:sp>
      <p:sp>
        <p:nvSpPr>
          <p:cNvPr id="4" name="Slide Number Placeholder 3"/>
          <p:cNvSpPr>
            <a:spLocks noGrp="1"/>
          </p:cNvSpPr>
          <p:nvPr>
            <p:ph type="sldNum" sz="quarter" idx="5"/>
          </p:nvPr>
        </p:nvSpPr>
        <p:spPr/>
        <p:txBody>
          <a:bodyPr/>
          <a:lstStyle/>
          <a:p>
            <a:fld id="{48C176B4-2F3E-4542-A88B-B482618D0CAA}" type="slidenum">
              <a:rPr lang="nl-NL" smtClean="0"/>
              <a:t>24</a:t>
            </a:fld>
            <a:endParaRPr lang="nl-NL" dirty="0"/>
          </a:p>
        </p:txBody>
      </p:sp>
    </p:spTree>
    <p:extLst>
      <p:ext uri="{BB962C8B-B14F-4D97-AF65-F5344CB8AC3E}">
        <p14:creationId xmlns:p14="http://schemas.microsoft.com/office/powerpoint/2010/main" val="28707133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Using this environment, we will carry out some simulated flights with each of the agents.</a:t>
            </a:r>
          </a:p>
          <a:p>
            <a:endParaRPr lang="en-US" dirty="0"/>
          </a:p>
          <a:p>
            <a:r>
              <a:rPr lang="en-US" dirty="0"/>
              <a:t>The flights which they will perform lasts 90 seconds, and it is separated into two phases. At the beginning of the flight at the first phase, the agents are initialized from a blank slate with random neural network weights, and they are given a high learning rate which decays over time.</a:t>
            </a:r>
          </a:p>
          <a:p>
            <a:endParaRPr lang="en-US" dirty="0"/>
          </a:p>
          <a:p>
            <a:r>
              <a:rPr lang="en-US" dirty="0"/>
              <a:t>CLICK ANIMATION</a:t>
            </a:r>
          </a:p>
          <a:p>
            <a:endParaRPr lang="en-US" dirty="0"/>
          </a:p>
          <a:p>
            <a:r>
              <a:rPr lang="en-US" dirty="0"/>
              <a:t>During this phase, the agents are commanded to pitch the aircraft in a sine wave. Phase is called </a:t>
            </a:r>
            <a:r>
              <a:rPr lang="en-US" i="1" dirty="0"/>
              <a:t>warmup, </a:t>
            </a:r>
            <a:r>
              <a:rPr lang="en-GB" i="0" dirty="0"/>
              <a:t>referring to the fact the agents start from a blank slate and has to </a:t>
            </a:r>
            <a:r>
              <a:rPr lang="en-GB" i="1" dirty="0"/>
              <a:t>warmup</a:t>
            </a:r>
            <a:r>
              <a:rPr lang="en-US" i="0" dirty="0"/>
              <a:t>. After this comes a second phase, by this time the agents learning rates have decayed to a low but non zero number, </a:t>
            </a:r>
          </a:p>
          <a:p>
            <a:endParaRPr lang="en-US" i="0" dirty="0"/>
          </a:p>
          <a:p>
            <a:endParaRPr lang="en-US" dirty="0"/>
          </a:p>
          <a:p>
            <a:r>
              <a:rPr lang="en-US" dirty="0"/>
              <a:t>CLICK ANIMATION</a:t>
            </a:r>
          </a:p>
          <a:p>
            <a:endParaRPr lang="en-US" i="0" dirty="0"/>
          </a:p>
          <a:p>
            <a:r>
              <a:rPr lang="en-US" i="0" dirty="0"/>
              <a:t>and they are told to execute a pitch-up pitch-down </a:t>
            </a:r>
            <a:r>
              <a:rPr lang="en-US" i="0" dirty="0" err="1"/>
              <a:t>maneuvre</a:t>
            </a:r>
            <a:r>
              <a:rPr lang="en-US" i="0" dirty="0"/>
              <a:t>. For convenience, this phase is called the </a:t>
            </a:r>
            <a:r>
              <a:rPr lang="en-US" i="0" dirty="0" err="1"/>
              <a:t>manoever</a:t>
            </a:r>
            <a:r>
              <a:rPr lang="en-US" i="0" dirty="0"/>
              <a:t> phase.</a:t>
            </a:r>
          </a:p>
          <a:p>
            <a:endParaRPr lang="en-US" i="0" dirty="0"/>
          </a:p>
          <a:p>
            <a:r>
              <a:rPr lang="en-US" i="0" dirty="0"/>
              <a:t>So that’s one flight, and each agent will perform four of such flights repeated 100 times.</a:t>
            </a:r>
          </a:p>
          <a:p>
            <a:r>
              <a:rPr lang="en-US" i="0" dirty="0"/>
              <a:t>In the first flight, we introduce no fault at this 60 second mark. In the second, we damage the elevator at this mark, modelled by reducing the control effectiveness of the elevator by 70%. In the third flight, we change the balance of the aircraft by shifting it’s </a:t>
            </a:r>
            <a:r>
              <a:rPr lang="en-US" i="0" dirty="0" err="1"/>
              <a:t>centre</a:t>
            </a:r>
            <a:r>
              <a:rPr lang="en-US" i="0" dirty="0"/>
              <a:t> of gravity towards the nose by half a meter. And in the fourth flight, we both damage and reduce the maximum deflection of the elevator from its original 15 degrees to 5 degrees.</a:t>
            </a:r>
            <a:endParaRPr lang="en-US" dirty="0"/>
          </a:p>
          <a:p>
            <a:endParaRPr lang="en-US" dirty="0"/>
          </a:p>
          <a:p>
            <a:r>
              <a:rPr lang="en-US" dirty="0"/>
              <a:t>cg shift fault has the cg of aircraft moved towards nose by 0.5</a:t>
            </a:r>
          </a:p>
          <a:p>
            <a:r>
              <a:rPr lang="en-US" dirty="0"/>
              <a:t>Damaged </a:t>
            </a:r>
            <a:r>
              <a:rPr lang="en-US" dirty="0" err="1"/>
              <a:t>elev</a:t>
            </a:r>
            <a:r>
              <a:rPr lang="en-US" dirty="0"/>
              <a:t> reduces elevator control effectiveness by 70%</a:t>
            </a:r>
          </a:p>
          <a:p>
            <a:r>
              <a:rPr lang="en-US" dirty="0"/>
              <a:t>Saturated reduces max elevator deflection from 15 to 5 degrees.</a:t>
            </a:r>
          </a:p>
          <a:p>
            <a:endParaRPr lang="en-US" dirty="0"/>
          </a:p>
          <a:p>
            <a:r>
              <a:rPr lang="en-US" dirty="0"/>
              <a:t>While the </a:t>
            </a:r>
            <a:r>
              <a:rPr lang="en-US" dirty="0" err="1"/>
              <a:t>manoeuvre</a:t>
            </a:r>
            <a:r>
              <a:rPr lang="en-US" dirty="0"/>
              <a:t> flight profile (nose up nose down) is realistic, the pitch which the agents are told to hold is made extreme to “stress test” them.</a:t>
            </a:r>
          </a:p>
          <a:p>
            <a:endParaRPr lang="en-US" dirty="0"/>
          </a:p>
          <a:p>
            <a:r>
              <a:rPr lang="en-US" dirty="0"/>
              <a:t>typical Boeing 747 climb angle after take off is 6.2 degrees</a:t>
            </a:r>
          </a:p>
          <a:p>
            <a:r>
              <a:rPr lang="en-US" dirty="0"/>
              <a:t>For Cessna citation 2, its around 7.8 degrees</a:t>
            </a:r>
          </a:p>
          <a:p>
            <a:endParaRPr lang="en-US" dirty="0"/>
          </a:p>
          <a:p>
            <a:endParaRPr lang="en-US" dirty="0"/>
          </a:p>
          <a:p>
            <a:r>
              <a:rPr lang="en-US" dirty="0"/>
              <a:t>Total flight time was kept low to keep data generation times down. </a:t>
            </a:r>
          </a:p>
          <a:p>
            <a:endParaRPr lang="en-US" dirty="0"/>
          </a:p>
          <a:p>
            <a:endParaRPr lang="en-US" dirty="0"/>
          </a:p>
          <a:p>
            <a:endParaRPr lang="en-US" dirty="0"/>
          </a:p>
          <a:p>
            <a:r>
              <a:rPr lang="en-US" dirty="0"/>
              <a:t>90 seconds flight with some warm up and then executing a flight maneuver, think of this as giving some student pilot 1 minute of time with an airplane and then telling them to start flying some maneuvers, luckily for the student this maneuver will be pretty simple. </a:t>
            </a:r>
          </a:p>
          <a:p>
            <a:endParaRPr lang="en-US" dirty="0"/>
          </a:p>
          <a:p>
            <a:r>
              <a:rPr lang="en-US" dirty="0"/>
              <a:t>What the student pilot doesn't know is that suddenly during the maneuver, I am going to mess with the airplane, and the student has to adapt to that tom foolery. </a:t>
            </a:r>
          </a:p>
          <a:p>
            <a:endParaRPr lang="LID4096" dirty="0"/>
          </a:p>
        </p:txBody>
      </p:sp>
      <p:sp>
        <p:nvSpPr>
          <p:cNvPr id="4" name="Slide Number Placeholder 3"/>
          <p:cNvSpPr>
            <a:spLocks noGrp="1"/>
          </p:cNvSpPr>
          <p:nvPr>
            <p:ph type="sldNum" sz="quarter" idx="5"/>
          </p:nvPr>
        </p:nvSpPr>
        <p:spPr/>
        <p:txBody>
          <a:bodyPr/>
          <a:lstStyle/>
          <a:p>
            <a:fld id="{48C176B4-2F3E-4542-A88B-B482618D0CAA}" type="slidenum">
              <a:rPr lang="nl-NL" smtClean="0"/>
              <a:t>25</a:t>
            </a:fld>
            <a:endParaRPr lang="nl-NL" dirty="0"/>
          </a:p>
        </p:txBody>
      </p:sp>
    </p:spTree>
    <p:extLst>
      <p:ext uri="{BB962C8B-B14F-4D97-AF65-F5344CB8AC3E}">
        <p14:creationId xmlns:p14="http://schemas.microsoft.com/office/powerpoint/2010/main" val="48142988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test flights will generate the data we need to evaluate how the eligibility trace and multistep augmentations affected the algorithms performance.</a:t>
            </a:r>
          </a:p>
          <a:p>
            <a:endParaRPr lang="en-US" dirty="0"/>
          </a:p>
          <a:p>
            <a:r>
              <a:rPr lang="en-US" dirty="0"/>
              <a:t>And we will do this comparison using the metrics of tracking error, in terms of the Root square error or RSE, which is one number that sums up the total tracking error across a certain time frame, the closer RSE is to 0 the lower the tracking error is. The second criteria we look at is the action smoothness of the agents, this is represented in the Smoothness or </a:t>
            </a:r>
            <a:r>
              <a:rPr lang="en-US" dirty="0" err="1"/>
              <a:t>Sm</a:t>
            </a:r>
            <a:r>
              <a:rPr lang="en-US" dirty="0"/>
              <a:t> value, which represents how smooth the action of the agent is across a certain time frame, the closer to 0 the smoother the action is.</a:t>
            </a:r>
          </a:p>
          <a:p>
            <a:endParaRPr lang="en-US" dirty="0"/>
          </a:p>
          <a:p>
            <a:r>
              <a:rPr lang="en-US" dirty="0"/>
              <a:t>With these two criteria, we will do 5 tests on the gathered data. The first is how do the agents compare during the warmup phase using the flight with no fault. </a:t>
            </a:r>
          </a:p>
          <a:p>
            <a:endParaRPr lang="en-US" dirty="0"/>
          </a:p>
          <a:p>
            <a:endParaRPr lang="en-US" dirty="0"/>
          </a:p>
          <a:p>
            <a:r>
              <a:rPr lang="en-US" dirty="0"/>
              <a:t>For test 2, we look at these two metrics for the no fault flight only during the </a:t>
            </a:r>
            <a:r>
              <a:rPr lang="en-US" dirty="0" err="1"/>
              <a:t>manoeuver</a:t>
            </a:r>
            <a:r>
              <a:rPr lang="en-US" dirty="0"/>
              <a:t> phase, so the last 35 seconds of the flight.</a:t>
            </a:r>
          </a:p>
          <a:p>
            <a:endParaRPr lang="en-US" dirty="0"/>
          </a:p>
          <a:p>
            <a:r>
              <a:rPr lang="en-US" dirty="0"/>
              <a:t>Test 3 is identical to test 2, with the only exception being now we look at the flight with a damaged elevator introduced at 60 seconds. And so on for the other 2 tests</a:t>
            </a:r>
          </a:p>
          <a:p>
            <a:r>
              <a:rPr lang="en-US" dirty="0"/>
              <a:t>And the next four is how do the agents compare during the </a:t>
            </a:r>
            <a:r>
              <a:rPr lang="en-US" dirty="0" err="1"/>
              <a:t>manoeuvering</a:t>
            </a:r>
            <a:r>
              <a:rPr lang="en-US" dirty="0"/>
              <a:t> phase.</a:t>
            </a:r>
          </a:p>
          <a:p>
            <a:endParaRPr lang="en-US" dirty="0"/>
          </a:p>
          <a:p>
            <a:endParaRPr lang="LID4096" dirty="0"/>
          </a:p>
        </p:txBody>
      </p:sp>
      <p:sp>
        <p:nvSpPr>
          <p:cNvPr id="4" name="Slide Number Placeholder 3"/>
          <p:cNvSpPr>
            <a:spLocks noGrp="1"/>
          </p:cNvSpPr>
          <p:nvPr>
            <p:ph type="sldNum" sz="quarter" idx="5"/>
          </p:nvPr>
        </p:nvSpPr>
        <p:spPr/>
        <p:txBody>
          <a:bodyPr/>
          <a:lstStyle/>
          <a:p>
            <a:fld id="{48C176B4-2F3E-4542-A88B-B482618D0CAA}" type="slidenum">
              <a:rPr lang="nl-NL" smtClean="0"/>
              <a:t>26</a:t>
            </a:fld>
            <a:endParaRPr lang="nl-NL" dirty="0"/>
          </a:p>
        </p:txBody>
      </p:sp>
    </p:spTree>
    <p:extLst>
      <p:ext uri="{BB962C8B-B14F-4D97-AF65-F5344CB8AC3E}">
        <p14:creationId xmlns:p14="http://schemas.microsoft.com/office/powerpoint/2010/main" val="424173396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long last…</a:t>
            </a:r>
            <a:endParaRPr lang="LID4096" dirty="0"/>
          </a:p>
        </p:txBody>
      </p:sp>
      <p:sp>
        <p:nvSpPr>
          <p:cNvPr id="4" name="Slide Number Placeholder 3"/>
          <p:cNvSpPr>
            <a:spLocks noGrp="1"/>
          </p:cNvSpPr>
          <p:nvPr>
            <p:ph type="sldNum" sz="quarter" idx="5"/>
          </p:nvPr>
        </p:nvSpPr>
        <p:spPr/>
        <p:txBody>
          <a:bodyPr/>
          <a:lstStyle/>
          <a:p>
            <a:fld id="{48C176B4-2F3E-4542-A88B-B482618D0CAA}" type="slidenum">
              <a:rPr lang="nl-NL" smtClean="0"/>
              <a:t>27</a:t>
            </a:fld>
            <a:endParaRPr lang="nl-NL" dirty="0"/>
          </a:p>
        </p:txBody>
      </p:sp>
    </p:spTree>
    <p:extLst>
      <p:ext uri="{BB962C8B-B14F-4D97-AF65-F5344CB8AC3E}">
        <p14:creationId xmlns:p14="http://schemas.microsoft.com/office/powerpoint/2010/main" val="222730580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Slide Number Placeholder 3"/>
          <p:cNvSpPr>
            <a:spLocks noGrp="1"/>
          </p:cNvSpPr>
          <p:nvPr>
            <p:ph type="sldNum" sz="quarter" idx="5"/>
          </p:nvPr>
        </p:nvSpPr>
        <p:spPr/>
        <p:txBody>
          <a:bodyPr/>
          <a:lstStyle/>
          <a:p>
            <a:fld id="{48C176B4-2F3E-4542-A88B-B482618D0CAA}" type="slidenum">
              <a:rPr lang="nl-NL" smtClean="0"/>
              <a:t>28</a:t>
            </a:fld>
            <a:endParaRPr lang="nl-NL" dirty="0"/>
          </a:p>
        </p:txBody>
      </p:sp>
    </p:spTree>
    <p:extLst>
      <p:ext uri="{BB962C8B-B14F-4D97-AF65-F5344CB8AC3E}">
        <p14:creationId xmlns:p14="http://schemas.microsoft.com/office/powerpoint/2010/main" val="389006285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So lets look at the full 90 seconds flight with no fault is introduced (during the </a:t>
            </a:r>
            <a:r>
              <a:rPr lang="en-US" dirty="0" err="1"/>
              <a:t>manoeuvreing</a:t>
            </a:r>
            <a:r>
              <a:rPr lang="en-US" dirty="0"/>
              <a:t> phase).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left are the reps by the baseline </a:t>
            </a:r>
            <a:r>
              <a:rPr lang="en-US" dirty="0" err="1"/>
              <a:t>idhp</a:t>
            </a:r>
            <a:r>
              <a:rPr lang="en-US" dirty="0"/>
              <a:t>, right is </a:t>
            </a:r>
            <a:r>
              <a:rPr lang="en-US" dirty="0" err="1"/>
              <a:t>idhp</a:t>
            </a:r>
            <a:r>
              <a:rPr lang="en-US" dirty="0"/>
              <a:t> lambda, the top graph is pitch, bottom is elevator input, 100 thin blue lines are 100 repetitions of the flight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baseline IDHP flies and learns a stable controller pretty well in the warmup phase. But, when the agent move to the Manoeuvre phase, and we ask it to pitch up to 15 degrees and hold, its actions start to become </a:t>
            </a:r>
            <a:r>
              <a:rPr lang="en-US" dirty="0" err="1"/>
              <a:t>shakey</a:t>
            </a:r>
            <a:r>
              <a:rPr lang="en-US" dirty="0"/>
              <a:t>, which lasts for most of the time while the nose is up, but goes away ones we command the agent to fly level again.</a:t>
            </a:r>
            <a:endParaRPr lang="LID4096" dirty="0"/>
          </a:p>
          <a:p>
            <a:endParaRPr lang="LID4096" dirty="0"/>
          </a:p>
        </p:txBody>
      </p:sp>
      <p:sp>
        <p:nvSpPr>
          <p:cNvPr id="4" name="Slide Number Placeholder 3"/>
          <p:cNvSpPr>
            <a:spLocks noGrp="1"/>
          </p:cNvSpPr>
          <p:nvPr>
            <p:ph type="sldNum" sz="quarter" idx="5"/>
          </p:nvPr>
        </p:nvSpPr>
        <p:spPr/>
        <p:txBody>
          <a:bodyPr/>
          <a:lstStyle/>
          <a:p>
            <a:fld id="{48C176B4-2F3E-4542-A88B-B482618D0CAA}" type="slidenum">
              <a:rPr lang="nl-NL" smtClean="0"/>
              <a:t>29</a:t>
            </a:fld>
            <a:endParaRPr lang="nl-NL" dirty="0"/>
          </a:p>
        </p:txBody>
      </p:sp>
    </p:spTree>
    <p:extLst>
      <p:ext uri="{BB962C8B-B14F-4D97-AF65-F5344CB8AC3E}">
        <p14:creationId xmlns:p14="http://schemas.microsoft.com/office/powerpoint/2010/main" val="102232547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policy which MIDHP arrives at here seems to be much more liberal at using the maximum and minimum elevator deflections, this is an indication that the controller is “high gain”, which makes the control actions more aggressive. This is something which is mitigated when eligibility traces is introduced to the actor.</a:t>
            </a:r>
          </a:p>
          <a:p>
            <a:endParaRPr lang="LID4096" dirty="0"/>
          </a:p>
        </p:txBody>
      </p:sp>
      <p:sp>
        <p:nvSpPr>
          <p:cNvPr id="4" name="Slide Number Placeholder 3"/>
          <p:cNvSpPr>
            <a:spLocks noGrp="1"/>
          </p:cNvSpPr>
          <p:nvPr>
            <p:ph type="sldNum" sz="quarter" idx="5"/>
          </p:nvPr>
        </p:nvSpPr>
        <p:spPr/>
        <p:txBody>
          <a:bodyPr/>
          <a:lstStyle/>
          <a:p>
            <a:fld id="{48C176B4-2F3E-4542-A88B-B482618D0CAA}" type="slidenum">
              <a:rPr lang="nl-NL" smtClean="0"/>
              <a:t>30</a:t>
            </a:fld>
            <a:endParaRPr lang="nl-NL" dirty="0"/>
          </a:p>
        </p:txBody>
      </p:sp>
    </p:spTree>
    <p:extLst>
      <p:ext uri="{BB962C8B-B14F-4D97-AF65-F5344CB8AC3E}">
        <p14:creationId xmlns:p14="http://schemas.microsoft.com/office/powerpoint/2010/main" val="15823665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Move on to next slide for more objective discussion</a:t>
            </a:r>
          </a:p>
          <a:p>
            <a:endParaRPr lang="LID4096" dirty="0"/>
          </a:p>
        </p:txBody>
      </p:sp>
      <p:sp>
        <p:nvSpPr>
          <p:cNvPr id="4" name="Slide Number Placeholder 3"/>
          <p:cNvSpPr>
            <a:spLocks noGrp="1"/>
          </p:cNvSpPr>
          <p:nvPr>
            <p:ph type="sldNum" sz="quarter" idx="5"/>
          </p:nvPr>
        </p:nvSpPr>
        <p:spPr/>
        <p:txBody>
          <a:bodyPr/>
          <a:lstStyle/>
          <a:p>
            <a:fld id="{48C176B4-2F3E-4542-A88B-B482618D0CAA}" type="slidenum">
              <a:rPr lang="nl-NL" smtClean="0"/>
              <a:t>31</a:t>
            </a:fld>
            <a:endParaRPr lang="nl-NL" dirty="0"/>
          </a:p>
        </p:txBody>
      </p:sp>
    </p:spTree>
    <p:extLst>
      <p:ext uri="{BB962C8B-B14F-4D97-AF65-F5344CB8AC3E}">
        <p14:creationId xmlns:p14="http://schemas.microsoft.com/office/powerpoint/2010/main" val="37441942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in these graphs, I have plotted the RSE and </a:t>
            </a:r>
            <a:r>
              <a:rPr lang="en-US" dirty="0" err="1"/>
              <a:t>Sm</a:t>
            </a:r>
            <a:r>
              <a:rPr lang="en-US" dirty="0"/>
              <a:t> values for each of the algorithms on all 100 flights for the relevant phase</a:t>
            </a:r>
            <a:endParaRPr lang="LID4096" dirty="0"/>
          </a:p>
        </p:txBody>
      </p:sp>
      <p:sp>
        <p:nvSpPr>
          <p:cNvPr id="4" name="Slide Number Placeholder 3"/>
          <p:cNvSpPr>
            <a:spLocks noGrp="1"/>
          </p:cNvSpPr>
          <p:nvPr>
            <p:ph type="sldNum" sz="quarter" idx="5"/>
          </p:nvPr>
        </p:nvSpPr>
        <p:spPr/>
        <p:txBody>
          <a:bodyPr/>
          <a:lstStyle/>
          <a:p>
            <a:fld id="{48C176B4-2F3E-4542-A88B-B482618D0CAA}" type="slidenum">
              <a:rPr lang="nl-NL" smtClean="0"/>
              <a:t>32</a:t>
            </a:fld>
            <a:endParaRPr lang="nl-NL" dirty="0"/>
          </a:p>
        </p:txBody>
      </p:sp>
    </p:spTree>
    <p:extLst>
      <p:ext uri="{BB962C8B-B14F-4D97-AF65-F5344CB8AC3E}">
        <p14:creationId xmlns:p14="http://schemas.microsoft.com/office/powerpoint/2010/main" val="321449771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Slide Number Placeholder 3"/>
          <p:cNvSpPr>
            <a:spLocks noGrp="1"/>
          </p:cNvSpPr>
          <p:nvPr>
            <p:ph type="sldNum" sz="quarter" idx="5"/>
          </p:nvPr>
        </p:nvSpPr>
        <p:spPr/>
        <p:txBody>
          <a:bodyPr/>
          <a:lstStyle/>
          <a:p>
            <a:fld id="{48C176B4-2F3E-4542-A88B-B482618D0CAA}" type="slidenum">
              <a:rPr lang="nl-NL" smtClean="0"/>
              <a:t>33</a:t>
            </a:fld>
            <a:endParaRPr lang="nl-NL" dirty="0"/>
          </a:p>
        </p:txBody>
      </p:sp>
    </p:spTree>
    <p:extLst>
      <p:ext uri="{BB962C8B-B14F-4D97-AF65-F5344CB8AC3E}">
        <p14:creationId xmlns:p14="http://schemas.microsoft.com/office/powerpoint/2010/main" val="253143189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Faults had a smoothening effect on the agents, especially notable in the multi-step algorithms</a:t>
            </a:r>
            <a:endParaRPr lang="LID4096" dirty="0"/>
          </a:p>
        </p:txBody>
      </p:sp>
      <p:sp>
        <p:nvSpPr>
          <p:cNvPr id="4" name="Slide Number Placeholder 3"/>
          <p:cNvSpPr>
            <a:spLocks noGrp="1"/>
          </p:cNvSpPr>
          <p:nvPr>
            <p:ph type="sldNum" sz="quarter" idx="5"/>
          </p:nvPr>
        </p:nvSpPr>
        <p:spPr/>
        <p:txBody>
          <a:bodyPr/>
          <a:lstStyle/>
          <a:p>
            <a:fld id="{48C176B4-2F3E-4542-A88B-B482618D0CAA}" type="slidenum">
              <a:rPr lang="nl-NL" smtClean="0"/>
              <a:t>34</a:t>
            </a:fld>
            <a:endParaRPr lang="nl-NL" dirty="0"/>
          </a:p>
        </p:txBody>
      </p:sp>
    </p:spTree>
    <p:extLst>
      <p:ext uri="{BB962C8B-B14F-4D97-AF65-F5344CB8AC3E}">
        <p14:creationId xmlns:p14="http://schemas.microsoft.com/office/powerpoint/2010/main" val="70604166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plot the time traces zoomed in on the </a:t>
            </a:r>
            <a:r>
              <a:rPr lang="en-US" dirty="0" err="1"/>
              <a:t>manoeuvring</a:t>
            </a:r>
            <a:r>
              <a:rPr lang="en-US" dirty="0"/>
              <a:t> phase.</a:t>
            </a:r>
            <a:endParaRPr lang="LID4096" dirty="0"/>
          </a:p>
        </p:txBody>
      </p:sp>
      <p:sp>
        <p:nvSpPr>
          <p:cNvPr id="4" name="Slide Number Placeholder 3"/>
          <p:cNvSpPr>
            <a:spLocks noGrp="1"/>
          </p:cNvSpPr>
          <p:nvPr>
            <p:ph type="sldNum" sz="quarter" idx="5"/>
          </p:nvPr>
        </p:nvSpPr>
        <p:spPr/>
        <p:txBody>
          <a:bodyPr/>
          <a:lstStyle/>
          <a:p>
            <a:fld id="{48C176B4-2F3E-4542-A88B-B482618D0CAA}" type="slidenum">
              <a:rPr lang="nl-NL" smtClean="0"/>
              <a:t>36</a:t>
            </a:fld>
            <a:endParaRPr lang="nl-NL" dirty="0"/>
          </a:p>
        </p:txBody>
      </p:sp>
    </p:spTree>
    <p:extLst>
      <p:ext uri="{BB962C8B-B14F-4D97-AF65-F5344CB8AC3E}">
        <p14:creationId xmlns:p14="http://schemas.microsoft.com/office/powerpoint/2010/main" val="264582254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GB" dirty="0"/>
              <a:t>IDHP best, but SAC and TD3 shows promise</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GB" dirty="0"/>
              <a:t>Restate the flight control system/flight control problem as an MDP</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GB" dirty="0"/>
              <a:t>Tests 3 through 5 shows better fault tolerance, tests 1 and 2 shows no to some improvement in nominal flight.</a:t>
            </a:r>
            <a:endParaRPr lang="LID4096" dirty="0"/>
          </a:p>
          <a:p>
            <a:endParaRPr lang="LID4096" dirty="0"/>
          </a:p>
        </p:txBody>
      </p:sp>
      <p:sp>
        <p:nvSpPr>
          <p:cNvPr id="4" name="Slide Number Placeholder 3"/>
          <p:cNvSpPr>
            <a:spLocks noGrp="1"/>
          </p:cNvSpPr>
          <p:nvPr>
            <p:ph type="sldNum" sz="quarter" idx="5"/>
          </p:nvPr>
        </p:nvSpPr>
        <p:spPr/>
        <p:txBody>
          <a:bodyPr/>
          <a:lstStyle/>
          <a:p>
            <a:fld id="{48C176B4-2F3E-4542-A88B-B482618D0CAA}" type="slidenum">
              <a:rPr lang="nl-NL" smtClean="0"/>
              <a:t>40</a:t>
            </a:fld>
            <a:endParaRPr lang="nl-NL" dirty="0"/>
          </a:p>
        </p:txBody>
      </p:sp>
    </p:spTree>
    <p:extLst>
      <p:ext uri="{BB962C8B-B14F-4D97-AF65-F5344CB8AC3E}">
        <p14:creationId xmlns:p14="http://schemas.microsoft.com/office/powerpoint/2010/main" val="31093949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This thesis improved the IDHP algorithm by augmenting it with </a:t>
            </a:r>
            <a:r>
              <a:rPr lang="en-GB" dirty="0" err="1"/>
              <a:t>elig</a:t>
            </a:r>
            <a:r>
              <a:rPr lang="en-GB" dirty="0"/>
              <a:t> and </a:t>
            </a:r>
            <a:r>
              <a:rPr lang="en-GB" dirty="0" err="1"/>
              <a:t>ms</a:t>
            </a:r>
            <a:r>
              <a:rPr lang="en-GB" dirty="0"/>
              <a:t>, which shows noticeable improvement in fault tolerance.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In spite of using L_CAPS, action still not smooth!</a:t>
            </a:r>
            <a:endParaRPr lang="LID4096" dirty="0"/>
          </a:p>
          <a:p>
            <a:endParaRPr lang="en-GB" dirty="0"/>
          </a:p>
          <a:p>
            <a:r>
              <a:rPr lang="en-GB" dirty="0"/>
              <a:t>… circling back to the personal motivations I had in picking this topic, if we do want self learning controllers recovering our airplanes when Loss of control incidents occur, working on this issue of oscillatory agent actions will need to be at a high priority.</a:t>
            </a:r>
            <a:endParaRPr lang="LID4096" dirty="0"/>
          </a:p>
        </p:txBody>
      </p:sp>
      <p:sp>
        <p:nvSpPr>
          <p:cNvPr id="4" name="Slide Number Placeholder 3"/>
          <p:cNvSpPr>
            <a:spLocks noGrp="1"/>
          </p:cNvSpPr>
          <p:nvPr>
            <p:ph type="sldNum" sz="quarter" idx="5"/>
          </p:nvPr>
        </p:nvSpPr>
        <p:spPr/>
        <p:txBody>
          <a:bodyPr/>
          <a:lstStyle/>
          <a:p>
            <a:fld id="{48C176B4-2F3E-4542-A88B-B482618D0CAA}" type="slidenum">
              <a:rPr lang="nl-NL" smtClean="0"/>
              <a:t>41</a:t>
            </a:fld>
            <a:endParaRPr lang="nl-NL" dirty="0"/>
          </a:p>
        </p:txBody>
      </p:sp>
    </p:spTree>
    <p:extLst>
      <p:ext uri="{BB962C8B-B14F-4D97-AF65-F5344CB8AC3E}">
        <p14:creationId xmlns:p14="http://schemas.microsoft.com/office/powerpoint/2010/main" val="191341442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Slide Number Placeholder 3"/>
          <p:cNvSpPr>
            <a:spLocks noGrp="1"/>
          </p:cNvSpPr>
          <p:nvPr>
            <p:ph type="sldNum" sz="quarter" idx="5"/>
          </p:nvPr>
        </p:nvSpPr>
        <p:spPr/>
        <p:txBody>
          <a:bodyPr/>
          <a:lstStyle/>
          <a:p>
            <a:fld id="{48C176B4-2F3E-4542-A88B-B482618D0CAA}" type="slidenum">
              <a:rPr lang="nl-NL" smtClean="0"/>
              <a:t>43</a:t>
            </a:fld>
            <a:endParaRPr lang="nl-NL" dirty="0"/>
          </a:p>
        </p:txBody>
      </p:sp>
    </p:spTree>
    <p:extLst>
      <p:ext uri="{BB962C8B-B14F-4D97-AF65-F5344CB8AC3E}">
        <p14:creationId xmlns:p14="http://schemas.microsoft.com/office/powerpoint/2010/main" val="54954968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Slide Number Placeholder 3"/>
          <p:cNvSpPr>
            <a:spLocks noGrp="1"/>
          </p:cNvSpPr>
          <p:nvPr>
            <p:ph type="sldNum" sz="quarter" idx="5"/>
          </p:nvPr>
        </p:nvSpPr>
        <p:spPr/>
        <p:txBody>
          <a:bodyPr/>
          <a:lstStyle/>
          <a:p>
            <a:fld id="{48C176B4-2F3E-4542-A88B-B482618D0CAA}" type="slidenum">
              <a:rPr lang="nl-NL" smtClean="0"/>
              <a:t>44</a:t>
            </a:fld>
            <a:endParaRPr lang="nl-NL" dirty="0"/>
          </a:p>
        </p:txBody>
      </p:sp>
    </p:spTree>
    <p:extLst>
      <p:ext uri="{BB962C8B-B14F-4D97-AF65-F5344CB8AC3E}">
        <p14:creationId xmlns:p14="http://schemas.microsoft.com/office/powerpoint/2010/main" val="218838543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8C176B4-2F3E-4542-A88B-B482618D0CAA}" type="slidenum">
              <a:rPr lang="nl-NL" smtClean="0"/>
              <a:t>46</a:t>
            </a:fld>
            <a:endParaRPr lang="nl-NL" dirty="0"/>
          </a:p>
        </p:txBody>
      </p:sp>
    </p:spTree>
    <p:extLst>
      <p:ext uri="{BB962C8B-B14F-4D97-AF65-F5344CB8AC3E}">
        <p14:creationId xmlns:p14="http://schemas.microsoft.com/office/powerpoint/2010/main" val="245208524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Slide Number Placeholder 3"/>
          <p:cNvSpPr>
            <a:spLocks noGrp="1"/>
          </p:cNvSpPr>
          <p:nvPr>
            <p:ph type="sldNum" sz="quarter" idx="5"/>
          </p:nvPr>
        </p:nvSpPr>
        <p:spPr/>
        <p:txBody>
          <a:bodyPr/>
          <a:lstStyle/>
          <a:p>
            <a:fld id="{48C176B4-2F3E-4542-A88B-B482618D0CAA}" type="slidenum">
              <a:rPr lang="nl-NL" smtClean="0"/>
              <a:t>47</a:t>
            </a:fld>
            <a:endParaRPr lang="nl-NL" dirty="0"/>
          </a:p>
        </p:txBody>
      </p:sp>
    </p:spTree>
    <p:extLst>
      <p:ext uri="{BB962C8B-B14F-4D97-AF65-F5344CB8AC3E}">
        <p14:creationId xmlns:p14="http://schemas.microsoft.com/office/powerpoint/2010/main" val="28764108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Slide Number Placeholder 3"/>
          <p:cNvSpPr>
            <a:spLocks noGrp="1"/>
          </p:cNvSpPr>
          <p:nvPr>
            <p:ph type="sldNum" sz="quarter" idx="5"/>
          </p:nvPr>
        </p:nvSpPr>
        <p:spPr/>
        <p:txBody>
          <a:bodyPr/>
          <a:lstStyle/>
          <a:p>
            <a:fld id="{48C176B4-2F3E-4542-A88B-B482618D0CAA}" type="slidenum">
              <a:rPr lang="nl-NL" smtClean="0"/>
              <a:t>48</a:t>
            </a:fld>
            <a:endParaRPr lang="nl-NL" dirty="0"/>
          </a:p>
        </p:txBody>
      </p:sp>
    </p:spTree>
    <p:extLst>
      <p:ext uri="{BB962C8B-B14F-4D97-AF65-F5344CB8AC3E}">
        <p14:creationId xmlns:p14="http://schemas.microsoft.com/office/powerpoint/2010/main" val="326247625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𝑀𝑖 is the amplitude of the 𝑖-</a:t>
            </a:r>
            <a:r>
              <a:rPr lang="en-US" dirty="0" err="1"/>
              <a:t>th</a:t>
            </a:r>
            <a:r>
              <a:rPr lang="en-US" dirty="0"/>
              <a:t> frequency component 𝑓𝑖 where 𝑖 ∈ [1,𝑛], with 𝑛 the number of frequency components sampled, and 𝑓𝑠 = 100 being the sampling frequency in the time domain. Calculating 𝑆𝑚 is done by first taking the Fourier transform of 𝛿𝑒 from the concerned flight phase, and then using the obtained spectrum</a:t>
            </a:r>
          </a:p>
        </p:txBody>
      </p:sp>
      <p:sp>
        <p:nvSpPr>
          <p:cNvPr id="4" name="Slide Number Placeholder 3"/>
          <p:cNvSpPr>
            <a:spLocks noGrp="1"/>
          </p:cNvSpPr>
          <p:nvPr>
            <p:ph type="sldNum" sz="quarter" idx="5"/>
          </p:nvPr>
        </p:nvSpPr>
        <p:spPr/>
        <p:txBody>
          <a:bodyPr/>
          <a:lstStyle/>
          <a:p>
            <a:fld id="{48C176B4-2F3E-4542-A88B-B482618D0CAA}" type="slidenum">
              <a:rPr lang="nl-NL" smtClean="0"/>
              <a:t>49</a:t>
            </a:fld>
            <a:endParaRPr lang="nl-NL" dirty="0"/>
          </a:p>
        </p:txBody>
      </p:sp>
    </p:spTree>
    <p:extLst>
      <p:ext uri="{BB962C8B-B14F-4D97-AF65-F5344CB8AC3E}">
        <p14:creationId xmlns:p14="http://schemas.microsoft.com/office/powerpoint/2010/main" val="238825450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baseline IDHP flies and learns a stable controller pretty well in the warmup phase. But, when we move to the </a:t>
            </a:r>
            <a:r>
              <a:rPr lang="en-US" dirty="0" err="1"/>
              <a:t>manoeuvre</a:t>
            </a:r>
            <a:r>
              <a:rPr lang="en-US" dirty="0"/>
              <a:t>, and ask it to hold a 15 degree pitch, its actions start to become </a:t>
            </a:r>
            <a:r>
              <a:rPr lang="en-US" dirty="0" err="1"/>
              <a:t>shakey</a:t>
            </a:r>
            <a:r>
              <a:rPr lang="en-US" dirty="0"/>
              <a:t>, which lasts for most of the time while the nose is up, but goes away ones we command the airplane to fly level again.</a:t>
            </a:r>
            <a:endParaRPr lang="LID4096" dirty="0"/>
          </a:p>
          <a:p>
            <a:endParaRPr lang="LID4096" dirty="0"/>
          </a:p>
        </p:txBody>
      </p:sp>
      <p:sp>
        <p:nvSpPr>
          <p:cNvPr id="4" name="Slide Number Placeholder 3"/>
          <p:cNvSpPr>
            <a:spLocks noGrp="1"/>
          </p:cNvSpPr>
          <p:nvPr>
            <p:ph type="sldNum" sz="quarter" idx="5"/>
          </p:nvPr>
        </p:nvSpPr>
        <p:spPr/>
        <p:txBody>
          <a:bodyPr/>
          <a:lstStyle/>
          <a:p>
            <a:fld id="{48C176B4-2F3E-4542-A88B-B482618D0CAA}" type="slidenum">
              <a:rPr lang="nl-NL" smtClean="0"/>
              <a:t>51</a:t>
            </a:fld>
            <a:endParaRPr lang="nl-NL" dirty="0"/>
          </a:p>
        </p:txBody>
      </p:sp>
    </p:spTree>
    <p:extLst>
      <p:ext uri="{BB962C8B-B14F-4D97-AF65-F5344CB8AC3E}">
        <p14:creationId xmlns:p14="http://schemas.microsoft.com/office/powerpoint/2010/main" val="411291447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The policy which MIDHP arrives at here seems to be much more liberal at using the maximum and minimum elevator deflections, this is an indication that the controller is “high gain”, which makes the control actions more aggressive. This is something which is mitigated when eligibility traces is introduced to the actor.</a:t>
            </a:r>
          </a:p>
          <a:p>
            <a:endParaRPr lang="LID4096" dirty="0"/>
          </a:p>
        </p:txBody>
      </p:sp>
      <p:sp>
        <p:nvSpPr>
          <p:cNvPr id="4" name="Slide Number Placeholder 3"/>
          <p:cNvSpPr>
            <a:spLocks noGrp="1"/>
          </p:cNvSpPr>
          <p:nvPr>
            <p:ph type="sldNum" sz="quarter" idx="5"/>
          </p:nvPr>
        </p:nvSpPr>
        <p:spPr/>
        <p:txBody>
          <a:bodyPr/>
          <a:lstStyle/>
          <a:p>
            <a:fld id="{48C176B4-2F3E-4542-A88B-B482618D0CAA}" type="slidenum">
              <a:rPr lang="nl-NL" smtClean="0"/>
              <a:t>52</a:t>
            </a:fld>
            <a:endParaRPr lang="nl-NL" dirty="0"/>
          </a:p>
        </p:txBody>
      </p:sp>
    </p:spTree>
    <p:extLst>
      <p:ext uri="{BB962C8B-B14F-4D97-AF65-F5344CB8AC3E}">
        <p14:creationId xmlns:p14="http://schemas.microsoft.com/office/powerpoint/2010/main" val="113549556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Slide Number Placeholder 3"/>
          <p:cNvSpPr>
            <a:spLocks noGrp="1"/>
          </p:cNvSpPr>
          <p:nvPr>
            <p:ph type="sldNum" sz="quarter" idx="5"/>
          </p:nvPr>
        </p:nvSpPr>
        <p:spPr/>
        <p:txBody>
          <a:bodyPr/>
          <a:lstStyle/>
          <a:p>
            <a:fld id="{48C176B4-2F3E-4542-A88B-B482618D0CAA}" type="slidenum">
              <a:rPr lang="nl-NL" smtClean="0"/>
              <a:t>54</a:t>
            </a:fld>
            <a:endParaRPr lang="nl-NL" dirty="0"/>
          </a:p>
        </p:txBody>
      </p:sp>
    </p:spTree>
    <p:extLst>
      <p:ext uri="{BB962C8B-B14F-4D97-AF65-F5344CB8AC3E}">
        <p14:creationId xmlns:p14="http://schemas.microsoft.com/office/powerpoint/2010/main" val="300116241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Slide Number Placeholder 3"/>
          <p:cNvSpPr>
            <a:spLocks noGrp="1"/>
          </p:cNvSpPr>
          <p:nvPr>
            <p:ph type="sldNum" sz="quarter" idx="5"/>
          </p:nvPr>
        </p:nvSpPr>
        <p:spPr/>
        <p:txBody>
          <a:bodyPr/>
          <a:lstStyle/>
          <a:p>
            <a:fld id="{48C176B4-2F3E-4542-A88B-B482618D0CAA}" type="slidenum">
              <a:rPr lang="nl-NL" smtClean="0"/>
              <a:t>55</a:t>
            </a:fld>
            <a:endParaRPr lang="nl-NL" dirty="0"/>
          </a:p>
        </p:txBody>
      </p:sp>
    </p:spTree>
    <p:extLst>
      <p:ext uri="{BB962C8B-B14F-4D97-AF65-F5344CB8AC3E}">
        <p14:creationId xmlns:p14="http://schemas.microsoft.com/office/powerpoint/2010/main" val="143964060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Slide Number Placeholder 3"/>
          <p:cNvSpPr>
            <a:spLocks noGrp="1"/>
          </p:cNvSpPr>
          <p:nvPr>
            <p:ph type="sldNum" sz="quarter" idx="5"/>
          </p:nvPr>
        </p:nvSpPr>
        <p:spPr/>
        <p:txBody>
          <a:bodyPr/>
          <a:lstStyle/>
          <a:p>
            <a:fld id="{48C176B4-2F3E-4542-A88B-B482618D0CAA}" type="slidenum">
              <a:rPr lang="nl-NL" smtClean="0"/>
              <a:t>57</a:t>
            </a:fld>
            <a:endParaRPr lang="nl-NL" dirty="0"/>
          </a:p>
        </p:txBody>
      </p:sp>
    </p:spTree>
    <p:extLst>
      <p:ext uri="{BB962C8B-B14F-4D97-AF65-F5344CB8AC3E}">
        <p14:creationId xmlns:p14="http://schemas.microsoft.com/office/powerpoint/2010/main" val="267983750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Slide Number Placeholder 3"/>
          <p:cNvSpPr>
            <a:spLocks noGrp="1"/>
          </p:cNvSpPr>
          <p:nvPr>
            <p:ph type="sldNum" sz="quarter" idx="5"/>
          </p:nvPr>
        </p:nvSpPr>
        <p:spPr/>
        <p:txBody>
          <a:bodyPr/>
          <a:lstStyle/>
          <a:p>
            <a:fld id="{48C176B4-2F3E-4542-A88B-B482618D0CAA}" type="slidenum">
              <a:rPr lang="nl-NL" smtClean="0"/>
              <a:t>58</a:t>
            </a:fld>
            <a:endParaRPr lang="nl-NL" dirty="0"/>
          </a:p>
        </p:txBody>
      </p:sp>
    </p:spTree>
    <p:extLst>
      <p:ext uri="{BB962C8B-B14F-4D97-AF65-F5344CB8AC3E}">
        <p14:creationId xmlns:p14="http://schemas.microsoft.com/office/powerpoint/2010/main" val="305797672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Slide Number Placeholder 3"/>
          <p:cNvSpPr>
            <a:spLocks noGrp="1"/>
          </p:cNvSpPr>
          <p:nvPr>
            <p:ph type="sldNum" sz="quarter" idx="5"/>
          </p:nvPr>
        </p:nvSpPr>
        <p:spPr/>
        <p:txBody>
          <a:bodyPr/>
          <a:lstStyle/>
          <a:p>
            <a:fld id="{48C176B4-2F3E-4542-A88B-B482618D0CAA}" type="slidenum">
              <a:rPr lang="nl-NL" smtClean="0"/>
              <a:t>60</a:t>
            </a:fld>
            <a:endParaRPr lang="nl-NL" dirty="0"/>
          </a:p>
        </p:txBody>
      </p:sp>
    </p:spTree>
    <p:extLst>
      <p:ext uri="{BB962C8B-B14F-4D97-AF65-F5344CB8AC3E}">
        <p14:creationId xmlns:p14="http://schemas.microsoft.com/office/powerpoint/2010/main" val="145921357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Slide Number Placeholder 3"/>
          <p:cNvSpPr>
            <a:spLocks noGrp="1"/>
          </p:cNvSpPr>
          <p:nvPr>
            <p:ph type="sldNum" sz="quarter" idx="5"/>
          </p:nvPr>
        </p:nvSpPr>
        <p:spPr/>
        <p:txBody>
          <a:bodyPr/>
          <a:lstStyle/>
          <a:p>
            <a:fld id="{48C176B4-2F3E-4542-A88B-B482618D0CAA}" type="slidenum">
              <a:rPr lang="nl-NL" smtClean="0"/>
              <a:t>61</a:t>
            </a:fld>
            <a:endParaRPr lang="nl-NL" dirty="0"/>
          </a:p>
        </p:txBody>
      </p:sp>
    </p:spTree>
    <p:extLst>
      <p:ext uri="{BB962C8B-B14F-4D97-AF65-F5344CB8AC3E}">
        <p14:creationId xmlns:p14="http://schemas.microsoft.com/office/powerpoint/2010/main" val="376459255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Slide Number Placeholder 3"/>
          <p:cNvSpPr>
            <a:spLocks noGrp="1"/>
          </p:cNvSpPr>
          <p:nvPr>
            <p:ph type="sldNum" sz="quarter" idx="5"/>
          </p:nvPr>
        </p:nvSpPr>
        <p:spPr/>
        <p:txBody>
          <a:bodyPr/>
          <a:lstStyle/>
          <a:p>
            <a:fld id="{48C176B4-2F3E-4542-A88B-B482618D0CAA}" type="slidenum">
              <a:rPr lang="nl-NL" smtClean="0"/>
              <a:t>63</a:t>
            </a:fld>
            <a:endParaRPr lang="nl-NL" dirty="0"/>
          </a:p>
        </p:txBody>
      </p:sp>
    </p:spTree>
    <p:extLst>
      <p:ext uri="{BB962C8B-B14F-4D97-AF65-F5344CB8AC3E}">
        <p14:creationId xmlns:p14="http://schemas.microsoft.com/office/powerpoint/2010/main" val="394432288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Slide Number Placeholder 3"/>
          <p:cNvSpPr>
            <a:spLocks noGrp="1"/>
          </p:cNvSpPr>
          <p:nvPr>
            <p:ph type="sldNum" sz="quarter" idx="5"/>
          </p:nvPr>
        </p:nvSpPr>
        <p:spPr/>
        <p:txBody>
          <a:bodyPr/>
          <a:lstStyle/>
          <a:p>
            <a:fld id="{48C176B4-2F3E-4542-A88B-B482618D0CAA}" type="slidenum">
              <a:rPr lang="nl-NL" smtClean="0"/>
              <a:t>64</a:t>
            </a:fld>
            <a:endParaRPr lang="nl-NL" dirty="0"/>
          </a:p>
        </p:txBody>
      </p:sp>
    </p:spTree>
    <p:extLst>
      <p:ext uri="{BB962C8B-B14F-4D97-AF65-F5344CB8AC3E}">
        <p14:creationId xmlns:p14="http://schemas.microsoft.com/office/powerpoint/2010/main" val="811653501"/>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1.png"/></Relationships>
</file>

<file path=ppt/slideLayouts/_rels/slideLayout3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3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symbol #1">
    <p:bg>
      <p:bgPr>
        <a:solidFill>
          <a:schemeClr val="bg1"/>
        </a:solidFill>
        <a:effectLst/>
      </p:bgPr>
    </p:bg>
    <p:spTree>
      <p:nvGrpSpPr>
        <p:cNvPr id="1" name=""/>
        <p:cNvGrpSpPr/>
        <p:nvPr/>
      </p:nvGrpSpPr>
      <p:grpSpPr>
        <a:xfrm>
          <a:off x="0" y="0"/>
          <a:ext cx="0" cy="0"/>
          <a:chOff x="0" y="0"/>
          <a:chExt cx="0" cy="0"/>
        </a:xfrm>
      </p:grpSpPr>
      <p:sp>
        <p:nvSpPr>
          <p:cNvPr id="22" name="Tijdelijke aanduiding voor afbeelding 6">
            <a:extLst>
              <a:ext uri="{FF2B5EF4-FFF2-40B4-BE49-F238E27FC236}">
                <a16:creationId xmlns:a16="http://schemas.microsoft.com/office/drawing/2014/main" id="{6D182834-E7E0-D622-3F33-B190F3F69BD3}"/>
              </a:ext>
            </a:extLst>
          </p:cNvPr>
          <p:cNvSpPr>
            <a:spLocks noGrp="1"/>
          </p:cNvSpPr>
          <p:nvPr>
            <p:ph type="pic" sz="quarter" idx="17" hasCustomPrompt="1"/>
          </p:nvPr>
        </p:nvSpPr>
        <p:spPr>
          <a:xfrm>
            <a:off x="-3175" y="-1"/>
            <a:ext cx="12195175" cy="7356356"/>
          </a:xfrm>
          <a:custGeom>
            <a:avLst/>
            <a:gdLst>
              <a:gd name="connsiteX0" fmla="*/ 193675 w 12195175"/>
              <a:gd name="connsiteY0" fmla="*/ 0 h 7356356"/>
              <a:gd name="connsiteX1" fmla="*/ 12195175 w 12195175"/>
              <a:gd name="connsiteY1" fmla="*/ 0 h 7356356"/>
              <a:gd name="connsiteX2" fmla="*/ 12195175 w 12195175"/>
              <a:gd name="connsiteY2" fmla="*/ 6858214 h 7356356"/>
              <a:gd name="connsiteX3" fmla="*/ 11782485 w 12195175"/>
              <a:gd name="connsiteY3" fmla="*/ 6858675 h 7356356"/>
              <a:gd name="connsiteX4" fmla="*/ 11737228 w 12195175"/>
              <a:gd name="connsiteY4" fmla="*/ 6867812 h 7356356"/>
              <a:gd name="connsiteX5" fmla="*/ 11666207 w 12195175"/>
              <a:gd name="connsiteY5" fmla="*/ 6974957 h 7356356"/>
              <a:gd name="connsiteX6" fmla="*/ 11666207 w 12195175"/>
              <a:gd name="connsiteY6" fmla="*/ 7240072 h 7356356"/>
              <a:gd name="connsiteX7" fmla="*/ 11664677 w 12195175"/>
              <a:gd name="connsiteY7" fmla="*/ 7240750 h 7356356"/>
              <a:gd name="connsiteX8" fmla="*/ 11655812 w 12195175"/>
              <a:gd name="connsiteY8" fmla="*/ 7284661 h 7356356"/>
              <a:gd name="connsiteX9" fmla="*/ 11548667 w 12195175"/>
              <a:gd name="connsiteY9" fmla="*/ 7355682 h 7356356"/>
              <a:gd name="connsiteX10" fmla="*/ 11219748 w 12195175"/>
              <a:gd name="connsiteY10" fmla="*/ 7355682 h 7356356"/>
              <a:gd name="connsiteX11" fmla="*/ 11219743 w 12195175"/>
              <a:gd name="connsiteY11" fmla="*/ 7355683 h 7356356"/>
              <a:gd name="connsiteX12" fmla="*/ 11219719 w 12195175"/>
              <a:gd name="connsiteY12" fmla="*/ 7355682 h 7356356"/>
              <a:gd name="connsiteX13" fmla="*/ 11048924 w 12195175"/>
              <a:gd name="connsiteY13" fmla="*/ 7355682 h 7356356"/>
              <a:gd name="connsiteX14" fmla="*/ 11032338 w 12195175"/>
              <a:gd name="connsiteY14" fmla="*/ 7356356 h 7356356"/>
              <a:gd name="connsiteX15" fmla="*/ 11029000 w 12195175"/>
              <a:gd name="connsiteY15" fmla="*/ 7355682 h 7356356"/>
              <a:gd name="connsiteX16" fmla="*/ 10701233 w 12195175"/>
              <a:gd name="connsiteY16" fmla="*/ 7355682 h 7356356"/>
              <a:gd name="connsiteX17" fmla="*/ 10584950 w 12195175"/>
              <a:gd name="connsiteY17" fmla="*/ 7239399 h 7356356"/>
              <a:gd name="connsiteX18" fmla="*/ 10584950 w 12195175"/>
              <a:gd name="connsiteY18" fmla="*/ 6970497 h 7356356"/>
              <a:gd name="connsiteX19" fmla="*/ 10585318 w 12195175"/>
              <a:gd name="connsiteY19" fmla="*/ 6972463 h 7356356"/>
              <a:gd name="connsiteX20" fmla="*/ 10584950 w 12195175"/>
              <a:gd name="connsiteY20" fmla="*/ 6959996 h 7356356"/>
              <a:gd name="connsiteX21" fmla="*/ 10584950 w 12195175"/>
              <a:gd name="connsiteY21" fmla="*/ 6970497 h 7356356"/>
              <a:gd name="connsiteX22" fmla="*/ 10579238 w 12195175"/>
              <a:gd name="connsiteY22" fmla="*/ 6939973 h 7356356"/>
              <a:gd name="connsiteX23" fmla="*/ 10566015 w 12195175"/>
              <a:gd name="connsiteY23" fmla="*/ 6909269 h 7356356"/>
              <a:gd name="connsiteX24" fmla="*/ 10514853 w 12195175"/>
              <a:gd name="connsiteY24" fmla="*/ 6867139 h 7356356"/>
              <a:gd name="connsiteX25" fmla="*/ 10469596 w 12195175"/>
              <a:gd name="connsiteY25" fmla="*/ 6858002 h 7356356"/>
              <a:gd name="connsiteX26" fmla="*/ 193675 w 12195175"/>
              <a:gd name="connsiteY26" fmla="*/ 6858001 h 7356356"/>
              <a:gd name="connsiteX27" fmla="*/ 0 w 12195175"/>
              <a:gd name="connsiteY27" fmla="*/ 6858001 h 7356356"/>
              <a:gd name="connsiteX28" fmla="*/ 0 w 12195175"/>
              <a:gd name="connsiteY28" fmla="*/ 1 h 7356356"/>
              <a:gd name="connsiteX29" fmla="*/ 193675 w 12195175"/>
              <a:gd name="connsiteY29" fmla="*/ 1 h 735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2195175" h="7356356">
                <a:moveTo>
                  <a:pt x="193675" y="0"/>
                </a:moveTo>
                <a:lnTo>
                  <a:pt x="12195175" y="0"/>
                </a:lnTo>
                <a:lnTo>
                  <a:pt x="12195175" y="6858214"/>
                </a:lnTo>
                <a:lnTo>
                  <a:pt x="11782485" y="6858675"/>
                </a:lnTo>
                <a:lnTo>
                  <a:pt x="11737228" y="6867812"/>
                </a:lnTo>
                <a:cubicBezTo>
                  <a:pt x="11695492" y="6885465"/>
                  <a:pt x="11666207" y="6926791"/>
                  <a:pt x="11666207" y="6974957"/>
                </a:cubicBezTo>
                <a:lnTo>
                  <a:pt x="11666207" y="7240072"/>
                </a:lnTo>
                <a:lnTo>
                  <a:pt x="11664677" y="7240750"/>
                </a:lnTo>
                <a:lnTo>
                  <a:pt x="11655812" y="7284661"/>
                </a:lnTo>
                <a:cubicBezTo>
                  <a:pt x="11638159" y="7326397"/>
                  <a:pt x="11596833" y="7355682"/>
                  <a:pt x="11548667" y="7355682"/>
                </a:cubicBezTo>
                <a:lnTo>
                  <a:pt x="11219748" y="7355682"/>
                </a:lnTo>
                <a:cubicBezTo>
                  <a:pt x="11219746" y="7355682"/>
                  <a:pt x="11219745" y="7355683"/>
                  <a:pt x="11219743" y="7355683"/>
                </a:cubicBezTo>
                <a:cubicBezTo>
                  <a:pt x="11219735" y="7355683"/>
                  <a:pt x="11219727" y="7355682"/>
                  <a:pt x="11219719" y="7355682"/>
                </a:cubicBezTo>
                <a:lnTo>
                  <a:pt x="11048924" y="7355682"/>
                </a:lnTo>
                <a:lnTo>
                  <a:pt x="11032338" y="7356356"/>
                </a:lnTo>
                <a:lnTo>
                  <a:pt x="11029000" y="7355682"/>
                </a:lnTo>
                <a:lnTo>
                  <a:pt x="10701233" y="7355682"/>
                </a:lnTo>
                <a:cubicBezTo>
                  <a:pt x="10637012" y="7355682"/>
                  <a:pt x="10584950" y="7303620"/>
                  <a:pt x="10584950" y="7239399"/>
                </a:cubicBezTo>
                <a:lnTo>
                  <a:pt x="10584950" y="6970497"/>
                </a:lnTo>
                <a:cubicBezTo>
                  <a:pt x="10585073" y="6971152"/>
                  <a:pt x="10585195" y="6971808"/>
                  <a:pt x="10585318" y="6972463"/>
                </a:cubicBezTo>
                <a:cubicBezTo>
                  <a:pt x="10585195" y="6973070"/>
                  <a:pt x="10585073" y="6959389"/>
                  <a:pt x="10584950" y="6959996"/>
                </a:cubicBezTo>
                <a:lnTo>
                  <a:pt x="10584950" y="6970497"/>
                </a:lnTo>
                <a:lnTo>
                  <a:pt x="10579238" y="6939973"/>
                </a:lnTo>
                <a:cubicBezTo>
                  <a:pt x="10577212" y="6929143"/>
                  <a:pt x="10573995" y="6918611"/>
                  <a:pt x="10566015" y="6909269"/>
                </a:cubicBezTo>
                <a:cubicBezTo>
                  <a:pt x="10553476" y="6890710"/>
                  <a:pt x="10535721" y="6875966"/>
                  <a:pt x="10514853" y="6867139"/>
                </a:cubicBezTo>
                <a:lnTo>
                  <a:pt x="10469596" y="6858002"/>
                </a:lnTo>
                <a:lnTo>
                  <a:pt x="193675" y="6858001"/>
                </a:lnTo>
                <a:lnTo>
                  <a:pt x="0" y="6858001"/>
                </a:lnTo>
                <a:lnTo>
                  <a:pt x="0" y="1"/>
                </a:lnTo>
                <a:lnTo>
                  <a:pt x="193675" y="1"/>
                </a:lnTo>
                <a:close/>
              </a:path>
            </a:pathLst>
          </a:custGeom>
          <a:pattFill prst="pct60">
            <a:fgClr>
              <a:schemeClr val="bg1">
                <a:lumMod val="95000"/>
              </a:schemeClr>
            </a:fgClr>
            <a:bgClr>
              <a:schemeClr val="bg1">
                <a:lumMod val="85000"/>
              </a:schemeClr>
            </a:bgClr>
          </a:pattFill>
        </p:spPr>
        <p:txBody>
          <a:bodyPr wrap="square" tIns="7020000" rIns="1980000" bIns="0" anchor="ctr" anchorCtr="0">
            <a:noAutofit/>
          </a:bodyPr>
          <a:lstStyle>
            <a:lvl1pPr marL="0" indent="0" algn="r">
              <a:lnSpc>
                <a:spcPct val="100000"/>
              </a:lnSpc>
              <a:spcBef>
                <a:spcPts val="0"/>
              </a:spcBef>
              <a:buNone/>
              <a:defRPr sz="1200" i="0">
                <a:solidFill>
                  <a:schemeClr val="bg1">
                    <a:lumMod val="95000"/>
                  </a:schemeClr>
                </a:solidFill>
              </a:defRPr>
            </a:lvl1pPr>
          </a:lstStyle>
          <a:p>
            <a:r>
              <a:rPr lang="en-GB"/>
              <a:t> </a:t>
            </a:r>
            <a:endParaRPr lang="en-GB" dirty="0"/>
          </a:p>
        </p:txBody>
      </p:sp>
      <p:sp>
        <p:nvSpPr>
          <p:cNvPr id="2" name="Titel 1">
            <a:extLst>
              <a:ext uri="{FF2B5EF4-FFF2-40B4-BE49-F238E27FC236}">
                <a16:creationId xmlns:a16="http://schemas.microsoft.com/office/drawing/2014/main" id="{3BFF1B38-67B4-1DE1-F5C5-4B950151F2D7}"/>
              </a:ext>
            </a:extLst>
          </p:cNvPr>
          <p:cNvSpPr>
            <a:spLocks noGrp="1"/>
          </p:cNvSpPr>
          <p:nvPr>
            <p:ph type="title" hasCustomPrompt="1"/>
          </p:nvPr>
        </p:nvSpPr>
        <p:spPr>
          <a:xfrm>
            <a:off x="0" y="-429019"/>
            <a:ext cx="2451633" cy="276999"/>
          </a:xfr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lvl1pPr>
              <a:lnSpc>
                <a:spcPct val="100000"/>
              </a:lnSpc>
              <a:defRPr lang="nl-NL" sz="1800" b="1" cap="none" baseline="0" dirty="0">
                <a:solidFill>
                  <a:schemeClr val="accent1"/>
                </a:solidFill>
                <a:latin typeface="+mj-lt"/>
              </a:defRPr>
            </a:lvl1pPr>
          </a:lstStyle>
          <a:p>
            <a:pPr marL="0" lvl="0"/>
            <a:r>
              <a:rPr lang="en-GB" dirty="0"/>
              <a:t>Title slide + symbol #1</a:t>
            </a:r>
          </a:p>
        </p:txBody>
      </p:sp>
      <p:sp>
        <p:nvSpPr>
          <p:cNvPr id="20" name="Tijdelijke aanduiding voor tekst 19">
            <a:extLst>
              <a:ext uri="{FF2B5EF4-FFF2-40B4-BE49-F238E27FC236}">
                <a16:creationId xmlns:a16="http://schemas.microsoft.com/office/drawing/2014/main" id="{0514EAD4-F3E3-E0C2-1434-92FAD7E6BE74}"/>
              </a:ext>
            </a:extLst>
          </p:cNvPr>
          <p:cNvSpPr>
            <a:spLocks noGrp="1"/>
          </p:cNvSpPr>
          <p:nvPr>
            <p:ph type="body" sz="quarter" idx="15" hasCustomPrompt="1"/>
          </p:nvPr>
        </p:nvSpPr>
        <p:spPr>
          <a:xfrm>
            <a:off x="0" y="0"/>
            <a:ext cx="12190413" cy="6857999"/>
          </a:xfrm>
          <a:prstGeom prst="rect">
            <a:avLst/>
          </a:prstGeom>
          <a:gradFill flip="none" rotWithShape="1">
            <a:gsLst>
              <a:gs pos="0">
                <a:schemeClr val="tx1">
                  <a:alpha val="55000"/>
                </a:schemeClr>
              </a:gs>
              <a:gs pos="76000">
                <a:schemeClr val="tx1">
                  <a:alpha val="0"/>
                </a:schemeClr>
              </a:gs>
            </a:gsLst>
            <a:lin ang="13500000" scaled="1"/>
            <a:tileRect/>
          </a:gradFill>
        </p:spPr>
        <p:txBody>
          <a:bodyPr wrap="square">
            <a:noAutofit/>
          </a:bodyPr>
          <a:lstStyle>
            <a:lvl1pPr marL="0" indent="0">
              <a:buNone/>
              <a:defRPr sz="100">
                <a:solidFill>
                  <a:schemeClr val="tx2">
                    <a:alpha val="0"/>
                  </a:schemeClr>
                </a:solidFill>
              </a:defRPr>
            </a:lvl1pPr>
          </a:lstStyle>
          <a:p>
            <a:pPr lvl="0"/>
            <a:r>
              <a:rPr lang="en-GB" dirty="0"/>
              <a:t> </a:t>
            </a:r>
          </a:p>
        </p:txBody>
      </p:sp>
      <p:sp>
        <p:nvSpPr>
          <p:cNvPr id="21" name="Tijdelijke aanduiding voor tekst 20">
            <a:extLst>
              <a:ext uri="{FF2B5EF4-FFF2-40B4-BE49-F238E27FC236}">
                <a16:creationId xmlns:a16="http://schemas.microsoft.com/office/drawing/2014/main" id="{04F4E0D4-E8D4-F1A4-0156-3EE5C69F266E}"/>
              </a:ext>
            </a:extLst>
          </p:cNvPr>
          <p:cNvSpPr>
            <a:spLocks noGrp="1"/>
          </p:cNvSpPr>
          <p:nvPr>
            <p:ph type="body" sz="quarter" idx="16" hasCustomPrompt="1"/>
          </p:nvPr>
        </p:nvSpPr>
        <p:spPr>
          <a:xfrm>
            <a:off x="0" y="1"/>
            <a:ext cx="12190413" cy="2810638"/>
          </a:xfrm>
          <a:prstGeom prst="rect">
            <a:avLst/>
          </a:prstGeom>
          <a:gradFill flip="none" rotWithShape="1">
            <a:gsLst>
              <a:gs pos="0">
                <a:schemeClr val="tx1">
                  <a:alpha val="32000"/>
                </a:schemeClr>
              </a:gs>
              <a:gs pos="45000">
                <a:schemeClr val="tx1">
                  <a:alpha val="0"/>
                </a:schemeClr>
              </a:gs>
            </a:gsLst>
            <a:lin ang="2700000" scaled="1"/>
            <a:tileRect/>
          </a:gradFill>
        </p:spPr>
        <p:txBody>
          <a:bodyPr wrap="square">
            <a:noAutofit/>
          </a:bodyPr>
          <a:lstStyle>
            <a:lvl1pPr marL="0" indent="0">
              <a:buNone/>
              <a:defRPr sz="100">
                <a:solidFill>
                  <a:schemeClr val="tx2">
                    <a:alpha val="0"/>
                  </a:schemeClr>
                </a:solidFill>
              </a:defRPr>
            </a:lvl1pPr>
          </a:lstStyle>
          <a:p>
            <a:pPr lvl="0"/>
            <a:r>
              <a:rPr lang="en-GB" dirty="0"/>
              <a:t> </a:t>
            </a:r>
          </a:p>
        </p:txBody>
      </p:sp>
      <p:sp>
        <p:nvSpPr>
          <p:cNvPr id="5" name="Tijdelijke aanduiding voor tekst 4">
            <a:extLst>
              <a:ext uri="{FF2B5EF4-FFF2-40B4-BE49-F238E27FC236}">
                <a16:creationId xmlns:a16="http://schemas.microsoft.com/office/drawing/2014/main" id="{FFFA99C8-183A-E43C-368E-ACECB9802CE0}"/>
              </a:ext>
            </a:extLst>
          </p:cNvPr>
          <p:cNvSpPr>
            <a:spLocks noGrp="1" noRot="1" noMove="1" noResize="1" noEditPoints="1" noAdjustHandles="1" noChangeArrowheads="1" noChangeShapeType="1"/>
          </p:cNvSpPr>
          <p:nvPr>
            <p:ph type="body" sz="quarter" idx="14" hasCustomPrompt="1"/>
          </p:nvPr>
        </p:nvSpPr>
        <p:spPr>
          <a:xfrm>
            <a:off x="721115" y="437496"/>
            <a:ext cx="1530269" cy="594428"/>
          </a:xfrm>
          <a:custGeom>
            <a:avLst/>
            <a:gdLst>
              <a:gd name="connsiteX0" fmla="*/ 1037471 w 1530269"/>
              <a:gd name="connsiteY0" fmla="*/ 403429 h 594428"/>
              <a:gd name="connsiteX1" fmla="*/ 985222 w 1530269"/>
              <a:gd name="connsiteY1" fmla="*/ 465090 h 594428"/>
              <a:gd name="connsiteX2" fmla="*/ 1089721 w 1530269"/>
              <a:gd name="connsiteY2" fmla="*/ 465090 h 594428"/>
              <a:gd name="connsiteX3" fmla="*/ 1037471 w 1530269"/>
              <a:gd name="connsiteY3" fmla="*/ 403429 h 594428"/>
              <a:gd name="connsiteX4" fmla="*/ 1039163 w 1530269"/>
              <a:gd name="connsiteY4" fmla="*/ 375982 h 594428"/>
              <a:gd name="connsiteX5" fmla="*/ 1129941 w 1530269"/>
              <a:gd name="connsiteY5" fmla="*/ 472985 h 594428"/>
              <a:gd name="connsiteX6" fmla="*/ 1129941 w 1530269"/>
              <a:gd name="connsiteY6" fmla="*/ 491409 h 594428"/>
              <a:gd name="connsiteX7" fmla="*/ 1129941 w 1530269"/>
              <a:gd name="connsiteY7" fmla="*/ 492913 h 594428"/>
              <a:gd name="connsiteX8" fmla="*/ 983718 w 1530269"/>
              <a:gd name="connsiteY8" fmla="*/ 492913 h 594428"/>
              <a:gd name="connsiteX9" fmla="*/ 1035967 w 1530269"/>
              <a:gd name="connsiteY9" fmla="*/ 565289 h 594428"/>
              <a:gd name="connsiteX10" fmla="*/ 1085210 w 1530269"/>
              <a:gd name="connsiteY10" fmla="*/ 523744 h 594428"/>
              <a:gd name="connsiteX11" fmla="*/ 1126746 w 1530269"/>
              <a:gd name="connsiteY11" fmla="*/ 523744 h 594428"/>
              <a:gd name="connsiteX12" fmla="*/ 1035967 w 1530269"/>
              <a:gd name="connsiteY12" fmla="*/ 593112 h 594428"/>
              <a:gd name="connsiteX13" fmla="*/ 943685 w 1530269"/>
              <a:gd name="connsiteY13" fmla="*/ 486897 h 594428"/>
              <a:gd name="connsiteX14" fmla="*/ 1039163 w 1530269"/>
              <a:gd name="connsiteY14" fmla="*/ 375982 h 594428"/>
              <a:gd name="connsiteX15" fmla="*/ 1482530 w 1530269"/>
              <a:gd name="connsiteY15" fmla="*/ 328232 h 594428"/>
              <a:gd name="connsiteX16" fmla="*/ 1482530 w 1530269"/>
              <a:gd name="connsiteY16" fmla="*/ 383690 h 594428"/>
              <a:gd name="connsiteX17" fmla="*/ 1530269 w 1530269"/>
              <a:gd name="connsiteY17" fmla="*/ 383690 h 594428"/>
              <a:gd name="connsiteX18" fmla="*/ 1530269 w 1530269"/>
              <a:gd name="connsiteY18" fmla="*/ 411324 h 594428"/>
              <a:gd name="connsiteX19" fmla="*/ 1482530 w 1530269"/>
              <a:gd name="connsiteY19" fmla="*/ 411324 h 594428"/>
              <a:gd name="connsiteX20" fmla="*/ 1482530 w 1530269"/>
              <a:gd name="connsiteY20" fmla="*/ 543482 h 594428"/>
              <a:gd name="connsiteX21" fmla="*/ 1507152 w 1530269"/>
              <a:gd name="connsiteY21" fmla="*/ 565101 h 594428"/>
              <a:gd name="connsiteX22" fmla="*/ 1527074 w 1530269"/>
              <a:gd name="connsiteY22" fmla="*/ 562093 h 594428"/>
              <a:gd name="connsiteX23" fmla="*/ 1527074 w 1530269"/>
              <a:gd name="connsiteY23" fmla="*/ 591420 h 594428"/>
              <a:gd name="connsiteX24" fmla="*/ 1500950 w 1530269"/>
              <a:gd name="connsiteY24" fmla="*/ 594428 h 594428"/>
              <a:gd name="connsiteX25" fmla="*/ 1442497 w 1530269"/>
              <a:gd name="connsiteY25" fmla="*/ 540475 h 594428"/>
              <a:gd name="connsiteX26" fmla="*/ 1442497 w 1530269"/>
              <a:gd name="connsiteY26" fmla="*/ 409632 h 594428"/>
              <a:gd name="connsiteX27" fmla="*/ 1407163 w 1530269"/>
              <a:gd name="connsiteY27" fmla="*/ 409632 h 594428"/>
              <a:gd name="connsiteX28" fmla="*/ 1407163 w 1530269"/>
              <a:gd name="connsiteY28" fmla="*/ 381997 h 594428"/>
              <a:gd name="connsiteX29" fmla="*/ 1444001 w 1530269"/>
              <a:gd name="connsiteY29" fmla="*/ 383690 h 594428"/>
              <a:gd name="connsiteX30" fmla="*/ 1444001 w 1530269"/>
              <a:gd name="connsiteY30" fmla="*/ 340639 h 594428"/>
              <a:gd name="connsiteX31" fmla="*/ 708187 w 1530269"/>
              <a:gd name="connsiteY31" fmla="*/ 326540 h 594428"/>
              <a:gd name="connsiteX32" fmla="*/ 708187 w 1530269"/>
              <a:gd name="connsiteY32" fmla="*/ 551378 h 594428"/>
              <a:gd name="connsiteX33" fmla="*/ 768142 w 1530269"/>
              <a:gd name="connsiteY33" fmla="*/ 551378 h 594428"/>
              <a:gd name="connsiteX34" fmla="*/ 865122 w 1530269"/>
              <a:gd name="connsiteY34" fmla="*/ 438959 h 594428"/>
              <a:gd name="connsiteX35" fmla="*/ 768142 w 1530269"/>
              <a:gd name="connsiteY35" fmla="*/ 326540 h 594428"/>
              <a:gd name="connsiteX36" fmla="*/ 1176176 w 1530269"/>
              <a:gd name="connsiteY36" fmla="*/ 292702 h 594428"/>
              <a:gd name="connsiteX37" fmla="*/ 1214705 w 1530269"/>
              <a:gd name="connsiteY37" fmla="*/ 292702 h 594428"/>
              <a:gd name="connsiteX38" fmla="*/ 1214705 w 1530269"/>
              <a:gd name="connsiteY38" fmla="*/ 586720 h 594428"/>
              <a:gd name="connsiteX39" fmla="*/ 1176176 w 1530269"/>
              <a:gd name="connsiteY39" fmla="*/ 586720 h 594428"/>
              <a:gd name="connsiteX40" fmla="*/ 0 w 1530269"/>
              <a:gd name="connsiteY40" fmla="*/ 292702 h 594428"/>
              <a:gd name="connsiteX41" fmla="*/ 264818 w 1530269"/>
              <a:gd name="connsiteY41" fmla="*/ 292702 h 594428"/>
              <a:gd name="connsiteX42" fmla="*/ 264818 w 1530269"/>
              <a:gd name="connsiteY42" fmla="*/ 349663 h 594428"/>
              <a:gd name="connsiteX43" fmla="*/ 174039 w 1530269"/>
              <a:gd name="connsiteY43" fmla="*/ 349663 h 594428"/>
              <a:gd name="connsiteX44" fmla="*/ 174039 w 1530269"/>
              <a:gd name="connsiteY44" fmla="*/ 586908 h 594428"/>
              <a:gd name="connsiteX45" fmla="*/ 92471 w 1530269"/>
              <a:gd name="connsiteY45" fmla="*/ 586908 h 594428"/>
              <a:gd name="connsiteX46" fmla="*/ 92471 w 1530269"/>
              <a:gd name="connsiteY46" fmla="*/ 349663 h 594428"/>
              <a:gd name="connsiteX47" fmla="*/ 0 w 1530269"/>
              <a:gd name="connsiteY47" fmla="*/ 349663 h 594428"/>
              <a:gd name="connsiteX48" fmla="*/ 503323 w 1530269"/>
              <a:gd name="connsiteY48" fmla="*/ 292514 h 594428"/>
              <a:gd name="connsiteX49" fmla="*/ 584893 w 1530269"/>
              <a:gd name="connsiteY49" fmla="*/ 292514 h 594428"/>
              <a:gd name="connsiteX50" fmla="*/ 584893 w 1530269"/>
              <a:gd name="connsiteY50" fmla="*/ 479001 h 594428"/>
              <a:gd name="connsiteX51" fmla="*/ 444872 w 1530269"/>
              <a:gd name="connsiteY51" fmla="*/ 592924 h 594428"/>
              <a:gd name="connsiteX52" fmla="*/ 304851 w 1530269"/>
              <a:gd name="connsiteY52" fmla="*/ 479001 h 594428"/>
              <a:gd name="connsiteX53" fmla="*/ 304851 w 1530269"/>
              <a:gd name="connsiteY53" fmla="*/ 292702 h 594428"/>
              <a:gd name="connsiteX54" fmla="*/ 386421 w 1530269"/>
              <a:gd name="connsiteY54" fmla="*/ 292702 h 594428"/>
              <a:gd name="connsiteX55" fmla="*/ 386421 w 1530269"/>
              <a:gd name="connsiteY55" fmla="*/ 474490 h 594428"/>
              <a:gd name="connsiteX56" fmla="*/ 444872 w 1530269"/>
              <a:gd name="connsiteY56" fmla="*/ 535963 h 594428"/>
              <a:gd name="connsiteX57" fmla="*/ 503323 w 1530269"/>
              <a:gd name="connsiteY57" fmla="*/ 474301 h 594428"/>
              <a:gd name="connsiteX58" fmla="*/ 666650 w 1530269"/>
              <a:gd name="connsiteY58" fmla="*/ 291386 h 594428"/>
              <a:gd name="connsiteX59" fmla="*/ 768329 w 1530269"/>
              <a:gd name="connsiteY59" fmla="*/ 291386 h 594428"/>
              <a:gd name="connsiteX60" fmla="*/ 906847 w 1530269"/>
              <a:gd name="connsiteY60" fmla="*/ 439148 h 594428"/>
              <a:gd name="connsiteX61" fmla="*/ 768329 w 1530269"/>
              <a:gd name="connsiteY61" fmla="*/ 586908 h 594428"/>
              <a:gd name="connsiteX62" fmla="*/ 666650 w 1530269"/>
              <a:gd name="connsiteY62" fmla="*/ 586908 h 594428"/>
              <a:gd name="connsiteX63" fmla="*/ 1363936 w 1530269"/>
              <a:gd name="connsiteY63" fmla="*/ 285183 h 594428"/>
              <a:gd name="connsiteX64" fmla="*/ 1391564 w 1530269"/>
              <a:gd name="connsiteY64" fmla="*/ 289883 h 594428"/>
              <a:gd name="connsiteX65" fmla="*/ 1391564 w 1530269"/>
              <a:gd name="connsiteY65" fmla="*/ 322218 h 594428"/>
              <a:gd name="connsiteX66" fmla="*/ 1371642 w 1530269"/>
              <a:gd name="connsiteY66" fmla="*/ 320714 h 594428"/>
              <a:gd name="connsiteX67" fmla="*/ 1337811 w 1530269"/>
              <a:gd name="connsiteY67" fmla="*/ 348349 h 594428"/>
              <a:gd name="connsiteX68" fmla="*/ 1337811 w 1530269"/>
              <a:gd name="connsiteY68" fmla="*/ 380682 h 594428"/>
              <a:gd name="connsiteX69" fmla="*/ 1385550 w 1530269"/>
              <a:gd name="connsiteY69" fmla="*/ 380682 h 594428"/>
              <a:gd name="connsiteX70" fmla="*/ 1385550 w 1530269"/>
              <a:gd name="connsiteY70" fmla="*/ 408318 h 594428"/>
              <a:gd name="connsiteX71" fmla="*/ 1337811 w 1530269"/>
              <a:gd name="connsiteY71" fmla="*/ 408318 h 594428"/>
              <a:gd name="connsiteX72" fmla="*/ 1337811 w 1530269"/>
              <a:gd name="connsiteY72" fmla="*/ 586909 h 594428"/>
              <a:gd name="connsiteX73" fmla="*/ 1299282 w 1530269"/>
              <a:gd name="connsiteY73" fmla="*/ 586909 h 594428"/>
              <a:gd name="connsiteX74" fmla="*/ 1299282 w 1530269"/>
              <a:gd name="connsiteY74" fmla="*/ 408318 h 594428"/>
              <a:gd name="connsiteX75" fmla="*/ 1259249 w 1530269"/>
              <a:gd name="connsiteY75" fmla="*/ 408318 h 594428"/>
              <a:gd name="connsiteX76" fmla="*/ 1259249 w 1530269"/>
              <a:gd name="connsiteY76" fmla="*/ 380682 h 594428"/>
              <a:gd name="connsiteX77" fmla="*/ 1299282 w 1530269"/>
              <a:gd name="connsiteY77" fmla="*/ 380682 h 594428"/>
              <a:gd name="connsiteX78" fmla="*/ 1299282 w 1530269"/>
              <a:gd name="connsiteY78" fmla="*/ 342144 h 594428"/>
              <a:gd name="connsiteX79" fmla="*/ 1363936 w 1530269"/>
              <a:gd name="connsiteY79" fmla="*/ 285183 h 594428"/>
              <a:gd name="connsiteX80" fmla="*/ 357289 w 1530269"/>
              <a:gd name="connsiteY80" fmla="*/ 0 h 594428"/>
              <a:gd name="connsiteX81" fmla="*/ 357289 w 1530269"/>
              <a:gd name="connsiteY81" fmla="*/ 15415 h 594428"/>
              <a:gd name="connsiteX82" fmla="*/ 247902 w 1530269"/>
              <a:gd name="connsiteY82" fmla="*/ 124826 h 594428"/>
              <a:gd name="connsiteX83" fmla="*/ 287935 w 1530269"/>
              <a:gd name="connsiteY83" fmla="*/ 149452 h 594428"/>
              <a:gd name="connsiteX84" fmla="*/ 318947 w 1530269"/>
              <a:gd name="connsiteY84" fmla="*/ 131030 h 594428"/>
              <a:gd name="connsiteX85" fmla="*/ 326653 w 1530269"/>
              <a:gd name="connsiteY85" fmla="*/ 126330 h 594428"/>
              <a:gd name="connsiteX86" fmla="*/ 326653 w 1530269"/>
              <a:gd name="connsiteY86" fmla="*/ 135541 h 594428"/>
              <a:gd name="connsiteX87" fmla="*/ 184940 w 1530269"/>
              <a:gd name="connsiteY87" fmla="*/ 274091 h 594428"/>
              <a:gd name="connsiteX88" fmla="*/ 174227 w 1530269"/>
              <a:gd name="connsiteY88" fmla="*/ 274091 h 594428"/>
              <a:gd name="connsiteX89" fmla="*/ 194150 w 1530269"/>
              <a:gd name="connsiteY89" fmla="*/ 261684 h 594428"/>
              <a:gd name="connsiteX90" fmla="*/ 234183 w 1530269"/>
              <a:gd name="connsiteY90" fmla="*/ 186299 h 594428"/>
              <a:gd name="connsiteX91" fmla="*/ 234183 w 1530269"/>
              <a:gd name="connsiteY91" fmla="*/ 173892 h 594428"/>
              <a:gd name="connsiteX92" fmla="*/ 227980 w 1530269"/>
              <a:gd name="connsiteY92" fmla="*/ 181600 h 594428"/>
              <a:gd name="connsiteX93" fmla="*/ 168025 w 1530269"/>
              <a:gd name="connsiteY93" fmla="*/ 194007 h 594428"/>
              <a:gd name="connsiteX94" fmla="*/ 200352 w 1530269"/>
              <a:gd name="connsiteY94" fmla="*/ 116930 h 594428"/>
              <a:gd name="connsiteX95" fmla="*/ 200352 w 1530269"/>
              <a:gd name="connsiteY95" fmla="*/ 109222 h 594428"/>
              <a:gd name="connsiteX96" fmla="*/ 191142 w 1530269"/>
              <a:gd name="connsiteY96" fmla="*/ 116930 h 594428"/>
              <a:gd name="connsiteX97" fmla="*/ 95665 w 1530269"/>
              <a:gd name="connsiteY97" fmla="*/ 235553 h 594428"/>
              <a:gd name="connsiteX98" fmla="*/ 92658 w 1530269"/>
              <a:gd name="connsiteY98" fmla="*/ 257172 h 594428"/>
              <a:gd name="connsiteX99" fmla="*/ 84952 w 1530269"/>
              <a:gd name="connsiteY99" fmla="*/ 235553 h 594428"/>
              <a:gd name="connsiteX100" fmla="*/ 192646 w 1530269"/>
              <a:gd name="connsiteY100" fmla="*/ 72376 h 594428"/>
              <a:gd name="connsiteX101" fmla="*/ 349583 w 1530269"/>
              <a:gd name="connsiteY101" fmla="*/ 10716 h 594428"/>
              <a:gd name="connsiteX102" fmla="*/ 357289 w 1530269"/>
              <a:gd name="connsiteY102" fmla="*/ 0 h 594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1530269" h="594428">
                <a:moveTo>
                  <a:pt x="1037471" y="403429"/>
                </a:moveTo>
                <a:cubicBezTo>
                  <a:pt x="1005144" y="403429"/>
                  <a:pt x="985222" y="432755"/>
                  <a:pt x="985222" y="465090"/>
                </a:cubicBezTo>
                <a:lnTo>
                  <a:pt x="1089721" y="465090"/>
                </a:lnTo>
                <a:cubicBezTo>
                  <a:pt x="1089721" y="429560"/>
                  <a:pt x="1074496" y="403429"/>
                  <a:pt x="1037471" y="403429"/>
                </a:cubicBezTo>
                <a:close/>
                <a:moveTo>
                  <a:pt x="1039163" y="375982"/>
                </a:moveTo>
                <a:cubicBezTo>
                  <a:pt x="1097614" y="375982"/>
                  <a:pt x="1129941" y="416025"/>
                  <a:pt x="1129941" y="472985"/>
                </a:cubicBezTo>
                <a:lnTo>
                  <a:pt x="1129941" y="491409"/>
                </a:lnTo>
                <a:lnTo>
                  <a:pt x="1129941" y="492913"/>
                </a:lnTo>
                <a:lnTo>
                  <a:pt x="983718" y="492913"/>
                </a:lnTo>
                <a:cubicBezTo>
                  <a:pt x="983718" y="529947"/>
                  <a:pt x="995934" y="565289"/>
                  <a:pt x="1035967" y="565289"/>
                </a:cubicBezTo>
                <a:cubicBezTo>
                  <a:pt x="1065287" y="565289"/>
                  <a:pt x="1080511" y="553070"/>
                  <a:pt x="1085210" y="523744"/>
                </a:cubicBezTo>
                <a:lnTo>
                  <a:pt x="1126746" y="523744"/>
                </a:lnTo>
                <a:cubicBezTo>
                  <a:pt x="1120731" y="569989"/>
                  <a:pt x="1085210" y="593112"/>
                  <a:pt x="1035967" y="593112"/>
                </a:cubicBezTo>
                <a:cubicBezTo>
                  <a:pt x="969809" y="593112"/>
                  <a:pt x="943685" y="547055"/>
                  <a:pt x="943685" y="486897"/>
                </a:cubicBezTo>
                <a:cubicBezTo>
                  <a:pt x="943685" y="426739"/>
                  <a:pt x="974508" y="375982"/>
                  <a:pt x="1039163" y="375982"/>
                </a:cubicBezTo>
                <a:close/>
                <a:moveTo>
                  <a:pt x="1482530" y="328232"/>
                </a:moveTo>
                <a:lnTo>
                  <a:pt x="1482530" y="383690"/>
                </a:lnTo>
                <a:lnTo>
                  <a:pt x="1530269" y="383690"/>
                </a:lnTo>
                <a:lnTo>
                  <a:pt x="1530269" y="411324"/>
                </a:lnTo>
                <a:lnTo>
                  <a:pt x="1482530" y="411324"/>
                </a:lnTo>
                <a:lnTo>
                  <a:pt x="1482530" y="543482"/>
                </a:lnTo>
                <a:cubicBezTo>
                  <a:pt x="1482530" y="557393"/>
                  <a:pt x="1493244" y="565101"/>
                  <a:pt x="1507152" y="565101"/>
                </a:cubicBezTo>
                <a:cubicBezTo>
                  <a:pt x="1513166" y="565101"/>
                  <a:pt x="1520872" y="563597"/>
                  <a:pt x="1527074" y="562093"/>
                </a:cubicBezTo>
                <a:lnTo>
                  <a:pt x="1527074" y="591420"/>
                </a:lnTo>
                <a:cubicBezTo>
                  <a:pt x="1517865" y="592924"/>
                  <a:pt x="1510158" y="594428"/>
                  <a:pt x="1500950" y="594428"/>
                </a:cubicBezTo>
                <a:cubicBezTo>
                  <a:pt x="1442497" y="594428"/>
                  <a:pt x="1442497" y="568109"/>
                  <a:pt x="1442497" y="540475"/>
                </a:cubicBezTo>
                <a:lnTo>
                  <a:pt x="1442497" y="409632"/>
                </a:lnTo>
                <a:lnTo>
                  <a:pt x="1407163" y="409632"/>
                </a:lnTo>
                <a:lnTo>
                  <a:pt x="1407163" y="381997"/>
                </a:lnTo>
                <a:lnTo>
                  <a:pt x="1444001" y="383690"/>
                </a:lnTo>
                <a:lnTo>
                  <a:pt x="1444001" y="340639"/>
                </a:lnTo>
                <a:close/>
                <a:moveTo>
                  <a:pt x="708187" y="326540"/>
                </a:moveTo>
                <a:cubicBezTo>
                  <a:pt x="708187" y="326540"/>
                  <a:pt x="708187" y="551378"/>
                  <a:pt x="708187" y="551378"/>
                </a:cubicBezTo>
                <a:lnTo>
                  <a:pt x="768142" y="551378"/>
                </a:lnTo>
                <a:cubicBezTo>
                  <a:pt x="837494" y="551378"/>
                  <a:pt x="865122" y="500621"/>
                  <a:pt x="865122" y="438959"/>
                </a:cubicBezTo>
                <a:cubicBezTo>
                  <a:pt x="865122" y="377298"/>
                  <a:pt x="835803" y="326540"/>
                  <a:pt x="768142" y="326540"/>
                </a:cubicBezTo>
                <a:close/>
                <a:moveTo>
                  <a:pt x="1176176" y="292702"/>
                </a:moveTo>
                <a:lnTo>
                  <a:pt x="1214705" y="292702"/>
                </a:lnTo>
                <a:lnTo>
                  <a:pt x="1214705" y="586720"/>
                </a:lnTo>
                <a:lnTo>
                  <a:pt x="1176176" y="586720"/>
                </a:lnTo>
                <a:close/>
                <a:moveTo>
                  <a:pt x="0" y="292702"/>
                </a:moveTo>
                <a:lnTo>
                  <a:pt x="264818" y="292702"/>
                </a:lnTo>
                <a:lnTo>
                  <a:pt x="264818" y="349663"/>
                </a:lnTo>
                <a:lnTo>
                  <a:pt x="174039" y="349663"/>
                </a:lnTo>
                <a:lnTo>
                  <a:pt x="174039" y="586908"/>
                </a:lnTo>
                <a:lnTo>
                  <a:pt x="92471" y="586908"/>
                </a:lnTo>
                <a:lnTo>
                  <a:pt x="92471" y="349663"/>
                </a:lnTo>
                <a:lnTo>
                  <a:pt x="0" y="349663"/>
                </a:lnTo>
                <a:close/>
                <a:moveTo>
                  <a:pt x="503323" y="292514"/>
                </a:moveTo>
                <a:lnTo>
                  <a:pt x="584893" y="292514"/>
                </a:lnTo>
                <a:lnTo>
                  <a:pt x="584893" y="479001"/>
                </a:lnTo>
                <a:cubicBezTo>
                  <a:pt x="583389" y="560589"/>
                  <a:pt x="518736" y="592924"/>
                  <a:pt x="444872" y="592924"/>
                </a:cubicBezTo>
                <a:cubicBezTo>
                  <a:pt x="371008" y="592924"/>
                  <a:pt x="304851" y="560589"/>
                  <a:pt x="304851" y="479001"/>
                </a:cubicBezTo>
                <a:lnTo>
                  <a:pt x="304851" y="292702"/>
                </a:lnTo>
                <a:lnTo>
                  <a:pt x="386421" y="292702"/>
                </a:lnTo>
                <a:lnTo>
                  <a:pt x="386421" y="474490"/>
                </a:lnTo>
                <a:cubicBezTo>
                  <a:pt x="384917" y="509832"/>
                  <a:pt x="406530" y="535963"/>
                  <a:pt x="444872" y="535963"/>
                </a:cubicBezTo>
                <a:cubicBezTo>
                  <a:pt x="483401" y="535963"/>
                  <a:pt x="503323" y="509832"/>
                  <a:pt x="503323" y="474301"/>
                </a:cubicBezTo>
                <a:close/>
                <a:moveTo>
                  <a:pt x="666650" y="291386"/>
                </a:moveTo>
                <a:lnTo>
                  <a:pt x="768329" y="291386"/>
                </a:lnTo>
                <a:cubicBezTo>
                  <a:pt x="892938" y="291386"/>
                  <a:pt x="906847" y="399105"/>
                  <a:pt x="906847" y="439148"/>
                </a:cubicBezTo>
                <a:cubicBezTo>
                  <a:pt x="906847" y="480693"/>
                  <a:pt x="894631" y="586908"/>
                  <a:pt x="768329" y="586908"/>
                </a:cubicBezTo>
                <a:lnTo>
                  <a:pt x="666650" y="586908"/>
                </a:lnTo>
                <a:close/>
                <a:moveTo>
                  <a:pt x="1363936" y="285183"/>
                </a:moveTo>
                <a:cubicBezTo>
                  <a:pt x="1373146" y="285183"/>
                  <a:pt x="1382355" y="288379"/>
                  <a:pt x="1391564" y="289883"/>
                </a:cubicBezTo>
                <a:lnTo>
                  <a:pt x="1391564" y="322218"/>
                </a:lnTo>
                <a:cubicBezTo>
                  <a:pt x="1384047" y="322218"/>
                  <a:pt x="1377844" y="320714"/>
                  <a:pt x="1371642" y="320714"/>
                </a:cubicBezTo>
                <a:cubicBezTo>
                  <a:pt x="1348525" y="320714"/>
                  <a:pt x="1337811" y="325226"/>
                  <a:pt x="1337811" y="348349"/>
                </a:cubicBezTo>
                <a:lnTo>
                  <a:pt x="1337811" y="380682"/>
                </a:lnTo>
                <a:lnTo>
                  <a:pt x="1385550" y="380682"/>
                </a:lnTo>
                <a:lnTo>
                  <a:pt x="1385550" y="408318"/>
                </a:lnTo>
                <a:lnTo>
                  <a:pt x="1337811" y="408318"/>
                </a:lnTo>
                <a:lnTo>
                  <a:pt x="1337811" y="586909"/>
                </a:lnTo>
                <a:lnTo>
                  <a:pt x="1299282" y="586909"/>
                </a:lnTo>
                <a:lnTo>
                  <a:pt x="1299282" y="408318"/>
                </a:lnTo>
                <a:lnTo>
                  <a:pt x="1259249" y="408318"/>
                </a:lnTo>
                <a:lnTo>
                  <a:pt x="1259249" y="380682"/>
                </a:lnTo>
                <a:lnTo>
                  <a:pt x="1299282" y="380682"/>
                </a:lnTo>
                <a:lnTo>
                  <a:pt x="1299282" y="342144"/>
                </a:lnTo>
                <a:cubicBezTo>
                  <a:pt x="1299282" y="303606"/>
                  <a:pt x="1326910" y="285183"/>
                  <a:pt x="1363936" y="285183"/>
                </a:cubicBezTo>
                <a:close/>
                <a:moveTo>
                  <a:pt x="357289" y="0"/>
                </a:moveTo>
                <a:cubicBezTo>
                  <a:pt x="360296" y="0"/>
                  <a:pt x="360296" y="6204"/>
                  <a:pt x="357289" y="15415"/>
                </a:cubicBezTo>
                <a:cubicBezTo>
                  <a:pt x="343380" y="50946"/>
                  <a:pt x="247902" y="84784"/>
                  <a:pt x="247902" y="124826"/>
                </a:cubicBezTo>
                <a:cubicBezTo>
                  <a:pt x="247902" y="150956"/>
                  <a:pt x="268013" y="155656"/>
                  <a:pt x="287935" y="149452"/>
                </a:cubicBezTo>
                <a:cubicBezTo>
                  <a:pt x="298649" y="144941"/>
                  <a:pt x="307859" y="138738"/>
                  <a:pt x="318947" y="131030"/>
                </a:cubicBezTo>
                <a:cubicBezTo>
                  <a:pt x="321955" y="127834"/>
                  <a:pt x="325150" y="124826"/>
                  <a:pt x="326653" y="126330"/>
                </a:cubicBezTo>
                <a:cubicBezTo>
                  <a:pt x="328157" y="127834"/>
                  <a:pt x="328157" y="132534"/>
                  <a:pt x="326653" y="135541"/>
                </a:cubicBezTo>
                <a:cubicBezTo>
                  <a:pt x="311241" y="189307"/>
                  <a:pt x="254293" y="269391"/>
                  <a:pt x="184940" y="274091"/>
                </a:cubicBezTo>
                <a:cubicBezTo>
                  <a:pt x="180430" y="275595"/>
                  <a:pt x="174227" y="275595"/>
                  <a:pt x="174227" y="274091"/>
                </a:cubicBezTo>
                <a:cubicBezTo>
                  <a:pt x="172535" y="269391"/>
                  <a:pt x="186444" y="267887"/>
                  <a:pt x="194150" y="261684"/>
                </a:cubicBezTo>
                <a:cubicBezTo>
                  <a:pt x="220274" y="241756"/>
                  <a:pt x="227980" y="221641"/>
                  <a:pt x="234183" y="186299"/>
                </a:cubicBezTo>
                <a:cubicBezTo>
                  <a:pt x="235686" y="180096"/>
                  <a:pt x="235686" y="173892"/>
                  <a:pt x="234183" y="173892"/>
                </a:cubicBezTo>
                <a:cubicBezTo>
                  <a:pt x="232679" y="172388"/>
                  <a:pt x="230988" y="176900"/>
                  <a:pt x="227980" y="181600"/>
                </a:cubicBezTo>
                <a:cubicBezTo>
                  <a:pt x="217268" y="201715"/>
                  <a:pt x="180430" y="224837"/>
                  <a:pt x="168025" y="194007"/>
                </a:cubicBezTo>
                <a:cubicBezTo>
                  <a:pt x="158815" y="170884"/>
                  <a:pt x="192646" y="149265"/>
                  <a:pt x="200352" y="116930"/>
                </a:cubicBezTo>
                <a:cubicBezTo>
                  <a:pt x="200352" y="112230"/>
                  <a:pt x="200352" y="110726"/>
                  <a:pt x="200352" y="109222"/>
                </a:cubicBezTo>
                <a:cubicBezTo>
                  <a:pt x="198848" y="106215"/>
                  <a:pt x="194150" y="112230"/>
                  <a:pt x="191142" y="116930"/>
                </a:cubicBezTo>
                <a:cubicBezTo>
                  <a:pt x="166521" y="156972"/>
                  <a:pt x="95665" y="173892"/>
                  <a:pt x="95665" y="235553"/>
                </a:cubicBezTo>
                <a:cubicBezTo>
                  <a:pt x="95665" y="247960"/>
                  <a:pt x="95665" y="257172"/>
                  <a:pt x="92658" y="257172"/>
                </a:cubicBezTo>
                <a:cubicBezTo>
                  <a:pt x="89651" y="257172"/>
                  <a:pt x="86456" y="240252"/>
                  <a:pt x="84952" y="235553"/>
                </a:cubicBezTo>
                <a:cubicBezTo>
                  <a:pt x="61835" y="134038"/>
                  <a:pt x="158815" y="87792"/>
                  <a:pt x="192646" y="72376"/>
                </a:cubicBezTo>
                <a:cubicBezTo>
                  <a:pt x="243392" y="50757"/>
                  <a:pt x="309550" y="50757"/>
                  <a:pt x="349583" y="10716"/>
                </a:cubicBezTo>
                <a:cubicBezTo>
                  <a:pt x="357289" y="4700"/>
                  <a:pt x="354281" y="0"/>
                  <a:pt x="357289" y="0"/>
                </a:cubicBezTo>
                <a:close/>
              </a:path>
            </a:pathLst>
          </a:custGeom>
          <a:solidFill>
            <a:schemeClr val="bg1"/>
          </a:solidFill>
        </p:spPr>
        <p:txBody>
          <a:bodyPr wrap="square">
            <a:noAutofit/>
          </a:bodyPr>
          <a:lstStyle>
            <a:lvl1pPr marL="0" indent="0">
              <a:buNone/>
              <a:defRPr sz="100">
                <a:solidFill>
                  <a:schemeClr val="tx2">
                    <a:alpha val="0"/>
                  </a:schemeClr>
                </a:solidFill>
              </a:defRPr>
            </a:lvl1pPr>
          </a:lstStyle>
          <a:p>
            <a:pPr lvl="0"/>
            <a:r>
              <a:rPr lang="en-GB" dirty="0"/>
              <a:t> </a:t>
            </a:r>
          </a:p>
        </p:txBody>
      </p:sp>
      <p:sp>
        <p:nvSpPr>
          <p:cNvPr id="4" name="Tijdelijke aanduiding voor tekst 3">
            <a:extLst>
              <a:ext uri="{FF2B5EF4-FFF2-40B4-BE49-F238E27FC236}">
                <a16:creationId xmlns:a16="http://schemas.microsoft.com/office/drawing/2014/main" id="{04122BC7-F646-7ABE-AEA6-34174E1E9FB8}"/>
              </a:ext>
            </a:extLst>
          </p:cNvPr>
          <p:cNvSpPr>
            <a:spLocks noGrp="1"/>
          </p:cNvSpPr>
          <p:nvPr>
            <p:ph type="body" sz="quarter" idx="10" hasCustomPrompt="1"/>
          </p:nvPr>
        </p:nvSpPr>
        <p:spPr>
          <a:xfrm>
            <a:off x="719138" y="3950387"/>
            <a:ext cx="10752137" cy="1333698"/>
          </a:xfrm>
        </p:spPr>
        <p:txBody>
          <a:bodyPr wrap="square" anchor="b" anchorCtr="0">
            <a:spAutoFit/>
          </a:bodyPr>
          <a:lstStyle>
            <a:lvl1pPr marL="0" indent="0" algn="r">
              <a:lnSpc>
                <a:spcPts val="5200"/>
              </a:lnSpc>
              <a:spcBef>
                <a:spcPts val="0"/>
              </a:spcBef>
              <a:spcAft>
                <a:spcPts val="0"/>
              </a:spcAft>
              <a:buNone/>
              <a:defRPr sz="4800" b="1" i="0">
                <a:solidFill>
                  <a:schemeClr val="bg1"/>
                </a:solidFill>
                <a:latin typeface="+mj-lt"/>
              </a:defRPr>
            </a:lvl1pPr>
            <a:lvl2pPr marL="0" indent="0" algn="r">
              <a:buNone/>
              <a:defRPr sz="4400" b="1" i="0">
                <a:solidFill>
                  <a:schemeClr val="bg1"/>
                </a:solidFill>
                <a:latin typeface="+mj-lt"/>
              </a:defRPr>
            </a:lvl2pPr>
            <a:lvl3pPr marL="0" indent="0" algn="r">
              <a:buFont typeface="Arial" panose="020B0604020202020204" pitchFamily="34" charset="0"/>
              <a:buNone/>
              <a:defRPr sz="4400" b="1" i="0">
                <a:solidFill>
                  <a:schemeClr val="bg1"/>
                </a:solidFill>
                <a:latin typeface="+mj-lt"/>
              </a:defRPr>
            </a:lvl3pPr>
            <a:lvl4pPr marL="0" indent="0" algn="r">
              <a:buFont typeface="Arial" panose="020B0604020202020204" pitchFamily="34" charset="0"/>
              <a:buNone/>
              <a:defRPr sz="4400" b="1" i="0">
                <a:solidFill>
                  <a:schemeClr val="bg1"/>
                </a:solidFill>
                <a:latin typeface="+mj-lt"/>
              </a:defRPr>
            </a:lvl4pPr>
            <a:lvl5pPr marL="0" indent="0" algn="r">
              <a:buFont typeface="Arial" panose="020B0604020202020204" pitchFamily="34" charset="0"/>
              <a:buNone/>
              <a:defRPr sz="4400" b="1" i="0">
                <a:solidFill>
                  <a:schemeClr val="bg1"/>
                </a:solidFill>
                <a:latin typeface="+mj-lt"/>
              </a:defRPr>
            </a:lvl5pPr>
            <a:lvl6pPr marL="0" indent="0" algn="r">
              <a:buFont typeface="Arial" panose="020B0604020202020204" pitchFamily="34" charset="0"/>
              <a:buNone/>
              <a:defRPr sz="4400" b="1" i="0">
                <a:solidFill>
                  <a:schemeClr val="bg1"/>
                </a:solidFill>
                <a:latin typeface="+mj-lt"/>
              </a:defRPr>
            </a:lvl6pPr>
            <a:lvl7pPr marL="0" indent="0" algn="r">
              <a:buFont typeface="Arial" panose="020B0604020202020204" pitchFamily="34" charset="0"/>
              <a:buNone/>
              <a:defRPr sz="4400" b="1" i="0">
                <a:solidFill>
                  <a:schemeClr val="bg1"/>
                </a:solidFill>
                <a:latin typeface="+mj-lt"/>
              </a:defRPr>
            </a:lvl7pPr>
            <a:lvl8pPr marL="0" indent="0" algn="r">
              <a:buFont typeface="Arial" panose="020B0604020202020204" pitchFamily="34" charset="0"/>
              <a:buNone/>
              <a:defRPr sz="4400" b="1" i="0">
                <a:solidFill>
                  <a:schemeClr val="bg1"/>
                </a:solidFill>
                <a:latin typeface="+mj-lt"/>
              </a:defRPr>
            </a:lvl8pPr>
            <a:lvl9pPr marL="0" indent="0" algn="r">
              <a:buFont typeface="Arial" panose="020B0604020202020204" pitchFamily="34" charset="0"/>
              <a:buNone/>
              <a:defRPr sz="4400" b="1" i="0">
                <a:solidFill>
                  <a:schemeClr val="bg1"/>
                </a:solidFill>
                <a:latin typeface="+mj-lt"/>
              </a:defRPr>
            </a:lvl9pPr>
          </a:lstStyle>
          <a:p>
            <a:pPr lvl="0"/>
            <a:r>
              <a:rPr lang="en-GB" noProof="0" dirty="0"/>
              <a:t>Title slide</a:t>
            </a:r>
            <a:br>
              <a:rPr lang="en-GB" noProof="0" dirty="0"/>
            </a:br>
            <a:r>
              <a:rPr lang="en-GB" noProof="0" dirty="0"/>
              <a:t>max. 2 lines</a:t>
            </a:r>
          </a:p>
        </p:txBody>
      </p:sp>
      <p:sp>
        <p:nvSpPr>
          <p:cNvPr id="6" name="Tijdelijke aanduiding voor tekst 5">
            <a:extLst>
              <a:ext uri="{FF2B5EF4-FFF2-40B4-BE49-F238E27FC236}">
                <a16:creationId xmlns:a16="http://schemas.microsoft.com/office/drawing/2014/main" id="{ACC0F79F-5B45-CF11-7FFE-D7A815731C32}"/>
              </a:ext>
            </a:extLst>
          </p:cNvPr>
          <p:cNvSpPr>
            <a:spLocks noGrp="1"/>
          </p:cNvSpPr>
          <p:nvPr>
            <p:ph type="body" sz="quarter" idx="11" hasCustomPrompt="1"/>
          </p:nvPr>
        </p:nvSpPr>
        <p:spPr>
          <a:xfrm>
            <a:off x="719137" y="5404234"/>
            <a:ext cx="10763113" cy="332399"/>
          </a:xfrm>
        </p:spPr>
        <p:txBody>
          <a:bodyPr>
            <a:spAutoFit/>
          </a:bodyPr>
          <a:lstStyle>
            <a:lvl1pPr marL="0" indent="0" algn="r">
              <a:buFont typeface="Arial" panose="020B0604020202020204" pitchFamily="34" charset="0"/>
              <a:buNone/>
              <a:defRPr sz="2400" b="0" i="0">
                <a:solidFill>
                  <a:schemeClr val="bg1"/>
                </a:solidFill>
                <a:latin typeface="+mn-lt"/>
              </a:defRPr>
            </a:lvl1pPr>
            <a:lvl2pPr marL="0" indent="0" algn="r">
              <a:buFont typeface="Arial" panose="020B0604020202020204" pitchFamily="34" charset="0"/>
              <a:buNone/>
              <a:defRPr sz="2400" b="0" i="0">
                <a:solidFill>
                  <a:schemeClr val="bg1"/>
                </a:solidFill>
                <a:latin typeface="+mn-lt"/>
              </a:defRPr>
            </a:lvl2pPr>
            <a:lvl3pPr marL="0" indent="0" algn="r">
              <a:buFont typeface="Arial" panose="020B0604020202020204" pitchFamily="34" charset="0"/>
              <a:buNone/>
              <a:defRPr sz="2400" b="0" i="0">
                <a:solidFill>
                  <a:schemeClr val="bg1"/>
                </a:solidFill>
                <a:latin typeface="+mn-lt"/>
              </a:defRPr>
            </a:lvl3pPr>
            <a:lvl4pPr marL="0" indent="0" algn="r">
              <a:buFont typeface="Arial" panose="020B0604020202020204" pitchFamily="34" charset="0"/>
              <a:buNone/>
              <a:defRPr sz="2400" b="0" i="0">
                <a:solidFill>
                  <a:schemeClr val="bg1"/>
                </a:solidFill>
                <a:latin typeface="+mn-lt"/>
              </a:defRPr>
            </a:lvl4pPr>
            <a:lvl5pPr marL="0" indent="0" algn="r">
              <a:buFont typeface="Arial" panose="020B0604020202020204" pitchFamily="34" charset="0"/>
              <a:buNone/>
              <a:defRPr sz="2400" b="0" i="0">
                <a:solidFill>
                  <a:schemeClr val="bg1"/>
                </a:solidFill>
                <a:latin typeface="+mn-lt"/>
              </a:defRPr>
            </a:lvl5pPr>
            <a:lvl6pPr marL="0" indent="0" algn="r">
              <a:buFont typeface="Arial" panose="020B0604020202020204" pitchFamily="34" charset="0"/>
              <a:buNone/>
              <a:defRPr sz="2400" b="0" i="0">
                <a:solidFill>
                  <a:schemeClr val="bg1"/>
                </a:solidFill>
                <a:latin typeface="+mn-lt"/>
              </a:defRPr>
            </a:lvl6pPr>
            <a:lvl7pPr marL="0" indent="0" algn="r">
              <a:buFont typeface="Arial" panose="020B0604020202020204" pitchFamily="34" charset="0"/>
              <a:buNone/>
              <a:defRPr sz="2400" b="0" i="0">
                <a:solidFill>
                  <a:schemeClr val="bg1"/>
                </a:solidFill>
                <a:latin typeface="+mn-lt"/>
              </a:defRPr>
            </a:lvl7pPr>
            <a:lvl8pPr marL="0" indent="0" algn="r">
              <a:buFont typeface="Arial" panose="020B0604020202020204" pitchFamily="34" charset="0"/>
              <a:buNone/>
              <a:defRPr sz="2400" b="0" i="0">
                <a:solidFill>
                  <a:schemeClr val="bg1"/>
                </a:solidFill>
                <a:latin typeface="+mn-lt"/>
              </a:defRPr>
            </a:lvl8pPr>
            <a:lvl9pPr marL="0" indent="0" algn="r">
              <a:buFont typeface="Arial" panose="020B0604020202020204" pitchFamily="34" charset="0"/>
              <a:buNone/>
              <a:defRPr sz="2400" b="0" i="0">
                <a:solidFill>
                  <a:schemeClr val="bg1"/>
                </a:solidFill>
                <a:latin typeface="+mn-lt"/>
              </a:defRPr>
            </a:lvl9pPr>
          </a:lstStyle>
          <a:p>
            <a:pPr lvl="0"/>
            <a:r>
              <a:rPr lang="en-GB" noProof="0" dirty="0"/>
              <a:t>Subtitle | Name speaker</a:t>
            </a:r>
          </a:p>
        </p:txBody>
      </p:sp>
      <p:sp>
        <p:nvSpPr>
          <p:cNvPr id="17" name="Tijdelijke aanduiding voor datum 16">
            <a:extLst>
              <a:ext uri="{FF2B5EF4-FFF2-40B4-BE49-F238E27FC236}">
                <a16:creationId xmlns:a16="http://schemas.microsoft.com/office/drawing/2014/main" id="{599862F7-F626-8DED-B1FF-873CD0CF69ED}"/>
              </a:ext>
            </a:extLst>
          </p:cNvPr>
          <p:cNvSpPr>
            <a:spLocks noGrp="1" noRot="1" noMove="1" noResize="1" noEditPoints="1" noAdjustHandles="1" noChangeArrowheads="1" noChangeShapeType="1"/>
          </p:cNvSpPr>
          <p:nvPr>
            <p:ph type="dt" sz="half" idx="12"/>
          </p:nvPr>
        </p:nvSpPr>
        <p:spPr>
          <a:xfrm>
            <a:off x="10773968" y="5813671"/>
            <a:ext cx="697307" cy="184666"/>
          </a:xfrm>
        </p:spPr>
        <p:txBody>
          <a:bodyPr/>
          <a:lstStyle>
            <a:lvl1pPr>
              <a:defRPr sz="1200">
                <a:solidFill>
                  <a:schemeClr val="bg1"/>
                </a:solidFill>
              </a:defRPr>
            </a:lvl1pPr>
          </a:lstStyle>
          <a:p>
            <a:r>
              <a:rPr lang="LID4096"/>
              <a:t>08/30/2024</a:t>
            </a:r>
            <a:endParaRPr lang="en-GB" dirty="0"/>
          </a:p>
        </p:txBody>
      </p:sp>
      <p:grpSp>
        <p:nvGrpSpPr>
          <p:cNvPr id="3" name="INSTRUCTION">
            <a:extLst>
              <a:ext uri="{FF2B5EF4-FFF2-40B4-BE49-F238E27FC236}">
                <a16:creationId xmlns:a16="http://schemas.microsoft.com/office/drawing/2014/main" id="{EECAB3B4-F35E-4D76-EA02-3E3649BBBFB6}"/>
              </a:ext>
            </a:extLst>
          </p:cNvPr>
          <p:cNvGrpSpPr/>
          <p:nvPr userDrawn="1"/>
        </p:nvGrpSpPr>
        <p:grpSpPr>
          <a:xfrm>
            <a:off x="12377595" y="-1"/>
            <a:ext cx="3693386" cy="6640349"/>
            <a:chOff x="-3786165" y="-1"/>
            <a:chExt cx="3693386" cy="6640349"/>
          </a:xfrm>
        </p:grpSpPr>
        <p:sp>
          <p:nvSpPr>
            <p:cNvPr id="7" name="Rechthoek 6">
              <a:extLst>
                <a:ext uri="{FF2B5EF4-FFF2-40B4-BE49-F238E27FC236}">
                  <a16:creationId xmlns:a16="http://schemas.microsoft.com/office/drawing/2014/main" id="{BEEDD29A-610A-2273-DABA-FB9222A95C16}"/>
                </a:ext>
              </a:extLst>
            </p:cNvPr>
            <p:cNvSpPr/>
            <p:nvPr userDrawn="1"/>
          </p:nvSpPr>
          <p:spPr>
            <a:xfrm>
              <a:off x="-3786165" y="-1"/>
              <a:ext cx="3593091" cy="5991727"/>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Insert/edit an image</a:t>
              </a:r>
            </a:p>
          </p:txBody>
        </p:sp>
        <p:sp>
          <p:nvSpPr>
            <p:cNvPr id="8" name="Ovaal 7">
              <a:extLst>
                <a:ext uri="{FF2B5EF4-FFF2-40B4-BE49-F238E27FC236}">
                  <a16:creationId xmlns:a16="http://schemas.microsoft.com/office/drawing/2014/main" id="{983C36C1-CB1D-CA25-3A0B-2A93FFC1400F}"/>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9" name="Rechthoek 8">
              <a:extLst>
                <a:ext uri="{FF2B5EF4-FFF2-40B4-BE49-F238E27FC236}">
                  <a16:creationId xmlns:a16="http://schemas.microsoft.com/office/drawing/2014/main" id="{5B807AA7-4FEF-2FA2-8244-CCF559CE17B4}"/>
                </a:ext>
              </a:extLst>
            </p:cNvPr>
            <p:cNvSpPr/>
            <p:nvPr userDrawn="1"/>
          </p:nvSpPr>
          <p:spPr>
            <a:xfrm>
              <a:off x="-3319415" y="465324"/>
              <a:ext cx="2962706" cy="668152"/>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If necessary, delete the existing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by using the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key’</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Select the placeholder,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1" i="0" u="none" strike="noStrike" kern="0" cap="none" spc="0" normalizeH="0" baseline="0" noProof="0" dirty="0" err="1">
                  <a:ln>
                    <a:noFill/>
                  </a:ln>
                  <a:solidFill>
                    <a:srgbClr val="000000"/>
                  </a:solidFill>
                  <a:effectLst/>
                  <a:uLnTx/>
                  <a:uFillTx/>
                  <a:latin typeface="Calibri" panose="020F0502020204030204" pitchFamily="34" charset="0"/>
                  <a:ea typeface="+mn-ea"/>
                  <a:cs typeface="Calibri" panose="020F0502020204030204" pitchFamily="34" charset="0"/>
                </a:rPr>
                <a:t>Slidebuilder</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 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‘Images’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endPar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10" name="Ovaal 9">
              <a:extLst>
                <a:ext uri="{FF2B5EF4-FFF2-40B4-BE49-F238E27FC236}">
                  <a16:creationId xmlns:a16="http://schemas.microsoft.com/office/drawing/2014/main" id="{BD25B71F-B7E0-A828-1605-117F45FD6871}"/>
                </a:ext>
              </a:extLst>
            </p:cNvPr>
            <p:cNvSpPr/>
            <p:nvPr userDrawn="1"/>
          </p:nvSpPr>
          <p:spPr>
            <a:xfrm>
              <a:off x="-3603587" y="2633935"/>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11" name="Rechthoek 10">
              <a:extLst>
                <a:ext uri="{FF2B5EF4-FFF2-40B4-BE49-F238E27FC236}">
                  <a16:creationId xmlns:a16="http://schemas.microsoft.com/office/drawing/2014/main" id="{F74D02B5-3EDD-BCCC-85E3-F8F9D83A419B}"/>
                </a:ext>
              </a:extLst>
            </p:cNvPr>
            <p:cNvSpPr/>
            <p:nvPr userDrawn="1"/>
          </p:nvSpPr>
          <p:spPr>
            <a:xfrm>
              <a:off x="-3319416" y="2633936"/>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Click with the right mouse button on the thumbnail display of the slide on the left side </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of the screen and choose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‘Reset slide’</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12" name="Ovaal 11">
              <a:extLst>
                <a:ext uri="{FF2B5EF4-FFF2-40B4-BE49-F238E27FC236}">
                  <a16:creationId xmlns:a16="http://schemas.microsoft.com/office/drawing/2014/main" id="{FF7C3A32-4E04-3F4B-2255-58425429A0BB}"/>
                </a:ext>
              </a:extLst>
            </p:cNvPr>
            <p:cNvSpPr/>
            <p:nvPr userDrawn="1"/>
          </p:nvSpPr>
          <p:spPr>
            <a:xfrm>
              <a:off x="-3603587" y="4226365"/>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13" name="Rechthoek 12">
              <a:extLst>
                <a:ext uri="{FF2B5EF4-FFF2-40B4-BE49-F238E27FC236}">
                  <a16:creationId xmlns:a16="http://schemas.microsoft.com/office/drawing/2014/main" id="{096E48C5-FCBE-F9B5-DB3F-2B3794E4200B}"/>
                </a:ext>
              </a:extLst>
            </p:cNvPr>
            <p:cNvSpPr/>
            <p:nvPr userDrawn="1"/>
          </p:nvSpPr>
          <p:spPr>
            <a:xfrm>
              <a:off x="-3319416" y="4226366"/>
              <a:ext cx="2944683" cy="820954"/>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To scale or drag the image,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‘Picture Tools - Format’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‘Crop’</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Scale the image itself with</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spheres and scale the image frame with the brackets.</a:t>
              </a:r>
            </a:p>
          </p:txBody>
        </p:sp>
        <p:sp>
          <p:nvSpPr>
            <p:cNvPr id="14" name="Rechthoek 13">
              <a:extLst>
                <a:ext uri="{FF2B5EF4-FFF2-40B4-BE49-F238E27FC236}">
                  <a16:creationId xmlns:a16="http://schemas.microsoft.com/office/drawing/2014/main" id="{1D59F427-0491-2FF6-C975-47AA945B3F4C}"/>
                </a:ext>
              </a:extLst>
            </p:cNvPr>
            <p:cNvSpPr/>
            <p:nvPr userDrawn="1"/>
          </p:nvSpPr>
          <p:spPr>
            <a:xfrm>
              <a:off x="-3316836" y="3200265"/>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en-GB" sz="1000" b="0" i="1" noProof="0" dirty="0">
                <a:solidFill>
                  <a:srgbClr val="211F26"/>
                </a:solidFill>
                <a:latin typeface="Calibri" panose="020F0502020204030204" pitchFamily="34" charset="0"/>
                <a:cs typeface="Calibri" panose="020F0502020204030204" pitchFamily="34" charset="0"/>
              </a:endParaRPr>
            </a:p>
          </p:txBody>
        </p:sp>
        <p:grpSp>
          <p:nvGrpSpPr>
            <p:cNvPr id="15" name="Groep 14">
              <a:extLst>
                <a:ext uri="{FF2B5EF4-FFF2-40B4-BE49-F238E27FC236}">
                  <a16:creationId xmlns:a16="http://schemas.microsoft.com/office/drawing/2014/main" id="{B62651C2-FFE8-C32B-F6A6-10FD8545AB71}"/>
                </a:ext>
              </a:extLst>
            </p:cNvPr>
            <p:cNvGrpSpPr/>
            <p:nvPr userDrawn="1"/>
          </p:nvGrpSpPr>
          <p:grpSpPr>
            <a:xfrm>
              <a:off x="-2485819" y="3479783"/>
              <a:ext cx="1222990" cy="563933"/>
              <a:chOff x="-2485819" y="3399207"/>
              <a:chExt cx="1222990" cy="563933"/>
            </a:xfrm>
          </p:grpSpPr>
          <p:sp>
            <p:nvSpPr>
              <p:cNvPr id="58" name="Rechthoek 57">
                <a:extLst>
                  <a:ext uri="{FF2B5EF4-FFF2-40B4-BE49-F238E27FC236}">
                    <a16:creationId xmlns:a16="http://schemas.microsoft.com/office/drawing/2014/main" id="{0828F416-7653-F035-68A7-C756998CCC35}"/>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59" name="Rechthoek 58">
                <a:extLst>
                  <a:ext uri="{FF2B5EF4-FFF2-40B4-BE49-F238E27FC236}">
                    <a16:creationId xmlns:a16="http://schemas.microsoft.com/office/drawing/2014/main" id="{A626F59F-1EC5-5F5C-20A9-1F1F000D8FA5}"/>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nvGrpSpPr>
              <p:cNvPr id="60" name="Groep 59">
                <a:extLst>
                  <a:ext uri="{FF2B5EF4-FFF2-40B4-BE49-F238E27FC236}">
                    <a16:creationId xmlns:a16="http://schemas.microsoft.com/office/drawing/2014/main" id="{446B6E35-FC26-962A-39C5-80CD8D3C6E7C}"/>
                  </a:ext>
                </a:extLst>
              </p:cNvPr>
              <p:cNvGrpSpPr/>
              <p:nvPr userDrawn="1"/>
            </p:nvGrpSpPr>
            <p:grpSpPr>
              <a:xfrm>
                <a:off x="-2403869" y="3460544"/>
                <a:ext cx="155951" cy="131922"/>
                <a:chOff x="12968836" y="3354170"/>
                <a:chExt cx="404806" cy="342433"/>
              </a:xfrm>
            </p:grpSpPr>
            <p:sp>
              <p:nvSpPr>
                <p:cNvPr id="73" name="Rechthoek: afgeronde hoeken 72">
                  <a:extLst>
                    <a:ext uri="{FF2B5EF4-FFF2-40B4-BE49-F238E27FC236}">
                      <a16:creationId xmlns:a16="http://schemas.microsoft.com/office/drawing/2014/main" id="{ACB7A385-B183-4326-1A00-0AD7A41B1A5C}"/>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74" name="Rechthoek 73">
                  <a:extLst>
                    <a:ext uri="{FF2B5EF4-FFF2-40B4-BE49-F238E27FC236}">
                      <a16:creationId xmlns:a16="http://schemas.microsoft.com/office/drawing/2014/main" id="{D16D9054-FD2E-DC72-A214-434738C9D725}"/>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75" name="Rechthoek 74">
                  <a:extLst>
                    <a:ext uri="{FF2B5EF4-FFF2-40B4-BE49-F238E27FC236}">
                      <a16:creationId xmlns:a16="http://schemas.microsoft.com/office/drawing/2014/main" id="{9092F5D3-6F6F-4F0B-07B6-60C016D73ACB}"/>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76" name="Rechthoek 75">
                  <a:extLst>
                    <a:ext uri="{FF2B5EF4-FFF2-40B4-BE49-F238E27FC236}">
                      <a16:creationId xmlns:a16="http://schemas.microsoft.com/office/drawing/2014/main" id="{2272072D-8ACD-BC7F-D64E-5E9D4085A122}"/>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77" name="Rechthoek 76">
                  <a:extLst>
                    <a:ext uri="{FF2B5EF4-FFF2-40B4-BE49-F238E27FC236}">
                      <a16:creationId xmlns:a16="http://schemas.microsoft.com/office/drawing/2014/main" id="{5B4AA6B3-50E1-6F76-4492-5AAEA7B1736A}"/>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78" name="Rechthoek 77">
                  <a:extLst>
                    <a:ext uri="{FF2B5EF4-FFF2-40B4-BE49-F238E27FC236}">
                      <a16:creationId xmlns:a16="http://schemas.microsoft.com/office/drawing/2014/main" id="{9194345A-B2FF-21F4-4DAF-8ADB5D4CA3D4}"/>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61" name="Groep 60">
                <a:extLst>
                  <a:ext uri="{FF2B5EF4-FFF2-40B4-BE49-F238E27FC236}">
                    <a16:creationId xmlns:a16="http://schemas.microsoft.com/office/drawing/2014/main" id="{41454D04-373D-063D-B7A5-EF14C41832E8}"/>
                  </a:ext>
                </a:extLst>
              </p:cNvPr>
              <p:cNvGrpSpPr/>
              <p:nvPr userDrawn="1"/>
            </p:nvGrpSpPr>
            <p:grpSpPr>
              <a:xfrm>
                <a:off x="-2423424" y="3690208"/>
                <a:ext cx="166739" cy="218963"/>
                <a:chOff x="12940828" y="3950597"/>
                <a:chExt cx="432813" cy="568367"/>
              </a:xfrm>
            </p:grpSpPr>
            <p:grpSp>
              <p:nvGrpSpPr>
                <p:cNvPr id="65" name="Groep 64">
                  <a:extLst>
                    <a:ext uri="{FF2B5EF4-FFF2-40B4-BE49-F238E27FC236}">
                      <a16:creationId xmlns:a16="http://schemas.microsoft.com/office/drawing/2014/main" id="{5393BBEA-7B06-BCD5-125C-3ED85CBA5EC4}"/>
                    </a:ext>
                  </a:extLst>
                </p:cNvPr>
                <p:cNvGrpSpPr/>
                <p:nvPr userDrawn="1"/>
              </p:nvGrpSpPr>
              <p:grpSpPr>
                <a:xfrm>
                  <a:off x="13000382" y="4006891"/>
                  <a:ext cx="373259" cy="315747"/>
                  <a:chOff x="12968836" y="3354170"/>
                  <a:chExt cx="404806" cy="342433"/>
                </a:xfrm>
              </p:grpSpPr>
              <p:sp>
                <p:nvSpPr>
                  <p:cNvPr id="67" name="Rechthoek: afgeronde hoeken 66">
                    <a:extLst>
                      <a:ext uri="{FF2B5EF4-FFF2-40B4-BE49-F238E27FC236}">
                        <a16:creationId xmlns:a16="http://schemas.microsoft.com/office/drawing/2014/main" id="{047D567A-7529-80C9-DADB-659330259DED}"/>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68" name="Rechthoek 67">
                    <a:extLst>
                      <a:ext uri="{FF2B5EF4-FFF2-40B4-BE49-F238E27FC236}">
                        <a16:creationId xmlns:a16="http://schemas.microsoft.com/office/drawing/2014/main" id="{A474F870-9198-7DDF-B53A-2C5624A7CB84}"/>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69" name="Rechthoek 68">
                    <a:extLst>
                      <a:ext uri="{FF2B5EF4-FFF2-40B4-BE49-F238E27FC236}">
                        <a16:creationId xmlns:a16="http://schemas.microsoft.com/office/drawing/2014/main" id="{57133A41-0DA3-EC0D-DD40-EA42F5D51189}"/>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70" name="Rechthoek 69">
                    <a:extLst>
                      <a:ext uri="{FF2B5EF4-FFF2-40B4-BE49-F238E27FC236}">
                        <a16:creationId xmlns:a16="http://schemas.microsoft.com/office/drawing/2014/main" id="{D1537C7F-4F62-6596-6094-8A741A035A87}"/>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71" name="Rechthoek 70">
                    <a:extLst>
                      <a:ext uri="{FF2B5EF4-FFF2-40B4-BE49-F238E27FC236}">
                        <a16:creationId xmlns:a16="http://schemas.microsoft.com/office/drawing/2014/main" id="{8306CC10-0569-FF10-1F54-4E13C05BDA2C}"/>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72" name="Rechthoek 71">
                    <a:extLst>
                      <a:ext uri="{FF2B5EF4-FFF2-40B4-BE49-F238E27FC236}">
                        <a16:creationId xmlns:a16="http://schemas.microsoft.com/office/drawing/2014/main" id="{C2AF62CB-396C-4F68-D150-DBDA05B2F463}"/>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sp>
              <p:nvSpPr>
                <p:cNvPr id="66" name="Boog 65">
                  <a:extLst>
                    <a:ext uri="{FF2B5EF4-FFF2-40B4-BE49-F238E27FC236}">
                      <a16:creationId xmlns:a16="http://schemas.microsoft.com/office/drawing/2014/main" id="{50FEC18C-99B6-19EA-F922-F2F69EFCBA6C}"/>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en-GB" sz="2400" noProof="0" dirty="0">
                    <a:solidFill>
                      <a:srgbClr val="211F26"/>
                    </a:solidFill>
                    <a:latin typeface="Calibri" panose="020F0502020204030204" pitchFamily="34" charset="0"/>
                    <a:cs typeface="Calibri" panose="020F0502020204030204" pitchFamily="34" charset="0"/>
                  </a:endParaRPr>
                </a:p>
              </p:txBody>
            </p:sp>
          </p:grpSp>
          <p:sp>
            <p:nvSpPr>
              <p:cNvPr id="62" name="Tekstvak 61">
                <a:extLst>
                  <a:ext uri="{FF2B5EF4-FFF2-40B4-BE49-F238E27FC236}">
                    <a16:creationId xmlns:a16="http://schemas.microsoft.com/office/drawing/2014/main" id="{EF5B8D53-A898-21DA-48DB-6ABC477D0EF5}"/>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Layout</a:t>
                </a:r>
              </a:p>
            </p:txBody>
          </p:sp>
          <p:sp>
            <p:nvSpPr>
              <p:cNvPr id="63" name="Tekstvak 62">
                <a:extLst>
                  <a:ext uri="{FF2B5EF4-FFF2-40B4-BE49-F238E27FC236}">
                    <a16:creationId xmlns:a16="http://schemas.microsoft.com/office/drawing/2014/main" id="{1C1693CC-39B8-BB97-B642-545DAD343B29}"/>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Reset slide</a:t>
                </a:r>
              </a:p>
            </p:txBody>
          </p:sp>
          <p:sp>
            <p:nvSpPr>
              <p:cNvPr id="64" name="Vrije vorm: vorm 63">
                <a:extLst>
                  <a:ext uri="{FF2B5EF4-FFF2-40B4-BE49-F238E27FC236}">
                    <a16:creationId xmlns:a16="http://schemas.microsoft.com/office/drawing/2014/main" id="{845D85AC-8785-920C-1D0D-FAA88957B315}"/>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grpSp>
        <p:grpSp>
          <p:nvGrpSpPr>
            <p:cNvPr id="16" name="Groep 15">
              <a:extLst>
                <a:ext uri="{FF2B5EF4-FFF2-40B4-BE49-F238E27FC236}">
                  <a16:creationId xmlns:a16="http://schemas.microsoft.com/office/drawing/2014/main" id="{E1BEDA66-B84A-32F7-D17D-150E73E65458}"/>
                </a:ext>
              </a:extLst>
            </p:cNvPr>
            <p:cNvGrpSpPr/>
            <p:nvPr userDrawn="1"/>
          </p:nvGrpSpPr>
          <p:grpSpPr>
            <a:xfrm>
              <a:off x="-3786165" y="5680652"/>
              <a:ext cx="3693386" cy="959696"/>
              <a:chOff x="-3786437" y="6163468"/>
              <a:chExt cx="3693386" cy="959696"/>
            </a:xfrm>
          </p:grpSpPr>
          <p:sp>
            <p:nvSpPr>
              <p:cNvPr id="48" name="Rechthoek 47">
                <a:extLst>
                  <a:ext uri="{FF2B5EF4-FFF2-40B4-BE49-F238E27FC236}">
                    <a16:creationId xmlns:a16="http://schemas.microsoft.com/office/drawing/2014/main" id="{A9BFE784-1FA0-37D6-D115-25324CB88520}"/>
                  </a:ext>
                </a:extLst>
              </p:cNvPr>
              <p:cNvSpPr/>
              <p:nvPr userDrawn="1"/>
            </p:nvSpPr>
            <p:spPr>
              <a:xfrm>
                <a:off x="-3786437" y="6295164"/>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grpSp>
            <p:nvGrpSpPr>
              <p:cNvPr id="49" name="ICOON_info">
                <a:extLst>
                  <a:ext uri="{FF2B5EF4-FFF2-40B4-BE49-F238E27FC236}">
                    <a16:creationId xmlns:a16="http://schemas.microsoft.com/office/drawing/2014/main" id="{45F7DA76-D338-637A-1DEA-4A59A9D2F7FC}"/>
                  </a:ext>
                </a:extLst>
              </p:cNvPr>
              <p:cNvGrpSpPr/>
              <p:nvPr userDrawn="1"/>
            </p:nvGrpSpPr>
            <p:grpSpPr>
              <a:xfrm>
                <a:off x="-376736" y="6163468"/>
                <a:ext cx="283685" cy="283685"/>
                <a:chOff x="-510741" y="5913713"/>
                <a:chExt cx="267555" cy="267555"/>
              </a:xfrm>
            </p:grpSpPr>
            <p:sp>
              <p:nvSpPr>
                <p:cNvPr id="56" name="Ovaal 55">
                  <a:extLst>
                    <a:ext uri="{FF2B5EF4-FFF2-40B4-BE49-F238E27FC236}">
                      <a16:creationId xmlns:a16="http://schemas.microsoft.com/office/drawing/2014/main" id="{2DDC58D2-1A9E-2038-03B5-91302939A0EB}"/>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57" name="Graphic 163" descr="Informatie">
                  <a:extLst>
                    <a:ext uri="{FF2B5EF4-FFF2-40B4-BE49-F238E27FC236}">
                      <a16:creationId xmlns:a16="http://schemas.microsoft.com/office/drawing/2014/main" id="{0F0F0F4E-5D43-F573-5437-B47B11FD2B17}"/>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50" name="Groep 49">
                <a:extLst>
                  <a:ext uri="{FF2B5EF4-FFF2-40B4-BE49-F238E27FC236}">
                    <a16:creationId xmlns:a16="http://schemas.microsoft.com/office/drawing/2014/main" id="{30D88811-F4D7-89E0-2892-AC45C45D7773}"/>
                  </a:ext>
                </a:extLst>
              </p:cNvPr>
              <p:cNvGrpSpPr/>
              <p:nvPr userDrawn="1"/>
            </p:nvGrpSpPr>
            <p:grpSpPr>
              <a:xfrm>
                <a:off x="-938434" y="6420818"/>
                <a:ext cx="627798" cy="576693"/>
                <a:chOff x="-938434" y="4570310"/>
                <a:chExt cx="627798" cy="576693"/>
              </a:xfrm>
            </p:grpSpPr>
            <p:grpSp>
              <p:nvGrpSpPr>
                <p:cNvPr id="51" name="Inspireren">
                  <a:extLst>
                    <a:ext uri="{FF2B5EF4-FFF2-40B4-BE49-F238E27FC236}">
                      <a16:creationId xmlns:a16="http://schemas.microsoft.com/office/drawing/2014/main" id="{9B19547D-AD50-F756-C53A-A723E8144CCC}"/>
                    </a:ext>
                  </a:extLst>
                </p:cNvPr>
                <p:cNvGrpSpPr>
                  <a:grpSpLocks noChangeAspect="1"/>
                </p:cNvGrpSpPr>
                <p:nvPr userDrawn="1"/>
              </p:nvGrpSpPr>
              <p:grpSpPr bwMode="auto">
                <a:xfrm>
                  <a:off x="-716116" y="4570310"/>
                  <a:ext cx="169778" cy="242385"/>
                  <a:chOff x="4768" y="2783"/>
                  <a:chExt cx="788" cy="1125"/>
                </a:xfrm>
                <a:gradFill>
                  <a:gsLst>
                    <a:gs pos="0">
                      <a:srgbClr val="9D9FA1"/>
                    </a:gs>
                    <a:gs pos="70000">
                      <a:srgbClr val="211F26"/>
                    </a:gs>
                  </a:gsLst>
                  <a:lin ang="2700000" scaled="0"/>
                </a:gradFill>
              </p:grpSpPr>
              <p:sp>
                <p:nvSpPr>
                  <p:cNvPr id="53" name="Freeform 12">
                    <a:extLst>
                      <a:ext uri="{FF2B5EF4-FFF2-40B4-BE49-F238E27FC236}">
                        <a16:creationId xmlns:a16="http://schemas.microsoft.com/office/drawing/2014/main" id="{009A88EB-079D-2AA1-7463-C48ED515CF97}"/>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54" name="Freeform 13">
                    <a:extLst>
                      <a:ext uri="{FF2B5EF4-FFF2-40B4-BE49-F238E27FC236}">
                        <a16:creationId xmlns:a16="http://schemas.microsoft.com/office/drawing/2014/main" id="{037FDBCA-6B91-4A43-7157-1C0F4D61AEBD}"/>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55" name="Freeform 14">
                    <a:extLst>
                      <a:ext uri="{FF2B5EF4-FFF2-40B4-BE49-F238E27FC236}">
                        <a16:creationId xmlns:a16="http://schemas.microsoft.com/office/drawing/2014/main" id="{368AB926-9121-77FC-0FF2-0360D97A2E5B}"/>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52" name="Tekstvak 51">
                  <a:extLst>
                    <a:ext uri="{FF2B5EF4-FFF2-40B4-BE49-F238E27FC236}">
                      <a16:creationId xmlns:a16="http://schemas.microsoft.com/office/drawing/2014/main" id="{648FCBC3-C6A4-CB28-0048-29892B3C4DAF}"/>
                    </a:ext>
                  </a:extLst>
                </p:cNvPr>
                <p:cNvSpPr txBox="1"/>
                <p:nvPr userDrawn="1"/>
              </p:nvSpPr>
              <p:spPr>
                <a:xfrm>
                  <a:off x="-938434" y="4824764"/>
                  <a:ext cx="627798" cy="32223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grpSp>
        <p:grpSp>
          <p:nvGrpSpPr>
            <p:cNvPr id="18" name="Groep 17">
              <a:extLst>
                <a:ext uri="{FF2B5EF4-FFF2-40B4-BE49-F238E27FC236}">
                  <a16:creationId xmlns:a16="http://schemas.microsoft.com/office/drawing/2014/main" id="{522A3677-3328-22AE-FCDC-08A6DB1FDB9E}"/>
                </a:ext>
              </a:extLst>
            </p:cNvPr>
            <p:cNvGrpSpPr/>
            <p:nvPr userDrawn="1"/>
          </p:nvGrpSpPr>
          <p:grpSpPr>
            <a:xfrm>
              <a:off x="-3426806" y="5129582"/>
              <a:ext cx="514284" cy="506545"/>
              <a:chOff x="12617641" y="3403239"/>
              <a:chExt cx="752963" cy="741634"/>
            </a:xfrm>
          </p:grpSpPr>
          <p:grpSp>
            <p:nvGrpSpPr>
              <p:cNvPr id="32" name="Groep 31">
                <a:extLst>
                  <a:ext uri="{FF2B5EF4-FFF2-40B4-BE49-F238E27FC236}">
                    <a16:creationId xmlns:a16="http://schemas.microsoft.com/office/drawing/2014/main" id="{2592A85E-7172-81B9-4829-70B00721B409}"/>
                  </a:ext>
                </a:extLst>
              </p:cNvPr>
              <p:cNvGrpSpPr/>
              <p:nvPr userDrawn="1"/>
            </p:nvGrpSpPr>
            <p:grpSpPr>
              <a:xfrm>
                <a:off x="12771530" y="3403239"/>
                <a:ext cx="467176" cy="448491"/>
                <a:chOff x="12782157" y="3403239"/>
                <a:chExt cx="467176" cy="448491"/>
              </a:xfrm>
            </p:grpSpPr>
            <p:grpSp>
              <p:nvGrpSpPr>
                <p:cNvPr id="35" name="Groep 34">
                  <a:extLst>
                    <a:ext uri="{FF2B5EF4-FFF2-40B4-BE49-F238E27FC236}">
                      <a16:creationId xmlns:a16="http://schemas.microsoft.com/office/drawing/2014/main" id="{A6585353-772C-E3BD-C957-E2328D9A1F39}"/>
                    </a:ext>
                  </a:extLst>
                </p:cNvPr>
                <p:cNvGrpSpPr/>
                <p:nvPr userDrawn="1"/>
              </p:nvGrpSpPr>
              <p:grpSpPr>
                <a:xfrm>
                  <a:off x="12782157" y="3403239"/>
                  <a:ext cx="412976" cy="396132"/>
                  <a:chOff x="13554906" y="3320109"/>
                  <a:chExt cx="443917" cy="425811"/>
                </a:xfrm>
              </p:grpSpPr>
              <p:grpSp>
                <p:nvGrpSpPr>
                  <p:cNvPr id="42" name="Groep 41">
                    <a:extLst>
                      <a:ext uri="{FF2B5EF4-FFF2-40B4-BE49-F238E27FC236}">
                        <a16:creationId xmlns:a16="http://schemas.microsoft.com/office/drawing/2014/main" id="{1BE66F87-2E75-EAB4-0E43-877E74628634}"/>
                      </a:ext>
                    </a:extLst>
                  </p:cNvPr>
                  <p:cNvGrpSpPr/>
                  <p:nvPr userDrawn="1"/>
                </p:nvGrpSpPr>
                <p:grpSpPr>
                  <a:xfrm>
                    <a:off x="13554906" y="3320109"/>
                    <a:ext cx="443917" cy="425811"/>
                    <a:chOff x="12909684" y="1276143"/>
                    <a:chExt cx="443917" cy="425811"/>
                  </a:xfrm>
                </p:grpSpPr>
                <p:sp>
                  <p:nvSpPr>
                    <p:cNvPr id="45" name="Rechthoek 44">
                      <a:extLst>
                        <a:ext uri="{FF2B5EF4-FFF2-40B4-BE49-F238E27FC236}">
                          <a16:creationId xmlns:a16="http://schemas.microsoft.com/office/drawing/2014/main" id="{0AC81EED-BDE2-3190-B9E6-25A4E41F7B28}"/>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46" name="Rechthoek 45">
                      <a:extLst>
                        <a:ext uri="{FF2B5EF4-FFF2-40B4-BE49-F238E27FC236}">
                          <a16:creationId xmlns:a16="http://schemas.microsoft.com/office/drawing/2014/main" id="{B7052F2D-845B-9950-02B8-E8E8FB32A589}"/>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47" name="Ovaal 46">
                      <a:extLst>
                        <a:ext uri="{FF2B5EF4-FFF2-40B4-BE49-F238E27FC236}">
                          <a16:creationId xmlns:a16="http://schemas.microsoft.com/office/drawing/2014/main" id="{134F6CD2-011B-E629-4423-F68EF8585D67}"/>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pic>
                <p:nvPicPr>
                  <p:cNvPr id="43" name="Afbeelding 42">
                    <a:extLst>
                      <a:ext uri="{FF2B5EF4-FFF2-40B4-BE49-F238E27FC236}">
                        <a16:creationId xmlns:a16="http://schemas.microsoft.com/office/drawing/2014/main" id="{2F572210-6B19-60EC-3E91-E408CCBBE1C1}"/>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a:off x="13567296" y="3424991"/>
                    <a:ext cx="173367" cy="140220"/>
                  </a:xfrm>
                  <a:prstGeom prst="rect">
                    <a:avLst/>
                  </a:prstGeom>
                </p:spPr>
              </p:pic>
              <p:pic>
                <p:nvPicPr>
                  <p:cNvPr id="44" name="Afbeelding 43">
                    <a:extLst>
                      <a:ext uri="{FF2B5EF4-FFF2-40B4-BE49-F238E27FC236}">
                        <a16:creationId xmlns:a16="http://schemas.microsoft.com/office/drawing/2014/main" id="{4518562F-E05C-7ECD-BB55-EAF79CC77E6B}"/>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36" name="Groep 35">
                  <a:extLst>
                    <a:ext uri="{FF2B5EF4-FFF2-40B4-BE49-F238E27FC236}">
                      <a16:creationId xmlns:a16="http://schemas.microsoft.com/office/drawing/2014/main" id="{F89B134F-4A7E-1FD1-12EB-F27E8F8684D3}"/>
                    </a:ext>
                  </a:extLst>
                </p:cNvPr>
                <p:cNvGrpSpPr/>
                <p:nvPr userDrawn="1"/>
              </p:nvGrpSpPr>
              <p:grpSpPr>
                <a:xfrm>
                  <a:off x="13103513" y="3705268"/>
                  <a:ext cx="145820" cy="146462"/>
                  <a:chOff x="13096169" y="3602278"/>
                  <a:chExt cx="145820" cy="146462"/>
                </a:xfrm>
              </p:grpSpPr>
              <p:sp>
                <p:nvSpPr>
                  <p:cNvPr id="40" name="Rechthoek 39">
                    <a:extLst>
                      <a:ext uri="{FF2B5EF4-FFF2-40B4-BE49-F238E27FC236}">
                        <a16:creationId xmlns:a16="http://schemas.microsoft.com/office/drawing/2014/main" id="{B702C26F-965D-DB34-8D5E-238B853E0864}"/>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41" name="Rechthoek 40">
                    <a:extLst>
                      <a:ext uri="{FF2B5EF4-FFF2-40B4-BE49-F238E27FC236}">
                        <a16:creationId xmlns:a16="http://schemas.microsoft.com/office/drawing/2014/main" id="{C21BB75F-AB5E-CF0B-DC79-4294FCA90AB5}"/>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37" name="Groep 36">
                  <a:extLst>
                    <a:ext uri="{FF2B5EF4-FFF2-40B4-BE49-F238E27FC236}">
                      <a16:creationId xmlns:a16="http://schemas.microsoft.com/office/drawing/2014/main" id="{251652CE-BFD6-9535-C33B-96925F8274FD}"/>
                    </a:ext>
                  </a:extLst>
                </p:cNvPr>
                <p:cNvGrpSpPr/>
                <p:nvPr userDrawn="1"/>
              </p:nvGrpSpPr>
              <p:grpSpPr>
                <a:xfrm rot="10800000">
                  <a:off x="13061402" y="3665637"/>
                  <a:ext cx="145820" cy="146462"/>
                  <a:chOff x="13096169" y="3602278"/>
                  <a:chExt cx="145820" cy="146462"/>
                </a:xfrm>
              </p:grpSpPr>
              <p:sp>
                <p:nvSpPr>
                  <p:cNvPr id="38" name="Rechthoek 37">
                    <a:extLst>
                      <a:ext uri="{FF2B5EF4-FFF2-40B4-BE49-F238E27FC236}">
                        <a16:creationId xmlns:a16="http://schemas.microsoft.com/office/drawing/2014/main" id="{A30B4A79-9F1C-3801-8227-03388E47661A}"/>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39" name="Rechthoek 38">
                    <a:extLst>
                      <a:ext uri="{FF2B5EF4-FFF2-40B4-BE49-F238E27FC236}">
                        <a16:creationId xmlns:a16="http://schemas.microsoft.com/office/drawing/2014/main" id="{52EB4C43-B1A7-4983-B738-CABB83F3B36B}"/>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sp>
            <p:nvSpPr>
              <p:cNvPr id="33" name="Rechthoek 32">
                <a:extLst>
                  <a:ext uri="{FF2B5EF4-FFF2-40B4-BE49-F238E27FC236}">
                    <a16:creationId xmlns:a16="http://schemas.microsoft.com/office/drawing/2014/main" id="{2CA4F182-D3CB-354B-42E3-D74BC3B6DCB2}"/>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900" b="0" noProof="0" dirty="0">
                    <a:solidFill>
                      <a:srgbClr val="211F26"/>
                    </a:solidFill>
                    <a:latin typeface="Calibri" panose="020F0502020204030204" pitchFamily="34" charset="0"/>
                    <a:cs typeface="Calibri" panose="020F0502020204030204" pitchFamily="34" charset="0"/>
                  </a:rPr>
                  <a:t>Crop</a:t>
                </a:r>
              </a:p>
            </p:txBody>
          </p:sp>
          <p:sp>
            <p:nvSpPr>
              <p:cNvPr id="34" name="Gelijkbenige driehoek 33">
                <a:extLst>
                  <a:ext uri="{FF2B5EF4-FFF2-40B4-BE49-F238E27FC236}">
                    <a16:creationId xmlns:a16="http://schemas.microsoft.com/office/drawing/2014/main" id="{DB2406B9-0901-F117-458A-CEE880D88791}"/>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sp>
          <p:nvSpPr>
            <p:cNvPr id="19" name="Ovaal 18">
              <a:extLst>
                <a:ext uri="{FF2B5EF4-FFF2-40B4-BE49-F238E27FC236}">
                  <a16:creationId xmlns:a16="http://schemas.microsoft.com/office/drawing/2014/main" id="{5CE16E46-DE55-862F-AB87-3E5095B5A48C}"/>
                </a:ext>
              </a:extLst>
            </p:cNvPr>
            <p:cNvSpPr/>
            <p:nvPr userDrawn="1"/>
          </p:nvSpPr>
          <p:spPr>
            <a:xfrm>
              <a:off x="-3603587" y="18111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23" name="Rechthoek 22">
              <a:extLst>
                <a:ext uri="{FF2B5EF4-FFF2-40B4-BE49-F238E27FC236}">
                  <a16:creationId xmlns:a16="http://schemas.microsoft.com/office/drawing/2014/main" id="{5B75F591-B801-DA93-F75A-B46172125E92}"/>
                </a:ext>
              </a:extLst>
            </p:cNvPr>
            <p:cNvSpPr/>
            <p:nvPr userDrawn="1"/>
          </p:nvSpPr>
          <p:spPr>
            <a:xfrm>
              <a:off x="-3319415" y="1811185"/>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 the preferred category and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and click 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‘Insert’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24" name="Rechthoek 23">
              <a:extLst>
                <a:ext uri="{FF2B5EF4-FFF2-40B4-BE49-F238E27FC236}">
                  <a16:creationId xmlns:a16="http://schemas.microsoft.com/office/drawing/2014/main" id="{D9CCA03E-EE67-9422-6EAE-CF360AB988F6}"/>
                </a:ext>
              </a:extLst>
            </p:cNvPr>
            <p:cNvSpPr/>
            <p:nvPr userDrawn="1"/>
          </p:nvSpPr>
          <p:spPr>
            <a:xfrm>
              <a:off x="-3319415" y="2245760"/>
              <a:ext cx="825500" cy="209550"/>
            </a:xfrm>
            <a:prstGeom prst="rect">
              <a:avLst/>
            </a:prstGeom>
            <a:solidFill>
              <a:srgbClr val="1FF52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1000" b="1" noProof="0" dirty="0">
                  <a:solidFill>
                    <a:srgbClr val="211F26"/>
                  </a:solidFill>
                  <a:latin typeface="Calibri" panose="020F0502020204030204" pitchFamily="34" charset="0"/>
                  <a:cs typeface="Calibri" panose="020F0502020204030204" pitchFamily="34" charset="0"/>
                </a:rPr>
                <a:t>Insert</a:t>
              </a:r>
            </a:p>
          </p:txBody>
        </p:sp>
        <p:grpSp>
          <p:nvGrpSpPr>
            <p:cNvPr id="25" name="Groep 24">
              <a:extLst>
                <a:ext uri="{FF2B5EF4-FFF2-40B4-BE49-F238E27FC236}">
                  <a16:creationId xmlns:a16="http://schemas.microsoft.com/office/drawing/2014/main" id="{5AD1B12F-BDDA-12B5-1ABD-9041E12B0DC9}"/>
                </a:ext>
              </a:extLst>
            </p:cNvPr>
            <p:cNvGrpSpPr/>
            <p:nvPr userDrawn="1"/>
          </p:nvGrpSpPr>
          <p:grpSpPr>
            <a:xfrm>
              <a:off x="-3365484" y="1226982"/>
              <a:ext cx="446937" cy="406485"/>
              <a:chOff x="-3563526" y="1409294"/>
              <a:chExt cx="354190" cy="322133"/>
            </a:xfrm>
          </p:grpSpPr>
          <p:grpSp>
            <p:nvGrpSpPr>
              <p:cNvPr id="26" name="Groep 25">
                <a:extLst>
                  <a:ext uri="{FF2B5EF4-FFF2-40B4-BE49-F238E27FC236}">
                    <a16:creationId xmlns:a16="http://schemas.microsoft.com/office/drawing/2014/main" id="{288244E0-7957-0534-BC54-DDD4FB4FD6DF}"/>
                  </a:ext>
                </a:extLst>
              </p:cNvPr>
              <p:cNvGrpSpPr/>
              <p:nvPr userDrawn="1"/>
            </p:nvGrpSpPr>
            <p:grpSpPr>
              <a:xfrm>
                <a:off x="-3499992" y="1409294"/>
                <a:ext cx="225195" cy="195499"/>
                <a:chOff x="8987389" y="1361199"/>
                <a:chExt cx="2200275" cy="1914525"/>
              </a:xfrm>
            </p:grpSpPr>
            <p:sp>
              <p:nvSpPr>
                <p:cNvPr id="28" name="Vrije vorm: vorm 27">
                  <a:extLst>
                    <a:ext uri="{FF2B5EF4-FFF2-40B4-BE49-F238E27FC236}">
                      <a16:creationId xmlns:a16="http://schemas.microsoft.com/office/drawing/2014/main" id="{A6D6BBAF-12E5-3B67-B7C3-0F27143D9CE0}"/>
                    </a:ext>
                  </a:extLst>
                </p:cNvPr>
                <p:cNvSpPr/>
                <p:nvPr/>
              </p:nvSpPr>
              <p:spPr>
                <a:xfrm>
                  <a:off x="9363620" y="1831738"/>
                  <a:ext cx="371477" cy="371472"/>
                </a:xfrm>
                <a:custGeom>
                  <a:avLst/>
                  <a:gdLst>
                    <a:gd name="connsiteX0" fmla="*/ 369094 w 371475"/>
                    <a:gd name="connsiteY0" fmla="*/ 188119 h 371475"/>
                    <a:gd name="connsiteX1" fmla="*/ 188119 w 371475"/>
                    <a:gd name="connsiteY1" fmla="*/ 369094 h 371475"/>
                    <a:gd name="connsiteX2" fmla="*/ 7144 w 371475"/>
                    <a:gd name="connsiteY2" fmla="*/ 188119 h 371475"/>
                    <a:gd name="connsiteX3" fmla="*/ 188119 w 371475"/>
                    <a:gd name="connsiteY3" fmla="*/ 7144 h 371475"/>
                    <a:gd name="connsiteX4" fmla="*/ 369094 w 371475"/>
                    <a:gd name="connsiteY4" fmla="*/ 188119 h 371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 h="371475">
                      <a:moveTo>
                        <a:pt x="369094" y="188119"/>
                      </a:moveTo>
                      <a:cubicBezTo>
                        <a:pt x="369094" y="288068"/>
                        <a:pt x="288068" y="369094"/>
                        <a:pt x="188119" y="369094"/>
                      </a:cubicBezTo>
                      <a:cubicBezTo>
                        <a:pt x="88169" y="369094"/>
                        <a:pt x="7144" y="288068"/>
                        <a:pt x="7144" y="188119"/>
                      </a:cubicBezTo>
                      <a:cubicBezTo>
                        <a:pt x="7144" y="88169"/>
                        <a:pt x="88169" y="7144"/>
                        <a:pt x="188119" y="7144"/>
                      </a:cubicBezTo>
                      <a:cubicBezTo>
                        <a:pt x="288068" y="7144"/>
                        <a:pt x="369094" y="88169"/>
                        <a:pt x="369094" y="188119"/>
                      </a:cubicBezTo>
                      <a:close/>
                    </a:path>
                  </a:pathLst>
                </a:custGeom>
                <a:solidFill>
                  <a:srgbClr val="1FF524"/>
                </a:solidFill>
                <a:ln w="9525" cap="flat">
                  <a:noFill/>
                  <a:prstDash val="solid"/>
                  <a:miter/>
                </a:ln>
              </p:spPr>
              <p:txBody>
                <a:bodyPr rtlCol="0" anchor="ctr"/>
                <a:lstStyle/>
                <a:p>
                  <a:pPr defTabSz="995469"/>
                  <a:endParaRPr lang="en-GB" sz="7200" noProof="0" dirty="0">
                    <a:solidFill>
                      <a:srgbClr val="211F26"/>
                    </a:solidFill>
                    <a:latin typeface="+mn-lt"/>
                  </a:endParaRPr>
                </a:p>
              </p:txBody>
            </p:sp>
            <p:grpSp>
              <p:nvGrpSpPr>
                <p:cNvPr id="29" name="Groep 28">
                  <a:extLst>
                    <a:ext uri="{FF2B5EF4-FFF2-40B4-BE49-F238E27FC236}">
                      <a16:creationId xmlns:a16="http://schemas.microsoft.com/office/drawing/2014/main" id="{D7673D2B-D34C-BC53-529A-FF37A2765F77}"/>
                    </a:ext>
                  </a:extLst>
                </p:cNvPr>
                <p:cNvGrpSpPr/>
                <p:nvPr/>
              </p:nvGrpSpPr>
              <p:grpSpPr>
                <a:xfrm>
                  <a:off x="8987389" y="1361199"/>
                  <a:ext cx="2200275" cy="1914525"/>
                  <a:chOff x="8987389" y="1361199"/>
                  <a:chExt cx="2200275" cy="1914525"/>
                </a:xfrm>
                <a:gradFill>
                  <a:gsLst>
                    <a:gs pos="0">
                      <a:srgbClr val="9D9FA1"/>
                    </a:gs>
                    <a:gs pos="70000">
                      <a:srgbClr val="211F26"/>
                    </a:gs>
                  </a:gsLst>
                  <a:lin ang="2700000" scaled="0"/>
                </a:gradFill>
              </p:grpSpPr>
              <p:sp>
                <p:nvSpPr>
                  <p:cNvPr id="30" name="Vrije vorm: vorm 29">
                    <a:extLst>
                      <a:ext uri="{FF2B5EF4-FFF2-40B4-BE49-F238E27FC236}">
                        <a16:creationId xmlns:a16="http://schemas.microsoft.com/office/drawing/2014/main" id="{6DDDDADA-32D7-E622-BFAB-2A40519E914E}"/>
                      </a:ext>
                    </a:extLst>
                  </p:cNvPr>
                  <p:cNvSpPr/>
                  <p:nvPr/>
                </p:nvSpPr>
                <p:spPr>
                  <a:xfrm>
                    <a:off x="8987389" y="1361199"/>
                    <a:ext cx="2200275" cy="1914525"/>
                  </a:xfrm>
                  <a:custGeom>
                    <a:avLst/>
                    <a:gdLst>
                      <a:gd name="connsiteX0" fmla="*/ 7144 w 2200275"/>
                      <a:gd name="connsiteY0" fmla="*/ 7144 h 1914525"/>
                      <a:gd name="connsiteX1" fmla="*/ 7144 w 2200275"/>
                      <a:gd name="connsiteY1" fmla="*/ 245269 h 1914525"/>
                      <a:gd name="connsiteX2" fmla="*/ 432911 w 2200275"/>
                      <a:gd name="connsiteY2" fmla="*/ 245269 h 1914525"/>
                      <a:gd name="connsiteX3" fmla="*/ 432911 w 2200275"/>
                      <a:gd name="connsiteY3" fmla="*/ 245269 h 1914525"/>
                      <a:gd name="connsiteX4" fmla="*/ 1959769 w 2200275"/>
                      <a:gd name="connsiteY4" fmla="*/ 245269 h 1914525"/>
                      <a:gd name="connsiteX5" fmla="*/ 1959769 w 2200275"/>
                      <a:gd name="connsiteY5" fmla="*/ 1674019 h 1914525"/>
                      <a:gd name="connsiteX6" fmla="*/ 245269 w 2200275"/>
                      <a:gd name="connsiteY6" fmla="*/ 1674019 h 1914525"/>
                      <a:gd name="connsiteX7" fmla="*/ 245269 w 2200275"/>
                      <a:gd name="connsiteY7" fmla="*/ 350044 h 1914525"/>
                      <a:gd name="connsiteX8" fmla="*/ 7144 w 2200275"/>
                      <a:gd name="connsiteY8" fmla="*/ 350044 h 1914525"/>
                      <a:gd name="connsiteX9" fmla="*/ 7144 w 2200275"/>
                      <a:gd name="connsiteY9" fmla="*/ 1912144 h 1914525"/>
                      <a:gd name="connsiteX10" fmla="*/ 2197894 w 2200275"/>
                      <a:gd name="connsiteY10" fmla="*/ 1912144 h 1914525"/>
                      <a:gd name="connsiteX11" fmla="*/ 2197894 w 2200275"/>
                      <a:gd name="connsiteY11" fmla="*/ 7144 h 1914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0275" h="1914525">
                        <a:moveTo>
                          <a:pt x="7144" y="7144"/>
                        </a:moveTo>
                        <a:lnTo>
                          <a:pt x="7144" y="245269"/>
                        </a:lnTo>
                        <a:lnTo>
                          <a:pt x="432911" y="245269"/>
                        </a:lnTo>
                        <a:lnTo>
                          <a:pt x="432911" y="245269"/>
                        </a:lnTo>
                        <a:lnTo>
                          <a:pt x="1959769" y="245269"/>
                        </a:lnTo>
                        <a:lnTo>
                          <a:pt x="1959769" y="1674019"/>
                        </a:lnTo>
                        <a:lnTo>
                          <a:pt x="245269" y="1674019"/>
                        </a:lnTo>
                        <a:lnTo>
                          <a:pt x="245269" y="350044"/>
                        </a:lnTo>
                        <a:lnTo>
                          <a:pt x="7144" y="350044"/>
                        </a:lnTo>
                        <a:lnTo>
                          <a:pt x="7144" y="1912144"/>
                        </a:lnTo>
                        <a:lnTo>
                          <a:pt x="2197894" y="1912144"/>
                        </a:lnTo>
                        <a:lnTo>
                          <a:pt x="2197894" y="7144"/>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sp>
                <p:nvSpPr>
                  <p:cNvPr id="31" name="Vrije vorm: vorm 30">
                    <a:extLst>
                      <a:ext uri="{FF2B5EF4-FFF2-40B4-BE49-F238E27FC236}">
                        <a16:creationId xmlns:a16="http://schemas.microsoft.com/office/drawing/2014/main" id="{1257BF55-E61E-D1A4-1848-4B599B7909BA}"/>
                      </a:ext>
                    </a:extLst>
                  </p:cNvPr>
                  <p:cNvSpPr/>
                  <p:nvPr/>
                </p:nvSpPr>
                <p:spPr>
                  <a:xfrm>
                    <a:off x="9362668" y="1953652"/>
                    <a:ext cx="1438273" cy="885828"/>
                  </a:xfrm>
                  <a:custGeom>
                    <a:avLst/>
                    <a:gdLst>
                      <a:gd name="connsiteX0" fmla="*/ 1070134 w 1438275"/>
                      <a:gd name="connsiteY0" fmla="*/ 7144 h 885825"/>
                      <a:gd name="connsiteX1" fmla="*/ 801529 w 1438275"/>
                      <a:gd name="connsiteY1" fmla="*/ 275749 h 885825"/>
                      <a:gd name="connsiteX2" fmla="*/ 662464 w 1438275"/>
                      <a:gd name="connsiteY2" fmla="*/ 137636 h 885825"/>
                      <a:gd name="connsiteX3" fmla="*/ 7144 w 1438275"/>
                      <a:gd name="connsiteY3" fmla="*/ 784384 h 885825"/>
                      <a:gd name="connsiteX4" fmla="*/ 108109 w 1438275"/>
                      <a:gd name="connsiteY4" fmla="*/ 885349 h 885825"/>
                      <a:gd name="connsiteX5" fmla="*/ 662464 w 1438275"/>
                      <a:gd name="connsiteY5" fmla="*/ 338614 h 885825"/>
                      <a:gd name="connsiteX6" fmla="*/ 928211 w 1438275"/>
                      <a:gd name="connsiteY6" fmla="*/ 605314 h 885825"/>
                      <a:gd name="connsiteX7" fmla="*/ 1029176 w 1438275"/>
                      <a:gd name="connsiteY7" fmla="*/ 503396 h 885825"/>
                      <a:gd name="connsiteX8" fmla="*/ 902494 w 1438275"/>
                      <a:gd name="connsiteY8" fmla="*/ 376714 h 885825"/>
                      <a:gd name="connsiteX9" fmla="*/ 1070134 w 1438275"/>
                      <a:gd name="connsiteY9" fmla="*/ 209074 h 885825"/>
                      <a:gd name="connsiteX10" fmla="*/ 1337786 w 1438275"/>
                      <a:gd name="connsiteY10" fmla="*/ 480536 h 885825"/>
                      <a:gd name="connsiteX11" fmla="*/ 1438751 w 1438275"/>
                      <a:gd name="connsiteY11" fmla="*/ 378619 h 885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38275" h="885825">
                        <a:moveTo>
                          <a:pt x="1070134" y="7144"/>
                        </a:moveTo>
                        <a:lnTo>
                          <a:pt x="801529" y="275749"/>
                        </a:lnTo>
                        <a:lnTo>
                          <a:pt x="662464" y="137636"/>
                        </a:lnTo>
                        <a:lnTo>
                          <a:pt x="7144" y="784384"/>
                        </a:lnTo>
                        <a:lnTo>
                          <a:pt x="108109" y="885349"/>
                        </a:lnTo>
                        <a:lnTo>
                          <a:pt x="662464" y="338614"/>
                        </a:lnTo>
                        <a:lnTo>
                          <a:pt x="928211" y="605314"/>
                        </a:lnTo>
                        <a:lnTo>
                          <a:pt x="1029176" y="503396"/>
                        </a:lnTo>
                        <a:lnTo>
                          <a:pt x="902494" y="376714"/>
                        </a:lnTo>
                        <a:lnTo>
                          <a:pt x="1070134" y="209074"/>
                        </a:lnTo>
                        <a:lnTo>
                          <a:pt x="1337786" y="480536"/>
                        </a:lnTo>
                        <a:lnTo>
                          <a:pt x="1438751" y="378619"/>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grpSp>
          </p:grpSp>
          <p:sp>
            <p:nvSpPr>
              <p:cNvPr id="27" name="Tekstvak 26">
                <a:extLst>
                  <a:ext uri="{FF2B5EF4-FFF2-40B4-BE49-F238E27FC236}">
                    <a16:creationId xmlns:a16="http://schemas.microsoft.com/office/drawing/2014/main" id="{8B039E6A-42B0-17A3-C7C7-81C8E6DD8E8C}"/>
                  </a:ext>
                </a:extLst>
              </p:cNvPr>
              <p:cNvSpPr txBox="1"/>
              <p:nvPr userDrawn="1"/>
            </p:nvSpPr>
            <p:spPr>
              <a:xfrm>
                <a:off x="-3563526" y="1617700"/>
                <a:ext cx="354190" cy="113727"/>
              </a:xfrm>
              <a:prstGeom prst="rect">
                <a:avLst/>
              </a:prstGeom>
              <a:noFill/>
            </p:spPr>
            <p:txBody>
              <a:bodyPr wrap="square" lIns="0" tIns="18000" rIns="0" bIns="0" rtlCol="0" anchor="t">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Images</a:t>
                </a:r>
              </a:p>
            </p:txBody>
          </p:sp>
        </p:grpSp>
      </p:grpSp>
      <p:grpSp>
        <p:nvGrpSpPr>
          <p:cNvPr id="79" name="INSTRUCTION">
            <a:extLst>
              <a:ext uri="{FF2B5EF4-FFF2-40B4-BE49-F238E27FC236}">
                <a16:creationId xmlns:a16="http://schemas.microsoft.com/office/drawing/2014/main" id="{DC3E5831-FE93-EEF5-9BE1-BBAA55FDD35F}"/>
              </a:ext>
            </a:extLst>
          </p:cNvPr>
          <p:cNvGrpSpPr/>
          <p:nvPr userDrawn="1"/>
        </p:nvGrpSpPr>
        <p:grpSpPr>
          <a:xfrm>
            <a:off x="12274716" y="7038001"/>
            <a:ext cx="3695970" cy="1277747"/>
            <a:chOff x="-3889316" y="-1461517"/>
            <a:chExt cx="3695970" cy="1277747"/>
          </a:xfrm>
        </p:grpSpPr>
        <p:sp>
          <p:nvSpPr>
            <p:cNvPr id="80" name="Rechthoek 79">
              <a:extLst>
                <a:ext uri="{FF2B5EF4-FFF2-40B4-BE49-F238E27FC236}">
                  <a16:creationId xmlns:a16="http://schemas.microsoft.com/office/drawing/2014/main" id="{D410CB05-F967-2AD6-3C78-4D9013184424}"/>
                </a:ext>
              </a:extLst>
            </p:cNvPr>
            <p:cNvSpPr/>
            <p:nvPr userDrawn="1"/>
          </p:nvSpPr>
          <p:spPr>
            <a:xfrm>
              <a:off x="-3786437" y="-1461517"/>
              <a:ext cx="3593091" cy="1277747"/>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Insert an image</a:t>
              </a:r>
            </a:p>
          </p:txBody>
        </p:sp>
        <p:sp>
          <p:nvSpPr>
            <p:cNvPr id="81" name="Rechthoek 80">
              <a:extLst>
                <a:ext uri="{FF2B5EF4-FFF2-40B4-BE49-F238E27FC236}">
                  <a16:creationId xmlns:a16="http://schemas.microsoft.com/office/drawing/2014/main" id="{96C110F2-DB61-F2A0-102E-B96E03C82664}"/>
                </a:ext>
              </a:extLst>
            </p:cNvPr>
            <p:cNvSpPr/>
            <p:nvPr userDrawn="1"/>
          </p:nvSpPr>
          <p:spPr>
            <a:xfrm>
              <a:off x="-3603859" y="-993610"/>
              <a:ext cx="3229126" cy="657434"/>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 the frame of the image by clicking on the tag alongside this instruction.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r>
                <a:rPr kumimoji="0" lang="en-GB" sz="1200" b="1"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rPr>
                <a:t>Slidebuilder</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click 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‘Images’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select the preferred image and click 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‘Insert’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82" name="Gelijkbenige driehoek 81">
              <a:extLst>
                <a:ext uri="{FF2B5EF4-FFF2-40B4-BE49-F238E27FC236}">
                  <a16:creationId xmlns:a16="http://schemas.microsoft.com/office/drawing/2014/main" id="{D9BAAF9A-BD78-26C4-621D-1AC7AA533A0B}"/>
                </a:ext>
              </a:extLst>
            </p:cNvPr>
            <p:cNvSpPr/>
            <p:nvPr userDrawn="1"/>
          </p:nvSpPr>
          <p:spPr>
            <a:xfrm rot="16200000" flipH="1">
              <a:off x="-3925504" y="-1392501"/>
              <a:ext cx="175255" cy="102879"/>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33477118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symbol #2">
    <p:bg>
      <p:bgPr>
        <a:solidFill>
          <a:schemeClr val="accent1"/>
        </a:solidFill>
        <a:effectLst/>
      </p:bgPr>
    </p:bg>
    <p:spTree>
      <p:nvGrpSpPr>
        <p:cNvPr id="1" name=""/>
        <p:cNvGrpSpPr/>
        <p:nvPr/>
      </p:nvGrpSpPr>
      <p:grpSpPr>
        <a:xfrm>
          <a:off x="0" y="0"/>
          <a:ext cx="0" cy="0"/>
          <a:chOff x="0" y="0"/>
          <a:chExt cx="0" cy="0"/>
        </a:xfrm>
      </p:grpSpPr>
      <p:sp>
        <p:nvSpPr>
          <p:cNvPr id="3" name="Vrije vorm: vorm 2">
            <a:extLst>
              <a:ext uri="{FF2B5EF4-FFF2-40B4-BE49-F238E27FC236}">
                <a16:creationId xmlns:a16="http://schemas.microsoft.com/office/drawing/2014/main" id="{483A2B6B-2B11-2FA2-68D3-FCD02076529C}"/>
              </a:ext>
            </a:extLst>
          </p:cNvPr>
          <p:cNvSpPr>
            <a:spLocks noGrp="1" noRot="1" noMove="1" noResize="1" noEditPoints="1" noAdjustHandles="1" noChangeArrowheads="1" noChangeShapeType="1"/>
          </p:cNvSpPr>
          <p:nvPr userDrawn="1"/>
        </p:nvSpPr>
        <p:spPr>
          <a:xfrm>
            <a:off x="-10751" y="0"/>
            <a:ext cx="12202751" cy="6858000"/>
          </a:xfrm>
          <a:custGeom>
            <a:avLst/>
            <a:gdLst>
              <a:gd name="connsiteX0" fmla="*/ 9196825 w 12202751"/>
              <a:gd name="connsiteY0" fmla="*/ 6253791 h 6858000"/>
              <a:gd name="connsiteX1" fmla="*/ 9228283 w 12202751"/>
              <a:gd name="connsiteY1" fmla="*/ 6260764 h 6858000"/>
              <a:gd name="connsiteX2" fmla="*/ 9319129 w 12202751"/>
              <a:gd name="connsiteY2" fmla="*/ 6797771 h 6858000"/>
              <a:gd name="connsiteX3" fmla="*/ 9315062 w 12202751"/>
              <a:gd name="connsiteY3" fmla="*/ 6858000 h 6858000"/>
              <a:gd name="connsiteX4" fmla="*/ 8712780 w 12202751"/>
              <a:gd name="connsiteY4" fmla="*/ 6858000 h 6858000"/>
              <a:gd name="connsiteX5" fmla="*/ 8752852 w 12202751"/>
              <a:gd name="connsiteY5" fmla="*/ 6786092 h 6858000"/>
              <a:gd name="connsiteX6" fmla="*/ 9165949 w 12202751"/>
              <a:gd name="connsiteY6" fmla="*/ 6254507 h 6858000"/>
              <a:gd name="connsiteX7" fmla="*/ 9196825 w 12202751"/>
              <a:gd name="connsiteY7" fmla="*/ 6253791 h 6858000"/>
              <a:gd name="connsiteX8" fmla="*/ 6322661 w 12202751"/>
              <a:gd name="connsiteY8" fmla="*/ 860036 h 6858000"/>
              <a:gd name="connsiteX9" fmla="*/ 6406295 w 12202751"/>
              <a:gd name="connsiteY9" fmla="*/ 923793 h 6858000"/>
              <a:gd name="connsiteX10" fmla="*/ 6343263 w 12202751"/>
              <a:gd name="connsiteY10" fmla="*/ 1578190 h 6858000"/>
              <a:gd name="connsiteX11" fmla="*/ 3612233 w 12202751"/>
              <a:gd name="connsiteY11" fmla="*/ 6735009 h 6858000"/>
              <a:gd name="connsiteX12" fmla="*/ 3592717 w 12202751"/>
              <a:gd name="connsiteY12" fmla="*/ 6858000 h 6858000"/>
              <a:gd name="connsiteX13" fmla="*/ 0 w 12202751"/>
              <a:gd name="connsiteY13" fmla="*/ 6858000 h 6858000"/>
              <a:gd name="connsiteX14" fmla="*/ 0 w 12202751"/>
              <a:gd name="connsiteY14" fmla="*/ 6632489 h 6858000"/>
              <a:gd name="connsiteX15" fmla="*/ 339610 w 12202751"/>
              <a:gd name="connsiteY15" fmla="*/ 6322172 h 6858000"/>
              <a:gd name="connsiteX16" fmla="*/ 5674132 w 12202751"/>
              <a:gd name="connsiteY16" fmla="*/ 1607274 h 6858000"/>
              <a:gd name="connsiteX17" fmla="*/ 6322661 w 12202751"/>
              <a:gd name="connsiteY17" fmla="*/ 860036 h 6858000"/>
              <a:gd name="connsiteX18" fmla="*/ 11650950 w 12202751"/>
              <a:gd name="connsiteY18" fmla="*/ 0 h 6858000"/>
              <a:gd name="connsiteX19" fmla="*/ 12202751 w 12202751"/>
              <a:gd name="connsiteY19" fmla="*/ 0 h 6858000"/>
              <a:gd name="connsiteX20" fmla="*/ 12202751 w 12202751"/>
              <a:gd name="connsiteY20" fmla="*/ 4442690 h 6858000"/>
              <a:gd name="connsiteX21" fmla="*/ 12090669 w 12202751"/>
              <a:gd name="connsiteY21" fmla="*/ 4422014 h 6858000"/>
              <a:gd name="connsiteX22" fmla="*/ 10571396 w 12202751"/>
              <a:gd name="connsiteY22" fmla="*/ 2213198 h 6858000"/>
              <a:gd name="connsiteX23" fmla="*/ 11525799 w 12202751"/>
              <a:gd name="connsiteY23" fmla="*/ 135882 h 6858000"/>
              <a:gd name="connsiteX24" fmla="*/ 0 w 12202751"/>
              <a:gd name="connsiteY24" fmla="*/ 0 h 6858000"/>
              <a:gd name="connsiteX25" fmla="*/ 2054194 w 12202751"/>
              <a:gd name="connsiteY25" fmla="*/ 0 h 6858000"/>
              <a:gd name="connsiteX26" fmla="*/ 1941123 w 12202751"/>
              <a:gd name="connsiteY26" fmla="*/ 75811 h 6858000"/>
              <a:gd name="connsiteX27" fmla="*/ 206525 w 12202751"/>
              <a:gd name="connsiteY27" fmla="*/ 1437904 h 6858000"/>
              <a:gd name="connsiteX28" fmla="*/ 0 w 12202751"/>
              <a:gd name="connsiteY28" fmla="*/ 163234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2202751" h="6858000">
                <a:moveTo>
                  <a:pt x="9196825" y="6253791"/>
                </a:moveTo>
                <a:cubicBezTo>
                  <a:pt x="9207202" y="6254820"/>
                  <a:pt x="9217676" y="6257130"/>
                  <a:pt x="9228283" y="6260764"/>
                </a:cubicBezTo>
                <a:cubicBezTo>
                  <a:pt x="9307834" y="6289395"/>
                  <a:pt x="9333091" y="6516346"/>
                  <a:pt x="9319129" y="6797771"/>
                </a:cubicBezTo>
                <a:lnTo>
                  <a:pt x="9315062" y="6858000"/>
                </a:lnTo>
                <a:lnTo>
                  <a:pt x="8712780" y="6858000"/>
                </a:lnTo>
                <a:lnTo>
                  <a:pt x="8752852" y="6786092"/>
                </a:lnTo>
                <a:cubicBezTo>
                  <a:pt x="8924836" y="6476801"/>
                  <a:pt x="9040774" y="6272774"/>
                  <a:pt x="9165949" y="6254507"/>
                </a:cubicBezTo>
                <a:cubicBezTo>
                  <a:pt x="9176167" y="6253017"/>
                  <a:pt x="9186447" y="6252763"/>
                  <a:pt x="9196825" y="6253791"/>
                </a:cubicBezTo>
                <a:close/>
                <a:moveTo>
                  <a:pt x="6322661" y="860036"/>
                </a:moveTo>
                <a:cubicBezTo>
                  <a:pt x="6359190" y="857387"/>
                  <a:pt x="6388114" y="876530"/>
                  <a:pt x="6406295" y="923793"/>
                </a:cubicBezTo>
                <a:cubicBezTo>
                  <a:pt x="6454783" y="1049825"/>
                  <a:pt x="6420842" y="1229178"/>
                  <a:pt x="6343263" y="1578190"/>
                </a:cubicBezTo>
                <a:cubicBezTo>
                  <a:pt x="5856638" y="3709453"/>
                  <a:pt x="3958041" y="5234882"/>
                  <a:pt x="3612233" y="6735009"/>
                </a:cubicBezTo>
                <a:lnTo>
                  <a:pt x="3592717" y="6858000"/>
                </a:lnTo>
                <a:lnTo>
                  <a:pt x="0" y="6858000"/>
                </a:lnTo>
                <a:lnTo>
                  <a:pt x="0" y="6632489"/>
                </a:lnTo>
                <a:lnTo>
                  <a:pt x="339610" y="6322172"/>
                </a:lnTo>
                <a:cubicBezTo>
                  <a:pt x="2196386" y="4691797"/>
                  <a:pt x="4577580" y="3447091"/>
                  <a:pt x="5674132" y="1607274"/>
                </a:cubicBezTo>
                <a:cubicBezTo>
                  <a:pt x="5863234" y="1292194"/>
                  <a:pt x="6164370" y="871513"/>
                  <a:pt x="6322661" y="860036"/>
                </a:cubicBezTo>
                <a:close/>
                <a:moveTo>
                  <a:pt x="11650950" y="0"/>
                </a:moveTo>
                <a:lnTo>
                  <a:pt x="12202751" y="0"/>
                </a:lnTo>
                <a:lnTo>
                  <a:pt x="12202751" y="4442690"/>
                </a:lnTo>
                <a:lnTo>
                  <a:pt x="12090669" y="4422014"/>
                </a:lnTo>
                <a:cubicBezTo>
                  <a:pt x="11211465" y="4223417"/>
                  <a:pt x="10568413" y="3552240"/>
                  <a:pt x="10571396" y="2213198"/>
                </a:cubicBezTo>
                <a:cubicBezTo>
                  <a:pt x="10572439" y="1498198"/>
                  <a:pt x="10939503" y="807920"/>
                  <a:pt x="11525799" y="135882"/>
                </a:cubicBezTo>
                <a:close/>
                <a:moveTo>
                  <a:pt x="0" y="0"/>
                </a:moveTo>
                <a:lnTo>
                  <a:pt x="2054194" y="0"/>
                </a:lnTo>
                <a:lnTo>
                  <a:pt x="1941123" y="75811"/>
                </a:lnTo>
                <a:cubicBezTo>
                  <a:pt x="1355823" y="476321"/>
                  <a:pt x="767225" y="928929"/>
                  <a:pt x="206525" y="1437904"/>
                </a:cubicBezTo>
                <a:lnTo>
                  <a:pt x="0" y="1632346"/>
                </a:lnTo>
                <a:close/>
              </a:path>
            </a:pathLst>
          </a:custGeom>
          <a:solidFill>
            <a:srgbClr val="00B8C8"/>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ctr">
            <a:noAutofit/>
          </a:bodyPr>
          <a:lstStyle/>
          <a:p>
            <a:pPr algn="ctr">
              <a:lnSpc>
                <a:spcPct val="90000"/>
              </a:lnSpc>
              <a:spcBef>
                <a:spcPts val="200"/>
              </a:spcBef>
              <a:spcAft>
                <a:spcPts val="200"/>
              </a:spcAft>
            </a:pPr>
            <a:r>
              <a:rPr lang="en-GB" sz="1600"/>
              <a:t> </a:t>
            </a:r>
            <a:endParaRPr lang="en-GB" sz="1600" dirty="0"/>
          </a:p>
        </p:txBody>
      </p:sp>
      <p:sp>
        <p:nvSpPr>
          <p:cNvPr id="2" name="Titel 1">
            <a:extLst>
              <a:ext uri="{FF2B5EF4-FFF2-40B4-BE49-F238E27FC236}">
                <a16:creationId xmlns:a16="http://schemas.microsoft.com/office/drawing/2014/main" id="{3BFF1B38-67B4-1DE1-F5C5-4B950151F2D7}"/>
              </a:ext>
            </a:extLst>
          </p:cNvPr>
          <p:cNvSpPr>
            <a:spLocks noGrp="1"/>
          </p:cNvSpPr>
          <p:nvPr>
            <p:ph type="title" hasCustomPrompt="1"/>
          </p:nvPr>
        </p:nvSpPr>
        <p:spPr>
          <a:xfrm>
            <a:off x="0" y="-429019"/>
            <a:ext cx="2451633" cy="276999"/>
          </a:xfr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lvl1pPr>
              <a:lnSpc>
                <a:spcPct val="100000"/>
              </a:lnSpc>
              <a:defRPr lang="nl-NL" sz="1800" b="1" cap="none" baseline="0" dirty="0">
                <a:solidFill>
                  <a:schemeClr val="accent1"/>
                </a:solidFill>
                <a:latin typeface="+mj-lt"/>
              </a:defRPr>
            </a:lvl1pPr>
          </a:lstStyle>
          <a:p>
            <a:pPr marL="0" lvl="0"/>
            <a:r>
              <a:rPr lang="en-GB" dirty="0"/>
              <a:t>Title slide + symbol #2</a:t>
            </a:r>
          </a:p>
        </p:txBody>
      </p:sp>
      <p:sp>
        <p:nvSpPr>
          <p:cNvPr id="4" name="Tijdelijke aanduiding voor tekst 3">
            <a:extLst>
              <a:ext uri="{FF2B5EF4-FFF2-40B4-BE49-F238E27FC236}">
                <a16:creationId xmlns:a16="http://schemas.microsoft.com/office/drawing/2014/main" id="{04122BC7-F646-7ABE-AEA6-34174E1E9FB8}"/>
              </a:ext>
            </a:extLst>
          </p:cNvPr>
          <p:cNvSpPr>
            <a:spLocks noGrp="1"/>
          </p:cNvSpPr>
          <p:nvPr>
            <p:ph type="body" sz="quarter" idx="10" hasCustomPrompt="1"/>
          </p:nvPr>
        </p:nvSpPr>
        <p:spPr>
          <a:xfrm>
            <a:off x="719138" y="3950387"/>
            <a:ext cx="10752137" cy="1333698"/>
          </a:xfrm>
        </p:spPr>
        <p:txBody>
          <a:bodyPr wrap="square" anchor="b" anchorCtr="0">
            <a:spAutoFit/>
          </a:bodyPr>
          <a:lstStyle>
            <a:lvl1pPr marL="0" indent="0" algn="r">
              <a:lnSpc>
                <a:spcPts val="5200"/>
              </a:lnSpc>
              <a:spcBef>
                <a:spcPts val="0"/>
              </a:spcBef>
              <a:spcAft>
                <a:spcPts val="0"/>
              </a:spcAft>
              <a:buNone/>
              <a:defRPr sz="4800" b="1" i="0">
                <a:solidFill>
                  <a:schemeClr val="bg1"/>
                </a:solidFill>
                <a:latin typeface="+mj-lt"/>
              </a:defRPr>
            </a:lvl1pPr>
            <a:lvl2pPr marL="0" indent="0" algn="r">
              <a:buNone/>
              <a:defRPr sz="4400" b="1" i="0">
                <a:solidFill>
                  <a:schemeClr val="bg1"/>
                </a:solidFill>
                <a:latin typeface="+mj-lt"/>
              </a:defRPr>
            </a:lvl2pPr>
            <a:lvl3pPr marL="0" indent="0" algn="r">
              <a:buFont typeface="Arial" panose="020B0604020202020204" pitchFamily="34" charset="0"/>
              <a:buNone/>
              <a:defRPr sz="4400" b="1" i="0">
                <a:solidFill>
                  <a:schemeClr val="bg1"/>
                </a:solidFill>
                <a:latin typeface="+mj-lt"/>
              </a:defRPr>
            </a:lvl3pPr>
            <a:lvl4pPr marL="0" indent="0" algn="r">
              <a:buFont typeface="Arial" panose="020B0604020202020204" pitchFamily="34" charset="0"/>
              <a:buNone/>
              <a:defRPr sz="4400" b="1" i="0">
                <a:solidFill>
                  <a:schemeClr val="bg1"/>
                </a:solidFill>
                <a:latin typeface="+mj-lt"/>
              </a:defRPr>
            </a:lvl4pPr>
            <a:lvl5pPr marL="0" indent="0" algn="r">
              <a:buFont typeface="Arial" panose="020B0604020202020204" pitchFamily="34" charset="0"/>
              <a:buNone/>
              <a:defRPr sz="4400" b="1" i="0">
                <a:solidFill>
                  <a:schemeClr val="bg1"/>
                </a:solidFill>
                <a:latin typeface="+mj-lt"/>
              </a:defRPr>
            </a:lvl5pPr>
            <a:lvl6pPr marL="0" indent="0" algn="r">
              <a:buFont typeface="Arial" panose="020B0604020202020204" pitchFamily="34" charset="0"/>
              <a:buNone/>
              <a:defRPr sz="4400" b="1" i="0">
                <a:solidFill>
                  <a:schemeClr val="bg1"/>
                </a:solidFill>
                <a:latin typeface="+mj-lt"/>
              </a:defRPr>
            </a:lvl6pPr>
            <a:lvl7pPr marL="0" indent="0" algn="r">
              <a:buFont typeface="Arial" panose="020B0604020202020204" pitchFamily="34" charset="0"/>
              <a:buNone/>
              <a:defRPr sz="4400" b="1" i="0">
                <a:solidFill>
                  <a:schemeClr val="bg1"/>
                </a:solidFill>
                <a:latin typeface="+mj-lt"/>
              </a:defRPr>
            </a:lvl7pPr>
            <a:lvl8pPr marL="0" indent="0" algn="r">
              <a:buFont typeface="Arial" panose="020B0604020202020204" pitchFamily="34" charset="0"/>
              <a:buNone/>
              <a:defRPr sz="4400" b="1" i="0">
                <a:solidFill>
                  <a:schemeClr val="bg1"/>
                </a:solidFill>
                <a:latin typeface="+mj-lt"/>
              </a:defRPr>
            </a:lvl8pPr>
            <a:lvl9pPr marL="0" indent="0" algn="r">
              <a:buFont typeface="Arial" panose="020B0604020202020204" pitchFamily="34" charset="0"/>
              <a:buNone/>
              <a:defRPr sz="4400" b="1" i="0">
                <a:solidFill>
                  <a:schemeClr val="bg1"/>
                </a:solidFill>
                <a:latin typeface="+mj-lt"/>
              </a:defRPr>
            </a:lvl9pPr>
          </a:lstStyle>
          <a:p>
            <a:pPr lvl="0"/>
            <a:r>
              <a:rPr lang="en-GB" noProof="0" dirty="0"/>
              <a:t>Title slide</a:t>
            </a:r>
            <a:br>
              <a:rPr lang="en-GB" noProof="0" dirty="0"/>
            </a:br>
            <a:r>
              <a:rPr lang="en-GB" noProof="0" dirty="0"/>
              <a:t>max. 2 lines</a:t>
            </a:r>
          </a:p>
        </p:txBody>
      </p:sp>
      <p:sp>
        <p:nvSpPr>
          <p:cNvPr id="6" name="Tijdelijke aanduiding voor tekst 5">
            <a:extLst>
              <a:ext uri="{FF2B5EF4-FFF2-40B4-BE49-F238E27FC236}">
                <a16:creationId xmlns:a16="http://schemas.microsoft.com/office/drawing/2014/main" id="{ACC0F79F-5B45-CF11-7FFE-D7A815731C32}"/>
              </a:ext>
            </a:extLst>
          </p:cNvPr>
          <p:cNvSpPr>
            <a:spLocks noGrp="1"/>
          </p:cNvSpPr>
          <p:nvPr>
            <p:ph type="body" sz="quarter" idx="11" hasCustomPrompt="1"/>
          </p:nvPr>
        </p:nvSpPr>
        <p:spPr>
          <a:xfrm>
            <a:off x="719137" y="5404234"/>
            <a:ext cx="10763113" cy="332399"/>
          </a:xfrm>
        </p:spPr>
        <p:txBody>
          <a:bodyPr>
            <a:spAutoFit/>
          </a:bodyPr>
          <a:lstStyle>
            <a:lvl1pPr marL="0" indent="0" algn="r">
              <a:buFont typeface="Arial" panose="020B0604020202020204" pitchFamily="34" charset="0"/>
              <a:buNone/>
              <a:defRPr sz="2400" b="0" i="0">
                <a:solidFill>
                  <a:schemeClr val="tx2"/>
                </a:solidFill>
                <a:latin typeface="+mn-lt"/>
              </a:defRPr>
            </a:lvl1pPr>
            <a:lvl2pPr marL="0" indent="0" algn="r">
              <a:buFont typeface="Arial" panose="020B0604020202020204" pitchFamily="34" charset="0"/>
              <a:buNone/>
              <a:defRPr sz="2400" b="0" i="0">
                <a:solidFill>
                  <a:schemeClr val="bg1"/>
                </a:solidFill>
                <a:latin typeface="+mn-lt"/>
              </a:defRPr>
            </a:lvl2pPr>
            <a:lvl3pPr marL="0" indent="0" algn="r">
              <a:buFont typeface="Arial" panose="020B0604020202020204" pitchFamily="34" charset="0"/>
              <a:buNone/>
              <a:defRPr sz="2400" b="0" i="0">
                <a:solidFill>
                  <a:schemeClr val="bg1"/>
                </a:solidFill>
                <a:latin typeface="+mn-lt"/>
              </a:defRPr>
            </a:lvl3pPr>
            <a:lvl4pPr marL="0" indent="0" algn="r">
              <a:buFont typeface="Arial" panose="020B0604020202020204" pitchFamily="34" charset="0"/>
              <a:buNone/>
              <a:defRPr sz="2400" b="0" i="0">
                <a:solidFill>
                  <a:schemeClr val="bg1"/>
                </a:solidFill>
                <a:latin typeface="+mn-lt"/>
              </a:defRPr>
            </a:lvl4pPr>
            <a:lvl5pPr marL="0" indent="0" algn="r">
              <a:buFont typeface="Arial" panose="020B0604020202020204" pitchFamily="34" charset="0"/>
              <a:buNone/>
              <a:defRPr sz="2400" b="0" i="0">
                <a:solidFill>
                  <a:schemeClr val="bg1"/>
                </a:solidFill>
                <a:latin typeface="+mn-lt"/>
              </a:defRPr>
            </a:lvl5pPr>
            <a:lvl6pPr marL="0" indent="0" algn="r">
              <a:buFont typeface="Arial" panose="020B0604020202020204" pitchFamily="34" charset="0"/>
              <a:buNone/>
              <a:defRPr sz="2400" b="0" i="0">
                <a:solidFill>
                  <a:schemeClr val="bg1"/>
                </a:solidFill>
                <a:latin typeface="+mn-lt"/>
              </a:defRPr>
            </a:lvl6pPr>
            <a:lvl7pPr marL="0" indent="0" algn="r">
              <a:buFont typeface="Arial" panose="020B0604020202020204" pitchFamily="34" charset="0"/>
              <a:buNone/>
              <a:defRPr sz="2400" b="0" i="0">
                <a:solidFill>
                  <a:schemeClr val="bg1"/>
                </a:solidFill>
                <a:latin typeface="+mn-lt"/>
              </a:defRPr>
            </a:lvl7pPr>
            <a:lvl8pPr marL="0" indent="0" algn="r">
              <a:buFont typeface="Arial" panose="020B0604020202020204" pitchFamily="34" charset="0"/>
              <a:buNone/>
              <a:defRPr sz="2400" b="0" i="0">
                <a:solidFill>
                  <a:schemeClr val="bg1"/>
                </a:solidFill>
                <a:latin typeface="+mn-lt"/>
              </a:defRPr>
            </a:lvl8pPr>
            <a:lvl9pPr marL="0" indent="0" algn="r">
              <a:buFont typeface="Arial" panose="020B0604020202020204" pitchFamily="34" charset="0"/>
              <a:buNone/>
              <a:defRPr sz="2400" b="0" i="0">
                <a:solidFill>
                  <a:schemeClr val="bg1"/>
                </a:solidFill>
                <a:latin typeface="+mn-lt"/>
              </a:defRPr>
            </a:lvl9pPr>
          </a:lstStyle>
          <a:p>
            <a:pPr lvl="0"/>
            <a:r>
              <a:rPr lang="en-GB" noProof="0" dirty="0"/>
              <a:t>Subtitle | Name speaker</a:t>
            </a:r>
          </a:p>
        </p:txBody>
      </p:sp>
      <p:sp>
        <p:nvSpPr>
          <p:cNvPr id="17" name="Tijdelijke aanduiding voor datum 16">
            <a:extLst>
              <a:ext uri="{FF2B5EF4-FFF2-40B4-BE49-F238E27FC236}">
                <a16:creationId xmlns:a16="http://schemas.microsoft.com/office/drawing/2014/main" id="{599862F7-F626-8DED-B1FF-873CD0CF69ED}"/>
              </a:ext>
            </a:extLst>
          </p:cNvPr>
          <p:cNvSpPr>
            <a:spLocks noGrp="1"/>
          </p:cNvSpPr>
          <p:nvPr>
            <p:ph type="dt" sz="half" idx="12"/>
          </p:nvPr>
        </p:nvSpPr>
        <p:spPr>
          <a:xfrm>
            <a:off x="10705040" y="5813671"/>
            <a:ext cx="766235" cy="184666"/>
          </a:xfrm>
        </p:spPr>
        <p:txBody>
          <a:bodyPr/>
          <a:lstStyle>
            <a:lvl1pPr>
              <a:defRPr sz="1200">
                <a:solidFill>
                  <a:schemeClr val="tx2"/>
                </a:solidFill>
              </a:defRPr>
            </a:lvl1pPr>
          </a:lstStyle>
          <a:p>
            <a:r>
              <a:rPr lang="LID4096"/>
              <a:t>08/30/2024</a:t>
            </a:r>
            <a:endParaRPr lang="en-GB" dirty="0"/>
          </a:p>
        </p:txBody>
      </p:sp>
      <p:pic>
        <p:nvPicPr>
          <p:cNvPr id="7" name="Picture 6">
            <a:extLst>
              <a:ext uri="{FF2B5EF4-FFF2-40B4-BE49-F238E27FC236}">
                <a16:creationId xmlns:a16="http://schemas.microsoft.com/office/drawing/2014/main" id="{56B86B03-BFEE-249C-5EF8-F7878A90B050}"/>
              </a:ext>
            </a:extLst>
          </p:cNvPr>
          <p:cNvPicPr>
            <a:picLocks noChangeAspect="1"/>
          </p:cNvPicPr>
          <p:nvPr userDrawn="1"/>
        </p:nvPicPr>
        <p:blipFill>
          <a:blip r:embed="rId2"/>
          <a:stretch>
            <a:fillRect/>
          </a:stretch>
        </p:blipFill>
        <p:spPr>
          <a:xfrm>
            <a:off x="-10751" y="0"/>
            <a:ext cx="12202751" cy="6858000"/>
          </a:xfrm>
          <a:prstGeom prst="rect">
            <a:avLst/>
          </a:prstGeom>
        </p:spPr>
      </p:pic>
      <p:grpSp>
        <p:nvGrpSpPr>
          <p:cNvPr id="21" name="Graphic 4">
            <a:extLst>
              <a:ext uri="{FF2B5EF4-FFF2-40B4-BE49-F238E27FC236}">
                <a16:creationId xmlns:a16="http://schemas.microsoft.com/office/drawing/2014/main" id="{C93E164C-298E-F36F-9136-0AC365C778F8}"/>
              </a:ext>
            </a:extLst>
          </p:cNvPr>
          <p:cNvGrpSpPr/>
          <p:nvPr userDrawn="1"/>
        </p:nvGrpSpPr>
        <p:grpSpPr>
          <a:xfrm>
            <a:off x="721114" y="437497"/>
            <a:ext cx="1530269" cy="594428"/>
            <a:chOff x="717019" y="5865846"/>
            <a:chExt cx="1413341" cy="549008"/>
          </a:xfrm>
          <a:solidFill>
            <a:srgbClr val="FFFFFF"/>
          </a:solidFill>
        </p:grpSpPr>
        <p:sp>
          <p:nvSpPr>
            <p:cNvPr id="22" name="Vrije vorm: vorm 21">
              <a:extLst>
                <a:ext uri="{FF2B5EF4-FFF2-40B4-BE49-F238E27FC236}">
                  <a16:creationId xmlns:a16="http://schemas.microsoft.com/office/drawing/2014/main" id="{C4DE928F-9819-F729-1A30-E5A07740CC27}"/>
                </a:ext>
              </a:extLst>
            </p:cNvPr>
            <p:cNvSpPr/>
            <p:nvPr/>
          </p:nvSpPr>
          <p:spPr>
            <a:xfrm>
              <a:off x="998576" y="6136009"/>
              <a:ext cx="258644" cy="277455"/>
            </a:xfrm>
            <a:custGeom>
              <a:avLst/>
              <a:gdLst>
                <a:gd name="connsiteX0" fmla="*/ 129322 w 258644"/>
                <a:gd name="connsiteY0" fmla="*/ 224847 h 277455"/>
                <a:gd name="connsiteX1" fmla="*/ 183307 w 258644"/>
                <a:gd name="connsiteY1" fmla="*/ 167897 h 277455"/>
                <a:gd name="connsiteX2" fmla="*/ 183307 w 258644"/>
                <a:gd name="connsiteY2" fmla="*/ 0 h 277455"/>
                <a:gd name="connsiteX3" fmla="*/ 258644 w 258644"/>
                <a:gd name="connsiteY3" fmla="*/ 0 h 277455"/>
                <a:gd name="connsiteX4" fmla="*/ 258644 w 258644"/>
                <a:gd name="connsiteY4" fmla="*/ 172238 h 277455"/>
                <a:gd name="connsiteX5" fmla="*/ 129322 w 258644"/>
                <a:gd name="connsiteY5" fmla="*/ 277456 h 277455"/>
                <a:gd name="connsiteX6" fmla="*/ 0 w 258644"/>
                <a:gd name="connsiteY6" fmla="*/ 172238 h 277455"/>
                <a:gd name="connsiteX7" fmla="*/ 0 w 258644"/>
                <a:gd name="connsiteY7" fmla="*/ 174 h 277455"/>
                <a:gd name="connsiteX8" fmla="*/ 75337 w 258644"/>
                <a:gd name="connsiteY8" fmla="*/ 174 h 277455"/>
                <a:gd name="connsiteX9" fmla="*/ 75337 w 258644"/>
                <a:gd name="connsiteY9" fmla="*/ 168071 h 277455"/>
                <a:gd name="connsiteX10" fmla="*/ 129322 w 258644"/>
                <a:gd name="connsiteY10" fmla="*/ 224847 h 277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8644" h="277455">
                  <a:moveTo>
                    <a:pt x="129322" y="224847"/>
                  </a:moveTo>
                  <a:cubicBezTo>
                    <a:pt x="164907" y="224847"/>
                    <a:pt x="183307" y="200713"/>
                    <a:pt x="183307" y="167897"/>
                  </a:cubicBezTo>
                  <a:lnTo>
                    <a:pt x="183307" y="0"/>
                  </a:lnTo>
                  <a:lnTo>
                    <a:pt x="258644" y="0"/>
                  </a:lnTo>
                  <a:lnTo>
                    <a:pt x="258644" y="172238"/>
                  </a:lnTo>
                  <a:cubicBezTo>
                    <a:pt x="257255" y="247592"/>
                    <a:pt x="197542" y="277456"/>
                    <a:pt x="129322" y="277456"/>
                  </a:cubicBezTo>
                  <a:cubicBezTo>
                    <a:pt x="61102" y="277456"/>
                    <a:pt x="0" y="247592"/>
                    <a:pt x="0" y="172238"/>
                  </a:cubicBezTo>
                  <a:lnTo>
                    <a:pt x="0" y="174"/>
                  </a:lnTo>
                  <a:lnTo>
                    <a:pt x="75337" y="174"/>
                  </a:lnTo>
                  <a:lnTo>
                    <a:pt x="75337" y="168071"/>
                  </a:lnTo>
                  <a:cubicBezTo>
                    <a:pt x="73948" y="200713"/>
                    <a:pt x="93910" y="224847"/>
                    <a:pt x="129322" y="224847"/>
                  </a:cubicBezTo>
                  <a:close/>
                </a:path>
              </a:pathLst>
            </a:custGeom>
            <a:solidFill>
              <a:srgbClr val="FFFFFF"/>
            </a:solidFill>
            <a:ln w="1731" cap="flat">
              <a:noFill/>
              <a:prstDash val="solid"/>
              <a:miter/>
            </a:ln>
          </p:spPr>
          <p:txBody>
            <a:bodyPr rtlCol="0" anchor="ctr"/>
            <a:lstStyle/>
            <a:p>
              <a:endParaRPr lang="en-GB" dirty="0"/>
            </a:p>
          </p:txBody>
        </p:sp>
        <p:sp>
          <p:nvSpPr>
            <p:cNvPr id="23" name="Vrije vorm: vorm 22">
              <a:extLst>
                <a:ext uri="{FF2B5EF4-FFF2-40B4-BE49-F238E27FC236}">
                  <a16:creationId xmlns:a16="http://schemas.microsoft.com/office/drawing/2014/main" id="{79323DCE-D484-B94A-C1EC-D2F2B931366F}"/>
                </a:ext>
              </a:extLst>
            </p:cNvPr>
            <p:cNvSpPr/>
            <p:nvPr/>
          </p:nvSpPr>
          <p:spPr>
            <a:xfrm>
              <a:off x="717019" y="6136183"/>
              <a:ext cx="244583" cy="271726"/>
            </a:xfrm>
            <a:custGeom>
              <a:avLst/>
              <a:gdLst>
                <a:gd name="connsiteX0" fmla="*/ 85405 w 244583"/>
                <a:gd name="connsiteY0" fmla="*/ 271726 h 271726"/>
                <a:gd name="connsiteX1" fmla="*/ 160741 w 244583"/>
                <a:gd name="connsiteY1" fmla="*/ 271726 h 271726"/>
                <a:gd name="connsiteX2" fmla="*/ 160741 w 244583"/>
                <a:gd name="connsiteY2" fmla="*/ 52609 h 271726"/>
                <a:gd name="connsiteX3" fmla="*/ 244583 w 244583"/>
                <a:gd name="connsiteY3" fmla="*/ 52609 h 271726"/>
                <a:gd name="connsiteX4" fmla="*/ 244583 w 244583"/>
                <a:gd name="connsiteY4" fmla="*/ 0 h 271726"/>
                <a:gd name="connsiteX5" fmla="*/ 0 w 244583"/>
                <a:gd name="connsiteY5" fmla="*/ 0 h 271726"/>
                <a:gd name="connsiteX6" fmla="*/ 0 w 244583"/>
                <a:gd name="connsiteY6" fmla="*/ 52609 h 271726"/>
                <a:gd name="connsiteX7" fmla="*/ 85405 w 244583"/>
                <a:gd name="connsiteY7" fmla="*/ 52609 h 271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4583" h="271726">
                  <a:moveTo>
                    <a:pt x="85405" y="271726"/>
                  </a:moveTo>
                  <a:lnTo>
                    <a:pt x="160741" y="271726"/>
                  </a:lnTo>
                  <a:lnTo>
                    <a:pt x="160741" y="52609"/>
                  </a:lnTo>
                  <a:lnTo>
                    <a:pt x="244583" y="52609"/>
                  </a:lnTo>
                  <a:lnTo>
                    <a:pt x="244583" y="0"/>
                  </a:lnTo>
                  <a:lnTo>
                    <a:pt x="0" y="0"/>
                  </a:lnTo>
                  <a:lnTo>
                    <a:pt x="0" y="52609"/>
                  </a:lnTo>
                  <a:lnTo>
                    <a:pt x="85405" y="52609"/>
                  </a:lnTo>
                  <a:close/>
                </a:path>
              </a:pathLst>
            </a:custGeom>
            <a:solidFill>
              <a:srgbClr val="FFFFFF"/>
            </a:solidFill>
            <a:ln w="1731" cap="flat">
              <a:noFill/>
              <a:prstDash val="solid"/>
              <a:miter/>
            </a:ln>
          </p:spPr>
          <p:txBody>
            <a:bodyPr rtlCol="0" anchor="ctr"/>
            <a:lstStyle/>
            <a:p>
              <a:endParaRPr lang="en-GB" dirty="0"/>
            </a:p>
          </p:txBody>
        </p:sp>
        <p:sp>
          <p:nvSpPr>
            <p:cNvPr id="24" name="Vrije vorm: vorm 23">
              <a:extLst>
                <a:ext uri="{FF2B5EF4-FFF2-40B4-BE49-F238E27FC236}">
                  <a16:creationId xmlns:a16="http://schemas.microsoft.com/office/drawing/2014/main" id="{3539D6EA-85DB-9F50-4773-B93829862258}"/>
                </a:ext>
              </a:extLst>
            </p:cNvPr>
            <p:cNvSpPr/>
            <p:nvPr/>
          </p:nvSpPr>
          <p:spPr>
            <a:xfrm>
              <a:off x="792227" y="5865846"/>
              <a:ext cx="256862" cy="254189"/>
            </a:xfrm>
            <a:custGeom>
              <a:avLst/>
              <a:gdLst>
                <a:gd name="connsiteX0" fmla="*/ 190726 w 256862"/>
                <a:gd name="connsiteY0" fmla="*/ 138033 h 254189"/>
                <a:gd name="connsiteX1" fmla="*/ 153752 w 256862"/>
                <a:gd name="connsiteY1" fmla="*/ 115288 h 254189"/>
                <a:gd name="connsiteX2" fmla="*/ 254780 w 256862"/>
                <a:gd name="connsiteY2" fmla="*/ 14237 h 254189"/>
                <a:gd name="connsiteX3" fmla="*/ 254780 w 256862"/>
                <a:gd name="connsiteY3" fmla="*/ 0 h 254189"/>
                <a:gd name="connsiteX4" fmla="*/ 247663 w 256862"/>
                <a:gd name="connsiteY4" fmla="*/ 9897 h 254189"/>
                <a:gd name="connsiteX5" fmla="*/ 102718 w 256862"/>
                <a:gd name="connsiteY5" fmla="*/ 66846 h 254189"/>
                <a:gd name="connsiteX6" fmla="*/ 3253 w 256862"/>
                <a:gd name="connsiteY6" fmla="*/ 217555 h 254189"/>
                <a:gd name="connsiteX7" fmla="*/ 10370 w 256862"/>
                <a:gd name="connsiteY7" fmla="*/ 237522 h 254189"/>
                <a:gd name="connsiteX8" fmla="*/ 13147 w 256862"/>
                <a:gd name="connsiteY8" fmla="*/ 217555 h 254189"/>
                <a:gd name="connsiteX9" fmla="*/ 101329 w 256862"/>
                <a:gd name="connsiteY9" fmla="*/ 107996 h 254189"/>
                <a:gd name="connsiteX10" fmla="*/ 109835 w 256862"/>
                <a:gd name="connsiteY10" fmla="*/ 100877 h 254189"/>
                <a:gd name="connsiteX11" fmla="*/ 109835 w 256862"/>
                <a:gd name="connsiteY11" fmla="*/ 107996 h 254189"/>
                <a:gd name="connsiteX12" fmla="*/ 79978 w 256862"/>
                <a:gd name="connsiteY12" fmla="*/ 179183 h 254189"/>
                <a:gd name="connsiteX13" fmla="*/ 135352 w 256862"/>
                <a:gd name="connsiteY13" fmla="*/ 167724 h 254189"/>
                <a:gd name="connsiteX14" fmla="*/ 141081 w 256862"/>
                <a:gd name="connsiteY14" fmla="*/ 160605 h 254189"/>
                <a:gd name="connsiteX15" fmla="*/ 141081 w 256862"/>
                <a:gd name="connsiteY15" fmla="*/ 172064 h 254189"/>
                <a:gd name="connsiteX16" fmla="*/ 104107 w 256862"/>
                <a:gd name="connsiteY16" fmla="*/ 241689 h 254189"/>
                <a:gd name="connsiteX17" fmla="*/ 85706 w 256862"/>
                <a:gd name="connsiteY17" fmla="*/ 253148 h 254189"/>
                <a:gd name="connsiteX18" fmla="*/ 95601 w 256862"/>
                <a:gd name="connsiteY18" fmla="*/ 253148 h 254189"/>
                <a:gd name="connsiteX19" fmla="*/ 226485 w 256862"/>
                <a:gd name="connsiteY19" fmla="*/ 125185 h 254189"/>
                <a:gd name="connsiteX20" fmla="*/ 226485 w 256862"/>
                <a:gd name="connsiteY20" fmla="*/ 116677 h 254189"/>
                <a:gd name="connsiteX21" fmla="*/ 219368 w 256862"/>
                <a:gd name="connsiteY21" fmla="*/ 121018 h 254189"/>
                <a:gd name="connsiteX22" fmla="*/ 190726 w 256862"/>
                <a:gd name="connsiteY22" fmla="*/ 138033 h 254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6862" h="254189">
                  <a:moveTo>
                    <a:pt x="190726" y="138033"/>
                  </a:moveTo>
                  <a:cubicBezTo>
                    <a:pt x="172326" y="143763"/>
                    <a:pt x="153752" y="139422"/>
                    <a:pt x="153752" y="115288"/>
                  </a:cubicBezTo>
                  <a:cubicBezTo>
                    <a:pt x="153752" y="78306"/>
                    <a:pt x="241934" y="47053"/>
                    <a:pt x="254780" y="14237"/>
                  </a:cubicBezTo>
                  <a:cubicBezTo>
                    <a:pt x="257557" y="5730"/>
                    <a:pt x="257557" y="0"/>
                    <a:pt x="254780" y="0"/>
                  </a:cubicBezTo>
                  <a:cubicBezTo>
                    <a:pt x="252002" y="0"/>
                    <a:pt x="254780" y="4341"/>
                    <a:pt x="247663" y="9897"/>
                  </a:cubicBezTo>
                  <a:cubicBezTo>
                    <a:pt x="210689" y="46879"/>
                    <a:pt x="149586" y="46879"/>
                    <a:pt x="102718" y="66846"/>
                  </a:cubicBezTo>
                  <a:cubicBezTo>
                    <a:pt x="71472" y="81084"/>
                    <a:pt x="-18098" y="123796"/>
                    <a:pt x="3253" y="217555"/>
                  </a:cubicBezTo>
                  <a:cubicBezTo>
                    <a:pt x="4642" y="221895"/>
                    <a:pt x="7593" y="237522"/>
                    <a:pt x="10370" y="237522"/>
                  </a:cubicBezTo>
                  <a:cubicBezTo>
                    <a:pt x="13147" y="237522"/>
                    <a:pt x="13147" y="229014"/>
                    <a:pt x="13147" y="217555"/>
                  </a:cubicBezTo>
                  <a:cubicBezTo>
                    <a:pt x="13147" y="160605"/>
                    <a:pt x="78589" y="144978"/>
                    <a:pt x="101329" y="107996"/>
                  </a:cubicBezTo>
                  <a:cubicBezTo>
                    <a:pt x="104107" y="103655"/>
                    <a:pt x="108446" y="98099"/>
                    <a:pt x="109835" y="100877"/>
                  </a:cubicBezTo>
                  <a:cubicBezTo>
                    <a:pt x="109835" y="102266"/>
                    <a:pt x="109835" y="103655"/>
                    <a:pt x="109835" y="107996"/>
                  </a:cubicBezTo>
                  <a:cubicBezTo>
                    <a:pt x="102718" y="137860"/>
                    <a:pt x="71472" y="157827"/>
                    <a:pt x="79978" y="179183"/>
                  </a:cubicBezTo>
                  <a:cubicBezTo>
                    <a:pt x="91435" y="207658"/>
                    <a:pt x="125458" y="186302"/>
                    <a:pt x="135352" y="167724"/>
                  </a:cubicBezTo>
                  <a:cubicBezTo>
                    <a:pt x="138130" y="163383"/>
                    <a:pt x="139692" y="159216"/>
                    <a:pt x="141081" y="160605"/>
                  </a:cubicBezTo>
                  <a:cubicBezTo>
                    <a:pt x="142469" y="160605"/>
                    <a:pt x="142469" y="166335"/>
                    <a:pt x="141081" y="172064"/>
                  </a:cubicBezTo>
                  <a:cubicBezTo>
                    <a:pt x="135352" y="204706"/>
                    <a:pt x="128235" y="223284"/>
                    <a:pt x="104107" y="241689"/>
                  </a:cubicBezTo>
                  <a:cubicBezTo>
                    <a:pt x="96990" y="247418"/>
                    <a:pt x="84144" y="248807"/>
                    <a:pt x="85706" y="253148"/>
                  </a:cubicBezTo>
                  <a:cubicBezTo>
                    <a:pt x="85706" y="254537"/>
                    <a:pt x="91435" y="254537"/>
                    <a:pt x="95601" y="253148"/>
                  </a:cubicBezTo>
                  <a:cubicBezTo>
                    <a:pt x="159654" y="248807"/>
                    <a:pt x="212251" y="174842"/>
                    <a:pt x="226485" y="125185"/>
                  </a:cubicBezTo>
                  <a:cubicBezTo>
                    <a:pt x="227874" y="122407"/>
                    <a:pt x="227874" y="118066"/>
                    <a:pt x="226485" y="116677"/>
                  </a:cubicBezTo>
                  <a:cubicBezTo>
                    <a:pt x="225097" y="115288"/>
                    <a:pt x="222146" y="118066"/>
                    <a:pt x="219368" y="121018"/>
                  </a:cubicBezTo>
                  <a:cubicBezTo>
                    <a:pt x="209127" y="128137"/>
                    <a:pt x="200621" y="133866"/>
                    <a:pt x="190726" y="138033"/>
                  </a:cubicBezTo>
                  <a:close/>
                </a:path>
              </a:pathLst>
            </a:custGeom>
            <a:solidFill>
              <a:srgbClr val="FFFFFF"/>
            </a:solidFill>
            <a:ln w="1731" cap="flat">
              <a:noFill/>
              <a:prstDash val="solid"/>
              <a:miter/>
            </a:ln>
          </p:spPr>
          <p:txBody>
            <a:bodyPr rtlCol="0" anchor="ctr"/>
            <a:lstStyle/>
            <a:p>
              <a:endParaRPr lang="en-GB" dirty="0"/>
            </a:p>
          </p:txBody>
        </p:sp>
        <p:sp>
          <p:nvSpPr>
            <p:cNvPr id="25" name="Vrije vorm: vorm 24">
              <a:extLst>
                <a:ext uri="{FF2B5EF4-FFF2-40B4-BE49-F238E27FC236}">
                  <a16:creationId xmlns:a16="http://schemas.microsoft.com/office/drawing/2014/main" id="{A996BACF-1310-A75D-F3D9-23D926B05697}"/>
                </a:ext>
              </a:extLst>
            </p:cNvPr>
            <p:cNvSpPr/>
            <p:nvPr/>
          </p:nvSpPr>
          <p:spPr>
            <a:xfrm>
              <a:off x="1588597" y="6213099"/>
              <a:ext cx="172024" cy="200539"/>
            </a:xfrm>
            <a:custGeom>
              <a:avLst/>
              <a:gdLst>
                <a:gd name="connsiteX0" fmla="*/ 38363 w 172024"/>
                <a:gd name="connsiteY0" fmla="*/ 82299 h 200539"/>
                <a:gd name="connsiteX1" fmla="*/ 86620 w 172024"/>
                <a:gd name="connsiteY1" fmla="*/ 25350 h 200539"/>
                <a:gd name="connsiteX2" fmla="*/ 134877 w 172024"/>
                <a:gd name="connsiteY2" fmla="*/ 82299 h 200539"/>
                <a:gd name="connsiteX3" fmla="*/ 38363 w 172024"/>
                <a:gd name="connsiteY3" fmla="*/ 82299 h 200539"/>
                <a:gd name="connsiteX4" fmla="*/ 172024 w 172024"/>
                <a:gd name="connsiteY4" fmla="*/ 106607 h 200539"/>
                <a:gd name="connsiteX5" fmla="*/ 172024 w 172024"/>
                <a:gd name="connsiteY5" fmla="*/ 89591 h 200539"/>
                <a:gd name="connsiteX6" fmla="*/ 88182 w 172024"/>
                <a:gd name="connsiteY6" fmla="*/ 0 h 200539"/>
                <a:gd name="connsiteX7" fmla="*/ 0 w 172024"/>
                <a:gd name="connsiteY7" fmla="*/ 102440 h 200539"/>
                <a:gd name="connsiteX8" fmla="*/ 85231 w 172024"/>
                <a:gd name="connsiteY8" fmla="*/ 200539 h 200539"/>
                <a:gd name="connsiteX9" fmla="*/ 169073 w 172024"/>
                <a:gd name="connsiteY9" fmla="*/ 136471 h 200539"/>
                <a:gd name="connsiteX10" fmla="*/ 130711 w 172024"/>
                <a:gd name="connsiteY10" fmla="*/ 136471 h 200539"/>
                <a:gd name="connsiteX11" fmla="*/ 85231 w 172024"/>
                <a:gd name="connsiteY11" fmla="*/ 174842 h 200539"/>
                <a:gd name="connsiteX12" fmla="*/ 36974 w 172024"/>
                <a:gd name="connsiteY12" fmla="*/ 107996 h 200539"/>
                <a:gd name="connsiteX13" fmla="*/ 172024 w 172024"/>
                <a:gd name="connsiteY13" fmla="*/ 107996 h 200539"/>
                <a:gd name="connsiteX14" fmla="*/ 172024 w 172024"/>
                <a:gd name="connsiteY14" fmla="*/ 106607 h 200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2024" h="200539">
                  <a:moveTo>
                    <a:pt x="38363" y="82299"/>
                  </a:moveTo>
                  <a:cubicBezTo>
                    <a:pt x="38363" y="52435"/>
                    <a:pt x="56763" y="25350"/>
                    <a:pt x="86620" y="25350"/>
                  </a:cubicBezTo>
                  <a:cubicBezTo>
                    <a:pt x="120816" y="25350"/>
                    <a:pt x="134877" y="49484"/>
                    <a:pt x="134877" y="82299"/>
                  </a:cubicBezTo>
                  <a:lnTo>
                    <a:pt x="38363" y="82299"/>
                  </a:lnTo>
                  <a:close/>
                  <a:moveTo>
                    <a:pt x="172024" y="106607"/>
                  </a:moveTo>
                  <a:lnTo>
                    <a:pt x="172024" y="89591"/>
                  </a:lnTo>
                  <a:cubicBezTo>
                    <a:pt x="172024" y="36983"/>
                    <a:pt x="142167" y="0"/>
                    <a:pt x="88182" y="0"/>
                  </a:cubicBezTo>
                  <a:cubicBezTo>
                    <a:pt x="28468" y="0"/>
                    <a:pt x="0" y="46879"/>
                    <a:pt x="0" y="102440"/>
                  </a:cubicBezTo>
                  <a:cubicBezTo>
                    <a:pt x="0" y="158001"/>
                    <a:pt x="24128" y="200539"/>
                    <a:pt x="85231" y="200539"/>
                  </a:cubicBezTo>
                  <a:cubicBezTo>
                    <a:pt x="130711" y="200539"/>
                    <a:pt x="163518" y="179183"/>
                    <a:pt x="169073" y="136471"/>
                  </a:cubicBezTo>
                  <a:lnTo>
                    <a:pt x="130711" y="136471"/>
                  </a:lnTo>
                  <a:cubicBezTo>
                    <a:pt x="126371" y="163557"/>
                    <a:pt x="112310" y="174842"/>
                    <a:pt x="85231" y="174842"/>
                  </a:cubicBezTo>
                  <a:cubicBezTo>
                    <a:pt x="48257" y="174842"/>
                    <a:pt x="36974" y="142200"/>
                    <a:pt x="36974" y="107996"/>
                  </a:cubicBezTo>
                  <a:lnTo>
                    <a:pt x="172024" y="107996"/>
                  </a:lnTo>
                  <a:lnTo>
                    <a:pt x="172024" y="106607"/>
                  </a:lnTo>
                  <a:close/>
                </a:path>
              </a:pathLst>
            </a:custGeom>
            <a:solidFill>
              <a:srgbClr val="FFFFFF"/>
            </a:solidFill>
            <a:ln w="1731" cap="flat">
              <a:noFill/>
              <a:prstDash val="solid"/>
              <a:miter/>
            </a:ln>
          </p:spPr>
          <p:txBody>
            <a:bodyPr rtlCol="0" anchor="ctr"/>
            <a:lstStyle/>
            <a:p>
              <a:endParaRPr lang="en-GB" dirty="0"/>
            </a:p>
          </p:txBody>
        </p:sp>
        <p:sp>
          <p:nvSpPr>
            <p:cNvPr id="26" name="Vrije vorm: vorm 25">
              <a:extLst>
                <a:ext uri="{FF2B5EF4-FFF2-40B4-BE49-F238E27FC236}">
                  <a16:creationId xmlns:a16="http://schemas.microsoft.com/office/drawing/2014/main" id="{B50ABAA7-4D3A-64F2-2886-73E38F672A13}"/>
                </a:ext>
              </a:extLst>
            </p:cNvPr>
            <p:cNvSpPr/>
            <p:nvPr/>
          </p:nvSpPr>
          <p:spPr>
            <a:xfrm>
              <a:off x="1803323" y="6136183"/>
              <a:ext cx="35585" cy="271552"/>
            </a:xfrm>
            <a:custGeom>
              <a:avLst/>
              <a:gdLst>
                <a:gd name="connsiteX0" fmla="*/ 0 w 35585"/>
                <a:gd name="connsiteY0" fmla="*/ 0 h 271552"/>
                <a:gd name="connsiteX1" fmla="*/ 35585 w 35585"/>
                <a:gd name="connsiteY1" fmla="*/ 0 h 271552"/>
                <a:gd name="connsiteX2" fmla="*/ 35585 w 35585"/>
                <a:gd name="connsiteY2" fmla="*/ 271552 h 271552"/>
                <a:gd name="connsiteX3" fmla="*/ 0 w 35585"/>
                <a:gd name="connsiteY3" fmla="*/ 271552 h 271552"/>
              </a:gdLst>
              <a:ahLst/>
              <a:cxnLst>
                <a:cxn ang="0">
                  <a:pos x="connsiteX0" y="connsiteY0"/>
                </a:cxn>
                <a:cxn ang="0">
                  <a:pos x="connsiteX1" y="connsiteY1"/>
                </a:cxn>
                <a:cxn ang="0">
                  <a:pos x="connsiteX2" y="connsiteY2"/>
                </a:cxn>
                <a:cxn ang="0">
                  <a:pos x="connsiteX3" y="connsiteY3"/>
                </a:cxn>
              </a:cxnLst>
              <a:rect l="l" t="t" r="r" b="b"/>
              <a:pathLst>
                <a:path w="35585" h="271552">
                  <a:moveTo>
                    <a:pt x="0" y="0"/>
                  </a:moveTo>
                  <a:lnTo>
                    <a:pt x="35585" y="0"/>
                  </a:lnTo>
                  <a:lnTo>
                    <a:pt x="35585" y="271552"/>
                  </a:lnTo>
                  <a:lnTo>
                    <a:pt x="0" y="271552"/>
                  </a:lnTo>
                  <a:close/>
                </a:path>
              </a:pathLst>
            </a:custGeom>
            <a:solidFill>
              <a:srgbClr val="FFFFFF"/>
            </a:solidFill>
            <a:ln w="1731" cap="flat">
              <a:noFill/>
              <a:prstDash val="solid"/>
              <a:miter/>
            </a:ln>
          </p:spPr>
          <p:txBody>
            <a:bodyPr rtlCol="0" anchor="ctr"/>
            <a:lstStyle/>
            <a:p>
              <a:endParaRPr lang="en-GB" dirty="0"/>
            </a:p>
          </p:txBody>
        </p:sp>
        <p:sp>
          <p:nvSpPr>
            <p:cNvPr id="27" name="Vrije vorm: vorm 26">
              <a:extLst>
                <a:ext uri="{FF2B5EF4-FFF2-40B4-BE49-F238E27FC236}">
                  <a16:creationId xmlns:a16="http://schemas.microsoft.com/office/drawing/2014/main" id="{94E5B70C-D6DE-08E7-481C-59E036E42088}"/>
                </a:ext>
              </a:extLst>
            </p:cNvPr>
            <p:cNvSpPr/>
            <p:nvPr/>
          </p:nvSpPr>
          <p:spPr>
            <a:xfrm>
              <a:off x="1880049" y="6129238"/>
              <a:ext cx="122204" cy="278671"/>
            </a:xfrm>
            <a:custGeom>
              <a:avLst/>
              <a:gdLst>
                <a:gd name="connsiteX0" fmla="*/ 72559 w 122204"/>
                <a:gd name="connsiteY0" fmla="*/ 278671 h 278671"/>
                <a:gd name="connsiteX1" fmla="*/ 72559 w 122204"/>
                <a:gd name="connsiteY1" fmla="*/ 113726 h 278671"/>
                <a:gd name="connsiteX2" fmla="*/ 116650 w 122204"/>
                <a:gd name="connsiteY2" fmla="*/ 113726 h 278671"/>
                <a:gd name="connsiteX3" fmla="*/ 116650 w 122204"/>
                <a:gd name="connsiteY3" fmla="*/ 88202 h 278671"/>
                <a:gd name="connsiteX4" fmla="*/ 72559 w 122204"/>
                <a:gd name="connsiteY4" fmla="*/ 88202 h 278671"/>
                <a:gd name="connsiteX5" fmla="*/ 72559 w 122204"/>
                <a:gd name="connsiteY5" fmla="*/ 58339 h 278671"/>
                <a:gd name="connsiteX6" fmla="*/ 103805 w 122204"/>
                <a:gd name="connsiteY6" fmla="*/ 32816 h 278671"/>
                <a:gd name="connsiteX7" fmla="*/ 122205 w 122204"/>
                <a:gd name="connsiteY7" fmla="*/ 34205 h 278671"/>
                <a:gd name="connsiteX8" fmla="*/ 122205 w 122204"/>
                <a:gd name="connsiteY8" fmla="*/ 4341 h 278671"/>
                <a:gd name="connsiteX9" fmla="*/ 96688 w 122204"/>
                <a:gd name="connsiteY9" fmla="*/ 0 h 278671"/>
                <a:gd name="connsiteX10" fmla="*/ 36974 w 122204"/>
                <a:gd name="connsiteY10" fmla="*/ 52609 h 278671"/>
                <a:gd name="connsiteX11" fmla="*/ 36974 w 122204"/>
                <a:gd name="connsiteY11" fmla="*/ 88202 h 278671"/>
                <a:gd name="connsiteX12" fmla="*/ 0 w 122204"/>
                <a:gd name="connsiteY12" fmla="*/ 88202 h 278671"/>
                <a:gd name="connsiteX13" fmla="*/ 0 w 122204"/>
                <a:gd name="connsiteY13" fmla="*/ 113726 h 278671"/>
                <a:gd name="connsiteX14" fmla="*/ 36974 w 122204"/>
                <a:gd name="connsiteY14" fmla="*/ 113726 h 278671"/>
                <a:gd name="connsiteX15" fmla="*/ 36974 w 122204"/>
                <a:gd name="connsiteY15" fmla="*/ 278671 h 278671"/>
                <a:gd name="connsiteX16" fmla="*/ 72559 w 122204"/>
                <a:gd name="connsiteY16" fmla="*/ 278671 h 278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2204" h="278671">
                  <a:moveTo>
                    <a:pt x="72559" y="278671"/>
                  </a:moveTo>
                  <a:lnTo>
                    <a:pt x="72559" y="113726"/>
                  </a:lnTo>
                  <a:lnTo>
                    <a:pt x="116650" y="113726"/>
                  </a:lnTo>
                  <a:lnTo>
                    <a:pt x="116650" y="88202"/>
                  </a:lnTo>
                  <a:lnTo>
                    <a:pt x="72559" y="88202"/>
                  </a:lnTo>
                  <a:lnTo>
                    <a:pt x="72559" y="58339"/>
                  </a:lnTo>
                  <a:cubicBezTo>
                    <a:pt x="72559" y="36983"/>
                    <a:pt x="82454" y="32816"/>
                    <a:pt x="103805" y="32816"/>
                  </a:cubicBezTo>
                  <a:cubicBezTo>
                    <a:pt x="109533" y="32816"/>
                    <a:pt x="115262" y="34205"/>
                    <a:pt x="122205" y="34205"/>
                  </a:cubicBezTo>
                  <a:lnTo>
                    <a:pt x="122205" y="4341"/>
                  </a:lnTo>
                  <a:cubicBezTo>
                    <a:pt x="113699" y="2952"/>
                    <a:pt x="105194" y="0"/>
                    <a:pt x="96688" y="0"/>
                  </a:cubicBezTo>
                  <a:cubicBezTo>
                    <a:pt x="62491" y="0"/>
                    <a:pt x="36974" y="17015"/>
                    <a:pt x="36974" y="52609"/>
                  </a:cubicBezTo>
                  <a:lnTo>
                    <a:pt x="36974" y="88202"/>
                  </a:lnTo>
                  <a:lnTo>
                    <a:pt x="0" y="88202"/>
                  </a:lnTo>
                  <a:lnTo>
                    <a:pt x="0" y="113726"/>
                  </a:lnTo>
                  <a:lnTo>
                    <a:pt x="36974" y="113726"/>
                  </a:lnTo>
                  <a:lnTo>
                    <a:pt x="36974" y="278671"/>
                  </a:lnTo>
                  <a:lnTo>
                    <a:pt x="72559" y="278671"/>
                  </a:lnTo>
                  <a:close/>
                </a:path>
              </a:pathLst>
            </a:custGeom>
            <a:solidFill>
              <a:srgbClr val="FFFFFF"/>
            </a:solidFill>
            <a:ln w="1731" cap="flat">
              <a:noFill/>
              <a:prstDash val="solid"/>
              <a:miter/>
            </a:ln>
          </p:spPr>
          <p:txBody>
            <a:bodyPr rtlCol="0" anchor="ctr"/>
            <a:lstStyle/>
            <a:p>
              <a:endParaRPr lang="en-GB" dirty="0"/>
            </a:p>
          </p:txBody>
        </p:sp>
        <p:sp>
          <p:nvSpPr>
            <p:cNvPr id="28" name="Vrije vorm: vorm 27">
              <a:extLst>
                <a:ext uri="{FF2B5EF4-FFF2-40B4-BE49-F238E27FC236}">
                  <a16:creationId xmlns:a16="http://schemas.microsoft.com/office/drawing/2014/main" id="{8D3E4DAB-6265-0F83-A847-5B7F063D48EC}"/>
                </a:ext>
              </a:extLst>
            </p:cNvPr>
            <p:cNvSpPr/>
            <p:nvPr/>
          </p:nvSpPr>
          <p:spPr>
            <a:xfrm>
              <a:off x="2016661" y="6168998"/>
              <a:ext cx="113699" cy="245855"/>
            </a:xfrm>
            <a:custGeom>
              <a:avLst/>
              <a:gdLst>
                <a:gd name="connsiteX0" fmla="*/ 0 w 113699"/>
                <a:gd name="connsiteY0" fmla="*/ 49657 h 245855"/>
                <a:gd name="connsiteX1" fmla="*/ 0 w 113699"/>
                <a:gd name="connsiteY1" fmla="*/ 75180 h 245855"/>
                <a:gd name="connsiteX2" fmla="*/ 32634 w 113699"/>
                <a:gd name="connsiteY2" fmla="*/ 75180 h 245855"/>
                <a:gd name="connsiteX3" fmla="*/ 32634 w 113699"/>
                <a:gd name="connsiteY3" fmla="*/ 196025 h 245855"/>
                <a:gd name="connsiteX4" fmla="*/ 86620 w 113699"/>
                <a:gd name="connsiteY4" fmla="*/ 245856 h 245855"/>
                <a:gd name="connsiteX5" fmla="*/ 110748 w 113699"/>
                <a:gd name="connsiteY5" fmla="*/ 243078 h 245855"/>
                <a:gd name="connsiteX6" fmla="*/ 110748 w 113699"/>
                <a:gd name="connsiteY6" fmla="*/ 215992 h 245855"/>
                <a:gd name="connsiteX7" fmla="*/ 92348 w 113699"/>
                <a:gd name="connsiteY7" fmla="*/ 218770 h 245855"/>
                <a:gd name="connsiteX8" fmla="*/ 69608 w 113699"/>
                <a:gd name="connsiteY8" fmla="*/ 198803 h 245855"/>
                <a:gd name="connsiteX9" fmla="*/ 69608 w 113699"/>
                <a:gd name="connsiteY9" fmla="*/ 76743 h 245855"/>
                <a:gd name="connsiteX10" fmla="*/ 113699 w 113699"/>
                <a:gd name="connsiteY10" fmla="*/ 76743 h 245855"/>
                <a:gd name="connsiteX11" fmla="*/ 113699 w 113699"/>
                <a:gd name="connsiteY11" fmla="*/ 51220 h 245855"/>
                <a:gd name="connsiteX12" fmla="*/ 69608 w 113699"/>
                <a:gd name="connsiteY12" fmla="*/ 51220 h 245855"/>
                <a:gd name="connsiteX13" fmla="*/ 69608 w 113699"/>
                <a:gd name="connsiteY13" fmla="*/ 0 h 245855"/>
                <a:gd name="connsiteX14" fmla="*/ 34023 w 113699"/>
                <a:gd name="connsiteY14" fmla="*/ 11459 h 245855"/>
                <a:gd name="connsiteX15" fmla="*/ 34023 w 113699"/>
                <a:gd name="connsiteY15" fmla="*/ 51220 h 245855"/>
                <a:gd name="connsiteX16" fmla="*/ 0 w 113699"/>
                <a:gd name="connsiteY16" fmla="*/ 49657 h 245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3699" h="245855">
                  <a:moveTo>
                    <a:pt x="0" y="49657"/>
                  </a:moveTo>
                  <a:lnTo>
                    <a:pt x="0" y="75180"/>
                  </a:lnTo>
                  <a:lnTo>
                    <a:pt x="32634" y="75180"/>
                  </a:lnTo>
                  <a:lnTo>
                    <a:pt x="32634" y="196025"/>
                  </a:lnTo>
                  <a:cubicBezTo>
                    <a:pt x="32634" y="221548"/>
                    <a:pt x="32634" y="245856"/>
                    <a:pt x="86620" y="245856"/>
                  </a:cubicBezTo>
                  <a:cubicBezTo>
                    <a:pt x="95125" y="245856"/>
                    <a:pt x="102243" y="244467"/>
                    <a:pt x="110748" y="243078"/>
                  </a:cubicBezTo>
                  <a:lnTo>
                    <a:pt x="110748" y="215992"/>
                  </a:lnTo>
                  <a:cubicBezTo>
                    <a:pt x="105020" y="217381"/>
                    <a:pt x="97903" y="218770"/>
                    <a:pt x="92348" y="218770"/>
                  </a:cubicBezTo>
                  <a:cubicBezTo>
                    <a:pt x="79503" y="218770"/>
                    <a:pt x="69608" y="211651"/>
                    <a:pt x="69608" y="198803"/>
                  </a:cubicBezTo>
                  <a:lnTo>
                    <a:pt x="69608" y="76743"/>
                  </a:lnTo>
                  <a:lnTo>
                    <a:pt x="113699" y="76743"/>
                  </a:lnTo>
                  <a:lnTo>
                    <a:pt x="113699" y="51220"/>
                  </a:lnTo>
                  <a:lnTo>
                    <a:pt x="69608" y="51220"/>
                  </a:lnTo>
                  <a:lnTo>
                    <a:pt x="69608" y="0"/>
                  </a:lnTo>
                  <a:lnTo>
                    <a:pt x="34023" y="11459"/>
                  </a:lnTo>
                  <a:lnTo>
                    <a:pt x="34023" y="51220"/>
                  </a:lnTo>
                  <a:lnTo>
                    <a:pt x="0" y="49657"/>
                  </a:lnTo>
                  <a:close/>
                </a:path>
              </a:pathLst>
            </a:custGeom>
            <a:solidFill>
              <a:srgbClr val="FFFFFF"/>
            </a:solidFill>
            <a:ln w="1731" cap="flat">
              <a:noFill/>
              <a:prstDash val="solid"/>
              <a:miter/>
            </a:ln>
          </p:spPr>
          <p:txBody>
            <a:bodyPr rtlCol="0" anchor="ctr"/>
            <a:lstStyle/>
            <a:p>
              <a:endParaRPr lang="en-GB" dirty="0"/>
            </a:p>
          </p:txBody>
        </p:sp>
        <p:sp>
          <p:nvSpPr>
            <p:cNvPr id="29" name="Vrije vorm: vorm 28">
              <a:extLst>
                <a:ext uri="{FF2B5EF4-FFF2-40B4-BE49-F238E27FC236}">
                  <a16:creationId xmlns:a16="http://schemas.microsoft.com/office/drawing/2014/main" id="{6F52DDD2-B124-1FEF-0F68-3980EB3898A2}"/>
                </a:ext>
              </a:extLst>
            </p:cNvPr>
            <p:cNvSpPr/>
            <p:nvPr/>
          </p:nvSpPr>
          <p:spPr>
            <a:xfrm>
              <a:off x="1332730" y="6134967"/>
              <a:ext cx="221843" cy="272941"/>
            </a:xfrm>
            <a:custGeom>
              <a:avLst/>
              <a:gdLst>
                <a:gd name="connsiteX0" fmla="*/ 0 w 221843"/>
                <a:gd name="connsiteY0" fmla="*/ 272941 h 272941"/>
                <a:gd name="connsiteX1" fmla="*/ 93910 w 221843"/>
                <a:gd name="connsiteY1" fmla="*/ 272941 h 272941"/>
                <a:gd name="connsiteX2" fmla="*/ 221844 w 221843"/>
                <a:gd name="connsiteY2" fmla="*/ 136471 h 272941"/>
                <a:gd name="connsiteX3" fmla="*/ 93910 w 221843"/>
                <a:gd name="connsiteY3" fmla="*/ 0 h 272941"/>
                <a:gd name="connsiteX4" fmla="*/ 0 w 221843"/>
                <a:gd name="connsiteY4" fmla="*/ 0 h 272941"/>
                <a:gd name="connsiteX5" fmla="*/ 0 w 221843"/>
                <a:gd name="connsiteY5" fmla="*/ 272941 h 272941"/>
                <a:gd name="connsiteX6" fmla="*/ 38363 w 221843"/>
                <a:gd name="connsiteY6" fmla="*/ 32468 h 272941"/>
                <a:gd name="connsiteX7" fmla="*/ 93737 w 221843"/>
                <a:gd name="connsiteY7" fmla="*/ 32468 h 272941"/>
                <a:gd name="connsiteX8" fmla="*/ 183307 w 221843"/>
                <a:gd name="connsiteY8" fmla="*/ 136297 h 272941"/>
                <a:gd name="connsiteX9" fmla="*/ 93737 w 221843"/>
                <a:gd name="connsiteY9" fmla="*/ 240126 h 272941"/>
                <a:gd name="connsiteX10" fmla="*/ 38363 w 221843"/>
                <a:gd name="connsiteY10" fmla="*/ 240126 h 272941"/>
                <a:gd name="connsiteX11" fmla="*/ 38363 w 221843"/>
                <a:gd name="connsiteY11" fmla="*/ 32468 h 272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1843" h="272941">
                  <a:moveTo>
                    <a:pt x="0" y="272941"/>
                  </a:moveTo>
                  <a:lnTo>
                    <a:pt x="93910" y="272941"/>
                  </a:lnTo>
                  <a:cubicBezTo>
                    <a:pt x="210561" y="272941"/>
                    <a:pt x="221844" y="174842"/>
                    <a:pt x="221844" y="136471"/>
                  </a:cubicBezTo>
                  <a:cubicBezTo>
                    <a:pt x="221844" y="99488"/>
                    <a:pt x="208998" y="0"/>
                    <a:pt x="93910" y="0"/>
                  </a:cubicBezTo>
                  <a:lnTo>
                    <a:pt x="0" y="0"/>
                  </a:lnTo>
                  <a:lnTo>
                    <a:pt x="0" y="272941"/>
                  </a:lnTo>
                  <a:close/>
                  <a:moveTo>
                    <a:pt x="38363" y="32468"/>
                  </a:moveTo>
                  <a:lnTo>
                    <a:pt x="93737" y="32468"/>
                  </a:lnTo>
                  <a:cubicBezTo>
                    <a:pt x="156228" y="32468"/>
                    <a:pt x="183307" y="79347"/>
                    <a:pt x="183307" y="136297"/>
                  </a:cubicBezTo>
                  <a:cubicBezTo>
                    <a:pt x="183307" y="193247"/>
                    <a:pt x="157790" y="240126"/>
                    <a:pt x="93737" y="240126"/>
                  </a:cubicBezTo>
                  <a:lnTo>
                    <a:pt x="38363" y="240126"/>
                  </a:lnTo>
                  <a:cubicBezTo>
                    <a:pt x="38363" y="240126"/>
                    <a:pt x="38363" y="32468"/>
                    <a:pt x="38363" y="32468"/>
                  </a:cubicBezTo>
                  <a:close/>
                </a:path>
              </a:pathLst>
            </a:custGeom>
            <a:solidFill>
              <a:srgbClr val="FFFFFF"/>
            </a:solidFill>
            <a:ln w="1731" cap="flat">
              <a:noFill/>
              <a:prstDash val="solid"/>
              <a:miter/>
            </a:ln>
          </p:spPr>
          <p:txBody>
            <a:bodyPr rtlCol="0" anchor="ctr"/>
            <a:lstStyle/>
            <a:p>
              <a:endParaRPr lang="en-GB" dirty="0"/>
            </a:p>
          </p:txBody>
        </p:sp>
      </p:grpSp>
    </p:spTree>
    <p:extLst>
      <p:ext uri="{BB962C8B-B14F-4D97-AF65-F5344CB8AC3E}">
        <p14:creationId xmlns:p14="http://schemas.microsoft.com/office/powerpoint/2010/main" val="3820294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 image">
    <p:bg>
      <p:bgPr>
        <a:solidFill>
          <a:schemeClr val="accent1"/>
        </a:solidFill>
        <a:effectLst/>
      </p:bgPr>
    </p:bg>
    <p:spTree>
      <p:nvGrpSpPr>
        <p:cNvPr id="1" name=""/>
        <p:cNvGrpSpPr/>
        <p:nvPr/>
      </p:nvGrpSpPr>
      <p:grpSpPr>
        <a:xfrm>
          <a:off x="0" y="0"/>
          <a:ext cx="0" cy="0"/>
          <a:chOff x="0" y="0"/>
          <a:chExt cx="0" cy="0"/>
        </a:xfrm>
      </p:grpSpPr>
      <p:sp>
        <p:nvSpPr>
          <p:cNvPr id="20" name="Vrije vorm: vorm 19">
            <a:extLst>
              <a:ext uri="{FF2B5EF4-FFF2-40B4-BE49-F238E27FC236}">
                <a16:creationId xmlns:a16="http://schemas.microsoft.com/office/drawing/2014/main" id="{D511B4CD-103C-593D-613C-2346A35667C7}"/>
              </a:ext>
            </a:extLst>
          </p:cNvPr>
          <p:cNvSpPr>
            <a:spLocks noGrp="1" noRot="1" noMove="1" noResize="1" noEditPoints="1" noAdjustHandles="1" noChangeArrowheads="1" noChangeShapeType="1"/>
          </p:cNvSpPr>
          <p:nvPr userDrawn="1"/>
        </p:nvSpPr>
        <p:spPr>
          <a:xfrm>
            <a:off x="-10751" y="0"/>
            <a:ext cx="12202751" cy="6858000"/>
          </a:xfrm>
          <a:custGeom>
            <a:avLst/>
            <a:gdLst>
              <a:gd name="connsiteX0" fmla="*/ 9196825 w 12202751"/>
              <a:gd name="connsiteY0" fmla="*/ 6253791 h 6858000"/>
              <a:gd name="connsiteX1" fmla="*/ 9228283 w 12202751"/>
              <a:gd name="connsiteY1" fmla="*/ 6260764 h 6858000"/>
              <a:gd name="connsiteX2" fmla="*/ 9319129 w 12202751"/>
              <a:gd name="connsiteY2" fmla="*/ 6797771 h 6858000"/>
              <a:gd name="connsiteX3" fmla="*/ 9315062 w 12202751"/>
              <a:gd name="connsiteY3" fmla="*/ 6858000 h 6858000"/>
              <a:gd name="connsiteX4" fmla="*/ 8712780 w 12202751"/>
              <a:gd name="connsiteY4" fmla="*/ 6858000 h 6858000"/>
              <a:gd name="connsiteX5" fmla="*/ 8752852 w 12202751"/>
              <a:gd name="connsiteY5" fmla="*/ 6786092 h 6858000"/>
              <a:gd name="connsiteX6" fmla="*/ 9165949 w 12202751"/>
              <a:gd name="connsiteY6" fmla="*/ 6254507 h 6858000"/>
              <a:gd name="connsiteX7" fmla="*/ 9196825 w 12202751"/>
              <a:gd name="connsiteY7" fmla="*/ 6253791 h 6858000"/>
              <a:gd name="connsiteX8" fmla="*/ 6322661 w 12202751"/>
              <a:gd name="connsiteY8" fmla="*/ 860036 h 6858000"/>
              <a:gd name="connsiteX9" fmla="*/ 6406295 w 12202751"/>
              <a:gd name="connsiteY9" fmla="*/ 923793 h 6858000"/>
              <a:gd name="connsiteX10" fmla="*/ 6343263 w 12202751"/>
              <a:gd name="connsiteY10" fmla="*/ 1578190 h 6858000"/>
              <a:gd name="connsiteX11" fmla="*/ 3612233 w 12202751"/>
              <a:gd name="connsiteY11" fmla="*/ 6735009 h 6858000"/>
              <a:gd name="connsiteX12" fmla="*/ 3592717 w 12202751"/>
              <a:gd name="connsiteY12" fmla="*/ 6858000 h 6858000"/>
              <a:gd name="connsiteX13" fmla="*/ 0 w 12202751"/>
              <a:gd name="connsiteY13" fmla="*/ 6858000 h 6858000"/>
              <a:gd name="connsiteX14" fmla="*/ 0 w 12202751"/>
              <a:gd name="connsiteY14" fmla="*/ 6632489 h 6858000"/>
              <a:gd name="connsiteX15" fmla="*/ 339610 w 12202751"/>
              <a:gd name="connsiteY15" fmla="*/ 6322172 h 6858000"/>
              <a:gd name="connsiteX16" fmla="*/ 5674132 w 12202751"/>
              <a:gd name="connsiteY16" fmla="*/ 1607274 h 6858000"/>
              <a:gd name="connsiteX17" fmla="*/ 6322661 w 12202751"/>
              <a:gd name="connsiteY17" fmla="*/ 860036 h 6858000"/>
              <a:gd name="connsiteX18" fmla="*/ 11650950 w 12202751"/>
              <a:gd name="connsiteY18" fmla="*/ 0 h 6858000"/>
              <a:gd name="connsiteX19" fmla="*/ 12202751 w 12202751"/>
              <a:gd name="connsiteY19" fmla="*/ 0 h 6858000"/>
              <a:gd name="connsiteX20" fmla="*/ 12202751 w 12202751"/>
              <a:gd name="connsiteY20" fmla="*/ 4442690 h 6858000"/>
              <a:gd name="connsiteX21" fmla="*/ 12090669 w 12202751"/>
              <a:gd name="connsiteY21" fmla="*/ 4422014 h 6858000"/>
              <a:gd name="connsiteX22" fmla="*/ 10571396 w 12202751"/>
              <a:gd name="connsiteY22" fmla="*/ 2213198 h 6858000"/>
              <a:gd name="connsiteX23" fmla="*/ 11525799 w 12202751"/>
              <a:gd name="connsiteY23" fmla="*/ 135882 h 6858000"/>
              <a:gd name="connsiteX24" fmla="*/ 0 w 12202751"/>
              <a:gd name="connsiteY24" fmla="*/ 0 h 6858000"/>
              <a:gd name="connsiteX25" fmla="*/ 2054194 w 12202751"/>
              <a:gd name="connsiteY25" fmla="*/ 0 h 6858000"/>
              <a:gd name="connsiteX26" fmla="*/ 1941123 w 12202751"/>
              <a:gd name="connsiteY26" fmla="*/ 75811 h 6858000"/>
              <a:gd name="connsiteX27" fmla="*/ 206525 w 12202751"/>
              <a:gd name="connsiteY27" fmla="*/ 1437904 h 6858000"/>
              <a:gd name="connsiteX28" fmla="*/ 0 w 12202751"/>
              <a:gd name="connsiteY28" fmla="*/ 163234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2202751" h="6858000">
                <a:moveTo>
                  <a:pt x="9196825" y="6253791"/>
                </a:moveTo>
                <a:cubicBezTo>
                  <a:pt x="9207202" y="6254820"/>
                  <a:pt x="9217676" y="6257130"/>
                  <a:pt x="9228283" y="6260764"/>
                </a:cubicBezTo>
                <a:cubicBezTo>
                  <a:pt x="9307834" y="6289395"/>
                  <a:pt x="9333091" y="6516346"/>
                  <a:pt x="9319129" y="6797771"/>
                </a:cubicBezTo>
                <a:lnTo>
                  <a:pt x="9315062" y="6858000"/>
                </a:lnTo>
                <a:lnTo>
                  <a:pt x="8712780" y="6858000"/>
                </a:lnTo>
                <a:lnTo>
                  <a:pt x="8752852" y="6786092"/>
                </a:lnTo>
                <a:cubicBezTo>
                  <a:pt x="8924836" y="6476801"/>
                  <a:pt x="9040774" y="6272774"/>
                  <a:pt x="9165949" y="6254507"/>
                </a:cubicBezTo>
                <a:cubicBezTo>
                  <a:pt x="9176167" y="6253017"/>
                  <a:pt x="9186447" y="6252763"/>
                  <a:pt x="9196825" y="6253791"/>
                </a:cubicBezTo>
                <a:close/>
                <a:moveTo>
                  <a:pt x="6322661" y="860036"/>
                </a:moveTo>
                <a:cubicBezTo>
                  <a:pt x="6359190" y="857387"/>
                  <a:pt x="6388114" y="876530"/>
                  <a:pt x="6406295" y="923793"/>
                </a:cubicBezTo>
                <a:cubicBezTo>
                  <a:pt x="6454783" y="1049825"/>
                  <a:pt x="6420842" y="1229178"/>
                  <a:pt x="6343263" y="1578190"/>
                </a:cubicBezTo>
                <a:cubicBezTo>
                  <a:pt x="5856638" y="3709453"/>
                  <a:pt x="3958041" y="5234882"/>
                  <a:pt x="3612233" y="6735009"/>
                </a:cubicBezTo>
                <a:lnTo>
                  <a:pt x="3592717" y="6858000"/>
                </a:lnTo>
                <a:lnTo>
                  <a:pt x="0" y="6858000"/>
                </a:lnTo>
                <a:lnTo>
                  <a:pt x="0" y="6632489"/>
                </a:lnTo>
                <a:lnTo>
                  <a:pt x="339610" y="6322172"/>
                </a:lnTo>
                <a:cubicBezTo>
                  <a:pt x="2196386" y="4691797"/>
                  <a:pt x="4577580" y="3447091"/>
                  <a:pt x="5674132" y="1607274"/>
                </a:cubicBezTo>
                <a:cubicBezTo>
                  <a:pt x="5863234" y="1292194"/>
                  <a:pt x="6164370" y="871513"/>
                  <a:pt x="6322661" y="860036"/>
                </a:cubicBezTo>
                <a:close/>
                <a:moveTo>
                  <a:pt x="11650950" y="0"/>
                </a:moveTo>
                <a:lnTo>
                  <a:pt x="12202751" y="0"/>
                </a:lnTo>
                <a:lnTo>
                  <a:pt x="12202751" y="4442690"/>
                </a:lnTo>
                <a:lnTo>
                  <a:pt x="12090669" y="4422014"/>
                </a:lnTo>
                <a:cubicBezTo>
                  <a:pt x="11211465" y="4223417"/>
                  <a:pt x="10568413" y="3552240"/>
                  <a:pt x="10571396" y="2213198"/>
                </a:cubicBezTo>
                <a:cubicBezTo>
                  <a:pt x="10572439" y="1498198"/>
                  <a:pt x="10939503" y="807920"/>
                  <a:pt x="11525799" y="135882"/>
                </a:cubicBezTo>
                <a:close/>
                <a:moveTo>
                  <a:pt x="0" y="0"/>
                </a:moveTo>
                <a:lnTo>
                  <a:pt x="2054194" y="0"/>
                </a:lnTo>
                <a:lnTo>
                  <a:pt x="1941123" y="75811"/>
                </a:lnTo>
                <a:cubicBezTo>
                  <a:pt x="1355823" y="476321"/>
                  <a:pt x="767225" y="928929"/>
                  <a:pt x="206525" y="1437904"/>
                </a:cubicBezTo>
                <a:lnTo>
                  <a:pt x="0" y="1632346"/>
                </a:lnTo>
                <a:close/>
              </a:path>
            </a:pathLst>
          </a:custGeom>
          <a:solidFill>
            <a:srgbClr val="00B8C8"/>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ctr">
            <a:noAutofit/>
          </a:bodyPr>
          <a:lstStyle/>
          <a:p>
            <a:pPr algn="ctr">
              <a:lnSpc>
                <a:spcPct val="90000"/>
              </a:lnSpc>
              <a:spcBef>
                <a:spcPts val="200"/>
              </a:spcBef>
              <a:spcAft>
                <a:spcPts val="200"/>
              </a:spcAft>
            </a:pPr>
            <a:r>
              <a:rPr lang="en-GB" sz="1600"/>
              <a:t> </a:t>
            </a:r>
            <a:endParaRPr lang="en-GB" sz="1600" dirty="0"/>
          </a:p>
        </p:txBody>
      </p:sp>
      <p:pic>
        <p:nvPicPr>
          <p:cNvPr id="87" name="Picture 86">
            <a:extLst>
              <a:ext uri="{FF2B5EF4-FFF2-40B4-BE49-F238E27FC236}">
                <a16:creationId xmlns:a16="http://schemas.microsoft.com/office/drawing/2014/main" id="{BAACC903-52F8-FE7A-3D04-D0CCC86CFDE0}"/>
              </a:ext>
            </a:extLst>
          </p:cNvPr>
          <p:cNvPicPr>
            <a:picLocks noChangeAspect="1"/>
          </p:cNvPicPr>
          <p:nvPr userDrawn="1"/>
        </p:nvPicPr>
        <p:blipFill>
          <a:blip r:embed="rId2"/>
          <a:stretch>
            <a:fillRect/>
          </a:stretch>
        </p:blipFill>
        <p:spPr>
          <a:xfrm>
            <a:off x="-165914" y="-86461"/>
            <a:ext cx="12394034" cy="7053317"/>
          </a:xfrm>
          <a:prstGeom prst="rect">
            <a:avLst/>
          </a:prstGeom>
        </p:spPr>
      </p:pic>
      <p:sp>
        <p:nvSpPr>
          <p:cNvPr id="2" name="Titel 1">
            <a:extLst>
              <a:ext uri="{FF2B5EF4-FFF2-40B4-BE49-F238E27FC236}">
                <a16:creationId xmlns:a16="http://schemas.microsoft.com/office/drawing/2014/main" id="{3BFF1B38-67B4-1DE1-F5C5-4B950151F2D7}"/>
              </a:ext>
            </a:extLst>
          </p:cNvPr>
          <p:cNvSpPr>
            <a:spLocks noGrp="1"/>
          </p:cNvSpPr>
          <p:nvPr>
            <p:ph type="title" hasCustomPrompt="1"/>
          </p:nvPr>
        </p:nvSpPr>
        <p:spPr>
          <a:xfrm>
            <a:off x="0" y="-429019"/>
            <a:ext cx="1989968" cy="276999"/>
          </a:xfr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lvl1pPr>
              <a:lnSpc>
                <a:spcPct val="100000"/>
              </a:lnSpc>
              <a:defRPr lang="nl-NL" sz="1800" b="1" cap="none" baseline="0" dirty="0">
                <a:solidFill>
                  <a:schemeClr val="accent1"/>
                </a:solidFill>
                <a:latin typeface="+mj-lt"/>
              </a:defRPr>
            </a:lvl1pPr>
          </a:lstStyle>
          <a:p>
            <a:pPr marL="0" lvl="0"/>
            <a:r>
              <a:rPr lang="en-GB" dirty="0"/>
              <a:t>Title slide + image</a:t>
            </a:r>
          </a:p>
        </p:txBody>
      </p:sp>
      <p:grpSp>
        <p:nvGrpSpPr>
          <p:cNvPr id="8" name="Graphic 4">
            <a:extLst>
              <a:ext uri="{FF2B5EF4-FFF2-40B4-BE49-F238E27FC236}">
                <a16:creationId xmlns:a16="http://schemas.microsoft.com/office/drawing/2014/main" id="{F8EDA2E5-8990-6524-1F90-5CF9A0ABE743}"/>
              </a:ext>
            </a:extLst>
          </p:cNvPr>
          <p:cNvGrpSpPr/>
          <p:nvPr/>
        </p:nvGrpSpPr>
        <p:grpSpPr>
          <a:xfrm>
            <a:off x="721114" y="437497"/>
            <a:ext cx="1530269" cy="594428"/>
            <a:chOff x="717019" y="5865846"/>
            <a:chExt cx="1413341" cy="549008"/>
          </a:xfrm>
          <a:solidFill>
            <a:srgbClr val="FFFFFF"/>
          </a:solidFill>
        </p:grpSpPr>
        <p:sp>
          <p:nvSpPr>
            <p:cNvPr id="9" name="Vrije vorm: vorm 8">
              <a:extLst>
                <a:ext uri="{FF2B5EF4-FFF2-40B4-BE49-F238E27FC236}">
                  <a16:creationId xmlns:a16="http://schemas.microsoft.com/office/drawing/2014/main" id="{14F687E5-3F7F-C866-9EB7-85E0F55F5463}"/>
                </a:ext>
              </a:extLst>
            </p:cNvPr>
            <p:cNvSpPr/>
            <p:nvPr/>
          </p:nvSpPr>
          <p:spPr>
            <a:xfrm>
              <a:off x="998576" y="6136009"/>
              <a:ext cx="258644" cy="277455"/>
            </a:xfrm>
            <a:custGeom>
              <a:avLst/>
              <a:gdLst>
                <a:gd name="connsiteX0" fmla="*/ 129322 w 258644"/>
                <a:gd name="connsiteY0" fmla="*/ 224847 h 277455"/>
                <a:gd name="connsiteX1" fmla="*/ 183307 w 258644"/>
                <a:gd name="connsiteY1" fmla="*/ 167897 h 277455"/>
                <a:gd name="connsiteX2" fmla="*/ 183307 w 258644"/>
                <a:gd name="connsiteY2" fmla="*/ 0 h 277455"/>
                <a:gd name="connsiteX3" fmla="*/ 258644 w 258644"/>
                <a:gd name="connsiteY3" fmla="*/ 0 h 277455"/>
                <a:gd name="connsiteX4" fmla="*/ 258644 w 258644"/>
                <a:gd name="connsiteY4" fmla="*/ 172238 h 277455"/>
                <a:gd name="connsiteX5" fmla="*/ 129322 w 258644"/>
                <a:gd name="connsiteY5" fmla="*/ 277456 h 277455"/>
                <a:gd name="connsiteX6" fmla="*/ 0 w 258644"/>
                <a:gd name="connsiteY6" fmla="*/ 172238 h 277455"/>
                <a:gd name="connsiteX7" fmla="*/ 0 w 258644"/>
                <a:gd name="connsiteY7" fmla="*/ 174 h 277455"/>
                <a:gd name="connsiteX8" fmla="*/ 75337 w 258644"/>
                <a:gd name="connsiteY8" fmla="*/ 174 h 277455"/>
                <a:gd name="connsiteX9" fmla="*/ 75337 w 258644"/>
                <a:gd name="connsiteY9" fmla="*/ 168071 h 277455"/>
                <a:gd name="connsiteX10" fmla="*/ 129322 w 258644"/>
                <a:gd name="connsiteY10" fmla="*/ 224847 h 277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8644" h="277455">
                  <a:moveTo>
                    <a:pt x="129322" y="224847"/>
                  </a:moveTo>
                  <a:cubicBezTo>
                    <a:pt x="164907" y="224847"/>
                    <a:pt x="183307" y="200713"/>
                    <a:pt x="183307" y="167897"/>
                  </a:cubicBezTo>
                  <a:lnTo>
                    <a:pt x="183307" y="0"/>
                  </a:lnTo>
                  <a:lnTo>
                    <a:pt x="258644" y="0"/>
                  </a:lnTo>
                  <a:lnTo>
                    <a:pt x="258644" y="172238"/>
                  </a:lnTo>
                  <a:cubicBezTo>
                    <a:pt x="257255" y="247592"/>
                    <a:pt x="197542" y="277456"/>
                    <a:pt x="129322" y="277456"/>
                  </a:cubicBezTo>
                  <a:cubicBezTo>
                    <a:pt x="61102" y="277456"/>
                    <a:pt x="0" y="247592"/>
                    <a:pt x="0" y="172238"/>
                  </a:cubicBezTo>
                  <a:lnTo>
                    <a:pt x="0" y="174"/>
                  </a:lnTo>
                  <a:lnTo>
                    <a:pt x="75337" y="174"/>
                  </a:lnTo>
                  <a:lnTo>
                    <a:pt x="75337" y="168071"/>
                  </a:lnTo>
                  <a:cubicBezTo>
                    <a:pt x="73948" y="200713"/>
                    <a:pt x="93910" y="224847"/>
                    <a:pt x="129322" y="224847"/>
                  </a:cubicBezTo>
                  <a:close/>
                </a:path>
              </a:pathLst>
            </a:custGeom>
            <a:solidFill>
              <a:srgbClr val="FFFFFF"/>
            </a:solidFill>
            <a:ln w="1731" cap="flat">
              <a:noFill/>
              <a:prstDash val="solid"/>
              <a:miter/>
            </a:ln>
          </p:spPr>
          <p:txBody>
            <a:bodyPr rtlCol="0" anchor="ctr"/>
            <a:lstStyle/>
            <a:p>
              <a:endParaRPr lang="en-GB" dirty="0"/>
            </a:p>
          </p:txBody>
        </p:sp>
        <p:sp>
          <p:nvSpPr>
            <p:cNvPr id="10" name="Vrije vorm: vorm 9">
              <a:extLst>
                <a:ext uri="{FF2B5EF4-FFF2-40B4-BE49-F238E27FC236}">
                  <a16:creationId xmlns:a16="http://schemas.microsoft.com/office/drawing/2014/main" id="{59449444-9956-51CD-FA6E-807D2DAA76C3}"/>
                </a:ext>
              </a:extLst>
            </p:cNvPr>
            <p:cNvSpPr/>
            <p:nvPr/>
          </p:nvSpPr>
          <p:spPr>
            <a:xfrm>
              <a:off x="717019" y="6136183"/>
              <a:ext cx="244583" cy="271726"/>
            </a:xfrm>
            <a:custGeom>
              <a:avLst/>
              <a:gdLst>
                <a:gd name="connsiteX0" fmla="*/ 85405 w 244583"/>
                <a:gd name="connsiteY0" fmla="*/ 271726 h 271726"/>
                <a:gd name="connsiteX1" fmla="*/ 160741 w 244583"/>
                <a:gd name="connsiteY1" fmla="*/ 271726 h 271726"/>
                <a:gd name="connsiteX2" fmla="*/ 160741 w 244583"/>
                <a:gd name="connsiteY2" fmla="*/ 52609 h 271726"/>
                <a:gd name="connsiteX3" fmla="*/ 244583 w 244583"/>
                <a:gd name="connsiteY3" fmla="*/ 52609 h 271726"/>
                <a:gd name="connsiteX4" fmla="*/ 244583 w 244583"/>
                <a:gd name="connsiteY4" fmla="*/ 0 h 271726"/>
                <a:gd name="connsiteX5" fmla="*/ 0 w 244583"/>
                <a:gd name="connsiteY5" fmla="*/ 0 h 271726"/>
                <a:gd name="connsiteX6" fmla="*/ 0 w 244583"/>
                <a:gd name="connsiteY6" fmla="*/ 52609 h 271726"/>
                <a:gd name="connsiteX7" fmla="*/ 85405 w 244583"/>
                <a:gd name="connsiteY7" fmla="*/ 52609 h 271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4583" h="271726">
                  <a:moveTo>
                    <a:pt x="85405" y="271726"/>
                  </a:moveTo>
                  <a:lnTo>
                    <a:pt x="160741" y="271726"/>
                  </a:lnTo>
                  <a:lnTo>
                    <a:pt x="160741" y="52609"/>
                  </a:lnTo>
                  <a:lnTo>
                    <a:pt x="244583" y="52609"/>
                  </a:lnTo>
                  <a:lnTo>
                    <a:pt x="244583" y="0"/>
                  </a:lnTo>
                  <a:lnTo>
                    <a:pt x="0" y="0"/>
                  </a:lnTo>
                  <a:lnTo>
                    <a:pt x="0" y="52609"/>
                  </a:lnTo>
                  <a:lnTo>
                    <a:pt x="85405" y="52609"/>
                  </a:lnTo>
                  <a:close/>
                </a:path>
              </a:pathLst>
            </a:custGeom>
            <a:solidFill>
              <a:srgbClr val="FFFFFF"/>
            </a:solidFill>
            <a:ln w="1731" cap="flat">
              <a:noFill/>
              <a:prstDash val="solid"/>
              <a:miter/>
            </a:ln>
          </p:spPr>
          <p:txBody>
            <a:bodyPr rtlCol="0" anchor="ctr"/>
            <a:lstStyle/>
            <a:p>
              <a:endParaRPr lang="en-GB" dirty="0"/>
            </a:p>
          </p:txBody>
        </p:sp>
        <p:sp>
          <p:nvSpPr>
            <p:cNvPr id="11" name="Vrije vorm: vorm 10">
              <a:extLst>
                <a:ext uri="{FF2B5EF4-FFF2-40B4-BE49-F238E27FC236}">
                  <a16:creationId xmlns:a16="http://schemas.microsoft.com/office/drawing/2014/main" id="{38D46059-DB59-DD28-5BD0-842E6FDED580}"/>
                </a:ext>
              </a:extLst>
            </p:cNvPr>
            <p:cNvSpPr/>
            <p:nvPr/>
          </p:nvSpPr>
          <p:spPr>
            <a:xfrm>
              <a:off x="792227" y="5865846"/>
              <a:ext cx="256862" cy="254189"/>
            </a:xfrm>
            <a:custGeom>
              <a:avLst/>
              <a:gdLst>
                <a:gd name="connsiteX0" fmla="*/ 190726 w 256862"/>
                <a:gd name="connsiteY0" fmla="*/ 138033 h 254189"/>
                <a:gd name="connsiteX1" fmla="*/ 153752 w 256862"/>
                <a:gd name="connsiteY1" fmla="*/ 115288 h 254189"/>
                <a:gd name="connsiteX2" fmla="*/ 254780 w 256862"/>
                <a:gd name="connsiteY2" fmla="*/ 14237 h 254189"/>
                <a:gd name="connsiteX3" fmla="*/ 254780 w 256862"/>
                <a:gd name="connsiteY3" fmla="*/ 0 h 254189"/>
                <a:gd name="connsiteX4" fmla="*/ 247663 w 256862"/>
                <a:gd name="connsiteY4" fmla="*/ 9897 h 254189"/>
                <a:gd name="connsiteX5" fmla="*/ 102718 w 256862"/>
                <a:gd name="connsiteY5" fmla="*/ 66846 h 254189"/>
                <a:gd name="connsiteX6" fmla="*/ 3253 w 256862"/>
                <a:gd name="connsiteY6" fmla="*/ 217555 h 254189"/>
                <a:gd name="connsiteX7" fmla="*/ 10370 w 256862"/>
                <a:gd name="connsiteY7" fmla="*/ 237522 h 254189"/>
                <a:gd name="connsiteX8" fmla="*/ 13147 w 256862"/>
                <a:gd name="connsiteY8" fmla="*/ 217555 h 254189"/>
                <a:gd name="connsiteX9" fmla="*/ 101329 w 256862"/>
                <a:gd name="connsiteY9" fmla="*/ 107996 h 254189"/>
                <a:gd name="connsiteX10" fmla="*/ 109835 w 256862"/>
                <a:gd name="connsiteY10" fmla="*/ 100877 h 254189"/>
                <a:gd name="connsiteX11" fmla="*/ 109835 w 256862"/>
                <a:gd name="connsiteY11" fmla="*/ 107996 h 254189"/>
                <a:gd name="connsiteX12" fmla="*/ 79978 w 256862"/>
                <a:gd name="connsiteY12" fmla="*/ 179183 h 254189"/>
                <a:gd name="connsiteX13" fmla="*/ 135352 w 256862"/>
                <a:gd name="connsiteY13" fmla="*/ 167724 h 254189"/>
                <a:gd name="connsiteX14" fmla="*/ 141081 w 256862"/>
                <a:gd name="connsiteY14" fmla="*/ 160605 h 254189"/>
                <a:gd name="connsiteX15" fmla="*/ 141081 w 256862"/>
                <a:gd name="connsiteY15" fmla="*/ 172064 h 254189"/>
                <a:gd name="connsiteX16" fmla="*/ 104107 w 256862"/>
                <a:gd name="connsiteY16" fmla="*/ 241689 h 254189"/>
                <a:gd name="connsiteX17" fmla="*/ 85706 w 256862"/>
                <a:gd name="connsiteY17" fmla="*/ 253148 h 254189"/>
                <a:gd name="connsiteX18" fmla="*/ 95601 w 256862"/>
                <a:gd name="connsiteY18" fmla="*/ 253148 h 254189"/>
                <a:gd name="connsiteX19" fmla="*/ 226485 w 256862"/>
                <a:gd name="connsiteY19" fmla="*/ 125185 h 254189"/>
                <a:gd name="connsiteX20" fmla="*/ 226485 w 256862"/>
                <a:gd name="connsiteY20" fmla="*/ 116677 h 254189"/>
                <a:gd name="connsiteX21" fmla="*/ 219368 w 256862"/>
                <a:gd name="connsiteY21" fmla="*/ 121018 h 254189"/>
                <a:gd name="connsiteX22" fmla="*/ 190726 w 256862"/>
                <a:gd name="connsiteY22" fmla="*/ 138033 h 254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6862" h="254189">
                  <a:moveTo>
                    <a:pt x="190726" y="138033"/>
                  </a:moveTo>
                  <a:cubicBezTo>
                    <a:pt x="172326" y="143763"/>
                    <a:pt x="153752" y="139422"/>
                    <a:pt x="153752" y="115288"/>
                  </a:cubicBezTo>
                  <a:cubicBezTo>
                    <a:pt x="153752" y="78306"/>
                    <a:pt x="241934" y="47053"/>
                    <a:pt x="254780" y="14237"/>
                  </a:cubicBezTo>
                  <a:cubicBezTo>
                    <a:pt x="257557" y="5730"/>
                    <a:pt x="257557" y="0"/>
                    <a:pt x="254780" y="0"/>
                  </a:cubicBezTo>
                  <a:cubicBezTo>
                    <a:pt x="252002" y="0"/>
                    <a:pt x="254780" y="4341"/>
                    <a:pt x="247663" y="9897"/>
                  </a:cubicBezTo>
                  <a:cubicBezTo>
                    <a:pt x="210689" y="46879"/>
                    <a:pt x="149586" y="46879"/>
                    <a:pt x="102718" y="66846"/>
                  </a:cubicBezTo>
                  <a:cubicBezTo>
                    <a:pt x="71472" y="81084"/>
                    <a:pt x="-18098" y="123796"/>
                    <a:pt x="3253" y="217555"/>
                  </a:cubicBezTo>
                  <a:cubicBezTo>
                    <a:pt x="4642" y="221895"/>
                    <a:pt x="7593" y="237522"/>
                    <a:pt x="10370" y="237522"/>
                  </a:cubicBezTo>
                  <a:cubicBezTo>
                    <a:pt x="13147" y="237522"/>
                    <a:pt x="13147" y="229014"/>
                    <a:pt x="13147" y="217555"/>
                  </a:cubicBezTo>
                  <a:cubicBezTo>
                    <a:pt x="13147" y="160605"/>
                    <a:pt x="78589" y="144978"/>
                    <a:pt x="101329" y="107996"/>
                  </a:cubicBezTo>
                  <a:cubicBezTo>
                    <a:pt x="104107" y="103655"/>
                    <a:pt x="108446" y="98099"/>
                    <a:pt x="109835" y="100877"/>
                  </a:cubicBezTo>
                  <a:cubicBezTo>
                    <a:pt x="109835" y="102266"/>
                    <a:pt x="109835" y="103655"/>
                    <a:pt x="109835" y="107996"/>
                  </a:cubicBezTo>
                  <a:cubicBezTo>
                    <a:pt x="102718" y="137860"/>
                    <a:pt x="71472" y="157827"/>
                    <a:pt x="79978" y="179183"/>
                  </a:cubicBezTo>
                  <a:cubicBezTo>
                    <a:pt x="91435" y="207658"/>
                    <a:pt x="125458" y="186302"/>
                    <a:pt x="135352" y="167724"/>
                  </a:cubicBezTo>
                  <a:cubicBezTo>
                    <a:pt x="138130" y="163383"/>
                    <a:pt x="139692" y="159216"/>
                    <a:pt x="141081" y="160605"/>
                  </a:cubicBezTo>
                  <a:cubicBezTo>
                    <a:pt x="142469" y="160605"/>
                    <a:pt x="142469" y="166335"/>
                    <a:pt x="141081" y="172064"/>
                  </a:cubicBezTo>
                  <a:cubicBezTo>
                    <a:pt x="135352" y="204706"/>
                    <a:pt x="128235" y="223284"/>
                    <a:pt x="104107" y="241689"/>
                  </a:cubicBezTo>
                  <a:cubicBezTo>
                    <a:pt x="96990" y="247418"/>
                    <a:pt x="84144" y="248807"/>
                    <a:pt x="85706" y="253148"/>
                  </a:cubicBezTo>
                  <a:cubicBezTo>
                    <a:pt x="85706" y="254537"/>
                    <a:pt x="91435" y="254537"/>
                    <a:pt x="95601" y="253148"/>
                  </a:cubicBezTo>
                  <a:cubicBezTo>
                    <a:pt x="159654" y="248807"/>
                    <a:pt x="212251" y="174842"/>
                    <a:pt x="226485" y="125185"/>
                  </a:cubicBezTo>
                  <a:cubicBezTo>
                    <a:pt x="227874" y="122407"/>
                    <a:pt x="227874" y="118066"/>
                    <a:pt x="226485" y="116677"/>
                  </a:cubicBezTo>
                  <a:cubicBezTo>
                    <a:pt x="225097" y="115288"/>
                    <a:pt x="222146" y="118066"/>
                    <a:pt x="219368" y="121018"/>
                  </a:cubicBezTo>
                  <a:cubicBezTo>
                    <a:pt x="209127" y="128137"/>
                    <a:pt x="200621" y="133866"/>
                    <a:pt x="190726" y="138033"/>
                  </a:cubicBezTo>
                  <a:close/>
                </a:path>
              </a:pathLst>
            </a:custGeom>
            <a:solidFill>
              <a:srgbClr val="FFFFFF"/>
            </a:solidFill>
            <a:ln w="1731" cap="flat">
              <a:noFill/>
              <a:prstDash val="solid"/>
              <a:miter/>
            </a:ln>
          </p:spPr>
          <p:txBody>
            <a:bodyPr rtlCol="0" anchor="ctr"/>
            <a:lstStyle/>
            <a:p>
              <a:endParaRPr lang="en-GB" dirty="0"/>
            </a:p>
          </p:txBody>
        </p:sp>
        <p:sp>
          <p:nvSpPr>
            <p:cNvPr id="12" name="Vrije vorm: vorm 11">
              <a:extLst>
                <a:ext uri="{FF2B5EF4-FFF2-40B4-BE49-F238E27FC236}">
                  <a16:creationId xmlns:a16="http://schemas.microsoft.com/office/drawing/2014/main" id="{1D9EED3E-2DF3-39B2-4ABF-9A9E2C76D6B1}"/>
                </a:ext>
              </a:extLst>
            </p:cNvPr>
            <p:cNvSpPr/>
            <p:nvPr/>
          </p:nvSpPr>
          <p:spPr>
            <a:xfrm>
              <a:off x="1588597" y="6213099"/>
              <a:ext cx="172024" cy="200539"/>
            </a:xfrm>
            <a:custGeom>
              <a:avLst/>
              <a:gdLst>
                <a:gd name="connsiteX0" fmla="*/ 38363 w 172024"/>
                <a:gd name="connsiteY0" fmla="*/ 82299 h 200539"/>
                <a:gd name="connsiteX1" fmla="*/ 86620 w 172024"/>
                <a:gd name="connsiteY1" fmla="*/ 25350 h 200539"/>
                <a:gd name="connsiteX2" fmla="*/ 134877 w 172024"/>
                <a:gd name="connsiteY2" fmla="*/ 82299 h 200539"/>
                <a:gd name="connsiteX3" fmla="*/ 38363 w 172024"/>
                <a:gd name="connsiteY3" fmla="*/ 82299 h 200539"/>
                <a:gd name="connsiteX4" fmla="*/ 172024 w 172024"/>
                <a:gd name="connsiteY4" fmla="*/ 106607 h 200539"/>
                <a:gd name="connsiteX5" fmla="*/ 172024 w 172024"/>
                <a:gd name="connsiteY5" fmla="*/ 89591 h 200539"/>
                <a:gd name="connsiteX6" fmla="*/ 88182 w 172024"/>
                <a:gd name="connsiteY6" fmla="*/ 0 h 200539"/>
                <a:gd name="connsiteX7" fmla="*/ 0 w 172024"/>
                <a:gd name="connsiteY7" fmla="*/ 102440 h 200539"/>
                <a:gd name="connsiteX8" fmla="*/ 85231 w 172024"/>
                <a:gd name="connsiteY8" fmla="*/ 200539 h 200539"/>
                <a:gd name="connsiteX9" fmla="*/ 169073 w 172024"/>
                <a:gd name="connsiteY9" fmla="*/ 136471 h 200539"/>
                <a:gd name="connsiteX10" fmla="*/ 130711 w 172024"/>
                <a:gd name="connsiteY10" fmla="*/ 136471 h 200539"/>
                <a:gd name="connsiteX11" fmla="*/ 85231 w 172024"/>
                <a:gd name="connsiteY11" fmla="*/ 174842 h 200539"/>
                <a:gd name="connsiteX12" fmla="*/ 36974 w 172024"/>
                <a:gd name="connsiteY12" fmla="*/ 107996 h 200539"/>
                <a:gd name="connsiteX13" fmla="*/ 172024 w 172024"/>
                <a:gd name="connsiteY13" fmla="*/ 107996 h 200539"/>
                <a:gd name="connsiteX14" fmla="*/ 172024 w 172024"/>
                <a:gd name="connsiteY14" fmla="*/ 106607 h 200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2024" h="200539">
                  <a:moveTo>
                    <a:pt x="38363" y="82299"/>
                  </a:moveTo>
                  <a:cubicBezTo>
                    <a:pt x="38363" y="52435"/>
                    <a:pt x="56763" y="25350"/>
                    <a:pt x="86620" y="25350"/>
                  </a:cubicBezTo>
                  <a:cubicBezTo>
                    <a:pt x="120816" y="25350"/>
                    <a:pt x="134877" y="49484"/>
                    <a:pt x="134877" y="82299"/>
                  </a:cubicBezTo>
                  <a:lnTo>
                    <a:pt x="38363" y="82299"/>
                  </a:lnTo>
                  <a:close/>
                  <a:moveTo>
                    <a:pt x="172024" y="106607"/>
                  </a:moveTo>
                  <a:lnTo>
                    <a:pt x="172024" y="89591"/>
                  </a:lnTo>
                  <a:cubicBezTo>
                    <a:pt x="172024" y="36983"/>
                    <a:pt x="142167" y="0"/>
                    <a:pt x="88182" y="0"/>
                  </a:cubicBezTo>
                  <a:cubicBezTo>
                    <a:pt x="28468" y="0"/>
                    <a:pt x="0" y="46879"/>
                    <a:pt x="0" y="102440"/>
                  </a:cubicBezTo>
                  <a:cubicBezTo>
                    <a:pt x="0" y="158001"/>
                    <a:pt x="24128" y="200539"/>
                    <a:pt x="85231" y="200539"/>
                  </a:cubicBezTo>
                  <a:cubicBezTo>
                    <a:pt x="130711" y="200539"/>
                    <a:pt x="163518" y="179183"/>
                    <a:pt x="169073" y="136471"/>
                  </a:cubicBezTo>
                  <a:lnTo>
                    <a:pt x="130711" y="136471"/>
                  </a:lnTo>
                  <a:cubicBezTo>
                    <a:pt x="126371" y="163557"/>
                    <a:pt x="112310" y="174842"/>
                    <a:pt x="85231" y="174842"/>
                  </a:cubicBezTo>
                  <a:cubicBezTo>
                    <a:pt x="48257" y="174842"/>
                    <a:pt x="36974" y="142200"/>
                    <a:pt x="36974" y="107996"/>
                  </a:cubicBezTo>
                  <a:lnTo>
                    <a:pt x="172024" y="107996"/>
                  </a:lnTo>
                  <a:lnTo>
                    <a:pt x="172024" y="106607"/>
                  </a:lnTo>
                  <a:close/>
                </a:path>
              </a:pathLst>
            </a:custGeom>
            <a:solidFill>
              <a:srgbClr val="FFFFFF"/>
            </a:solidFill>
            <a:ln w="1731" cap="flat">
              <a:noFill/>
              <a:prstDash val="solid"/>
              <a:miter/>
            </a:ln>
          </p:spPr>
          <p:txBody>
            <a:bodyPr rtlCol="0" anchor="ctr"/>
            <a:lstStyle/>
            <a:p>
              <a:endParaRPr lang="en-GB" dirty="0"/>
            </a:p>
          </p:txBody>
        </p:sp>
        <p:sp>
          <p:nvSpPr>
            <p:cNvPr id="13" name="Vrije vorm: vorm 12">
              <a:extLst>
                <a:ext uri="{FF2B5EF4-FFF2-40B4-BE49-F238E27FC236}">
                  <a16:creationId xmlns:a16="http://schemas.microsoft.com/office/drawing/2014/main" id="{FE872223-5E47-AEA4-3F51-C5DC13B053E8}"/>
                </a:ext>
              </a:extLst>
            </p:cNvPr>
            <p:cNvSpPr/>
            <p:nvPr/>
          </p:nvSpPr>
          <p:spPr>
            <a:xfrm>
              <a:off x="1803323" y="6136183"/>
              <a:ext cx="35585" cy="271552"/>
            </a:xfrm>
            <a:custGeom>
              <a:avLst/>
              <a:gdLst>
                <a:gd name="connsiteX0" fmla="*/ 0 w 35585"/>
                <a:gd name="connsiteY0" fmla="*/ 0 h 271552"/>
                <a:gd name="connsiteX1" fmla="*/ 35585 w 35585"/>
                <a:gd name="connsiteY1" fmla="*/ 0 h 271552"/>
                <a:gd name="connsiteX2" fmla="*/ 35585 w 35585"/>
                <a:gd name="connsiteY2" fmla="*/ 271552 h 271552"/>
                <a:gd name="connsiteX3" fmla="*/ 0 w 35585"/>
                <a:gd name="connsiteY3" fmla="*/ 271552 h 271552"/>
              </a:gdLst>
              <a:ahLst/>
              <a:cxnLst>
                <a:cxn ang="0">
                  <a:pos x="connsiteX0" y="connsiteY0"/>
                </a:cxn>
                <a:cxn ang="0">
                  <a:pos x="connsiteX1" y="connsiteY1"/>
                </a:cxn>
                <a:cxn ang="0">
                  <a:pos x="connsiteX2" y="connsiteY2"/>
                </a:cxn>
                <a:cxn ang="0">
                  <a:pos x="connsiteX3" y="connsiteY3"/>
                </a:cxn>
              </a:cxnLst>
              <a:rect l="l" t="t" r="r" b="b"/>
              <a:pathLst>
                <a:path w="35585" h="271552">
                  <a:moveTo>
                    <a:pt x="0" y="0"/>
                  </a:moveTo>
                  <a:lnTo>
                    <a:pt x="35585" y="0"/>
                  </a:lnTo>
                  <a:lnTo>
                    <a:pt x="35585" y="271552"/>
                  </a:lnTo>
                  <a:lnTo>
                    <a:pt x="0" y="271552"/>
                  </a:lnTo>
                  <a:close/>
                </a:path>
              </a:pathLst>
            </a:custGeom>
            <a:solidFill>
              <a:srgbClr val="FFFFFF"/>
            </a:solidFill>
            <a:ln w="1731" cap="flat">
              <a:noFill/>
              <a:prstDash val="solid"/>
              <a:miter/>
            </a:ln>
          </p:spPr>
          <p:txBody>
            <a:bodyPr rtlCol="0" anchor="ctr"/>
            <a:lstStyle/>
            <a:p>
              <a:endParaRPr lang="en-GB" dirty="0"/>
            </a:p>
          </p:txBody>
        </p:sp>
        <p:sp>
          <p:nvSpPr>
            <p:cNvPr id="14" name="Vrije vorm: vorm 13">
              <a:extLst>
                <a:ext uri="{FF2B5EF4-FFF2-40B4-BE49-F238E27FC236}">
                  <a16:creationId xmlns:a16="http://schemas.microsoft.com/office/drawing/2014/main" id="{3E81D4D2-DEFC-7F03-C7F1-7B01AE4AF1EC}"/>
                </a:ext>
              </a:extLst>
            </p:cNvPr>
            <p:cNvSpPr/>
            <p:nvPr/>
          </p:nvSpPr>
          <p:spPr>
            <a:xfrm>
              <a:off x="1880049" y="6129238"/>
              <a:ext cx="122204" cy="278671"/>
            </a:xfrm>
            <a:custGeom>
              <a:avLst/>
              <a:gdLst>
                <a:gd name="connsiteX0" fmla="*/ 72559 w 122204"/>
                <a:gd name="connsiteY0" fmla="*/ 278671 h 278671"/>
                <a:gd name="connsiteX1" fmla="*/ 72559 w 122204"/>
                <a:gd name="connsiteY1" fmla="*/ 113726 h 278671"/>
                <a:gd name="connsiteX2" fmla="*/ 116650 w 122204"/>
                <a:gd name="connsiteY2" fmla="*/ 113726 h 278671"/>
                <a:gd name="connsiteX3" fmla="*/ 116650 w 122204"/>
                <a:gd name="connsiteY3" fmla="*/ 88202 h 278671"/>
                <a:gd name="connsiteX4" fmla="*/ 72559 w 122204"/>
                <a:gd name="connsiteY4" fmla="*/ 88202 h 278671"/>
                <a:gd name="connsiteX5" fmla="*/ 72559 w 122204"/>
                <a:gd name="connsiteY5" fmla="*/ 58339 h 278671"/>
                <a:gd name="connsiteX6" fmla="*/ 103805 w 122204"/>
                <a:gd name="connsiteY6" fmla="*/ 32816 h 278671"/>
                <a:gd name="connsiteX7" fmla="*/ 122205 w 122204"/>
                <a:gd name="connsiteY7" fmla="*/ 34205 h 278671"/>
                <a:gd name="connsiteX8" fmla="*/ 122205 w 122204"/>
                <a:gd name="connsiteY8" fmla="*/ 4341 h 278671"/>
                <a:gd name="connsiteX9" fmla="*/ 96688 w 122204"/>
                <a:gd name="connsiteY9" fmla="*/ 0 h 278671"/>
                <a:gd name="connsiteX10" fmla="*/ 36974 w 122204"/>
                <a:gd name="connsiteY10" fmla="*/ 52609 h 278671"/>
                <a:gd name="connsiteX11" fmla="*/ 36974 w 122204"/>
                <a:gd name="connsiteY11" fmla="*/ 88202 h 278671"/>
                <a:gd name="connsiteX12" fmla="*/ 0 w 122204"/>
                <a:gd name="connsiteY12" fmla="*/ 88202 h 278671"/>
                <a:gd name="connsiteX13" fmla="*/ 0 w 122204"/>
                <a:gd name="connsiteY13" fmla="*/ 113726 h 278671"/>
                <a:gd name="connsiteX14" fmla="*/ 36974 w 122204"/>
                <a:gd name="connsiteY14" fmla="*/ 113726 h 278671"/>
                <a:gd name="connsiteX15" fmla="*/ 36974 w 122204"/>
                <a:gd name="connsiteY15" fmla="*/ 278671 h 278671"/>
                <a:gd name="connsiteX16" fmla="*/ 72559 w 122204"/>
                <a:gd name="connsiteY16" fmla="*/ 278671 h 278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2204" h="278671">
                  <a:moveTo>
                    <a:pt x="72559" y="278671"/>
                  </a:moveTo>
                  <a:lnTo>
                    <a:pt x="72559" y="113726"/>
                  </a:lnTo>
                  <a:lnTo>
                    <a:pt x="116650" y="113726"/>
                  </a:lnTo>
                  <a:lnTo>
                    <a:pt x="116650" y="88202"/>
                  </a:lnTo>
                  <a:lnTo>
                    <a:pt x="72559" y="88202"/>
                  </a:lnTo>
                  <a:lnTo>
                    <a:pt x="72559" y="58339"/>
                  </a:lnTo>
                  <a:cubicBezTo>
                    <a:pt x="72559" y="36983"/>
                    <a:pt x="82454" y="32816"/>
                    <a:pt x="103805" y="32816"/>
                  </a:cubicBezTo>
                  <a:cubicBezTo>
                    <a:pt x="109533" y="32816"/>
                    <a:pt x="115262" y="34205"/>
                    <a:pt x="122205" y="34205"/>
                  </a:cubicBezTo>
                  <a:lnTo>
                    <a:pt x="122205" y="4341"/>
                  </a:lnTo>
                  <a:cubicBezTo>
                    <a:pt x="113699" y="2952"/>
                    <a:pt x="105194" y="0"/>
                    <a:pt x="96688" y="0"/>
                  </a:cubicBezTo>
                  <a:cubicBezTo>
                    <a:pt x="62491" y="0"/>
                    <a:pt x="36974" y="17015"/>
                    <a:pt x="36974" y="52609"/>
                  </a:cubicBezTo>
                  <a:lnTo>
                    <a:pt x="36974" y="88202"/>
                  </a:lnTo>
                  <a:lnTo>
                    <a:pt x="0" y="88202"/>
                  </a:lnTo>
                  <a:lnTo>
                    <a:pt x="0" y="113726"/>
                  </a:lnTo>
                  <a:lnTo>
                    <a:pt x="36974" y="113726"/>
                  </a:lnTo>
                  <a:lnTo>
                    <a:pt x="36974" y="278671"/>
                  </a:lnTo>
                  <a:lnTo>
                    <a:pt x="72559" y="278671"/>
                  </a:lnTo>
                  <a:close/>
                </a:path>
              </a:pathLst>
            </a:custGeom>
            <a:solidFill>
              <a:srgbClr val="FFFFFF"/>
            </a:solidFill>
            <a:ln w="1731" cap="flat">
              <a:noFill/>
              <a:prstDash val="solid"/>
              <a:miter/>
            </a:ln>
          </p:spPr>
          <p:txBody>
            <a:bodyPr rtlCol="0" anchor="ctr"/>
            <a:lstStyle/>
            <a:p>
              <a:endParaRPr lang="en-GB" dirty="0"/>
            </a:p>
          </p:txBody>
        </p:sp>
        <p:sp>
          <p:nvSpPr>
            <p:cNvPr id="15" name="Vrije vorm: vorm 14">
              <a:extLst>
                <a:ext uri="{FF2B5EF4-FFF2-40B4-BE49-F238E27FC236}">
                  <a16:creationId xmlns:a16="http://schemas.microsoft.com/office/drawing/2014/main" id="{22E0BAD8-5DCF-72B7-FB7A-91979F996E51}"/>
                </a:ext>
              </a:extLst>
            </p:cNvPr>
            <p:cNvSpPr/>
            <p:nvPr/>
          </p:nvSpPr>
          <p:spPr>
            <a:xfrm>
              <a:off x="2016661" y="6168998"/>
              <a:ext cx="113699" cy="245855"/>
            </a:xfrm>
            <a:custGeom>
              <a:avLst/>
              <a:gdLst>
                <a:gd name="connsiteX0" fmla="*/ 0 w 113699"/>
                <a:gd name="connsiteY0" fmla="*/ 49657 h 245855"/>
                <a:gd name="connsiteX1" fmla="*/ 0 w 113699"/>
                <a:gd name="connsiteY1" fmla="*/ 75180 h 245855"/>
                <a:gd name="connsiteX2" fmla="*/ 32634 w 113699"/>
                <a:gd name="connsiteY2" fmla="*/ 75180 h 245855"/>
                <a:gd name="connsiteX3" fmla="*/ 32634 w 113699"/>
                <a:gd name="connsiteY3" fmla="*/ 196025 h 245855"/>
                <a:gd name="connsiteX4" fmla="*/ 86620 w 113699"/>
                <a:gd name="connsiteY4" fmla="*/ 245856 h 245855"/>
                <a:gd name="connsiteX5" fmla="*/ 110748 w 113699"/>
                <a:gd name="connsiteY5" fmla="*/ 243078 h 245855"/>
                <a:gd name="connsiteX6" fmla="*/ 110748 w 113699"/>
                <a:gd name="connsiteY6" fmla="*/ 215992 h 245855"/>
                <a:gd name="connsiteX7" fmla="*/ 92348 w 113699"/>
                <a:gd name="connsiteY7" fmla="*/ 218770 h 245855"/>
                <a:gd name="connsiteX8" fmla="*/ 69608 w 113699"/>
                <a:gd name="connsiteY8" fmla="*/ 198803 h 245855"/>
                <a:gd name="connsiteX9" fmla="*/ 69608 w 113699"/>
                <a:gd name="connsiteY9" fmla="*/ 76743 h 245855"/>
                <a:gd name="connsiteX10" fmla="*/ 113699 w 113699"/>
                <a:gd name="connsiteY10" fmla="*/ 76743 h 245855"/>
                <a:gd name="connsiteX11" fmla="*/ 113699 w 113699"/>
                <a:gd name="connsiteY11" fmla="*/ 51220 h 245855"/>
                <a:gd name="connsiteX12" fmla="*/ 69608 w 113699"/>
                <a:gd name="connsiteY12" fmla="*/ 51220 h 245855"/>
                <a:gd name="connsiteX13" fmla="*/ 69608 w 113699"/>
                <a:gd name="connsiteY13" fmla="*/ 0 h 245855"/>
                <a:gd name="connsiteX14" fmla="*/ 34023 w 113699"/>
                <a:gd name="connsiteY14" fmla="*/ 11459 h 245855"/>
                <a:gd name="connsiteX15" fmla="*/ 34023 w 113699"/>
                <a:gd name="connsiteY15" fmla="*/ 51220 h 245855"/>
                <a:gd name="connsiteX16" fmla="*/ 0 w 113699"/>
                <a:gd name="connsiteY16" fmla="*/ 49657 h 245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3699" h="245855">
                  <a:moveTo>
                    <a:pt x="0" y="49657"/>
                  </a:moveTo>
                  <a:lnTo>
                    <a:pt x="0" y="75180"/>
                  </a:lnTo>
                  <a:lnTo>
                    <a:pt x="32634" y="75180"/>
                  </a:lnTo>
                  <a:lnTo>
                    <a:pt x="32634" y="196025"/>
                  </a:lnTo>
                  <a:cubicBezTo>
                    <a:pt x="32634" y="221548"/>
                    <a:pt x="32634" y="245856"/>
                    <a:pt x="86620" y="245856"/>
                  </a:cubicBezTo>
                  <a:cubicBezTo>
                    <a:pt x="95125" y="245856"/>
                    <a:pt x="102243" y="244467"/>
                    <a:pt x="110748" y="243078"/>
                  </a:cubicBezTo>
                  <a:lnTo>
                    <a:pt x="110748" y="215992"/>
                  </a:lnTo>
                  <a:cubicBezTo>
                    <a:pt x="105020" y="217381"/>
                    <a:pt x="97903" y="218770"/>
                    <a:pt x="92348" y="218770"/>
                  </a:cubicBezTo>
                  <a:cubicBezTo>
                    <a:pt x="79503" y="218770"/>
                    <a:pt x="69608" y="211651"/>
                    <a:pt x="69608" y="198803"/>
                  </a:cubicBezTo>
                  <a:lnTo>
                    <a:pt x="69608" y="76743"/>
                  </a:lnTo>
                  <a:lnTo>
                    <a:pt x="113699" y="76743"/>
                  </a:lnTo>
                  <a:lnTo>
                    <a:pt x="113699" y="51220"/>
                  </a:lnTo>
                  <a:lnTo>
                    <a:pt x="69608" y="51220"/>
                  </a:lnTo>
                  <a:lnTo>
                    <a:pt x="69608" y="0"/>
                  </a:lnTo>
                  <a:lnTo>
                    <a:pt x="34023" y="11459"/>
                  </a:lnTo>
                  <a:lnTo>
                    <a:pt x="34023" y="51220"/>
                  </a:lnTo>
                  <a:lnTo>
                    <a:pt x="0" y="49657"/>
                  </a:lnTo>
                  <a:close/>
                </a:path>
              </a:pathLst>
            </a:custGeom>
            <a:solidFill>
              <a:srgbClr val="FFFFFF"/>
            </a:solidFill>
            <a:ln w="1731" cap="flat">
              <a:noFill/>
              <a:prstDash val="solid"/>
              <a:miter/>
            </a:ln>
          </p:spPr>
          <p:txBody>
            <a:bodyPr rtlCol="0" anchor="ctr"/>
            <a:lstStyle/>
            <a:p>
              <a:endParaRPr lang="en-GB" dirty="0"/>
            </a:p>
          </p:txBody>
        </p:sp>
        <p:sp>
          <p:nvSpPr>
            <p:cNvPr id="16" name="Vrije vorm: vorm 15">
              <a:extLst>
                <a:ext uri="{FF2B5EF4-FFF2-40B4-BE49-F238E27FC236}">
                  <a16:creationId xmlns:a16="http://schemas.microsoft.com/office/drawing/2014/main" id="{6779A44D-156E-169E-45E9-81901A8F6C6D}"/>
                </a:ext>
              </a:extLst>
            </p:cNvPr>
            <p:cNvSpPr/>
            <p:nvPr/>
          </p:nvSpPr>
          <p:spPr>
            <a:xfrm>
              <a:off x="1332730" y="6134967"/>
              <a:ext cx="221843" cy="272941"/>
            </a:xfrm>
            <a:custGeom>
              <a:avLst/>
              <a:gdLst>
                <a:gd name="connsiteX0" fmla="*/ 0 w 221843"/>
                <a:gd name="connsiteY0" fmla="*/ 272941 h 272941"/>
                <a:gd name="connsiteX1" fmla="*/ 93910 w 221843"/>
                <a:gd name="connsiteY1" fmla="*/ 272941 h 272941"/>
                <a:gd name="connsiteX2" fmla="*/ 221844 w 221843"/>
                <a:gd name="connsiteY2" fmla="*/ 136471 h 272941"/>
                <a:gd name="connsiteX3" fmla="*/ 93910 w 221843"/>
                <a:gd name="connsiteY3" fmla="*/ 0 h 272941"/>
                <a:gd name="connsiteX4" fmla="*/ 0 w 221843"/>
                <a:gd name="connsiteY4" fmla="*/ 0 h 272941"/>
                <a:gd name="connsiteX5" fmla="*/ 0 w 221843"/>
                <a:gd name="connsiteY5" fmla="*/ 272941 h 272941"/>
                <a:gd name="connsiteX6" fmla="*/ 38363 w 221843"/>
                <a:gd name="connsiteY6" fmla="*/ 32468 h 272941"/>
                <a:gd name="connsiteX7" fmla="*/ 93737 w 221843"/>
                <a:gd name="connsiteY7" fmla="*/ 32468 h 272941"/>
                <a:gd name="connsiteX8" fmla="*/ 183307 w 221843"/>
                <a:gd name="connsiteY8" fmla="*/ 136297 h 272941"/>
                <a:gd name="connsiteX9" fmla="*/ 93737 w 221843"/>
                <a:gd name="connsiteY9" fmla="*/ 240126 h 272941"/>
                <a:gd name="connsiteX10" fmla="*/ 38363 w 221843"/>
                <a:gd name="connsiteY10" fmla="*/ 240126 h 272941"/>
                <a:gd name="connsiteX11" fmla="*/ 38363 w 221843"/>
                <a:gd name="connsiteY11" fmla="*/ 32468 h 272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1843" h="272941">
                  <a:moveTo>
                    <a:pt x="0" y="272941"/>
                  </a:moveTo>
                  <a:lnTo>
                    <a:pt x="93910" y="272941"/>
                  </a:lnTo>
                  <a:cubicBezTo>
                    <a:pt x="210561" y="272941"/>
                    <a:pt x="221844" y="174842"/>
                    <a:pt x="221844" y="136471"/>
                  </a:cubicBezTo>
                  <a:cubicBezTo>
                    <a:pt x="221844" y="99488"/>
                    <a:pt x="208998" y="0"/>
                    <a:pt x="93910" y="0"/>
                  </a:cubicBezTo>
                  <a:lnTo>
                    <a:pt x="0" y="0"/>
                  </a:lnTo>
                  <a:lnTo>
                    <a:pt x="0" y="272941"/>
                  </a:lnTo>
                  <a:close/>
                  <a:moveTo>
                    <a:pt x="38363" y="32468"/>
                  </a:moveTo>
                  <a:lnTo>
                    <a:pt x="93737" y="32468"/>
                  </a:lnTo>
                  <a:cubicBezTo>
                    <a:pt x="156228" y="32468"/>
                    <a:pt x="183307" y="79347"/>
                    <a:pt x="183307" y="136297"/>
                  </a:cubicBezTo>
                  <a:cubicBezTo>
                    <a:pt x="183307" y="193247"/>
                    <a:pt x="157790" y="240126"/>
                    <a:pt x="93737" y="240126"/>
                  </a:cubicBezTo>
                  <a:lnTo>
                    <a:pt x="38363" y="240126"/>
                  </a:lnTo>
                  <a:cubicBezTo>
                    <a:pt x="38363" y="240126"/>
                    <a:pt x="38363" y="32468"/>
                    <a:pt x="38363" y="32468"/>
                  </a:cubicBezTo>
                  <a:close/>
                </a:path>
              </a:pathLst>
            </a:custGeom>
            <a:solidFill>
              <a:srgbClr val="FFFFFF"/>
            </a:solidFill>
            <a:ln w="1731" cap="flat">
              <a:noFill/>
              <a:prstDash val="solid"/>
              <a:miter/>
            </a:ln>
          </p:spPr>
          <p:txBody>
            <a:bodyPr rtlCol="0" anchor="ctr"/>
            <a:lstStyle/>
            <a:p>
              <a:endParaRPr lang="en-GB" dirty="0"/>
            </a:p>
          </p:txBody>
        </p:sp>
      </p:grpSp>
      <p:sp>
        <p:nvSpPr>
          <p:cNvPr id="4" name="Tijdelijke aanduiding voor tekst 3">
            <a:extLst>
              <a:ext uri="{FF2B5EF4-FFF2-40B4-BE49-F238E27FC236}">
                <a16:creationId xmlns:a16="http://schemas.microsoft.com/office/drawing/2014/main" id="{04122BC7-F646-7ABE-AEA6-34174E1E9FB8}"/>
              </a:ext>
            </a:extLst>
          </p:cNvPr>
          <p:cNvSpPr>
            <a:spLocks noGrp="1"/>
          </p:cNvSpPr>
          <p:nvPr>
            <p:ph type="body" sz="quarter" idx="10" hasCustomPrompt="1"/>
          </p:nvPr>
        </p:nvSpPr>
        <p:spPr>
          <a:xfrm>
            <a:off x="719138" y="3950387"/>
            <a:ext cx="5865553" cy="1333698"/>
          </a:xfrm>
        </p:spPr>
        <p:txBody>
          <a:bodyPr wrap="square" anchor="b" anchorCtr="0">
            <a:spAutoFit/>
          </a:bodyPr>
          <a:lstStyle>
            <a:lvl1pPr marL="0" indent="0" algn="l">
              <a:lnSpc>
                <a:spcPts val="5200"/>
              </a:lnSpc>
              <a:spcBef>
                <a:spcPts val="0"/>
              </a:spcBef>
              <a:spcAft>
                <a:spcPts val="0"/>
              </a:spcAft>
              <a:buNone/>
              <a:defRPr sz="4800" b="1" i="0">
                <a:solidFill>
                  <a:schemeClr val="bg1"/>
                </a:solidFill>
                <a:latin typeface="+mj-lt"/>
              </a:defRPr>
            </a:lvl1pPr>
            <a:lvl2pPr marL="0" indent="0" algn="r">
              <a:buNone/>
              <a:defRPr sz="4400" b="1" i="0">
                <a:solidFill>
                  <a:schemeClr val="bg1"/>
                </a:solidFill>
                <a:latin typeface="+mj-lt"/>
              </a:defRPr>
            </a:lvl2pPr>
            <a:lvl3pPr marL="0" indent="0" algn="r">
              <a:buFont typeface="Arial" panose="020B0604020202020204" pitchFamily="34" charset="0"/>
              <a:buNone/>
              <a:defRPr sz="4400" b="1" i="0">
                <a:solidFill>
                  <a:schemeClr val="bg1"/>
                </a:solidFill>
                <a:latin typeface="+mj-lt"/>
              </a:defRPr>
            </a:lvl3pPr>
            <a:lvl4pPr marL="0" indent="0" algn="r">
              <a:buFont typeface="Arial" panose="020B0604020202020204" pitchFamily="34" charset="0"/>
              <a:buNone/>
              <a:defRPr sz="4400" b="1" i="0">
                <a:solidFill>
                  <a:schemeClr val="bg1"/>
                </a:solidFill>
                <a:latin typeface="+mj-lt"/>
              </a:defRPr>
            </a:lvl4pPr>
            <a:lvl5pPr marL="0" indent="0" algn="r">
              <a:buFont typeface="Arial" panose="020B0604020202020204" pitchFamily="34" charset="0"/>
              <a:buNone/>
              <a:defRPr sz="4400" b="1" i="0">
                <a:solidFill>
                  <a:schemeClr val="bg1"/>
                </a:solidFill>
                <a:latin typeface="+mj-lt"/>
              </a:defRPr>
            </a:lvl5pPr>
            <a:lvl6pPr marL="0" indent="0" algn="r">
              <a:buFont typeface="Arial" panose="020B0604020202020204" pitchFamily="34" charset="0"/>
              <a:buNone/>
              <a:defRPr sz="4400" b="1" i="0">
                <a:solidFill>
                  <a:schemeClr val="bg1"/>
                </a:solidFill>
                <a:latin typeface="+mj-lt"/>
              </a:defRPr>
            </a:lvl6pPr>
            <a:lvl7pPr marL="0" indent="0" algn="r">
              <a:buFont typeface="Arial" panose="020B0604020202020204" pitchFamily="34" charset="0"/>
              <a:buNone/>
              <a:defRPr sz="4400" b="1" i="0">
                <a:solidFill>
                  <a:schemeClr val="bg1"/>
                </a:solidFill>
                <a:latin typeface="+mj-lt"/>
              </a:defRPr>
            </a:lvl7pPr>
            <a:lvl8pPr marL="0" indent="0" algn="r">
              <a:buFont typeface="Arial" panose="020B0604020202020204" pitchFamily="34" charset="0"/>
              <a:buNone/>
              <a:defRPr sz="4400" b="1" i="0">
                <a:solidFill>
                  <a:schemeClr val="bg1"/>
                </a:solidFill>
                <a:latin typeface="+mj-lt"/>
              </a:defRPr>
            </a:lvl8pPr>
            <a:lvl9pPr marL="0" indent="0" algn="r">
              <a:buFont typeface="Arial" panose="020B0604020202020204" pitchFamily="34" charset="0"/>
              <a:buNone/>
              <a:defRPr sz="4400" b="1" i="0">
                <a:solidFill>
                  <a:schemeClr val="bg1"/>
                </a:solidFill>
                <a:latin typeface="+mj-lt"/>
              </a:defRPr>
            </a:lvl9pPr>
          </a:lstStyle>
          <a:p>
            <a:pPr lvl="0"/>
            <a:r>
              <a:rPr lang="en-GB" noProof="0" dirty="0"/>
              <a:t>Title slide</a:t>
            </a:r>
            <a:br>
              <a:rPr lang="en-GB" noProof="0" dirty="0"/>
            </a:br>
            <a:r>
              <a:rPr lang="en-GB" noProof="0" dirty="0"/>
              <a:t>max. 3 lines</a:t>
            </a:r>
          </a:p>
        </p:txBody>
      </p:sp>
      <p:sp>
        <p:nvSpPr>
          <p:cNvPr id="6" name="Tijdelijke aanduiding voor tekst 5">
            <a:extLst>
              <a:ext uri="{FF2B5EF4-FFF2-40B4-BE49-F238E27FC236}">
                <a16:creationId xmlns:a16="http://schemas.microsoft.com/office/drawing/2014/main" id="{ACC0F79F-5B45-CF11-7FFE-D7A815731C32}"/>
              </a:ext>
            </a:extLst>
          </p:cNvPr>
          <p:cNvSpPr>
            <a:spLocks noGrp="1"/>
          </p:cNvSpPr>
          <p:nvPr>
            <p:ph type="body" sz="quarter" idx="11" hasCustomPrompt="1"/>
          </p:nvPr>
        </p:nvSpPr>
        <p:spPr>
          <a:xfrm>
            <a:off x="719137" y="5404234"/>
            <a:ext cx="5871541" cy="332399"/>
          </a:xfrm>
        </p:spPr>
        <p:txBody>
          <a:bodyPr wrap="square">
            <a:spAutoFit/>
          </a:bodyPr>
          <a:lstStyle>
            <a:lvl1pPr marL="0" indent="0" algn="l">
              <a:buFont typeface="Arial" panose="020B0604020202020204" pitchFamily="34" charset="0"/>
              <a:buNone/>
              <a:defRPr sz="2400" b="0" i="0">
                <a:solidFill>
                  <a:schemeClr val="tx2"/>
                </a:solidFill>
                <a:latin typeface="+mn-lt"/>
              </a:defRPr>
            </a:lvl1pPr>
            <a:lvl2pPr marL="0" indent="0" algn="r">
              <a:buFont typeface="Arial" panose="020B0604020202020204" pitchFamily="34" charset="0"/>
              <a:buNone/>
              <a:defRPr sz="2400" b="0" i="0">
                <a:solidFill>
                  <a:schemeClr val="bg1"/>
                </a:solidFill>
                <a:latin typeface="+mn-lt"/>
              </a:defRPr>
            </a:lvl2pPr>
            <a:lvl3pPr marL="0" indent="0" algn="r">
              <a:buFont typeface="Arial" panose="020B0604020202020204" pitchFamily="34" charset="0"/>
              <a:buNone/>
              <a:defRPr sz="2400" b="0" i="0">
                <a:solidFill>
                  <a:schemeClr val="bg1"/>
                </a:solidFill>
                <a:latin typeface="+mn-lt"/>
              </a:defRPr>
            </a:lvl3pPr>
            <a:lvl4pPr marL="0" indent="0" algn="r">
              <a:buFont typeface="Arial" panose="020B0604020202020204" pitchFamily="34" charset="0"/>
              <a:buNone/>
              <a:defRPr sz="2400" b="0" i="0">
                <a:solidFill>
                  <a:schemeClr val="bg1"/>
                </a:solidFill>
                <a:latin typeface="+mn-lt"/>
              </a:defRPr>
            </a:lvl4pPr>
            <a:lvl5pPr marL="0" indent="0" algn="r">
              <a:buFont typeface="Arial" panose="020B0604020202020204" pitchFamily="34" charset="0"/>
              <a:buNone/>
              <a:defRPr sz="2400" b="0" i="0">
                <a:solidFill>
                  <a:schemeClr val="bg1"/>
                </a:solidFill>
                <a:latin typeface="+mn-lt"/>
              </a:defRPr>
            </a:lvl5pPr>
            <a:lvl6pPr marL="0" indent="0" algn="r">
              <a:buFont typeface="Arial" panose="020B0604020202020204" pitchFamily="34" charset="0"/>
              <a:buNone/>
              <a:defRPr sz="2400" b="0" i="0">
                <a:solidFill>
                  <a:schemeClr val="bg1"/>
                </a:solidFill>
                <a:latin typeface="+mn-lt"/>
              </a:defRPr>
            </a:lvl6pPr>
            <a:lvl7pPr marL="0" indent="0" algn="r">
              <a:buFont typeface="Arial" panose="020B0604020202020204" pitchFamily="34" charset="0"/>
              <a:buNone/>
              <a:defRPr sz="2400" b="0" i="0">
                <a:solidFill>
                  <a:schemeClr val="bg1"/>
                </a:solidFill>
                <a:latin typeface="+mn-lt"/>
              </a:defRPr>
            </a:lvl7pPr>
            <a:lvl8pPr marL="0" indent="0" algn="r">
              <a:buFont typeface="Arial" panose="020B0604020202020204" pitchFamily="34" charset="0"/>
              <a:buNone/>
              <a:defRPr sz="2400" b="0" i="0">
                <a:solidFill>
                  <a:schemeClr val="bg1"/>
                </a:solidFill>
                <a:latin typeface="+mn-lt"/>
              </a:defRPr>
            </a:lvl8pPr>
            <a:lvl9pPr marL="0" indent="0" algn="r">
              <a:buFont typeface="Arial" panose="020B0604020202020204" pitchFamily="34" charset="0"/>
              <a:buNone/>
              <a:defRPr sz="2400" b="0" i="0">
                <a:solidFill>
                  <a:schemeClr val="bg1"/>
                </a:solidFill>
                <a:latin typeface="+mn-lt"/>
              </a:defRPr>
            </a:lvl9pPr>
          </a:lstStyle>
          <a:p>
            <a:pPr lvl="0"/>
            <a:r>
              <a:rPr lang="en-GB" noProof="0" dirty="0"/>
              <a:t>Subtitle | Name speaker</a:t>
            </a:r>
          </a:p>
        </p:txBody>
      </p:sp>
      <p:sp>
        <p:nvSpPr>
          <p:cNvPr id="17" name="Tijdelijke aanduiding voor datum 16">
            <a:extLst>
              <a:ext uri="{FF2B5EF4-FFF2-40B4-BE49-F238E27FC236}">
                <a16:creationId xmlns:a16="http://schemas.microsoft.com/office/drawing/2014/main" id="{599862F7-F626-8DED-B1FF-873CD0CF69ED}"/>
              </a:ext>
            </a:extLst>
          </p:cNvPr>
          <p:cNvSpPr>
            <a:spLocks noGrp="1"/>
          </p:cNvSpPr>
          <p:nvPr>
            <p:ph type="dt" sz="half" idx="12"/>
          </p:nvPr>
        </p:nvSpPr>
        <p:spPr>
          <a:xfrm>
            <a:off x="719137" y="5813671"/>
            <a:ext cx="697307" cy="184666"/>
          </a:xfrm>
        </p:spPr>
        <p:txBody>
          <a:bodyPr/>
          <a:lstStyle>
            <a:lvl1pPr algn="l">
              <a:defRPr sz="1200">
                <a:solidFill>
                  <a:schemeClr val="tx2"/>
                </a:solidFill>
              </a:defRPr>
            </a:lvl1pPr>
          </a:lstStyle>
          <a:p>
            <a:r>
              <a:rPr lang="LID4096"/>
              <a:t>08/30/2024</a:t>
            </a:r>
            <a:endParaRPr lang="en-GB" dirty="0"/>
          </a:p>
        </p:txBody>
      </p:sp>
      <p:grpSp>
        <p:nvGrpSpPr>
          <p:cNvPr id="3" name="INSTRUCTION">
            <a:extLst>
              <a:ext uri="{FF2B5EF4-FFF2-40B4-BE49-F238E27FC236}">
                <a16:creationId xmlns:a16="http://schemas.microsoft.com/office/drawing/2014/main" id="{83D36BAF-6A46-FC70-F348-9474E690DA0E}"/>
              </a:ext>
            </a:extLst>
          </p:cNvPr>
          <p:cNvGrpSpPr/>
          <p:nvPr userDrawn="1"/>
        </p:nvGrpSpPr>
        <p:grpSpPr>
          <a:xfrm>
            <a:off x="12377595" y="-1"/>
            <a:ext cx="3693386" cy="6640349"/>
            <a:chOff x="-3786165" y="-1"/>
            <a:chExt cx="3693386" cy="6640349"/>
          </a:xfrm>
        </p:grpSpPr>
        <p:sp>
          <p:nvSpPr>
            <p:cNvPr id="7" name="Rechthoek 6">
              <a:extLst>
                <a:ext uri="{FF2B5EF4-FFF2-40B4-BE49-F238E27FC236}">
                  <a16:creationId xmlns:a16="http://schemas.microsoft.com/office/drawing/2014/main" id="{90DBC8A3-9289-CF0F-D83A-22ACEA901D98}"/>
                </a:ext>
              </a:extLst>
            </p:cNvPr>
            <p:cNvSpPr/>
            <p:nvPr userDrawn="1"/>
          </p:nvSpPr>
          <p:spPr>
            <a:xfrm>
              <a:off x="-3786165" y="-1"/>
              <a:ext cx="3593091" cy="5991727"/>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Insert/edit an image</a:t>
              </a:r>
            </a:p>
          </p:txBody>
        </p:sp>
        <p:sp>
          <p:nvSpPr>
            <p:cNvPr id="18" name="Ovaal 17">
              <a:extLst>
                <a:ext uri="{FF2B5EF4-FFF2-40B4-BE49-F238E27FC236}">
                  <a16:creationId xmlns:a16="http://schemas.microsoft.com/office/drawing/2014/main" id="{4B3C2751-ECA8-33FA-C952-CE2744AF3944}"/>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9" name="Rechthoek 18">
              <a:extLst>
                <a:ext uri="{FF2B5EF4-FFF2-40B4-BE49-F238E27FC236}">
                  <a16:creationId xmlns:a16="http://schemas.microsoft.com/office/drawing/2014/main" id="{153EE913-A752-7B9F-74CE-B992B74D85EC}"/>
                </a:ext>
              </a:extLst>
            </p:cNvPr>
            <p:cNvSpPr/>
            <p:nvPr userDrawn="1"/>
          </p:nvSpPr>
          <p:spPr>
            <a:xfrm>
              <a:off x="-3319415" y="465324"/>
              <a:ext cx="2962706" cy="668152"/>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If necessary, delete the existing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by using the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key’</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Select the placeholder,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1" i="0" u="none" strike="noStrike" kern="0" cap="none" spc="0" normalizeH="0" baseline="0" noProof="0" dirty="0" err="1">
                  <a:ln>
                    <a:noFill/>
                  </a:ln>
                  <a:solidFill>
                    <a:srgbClr val="000000"/>
                  </a:solidFill>
                  <a:effectLst/>
                  <a:uLnTx/>
                  <a:uFillTx/>
                  <a:latin typeface="Calibri" panose="020F0502020204030204" pitchFamily="34" charset="0"/>
                  <a:ea typeface="+mn-ea"/>
                  <a:cs typeface="Calibri" panose="020F0502020204030204" pitchFamily="34" charset="0"/>
                </a:rPr>
                <a:t>Slidebuilder</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 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‘Images’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endPar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21" name="Ovaal 20">
              <a:extLst>
                <a:ext uri="{FF2B5EF4-FFF2-40B4-BE49-F238E27FC236}">
                  <a16:creationId xmlns:a16="http://schemas.microsoft.com/office/drawing/2014/main" id="{2E075884-D63D-46F1-2CE9-D356783C7476}"/>
                </a:ext>
              </a:extLst>
            </p:cNvPr>
            <p:cNvSpPr/>
            <p:nvPr userDrawn="1"/>
          </p:nvSpPr>
          <p:spPr>
            <a:xfrm>
              <a:off x="-3603587" y="2633935"/>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22" name="Rechthoek 21">
              <a:extLst>
                <a:ext uri="{FF2B5EF4-FFF2-40B4-BE49-F238E27FC236}">
                  <a16:creationId xmlns:a16="http://schemas.microsoft.com/office/drawing/2014/main" id="{CB282691-AE0D-DE69-2960-8B2159DDCF08}"/>
                </a:ext>
              </a:extLst>
            </p:cNvPr>
            <p:cNvSpPr/>
            <p:nvPr userDrawn="1"/>
          </p:nvSpPr>
          <p:spPr>
            <a:xfrm>
              <a:off x="-3319416" y="2633936"/>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Click with the right mouse button on the thumbnail display of the slide on the left side </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of the screen and choose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‘Reset slide’</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23" name="Ovaal 22">
              <a:extLst>
                <a:ext uri="{FF2B5EF4-FFF2-40B4-BE49-F238E27FC236}">
                  <a16:creationId xmlns:a16="http://schemas.microsoft.com/office/drawing/2014/main" id="{7D772366-0161-D434-5A40-B5AB54A21116}"/>
                </a:ext>
              </a:extLst>
            </p:cNvPr>
            <p:cNvSpPr/>
            <p:nvPr userDrawn="1"/>
          </p:nvSpPr>
          <p:spPr>
            <a:xfrm>
              <a:off x="-3603587" y="4226365"/>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24" name="Rechthoek 23">
              <a:extLst>
                <a:ext uri="{FF2B5EF4-FFF2-40B4-BE49-F238E27FC236}">
                  <a16:creationId xmlns:a16="http://schemas.microsoft.com/office/drawing/2014/main" id="{405EF644-5856-009F-B6B2-2388E6B26EDE}"/>
                </a:ext>
              </a:extLst>
            </p:cNvPr>
            <p:cNvSpPr/>
            <p:nvPr userDrawn="1"/>
          </p:nvSpPr>
          <p:spPr>
            <a:xfrm>
              <a:off x="-3319416" y="4226366"/>
              <a:ext cx="2944683" cy="820954"/>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To scale or drag the image,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‘Picture Tools - Format’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‘Crop’</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Scale the image itself with</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spheres and scale the image frame with the brackets.</a:t>
              </a:r>
            </a:p>
          </p:txBody>
        </p:sp>
        <p:sp>
          <p:nvSpPr>
            <p:cNvPr id="25" name="Rechthoek 24">
              <a:extLst>
                <a:ext uri="{FF2B5EF4-FFF2-40B4-BE49-F238E27FC236}">
                  <a16:creationId xmlns:a16="http://schemas.microsoft.com/office/drawing/2014/main" id="{956B1FB0-6592-EF9B-BE28-215FB072E5AF}"/>
                </a:ext>
              </a:extLst>
            </p:cNvPr>
            <p:cNvSpPr/>
            <p:nvPr userDrawn="1"/>
          </p:nvSpPr>
          <p:spPr>
            <a:xfrm>
              <a:off x="-3316836" y="3200265"/>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en-GB" sz="1000" b="0" i="1" noProof="0" dirty="0">
                <a:solidFill>
                  <a:srgbClr val="211F26"/>
                </a:solidFill>
                <a:latin typeface="Calibri" panose="020F0502020204030204" pitchFamily="34" charset="0"/>
                <a:cs typeface="Calibri" panose="020F0502020204030204" pitchFamily="34" charset="0"/>
              </a:endParaRPr>
            </a:p>
          </p:txBody>
        </p:sp>
        <p:grpSp>
          <p:nvGrpSpPr>
            <p:cNvPr id="26" name="Groep 25">
              <a:extLst>
                <a:ext uri="{FF2B5EF4-FFF2-40B4-BE49-F238E27FC236}">
                  <a16:creationId xmlns:a16="http://schemas.microsoft.com/office/drawing/2014/main" id="{50F71E3C-E372-CF85-F539-0EF7E3B9730B}"/>
                </a:ext>
              </a:extLst>
            </p:cNvPr>
            <p:cNvGrpSpPr/>
            <p:nvPr userDrawn="1"/>
          </p:nvGrpSpPr>
          <p:grpSpPr>
            <a:xfrm>
              <a:off x="-2485819" y="3479783"/>
              <a:ext cx="1222990" cy="563933"/>
              <a:chOff x="-2485819" y="3399207"/>
              <a:chExt cx="1222990" cy="563933"/>
            </a:xfrm>
          </p:grpSpPr>
          <p:sp>
            <p:nvSpPr>
              <p:cNvPr id="65" name="Rechthoek 64">
                <a:extLst>
                  <a:ext uri="{FF2B5EF4-FFF2-40B4-BE49-F238E27FC236}">
                    <a16:creationId xmlns:a16="http://schemas.microsoft.com/office/drawing/2014/main" id="{D1D8DD9D-7249-438D-35D0-2B2C4567EF45}"/>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66" name="Rechthoek 65">
                <a:extLst>
                  <a:ext uri="{FF2B5EF4-FFF2-40B4-BE49-F238E27FC236}">
                    <a16:creationId xmlns:a16="http://schemas.microsoft.com/office/drawing/2014/main" id="{B882E159-1ED3-DF4C-C190-0DCB38B3E7E1}"/>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nvGrpSpPr>
              <p:cNvPr id="67" name="Groep 66">
                <a:extLst>
                  <a:ext uri="{FF2B5EF4-FFF2-40B4-BE49-F238E27FC236}">
                    <a16:creationId xmlns:a16="http://schemas.microsoft.com/office/drawing/2014/main" id="{0196836D-26AB-A279-ACAB-AB403730A39D}"/>
                  </a:ext>
                </a:extLst>
              </p:cNvPr>
              <p:cNvGrpSpPr/>
              <p:nvPr userDrawn="1"/>
            </p:nvGrpSpPr>
            <p:grpSpPr>
              <a:xfrm>
                <a:off x="-2403869" y="3460544"/>
                <a:ext cx="155951" cy="131922"/>
                <a:chOff x="12968836" y="3354170"/>
                <a:chExt cx="404806" cy="342433"/>
              </a:xfrm>
            </p:grpSpPr>
            <p:sp>
              <p:nvSpPr>
                <p:cNvPr id="80" name="Rechthoek: afgeronde hoeken 79">
                  <a:extLst>
                    <a:ext uri="{FF2B5EF4-FFF2-40B4-BE49-F238E27FC236}">
                      <a16:creationId xmlns:a16="http://schemas.microsoft.com/office/drawing/2014/main" id="{7F8EFFB0-0CC4-7DB1-BE0B-6DB955BD6066}"/>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81" name="Rechthoek 80">
                  <a:extLst>
                    <a:ext uri="{FF2B5EF4-FFF2-40B4-BE49-F238E27FC236}">
                      <a16:creationId xmlns:a16="http://schemas.microsoft.com/office/drawing/2014/main" id="{18F9C8D2-CE79-6EAE-50AF-9849C54D6923}"/>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82" name="Rechthoek 81">
                  <a:extLst>
                    <a:ext uri="{FF2B5EF4-FFF2-40B4-BE49-F238E27FC236}">
                      <a16:creationId xmlns:a16="http://schemas.microsoft.com/office/drawing/2014/main" id="{D3E71A50-FF9D-B0D1-159A-433E0E0212C5}"/>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83" name="Rechthoek 82">
                  <a:extLst>
                    <a:ext uri="{FF2B5EF4-FFF2-40B4-BE49-F238E27FC236}">
                      <a16:creationId xmlns:a16="http://schemas.microsoft.com/office/drawing/2014/main" id="{92A06DF3-7127-E117-C4FA-058C92952B7C}"/>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84" name="Rechthoek 83">
                  <a:extLst>
                    <a:ext uri="{FF2B5EF4-FFF2-40B4-BE49-F238E27FC236}">
                      <a16:creationId xmlns:a16="http://schemas.microsoft.com/office/drawing/2014/main" id="{CAE7B77C-A11C-A7B6-ED26-0A86A8D03180}"/>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85" name="Rechthoek 84">
                  <a:extLst>
                    <a:ext uri="{FF2B5EF4-FFF2-40B4-BE49-F238E27FC236}">
                      <a16:creationId xmlns:a16="http://schemas.microsoft.com/office/drawing/2014/main" id="{95FC68D1-45F6-ED57-6C16-27D094F4F435}"/>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68" name="Groep 67">
                <a:extLst>
                  <a:ext uri="{FF2B5EF4-FFF2-40B4-BE49-F238E27FC236}">
                    <a16:creationId xmlns:a16="http://schemas.microsoft.com/office/drawing/2014/main" id="{501764F9-4AFD-49E8-A051-14921FBEB23C}"/>
                  </a:ext>
                </a:extLst>
              </p:cNvPr>
              <p:cNvGrpSpPr/>
              <p:nvPr userDrawn="1"/>
            </p:nvGrpSpPr>
            <p:grpSpPr>
              <a:xfrm>
                <a:off x="-2423424" y="3690208"/>
                <a:ext cx="166739" cy="218963"/>
                <a:chOff x="12940828" y="3950597"/>
                <a:chExt cx="432813" cy="568367"/>
              </a:xfrm>
            </p:grpSpPr>
            <p:grpSp>
              <p:nvGrpSpPr>
                <p:cNvPr id="72" name="Groep 71">
                  <a:extLst>
                    <a:ext uri="{FF2B5EF4-FFF2-40B4-BE49-F238E27FC236}">
                      <a16:creationId xmlns:a16="http://schemas.microsoft.com/office/drawing/2014/main" id="{8550AB30-CCC2-55D0-DBC6-968B8DC17794}"/>
                    </a:ext>
                  </a:extLst>
                </p:cNvPr>
                <p:cNvGrpSpPr/>
                <p:nvPr userDrawn="1"/>
              </p:nvGrpSpPr>
              <p:grpSpPr>
                <a:xfrm>
                  <a:off x="13000382" y="4006891"/>
                  <a:ext cx="373259" cy="315747"/>
                  <a:chOff x="12968836" y="3354170"/>
                  <a:chExt cx="404806" cy="342433"/>
                </a:xfrm>
              </p:grpSpPr>
              <p:sp>
                <p:nvSpPr>
                  <p:cNvPr id="74" name="Rechthoek: afgeronde hoeken 73">
                    <a:extLst>
                      <a:ext uri="{FF2B5EF4-FFF2-40B4-BE49-F238E27FC236}">
                        <a16:creationId xmlns:a16="http://schemas.microsoft.com/office/drawing/2014/main" id="{9AD397C1-9A0D-4045-5CFE-4CB7616B8F7D}"/>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75" name="Rechthoek 74">
                    <a:extLst>
                      <a:ext uri="{FF2B5EF4-FFF2-40B4-BE49-F238E27FC236}">
                        <a16:creationId xmlns:a16="http://schemas.microsoft.com/office/drawing/2014/main" id="{D6FB3632-AE4D-BD05-04B5-283C1C0A72FE}"/>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76" name="Rechthoek 75">
                    <a:extLst>
                      <a:ext uri="{FF2B5EF4-FFF2-40B4-BE49-F238E27FC236}">
                        <a16:creationId xmlns:a16="http://schemas.microsoft.com/office/drawing/2014/main" id="{3825DE90-E1E8-E8E9-7FFA-20EF5879843C}"/>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77" name="Rechthoek 76">
                    <a:extLst>
                      <a:ext uri="{FF2B5EF4-FFF2-40B4-BE49-F238E27FC236}">
                        <a16:creationId xmlns:a16="http://schemas.microsoft.com/office/drawing/2014/main" id="{B0A9C8C9-1044-AAA0-FA7C-0EEDC36BDB05}"/>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78" name="Rechthoek 77">
                    <a:extLst>
                      <a:ext uri="{FF2B5EF4-FFF2-40B4-BE49-F238E27FC236}">
                        <a16:creationId xmlns:a16="http://schemas.microsoft.com/office/drawing/2014/main" id="{5F22B0D9-CD89-E8BF-06C7-727E559C996F}"/>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79" name="Rechthoek 78">
                    <a:extLst>
                      <a:ext uri="{FF2B5EF4-FFF2-40B4-BE49-F238E27FC236}">
                        <a16:creationId xmlns:a16="http://schemas.microsoft.com/office/drawing/2014/main" id="{50E97EF3-D92F-40DC-6800-1E4D6FBE86CF}"/>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sp>
              <p:nvSpPr>
                <p:cNvPr id="73" name="Boog 72">
                  <a:extLst>
                    <a:ext uri="{FF2B5EF4-FFF2-40B4-BE49-F238E27FC236}">
                      <a16:creationId xmlns:a16="http://schemas.microsoft.com/office/drawing/2014/main" id="{49E1B6D8-6B64-EED4-4C17-8D0A21880291}"/>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en-GB" sz="2400" noProof="0" dirty="0">
                    <a:solidFill>
                      <a:srgbClr val="211F26"/>
                    </a:solidFill>
                    <a:latin typeface="Calibri" panose="020F0502020204030204" pitchFamily="34" charset="0"/>
                    <a:cs typeface="Calibri" panose="020F0502020204030204" pitchFamily="34" charset="0"/>
                  </a:endParaRPr>
                </a:p>
              </p:txBody>
            </p:sp>
          </p:grpSp>
          <p:sp>
            <p:nvSpPr>
              <p:cNvPr id="69" name="Tekstvak 68">
                <a:extLst>
                  <a:ext uri="{FF2B5EF4-FFF2-40B4-BE49-F238E27FC236}">
                    <a16:creationId xmlns:a16="http://schemas.microsoft.com/office/drawing/2014/main" id="{2F5337C6-56DA-3C8C-0AD5-CC6BCBCA004C}"/>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Layout</a:t>
                </a:r>
              </a:p>
            </p:txBody>
          </p:sp>
          <p:sp>
            <p:nvSpPr>
              <p:cNvPr id="70" name="Tekstvak 69">
                <a:extLst>
                  <a:ext uri="{FF2B5EF4-FFF2-40B4-BE49-F238E27FC236}">
                    <a16:creationId xmlns:a16="http://schemas.microsoft.com/office/drawing/2014/main" id="{3E753270-D0FD-33A8-CD11-C4E6B9F3A942}"/>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Reset slide</a:t>
                </a:r>
              </a:p>
            </p:txBody>
          </p:sp>
          <p:sp>
            <p:nvSpPr>
              <p:cNvPr id="71" name="Vrije vorm: vorm 70">
                <a:extLst>
                  <a:ext uri="{FF2B5EF4-FFF2-40B4-BE49-F238E27FC236}">
                    <a16:creationId xmlns:a16="http://schemas.microsoft.com/office/drawing/2014/main" id="{38CAF6E8-E8ED-D666-5B19-37C9B432DF67}"/>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grpSp>
        <p:grpSp>
          <p:nvGrpSpPr>
            <p:cNvPr id="27" name="Groep 26">
              <a:extLst>
                <a:ext uri="{FF2B5EF4-FFF2-40B4-BE49-F238E27FC236}">
                  <a16:creationId xmlns:a16="http://schemas.microsoft.com/office/drawing/2014/main" id="{4DDCD2BF-56A1-C7A7-1E59-921EF643774B}"/>
                </a:ext>
              </a:extLst>
            </p:cNvPr>
            <p:cNvGrpSpPr/>
            <p:nvPr userDrawn="1"/>
          </p:nvGrpSpPr>
          <p:grpSpPr>
            <a:xfrm>
              <a:off x="-3786165" y="5680652"/>
              <a:ext cx="3693386" cy="959696"/>
              <a:chOff x="-3786437" y="6163468"/>
              <a:chExt cx="3693386" cy="959696"/>
            </a:xfrm>
          </p:grpSpPr>
          <p:sp>
            <p:nvSpPr>
              <p:cNvPr id="55" name="Rechthoek 54">
                <a:extLst>
                  <a:ext uri="{FF2B5EF4-FFF2-40B4-BE49-F238E27FC236}">
                    <a16:creationId xmlns:a16="http://schemas.microsoft.com/office/drawing/2014/main" id="{2F30809B-DBBE-F925-DC39-FF534F148193}"/>
                  </a:ext>
                </a:extLst>
              </p:cNvPr>
              <p:cNvSpPr/>
              <p:nvPr userDrawn="1"/>
            </p:nvSpPr>
            <p:spPr>
              <a:xfrm>
                <a:off x="-3786437" y="6295164"/>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grpSp>
            <p:nvGrpSpPr>
              <p:cNvPr id="56" name="ICOON_info">
                <a:extLst>
                  <a:ext uri="{FF2B5EF4-FFF2-40B4-BE49-F238E27FC236}">
                    <a16:creationId xmlns:a16="http://schemas.microsoft.com/office/drawing/2014/main" id="{A1CC24CF-86A8-0341-843B-C83E7B3CA33E}"/>
                  </a:ext>
                </a:extLst>
              </p:cNvPr>
              <p:cNvGrpSpPr/>
              <p:nvPr userDrawn="1"/>
            </p:nvGrpSpPr>
            <p:grpSpPr>
              <a:xfrm>
                <a:off x="-376736" y="6163468"/>
                <a:ext cx="283685" cy="283685"/>
                <a:chOff x="-510741" y="5913713"/>
                <a:chExt cx="267555" cy="267555"/>
              </a:xfrm>
            </p:grpSpPr>
            <p:sp>
              <p:nvSpPr>
                <p:cNvPr id="63" name="Ovaal 62">
                  <a:extLst>
                    <a:ext uri="{FF2B5EF4-FFF2-40B4-BE49-F238E27FC236}">
                      <a16:creationId xmlns:a16="http://schemas.microsoft.com/office/drawing/2014/main" id="{4A16FB29-FA8B-47B1-FEC2-19BD71988791}"/>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64" name="Graphic 163" descr="Informatie">
                  <a:extLst>
                    <a:ext uri="{FF2B5EF4-FFF2-40B4-BE49-F238E27FC236}">
                      <a16:creationId xmlns:a16="http://schemas.microsoft.com/office/drawing/2014/main" id="{17E78844-0BC9-1CDF-B1E9-D9B35A17B8E1}"/>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57" name="Groep 56">
                <a:extLst>
                  <a:ext uri="{FF2B5EF4-FFF2-40B4-BE49-F238E27FC236}">
                    <a16:creationId xmlns:a16="http://schemas.microsoft.com/office/drawing/2014/main" id="{AFCFFF33-03DE-784A-46BF-341491AD82C0}"/>
                  </a:ext>
                </a:extLst>
              </p:cNvPr>
              <p:cNvGrpSpPr/>
              <p:nvPr userDrawn="1"/>
            </p:nvGrpSpPr>
            <p:grpSpPr>
              <a:xfrm>
                <a:off x="-938434" y="6420818"/>
                <a:ext cx="627798" cy="576693"/>
                <a:chOff x="-938434" y="4570310"/>
                <a:chExt cx="627798" cy="576693"/>
              </a:xfrm>
            </p:grpSpPr>
            <p:grpSp>
              <p:nvGrpSpPr>
                <p:cNvPr id="58" name="Inspireren">
                  <a:extLst>
                    <a:ext uri="{FF2B5EF4-FFF2-40B4-BE49-F238E27FC236}">
                      <a16:creationId xmlns:a16="http://schemas.microsoft.com/office/drawing/2014/main" id="{1EBCEBD5-B620-0008-D93C-CD46A9E4DC71}"/>
                    </a:ext>
                  </a:extLst>
                </p:cNvPr>
                <p:cNvGrpSpPr>
                  <a:grpSpLocks noChangeAspect="1"/>
                </p:cNvGrpSpPr>
                <p:nvPr userDrawn="1"/>
              </p:nvGrpSpPr>
              <p:grpSpPr bwMode="auto">
                <a:xfrm>
                  <a:off x="-716116" y="4570310"/>
                  <a:ext cx="169778" cy="242385"/>
                  <a:chOff x="4768" y="2783"/>
                  <a:chExt cx="788" cy="1125"/>
                </a:xfrm>
                <a:gradFill>
                  <a:gsLst>
                    <a:gs pos="0">
                      <a:srgbClr val="9D9FA1"/>
                    </a:gs>
                    <a:gs pos="70000">
                      <a:srgbClr val="211F26"/>
                    </a:gs>
                  </a:gsLst>
                  <a:lin ang="2700000" scaled="0"/>
                </a:gradFill>
              </p:grpSpPr>
              <p:sp>
                <p:nvSpPr>
                  <p:cNvPr id="60" name="Freeform 12">
                    <a:extLst>
                      <a:ext uri="{FF2B5EF4-FFF2-40B4-BE49-F238E27FC236}">
                        <a16:creationId xmlns:a16="http://schemas.microsoft.com/office/drawing/2014/main" id="{664BC5D7-F973-42A1-046B-9FAA1A70EA27}"/>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61" name="Freeform 13">
                    <a:extLst>
                      <a:ext uri="{FF2B5EF4-FFF2-40B4-BE49-F238E27FC236}">
                        <a16:creationId xmlns:a16="http://schemas.microsoft.com/office/drawing/2014/main" id="{CB24A030-65C8-B635-D99A-2DE8D174DCD5}"/>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62" name="Freeform 14">
                    <a:extLst>
                      <a:ext uri="{FF2B5EF4-FFF2-40B4-BE49-F238E27FC236}">
                        <a16:creationId xmlns:a16="http://schemas.microsoft.com/office/drawing/2014/main" id="{2E2608C8-94F2-68AD-B9A3-7E3A53AA88FE}"/>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59" name="Tekstvak 58">
                  <a:extLst>
                    <a:ext uri="{FF2B5EF4-FFF2-40B4-BE49-F238E27FC236}">
                      <a16:creationId xmlns:a16="http://schemas.microsoft.com/office/drawing/2014/main" id="{934212D2-1CC6-46C2-A7C9-1B6FA93A125D}"/>
                    </a:ext>
                  </a:extLst>
                </p:cNvPr>
                <p:cNvSpPr txBox="1"/>
                <p:nvPr userDrawn="1"/>
              </p:nvSpPr>
              <p:spPr>
                <a:xfrm>
                  <a:off x="-938434" y="4824764"/>
                  <a:ext cx="627798" cy="32223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grpSp>
        <p:grpSp>
          <p:nvGrpSpPr>
            <p:cNvPr id="28" name="Groep 27">
              <a:extLst>
                <a:ext uri="{FF2B5EF4-FFF2-40B4-BE49-F238E27FC236}">
                  <a16:creationId xmlns:a16="http://schemas.microsoft.com/office/drawing/2014/main" id="{FC14F5F2-A02F-5E50-6A14-8376C8361542}"/>
                </a:ext>
              </a:extLst>
            </p:cNvPr>
            <p:cNvGrpSpPr/>
            <p:nvPr userDrawn="1"/>
          </p:nvGrpSpPr>
          <p:grpSpPr>
            <a:xfrm>
              <a:off x="-3426806" y="5129582"/>
              <a:ext cx="514284" cy="506545"/>
              <a:chOff x="12617641" y="3403239"/>
              <a:chExt cx="752963" cy="741634"/>
            </a:xfrm>
          </p:grpSpPr>
          <p:grpSp>
            <p:nvGrpSpPr>
              <p:cNvPr id="39" name="Groep 38">
                <a:extLst>
                  <a:ext uri="{FF2B5EF4-FFF2-40B4-BE49-F238E27FC236}">
                    <a16:creationId xmlns:a16="http://schemas.microsoft.com/office/drawing/2014/main" id="{1359FB6E-97D1-FE9C-24B0-3A3C7BC9CAE1}"/>
                  </a:ext>
                </a:extLst>
              </p:cNvPr>
              <p:cNvGrpSpPr/>
              <p:nvPr userDrawn="1"/>
            </p:nvGrpSpPr>
            <p:grpSpPr>
              <a:xfrm>
                <a:off x="12771530" y="3403239"/>
                <a:ext cx="467176" cy="448491"/>
                <a:chOff x="12782157" y="3403239"/>
                <a:chExt cx="467176" cy="448491"/>
              </a:xfrm>
            </p:grpSpPr>
            <p:grpSp>
              <p:nvGrpSpPr>
                <p:cNvPr id="42" name="Groep 41">
                  <a:extLst>
                    <a:ext uri="{FF2B5EF4-FFF2-40B4-BE49-F238E27FC236}">
                      <a16:creationId xmlns:a16="http://schemas.microsoft.com/office/drawing/2014/main" id="{7D8E78B9-21BE-2D3A-A385-42849214C480}"/>
                    </a:ext>
                  </a:extLst>
                </p:cNvPr>
                <p:cNvGrpSpPr/>
                <p:nvPr userDrawn="1"/>
              </p:nvGrpSpPr>
              <p:grpSpPr>
                <a:xfrm>
                  <a:off x="12782157" y="3403239"/>
                  <a:ext cx="412976" cy="396132"/>
                  <a:chOff x="13554906" y="3320109"/>
                  <a:chExt cx="443917" cy="425811"/>
                </a:xfrm>
              </p:grpSpPr>
              <p:grpSp>
                <p:nvGrpSpPr>
                  <p:cNvPr id="49" name="Groep 48">
                    <a:extLst>
                      <a:ext uri="{FF2B5EF4-FFF2-40B4-BE49-F238E27FC236}">
                        <a16:creationId xmlns:a16="http://schemas.microsoft.com/office/drawing/2014/main" id="{CD013D78-525B-059E-963E-23A760AF2C85}"/>
                      </a:ext>
                    </a:extLst>
                  </p:cNvPr>
                  <p:cNvGrpSpPr/>
                  <p:nvPr userDrawn="1"/>
                </p:nvGrpSpPr>
                <p:grpSpPr>
                  <a:xfrm>
                    <a:off x="13554906" y="3320109"/>
                    <a:ext cx="443917" cy="425811"/>
                    <a:chOff x="12909684" y="1276143"/>
                    <a:chExt cx="443917" cy="425811"/>
                  </a:xfrm>
                </p:grpSpPr>
                <p:sp>
                  <p:nvSpPr>
                    <p:cNvPr id="52" name="Rechthoek 51">
                      <a:extLst>
                        <a:ext uri="{FF2B5EF4-FFF2-40B4-BE49-F238E27FC236}">
                          <a16:creationId xmlns:a16="http://schemas.microsoft.com/office/drawing/2014/main" id="{7C74C419-82F3-C3A9-4CB6-BC24111FE331}"/>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53" name="Rechthoek 52">
                      <a:extLst>
                        <a:ext uri="{FF2B5EF4-FFF2-40B4-BE49-F238E27FC236}">
                          <a16:creationId xmlns:a16="http://schemas.microsoft.com/office/drawing/2014/main" id="{C97B16C7-D52D-71EF-1439-2E7BC3CBA4D6}"/>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54" name="Ovaal 53">
                      <a:extLst>
                        <a:ext uri="{FF2B5EF4-FFF2-40B4-BE49-F238E27FC236}">
                          <a16:creationId xmlns:a16="http://schemas.microsoft.com/office/drawing/2014/main" id="{D55B39D2-4BAE-ADC3-26B7-F399857FAFF6}"/>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pic>
                <p:nvPicPr>
                  <p:cNvPr id="50" name="Afbeelding 49">
                    <a:extLst>
                      <a:ext uri="{FF2B5EF4-FFF2-40B4-BE49-F238E27FC236}">
                        <a16:creationId xmlns:a16="http://schemas.microsoft.com/office/drawing/2014/main" id="{1FB4176A-87C0-215F-7224-5B51FEFB67D3}"/>
                      </a:ext>
                    </a:extLst>
                  </p:cNvPr>
                  <p:cNvPicPr>
                    <a:picLocks noChangeAspect="1"/>
                  </p:cNvPicPr>
                  <p:nvPr userDrawn="1"/>
                </p:nvPicPr>
                <p:blipFill>
                  <a:blip r:embed="rId3">
                    <a:duotone>
                      <a:prstClr val="black"/>
                      <a:srgbClr val="4D82B8">
                        <a:tint val="45000"/>
                        <a:satMod val="400000"/>
                      </a:srgbClr>
                    </a:duotone>
                    <a:extLst>
                      <a:ext uri="{BEBA8EAE-BF5A-486C-A8C5-ECC9F3942E4B}">
                        <a14:imgProps xmlns:a14="http://schemas.microsoft.com/office/drawing/2010/main">
                          <a14:imgLayer r:embed="rId4">
                            <a14:imgEffect>
                              <a14:brightnessContrast contrast="-40000"/>
                            </a14:imgEffect>
                          </a14:imgLayer>
                        </a14:imgProps>
                      </a:ext>
                    </a:extLst>
                  </a:blip>
                  <a:stretch>
                    <a:fillRect/>
                  </a:stretch>
                </p:blipFill>
                <p:spPr>
                  <a:xfrm>
                    <a:off x="13567296" y="3424991"/>
                    <a:ext cx="173367" cy="140220"/>
                  </a:xfrm>
                  <a:prstGeom prst="rect">
                    <a:avLst/>
                  </a:prstGeom>
                </p:spPr>
              </p:pic>
              <p:pic>
                <p:nvPicPr>
                  <p:cNvPr id="51" name="Afbeelding 50">
                    <a:extLst>
                      <a:ext uri="{FF2B5EF4-FFF2-40B4-BE49-F238E27FC236}">
                        <a16:creationId xmlns:a16="http://schemas.microsoft.com/office/drawing/2014/main" id="{1A29BF32-DB27-0F5C-C35B-C1564D2FA935}"/>
                      </a:ext>
                    </a:extLst>
                  </p:cNvPr>
                  <p:cNvPicPr>
                    <a:picLocks noChangeAspect="1"/>
                  </p:cNvPicPr>
                  <p:nvPr userDrawn="1"/>
                </p:nvPicPr>
                <p:blipFill>
                  <a:blip r:embed="rId3">
                    <a:duotone>
                      <a:prstClr val="black"/>
                      <a:srgbClr val="4D82B8">
                        <a:tint val="45000"/>
                        <a:satMod val="400000"/>
                      </a:srgbClr>
                    </a:duotone>
                    <a:extLst>
                      <a:ext uri="{BEBA8EAE-BF5A-486C-A8C5-ECC9F3942E4B}">
                        <a14:imgProps xmlns:a14="http://schemas.microsoft.com/office/drawing/2010/main">
                          <a14:imgLayer r:embed="rId4">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43" name="Groep 42">
                  <a:extLst>
                    <a:ext uri="{FF2B5EF4-FFF2-40B4-BE49-F238E27FC236}">
                      <a16:creationId xmlns:a16="http://schemas.microsoft.com/office/drawing/2014/main" id="{874A8D92-0691-A56C-A1F6-FF9982D3AB27}"/>
                    </a:ext>
                  </a:extLst>
                </p:cNvPr>
                <p:cNvGrpSpPr/>
                <p:nvPr userDrawn="1"/>
              </p:nvGrpSpPr>
              <p:grpSpPr>
                <a:xfrm>
                  <a:off x="13103513" y="3705268"/>
                  <a:ext cx="145820" cy="146462"/>
                  <a:chOff x="13096169" y="3602278"/>
                  <a:chExt cx="145820" cy="146462"/>
                </a:xfrm>
              </p:grpSpPr>
              <p:sp>
                <p:nvSpPr>
                  <p:cNvPr id="47" name="Rechthoek 46">
                    <a:extLst>
                      <a:ext uri="{FF2B5EF4-FFF2-40B4-BE49-F238E27FC236}">
                        <a16:creationId xmlns:a16="http://schemas.microsoft.com/office/drawing/2014/main" id="{0D7559F1-D122-8FE2-D04A-D1E9D7CF62FD}"/>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48" name="Rechthoek 47">
                    <a:extLst>
                      <a:ext uri="{FF2B5EF4-FFF2-40B4-BE49-F238E27FC236}">
                        <a16:creationId xmlns:a16="http://schemas.microsoft.com/office/drawing/2014/main" id="{CB2E1E51-E0F4-ED2F-6D47-B5E635C3220A}"/>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44" name="Groep 43">
                  <a:extLst>
                    <a:ext uri="{FF2B5EF4-FFF2-40B4-BE49-F238E27FC236}">
                      <a16:creationId xmlns:a16="http://schemas.microsoft.com/office/drawing/2014/main" id="{B20A7472-851D-3CBE-039E-867905EC7CA2}"/>
                    </a:ext>
                  </a:extLst>
                </p:cNvPr>
                <p:cNvGrpSpPr/>
                <p:nvPr userDrawn="1"/>
              </p:nvGrpSpPr>
              <p:grpSpPr>
                <a:xfrm rot="10800000">
                  <a:off x="13061402" y="3665637"/>
                  <a:ext cx="145820" cy="146462"/>
                  <a:chOff x="13096169" y="3602278"/>
                  <a:chExt cx="145820" cy="146462"/>
                </a:xfrm>
              </p:grpSpPr>
              <p:sp>
                <p:nvSpPr>
                  <p:cNvPr id="45" name="Rechthoek 44">
                    <a:extLst>
                      <a:ext uri="{FF2B5EF4-FFF2-40B4-BE49-F238E27FC236}">
                        <a16:creationId xmlns:a16="http://schemas.microsoft.com/office/drawing/2014/main" id="{7F0241A6-93EC-6B9E-D265-D69E8EC08774}"/>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46" name="Rechthoek 45">
                    <a:extLst>
                      <a:ext uri="{FF2B5EF4-FFF2-40B4-BE49-F238E27FC236}">
                        <a16:creationId xmlns:a16="http://schemas.microsoft.com/office/drawing/2014/main" id="{D2D6E925-8607-C578-819D-48C0847C5786}"/>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sp>
            <p:nvSpPr>
              <p:cNvPr id="40" name="Rechthoek 39">
                <a:extLst>
                  <a:ext uri="{FF2B5EF4-FFF2-40B4-BE49-F238E27FC236}">
                    <a16:creationId xmlns:a16="http://schemas.microsoft.com/office/drawing/2014/main" id="{24514FF6-A8F5-5D82-43A9-25335D2E2AB4}"/>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900" b="0" noProof="0" dirty="0">
                    <a:solidFill>
                      <a:srgbClr val="211F26"/>
                    </a:solidFill>
                    <a:latin typeface="Calibri" panose="020F0502020204030204" pitchFamily="34" charset="0"/>
                    <a:cs typeface="Calibri" panose="020F0502020204030204" pitchFamily="34" charset="0"/>
                  </a:rPr>
                  <a:t>Crop</a:t>
                </a:r>
              </a:p>
            </p:txBody>
          </p:sp>
          <p:sp>
            <p:nvSpPr>
              <p:cNvPr id="41" name="Gelijkbenige driehoek 40">
                <a:extLst>
                  <a:ext uri="{FF2B5EF4-FFF2-40B4-BE49-F238E27FC236}">
                    <a16:creationId xmlns:a16="http://schemas.microsoft.com/office/drawing/2014/main" id="{D4645E96-47C9-6A85-74BF-91A9F504C585}"/>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sp>
          <p:nvSpPr>
            <p:cNvPr id="29" name="Ovaal 28">
              <a:extLst>
                <a:ext uri="{FF2B5EF4-FFF2-40B4-BE49-F238E27FC236}">
                  <a16:creationId xmlns:a16="http://schemas.microsoft.com/office/drawing/2014/main" id="{7447DC81-DAF1-BC5C-7227-5C73C07C3A23}"/>
                </a:ext>
              </a:extLst>
            </p:cNvPr>
            <p:cNvSpPr/>
            <p:nvPr userDrawn="1"/>
          </p:nvSpPr>
          <p:spPr>
            <a:xfrm>
              <a:off x="-3603587" y="18111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30" name="Rechthoek 29">
              <a:extLst>
                <a:ext uri="{FF2B5EF4-FFF2-40B4-BE49-F238E27FC236}">
                  <a16:creationId xmlns:a16="http://schemas.microsoft.com/office/drawing/2014/main" id="{96DF473B-A274-D352-2252-11610BC8E15D}"/>
                </a:ext>
              </a:extLst>
            </p:cNvPr>
            <p:cNvSpPr/>
            <p:nvPr userDrawn="1"/>
          </p:nvSpPr>
          <p:spPr>
            <a:xfrm>
              <a:off x="-3319415" y="1811185"/>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 the preferred category and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and click 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‘Insert’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31" name="Rechthoek 30">
              <a:extLst>
                <a:ext uri="{FF2B5EF4-FFF2-40B4-BE49-F238E27FC236}">
                  <a16:creationId xmlns:a16="http://schemas.microsoft.com/office/drawing/2014/main" id="{A14006B4-E1E5-D6BC-0279-4A3208C90474}"/>
                </a:ext>
              </a:extLst>
            </p:cNvPr>
            <p:cNvSpPr/>
            <p:nvPr userDrawn="1"/>
          </p:nvSpPr>
          <p:spPr>
            <a:xfrm>
              <a:off x="-3319415" y="2245760"/>
              <a:ext cx="825500" cy="209550"/>
            </a:xfrm>
            <a:prstGeom prst="rect">
              <a:avLst/>
            </a:prstGeom>
            <a:solidFill>
              <a:srgbClr val="1FF52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1000" b="1" noProof="0" dirty="0">
                  <a:solidFill>
                    <a:srgbClr val="211F26"/>
                  </a:solidFill>
                  <a:latin typeface="Calibri" panose="020F0502020204030204" pitchFamily="34" charset="0"/>
                  <a:cs typeface="Calibri" panose="020F0502020204030204" pitchFamily="34" charset="0"/>
                </a:rPr>
                <a:t>Insert</a:t>
              </a:r>
            </a:p>
          </p:txBody>
        </p:sp>
        <p:grpSp>
          <p:nvGrpSpPr>
            <p:cNvPr id="32" name="Groep 31">
              <a:extLst>
                <a:ext uri="{FF2B5EF4-FFF2-40B4-BE49-F238E27FC236}">
                  <a16:creationId xmlns:a16="http://schemas.microsoft.com/office/drawing/2014/main" id="{B30A9797-A377-19E2-5757-2556ABDBC3C1}"/>
                </a:ext>
              </a:extLst>
            </p:cNvPr>
            <p:cNvGrpSpPr/>
            <p:nvPr userDrawn="1"/>
          </p:nvGrpSpPr>
          <p:grpSpPr>
            <a:xfrm>
              <a:off x="-3365484" y="1226982"/>
              <a:ext cx="446937" cy="406485"/>
              <a:chOff x="-3563526" y="1409294"/>
              <a:chExt cx="354190" cy="322133"/>
            </a:xfrm>
          </p:grpSpPr>
          <p:grpSp>
            <p:nvGrpSpPr>
              <p:cNvPr id="33" name="Groep 32">
                <a:extLst>
                  <a:ext uri="{FF2B5EF4-FFF2-40B4-BE49-F238E27FC236}">
                    <a16:creationId xmlns:a16="http://schemas.microsoft.com/office/drawing/2014/main" id="{39696BC7-29FA-2D1C-435A-539D319391AC}"/>
                  </a:ext>
                </a:extLst>
              </p:cNvPr>
              <p:cNvGrpSpPr/>
              <p:nvPr userDrawn="1"/>
            </p:nvGrpSpPr>
            <p:grpSpPr>
              <a:xfrm>
                <a:off x="-3499992" y="1409294"/>
                <a:ext cx="225195" cy="195499"/>
                <a:chOff x="8987389" y="1361199"/>
                <a:chExt cx="2200275" cy="1914525"/>
              </a:xfrm>
            </p:grpSpPr>
            <p:sp>
              <p:nvSpPr>
                <p:cNvPr id="35" name="Vrije vorm: vorm 34">
                  <a:extLst>
                    <a:ext uri="{FF2B5EF4-FFF2-40B4-BE49-F238E27FC236}">
                      <a16:creationId xmlns:a16="http://schemas.microsoft.com/office/drawing/2014/main" id="{F3989D1B-0E51-EF74-F735-A317ADA5C7C0}"/>
                    </a:ext>
                  </a:extLst>
                </p:cNvPr>
                <p:cNvSpPr/>
                <p:nvPr/>
              </p:nvSpPr>
              <p:spPr>
                <a:xfrm>
                  <a:off x="9363620" y="1831738"/>
                  <a:ext cx="371477" cy="371472"/>
                </a:xfrm>
                <a:custGeom>
                  <a:avLst/>
                  <a:gdLst>
                    <a:gd name="connsiteX0" fmla="*/ 369094 w 371475"/>
                    <a:gd name="connsiteY0" fmla="*/ 188119 h 371475"/>
                    <a:gd name="connsiteX1" fmla="*/ 188119 w 371475"/>
                    <a:gd name="connsiteY1" fmla="*/ 369094 h 371475"/>
                    <a:gd name="connsiteX2" fmla="*/ 7144 w 371475"/>
                    <a:gd name="connsiteY2" fmla="*/ 188119 h 371475"/>
                    <a:gd name="connsiteX3" fmla="*/ 188119 w 371475"/>
                    <a:gd name="connsiteY3" fmla="*/ 7144 h 371475"/>
                    <a:gd name="connsiteX4" fmla="*/ 369094 w 371475"/>
                    <a:gd name="connsiteY4" fmla="*/ 188119 h 371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 h="371475">
                      <a:moveTo>
                        <a:pt x="369094" y="188119"/>
                      </a:moveTo>
                      <a:cubicBezTo>
                        <a:pt x="369094" y="288068"/>
                        <a:pt x="288068" y="369094"/>
                        <a:pt x="188119" y="369094"/>
                      </a:cubicBezTo>
                      <a:cubicBezTo>
                        <a:pt x="88169" y="369094"/>
                        <a:pt x="7144" y="288068"/>
                        <a:pt x="7144" y="188119"/>
                      </a:cubicBezTo>
                      <a:cubicBezTo>
                        <a:pt x="7144" y="88169"/>
                        <a:pt x="88169" y="7144"/>
                        <a:pt x="188119" y="7144"/>
                      </a:cubicBezTo>
                      <a:cubicBezTo>
                        <a:pt x="288068" y="7144"/>
                        <a:pt x="369094" y="88169"/>
                        <a:pt x="369094" y="188119"/>
                      </a:cubicBezTo>
                      <a:close/>
                    </a:path>
                  </a:pathLst>
                </a:custGeom>
                <a:solidFill>
                  <a:srgbClr val="1FF524"/>
                </a:solidFill>
                <a:ln w="9525" cap="flat">
                  <a:noFill/>
                  <a:prstDash val="solid"/>
                  <a:miter/>
                </a:ln>
              </p:spPr>
              <p:txBody>
                <a:bodyPr rtlCol="0" anchor="ctr"/>
                <a:lstStyle/>
                <a:p>
                  <a:pPr defTabSz="995469"/>
                  <a:endParaRPr lang="en-GB" sz="7200" noProof="0" dirty="0">
                    <a:solidFill>
                      <a:srgbClr val="211F26"/>
                    </a:solidFill>
                    <a:latin typeface="+mn-lt"/>
                  </a:endParaRPr>
                </a:p>
              </p:txBody>
            </p:sp>
            <p:grpSp>
              <p:nvGrpSpPr>
                <p:cNvPr id="36" name="Groep 35">
                  <a:extLst>
                    <a:ext uri="{FF2B5EF4-FFF2-40B4-BE49-F238E27FC236}">
                      <a16:creationId xmlns:a16="http://schemas.microsoft.com/office/drawing/2014/main" id="{5F6C71FC-BCA9-229A-F6C7-077055F79748}"/>
                    </a:ext>
                  </a:extLst>
                </p:cNvPr>
                <p:cNvGrpSpPr/>
                <p:nvPr/>
              </p:nvGrpSpPr>
              <p:grpSpPr>
                <a:xfrm>
                  <a:off x="8987389" y="1361199"/>
                  <a:ext cx="2200275" cy="1914525"/>
                  <a:chOff x="8987389" y="1361199"/>
                  <a:chExt cx="2200275" cy="1914525"/>
                </a:xfrm>
                <a:gradFill>
                  <a:gsLst>
                    <a:gs pos="0">
                      <a:srgbClr val="9D9FA1"/>
                    </a:gs>
                    <a:gs pos="70000">
                      <a:srgbClr val="211F26"/>
                    </a:gs>
                  </a:gsLst>
                  <a:lin ang="2700000" scaled="0"/>
                </a:gradFill>
              </p:grpSpPr>
              <p:sp>
                <p:nvSpPr>
                  <p:cNvPr id="37" name="Vrije vorm: vorm 36">
                    <a:extLst>
                      <a:ext uri="{FF2B5EF4-FFF2-40B4-BE49-F238E27FC236}">
                        <a16:creationId xmlns:a16="http://schemas.microsoft.com/office/drawing/2014/main" id="{5A41684E-F2CE-5023-633D-6D7337B8EC68}"/>
                      </a:ext>
                    </a:extLst>
                  </p:cNvPr>
                  <p:cNvSpPr/>
                  <p:nvPr/>
                </p:nvSpPr>
                <p:spPr>
                  <a:xfrm>
                    <a:off x="8987389" y="1361199"/>
                    <a:ext cx="2200275" cy="1914525"/>
                  </a:xfrm>
                  <a:custGeom>
                    <a:avLst/>
                    <a:gdLst>
                      <a:gd name="connsiteX0" fmla="*/ 7144 w 2200275"/>
                      <a:gd name="connsiteY0" fmla="*/ 7144 h 1914525"/>
                      <a:gd name="connsiteX1" fmla="*/ 7144 w 2200275"/>
                      <a:gd name="connsiteY1" fmla="*/ 245269 h 1914525"/>
                      <a:gd name="connsiteX2" fmla="*/ 432911 w 2200275"/>
                      <a:gd name="connsiteY2" fmla="*/ 245269 h 1914525"/>
                      <a:gd name="connsiteX3" fmla="*/ 432911 w 2200275"/>
                      <a:gd name="connsiteY3" fmla="*/ 245269 h 1914525"/>
                      <a:gd name="connsiteX4" fmla="*/ 1959769 w 2200275"/>
                      <a:gd name="connsiteY4" fmla="*/ 245269 h 1914525"/>
                      <a:gd name="connsiteX5" fmla="*/ 1959769 w 2200275"/>
                      <a:gd name="connsiteY5" fmla="*/ 1674019 h 1914525"/>
                      <a:gd name="connsiteX6" fmla="*/ 245269 w 2200275"/>
                      <a:gd name="connsiteY6" fmla="*/ 1674019 h 1914525"/>
                      <a:gd name="connsiteX7" fmla="*/ 245269 w 2200275"/>
                      <a:gd name="connsiteY7" fmla="*/ 350044 h 1914525"/>
                      <a:gd name="connsiteX8" fmla="*/ 7144 w 2200275"/>
                      <a:gd name="connsiteY8" fmla="*/ 350044 h 1914525"/>
                      <a:gd name="connsiteX9" fmla="*/ 7144 w 2200275"/>
                      <a:gd name="connsiteY9" fmla="*/ 1912144 h 1914525"/>
                      <a:gd name="connsiteX10" fmla="*/ 2197894 w 2200275"/>
                      <a:gd name="connsiteY10" fmla="*/ 1912144 h 1914525"/>
                      <a:gd name="connsiteX11" fmla="*/ 2197894 w 2200275"/>
                      <a:gd name="connsiteY11" fmla="*/ 7144 h 1914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0275" h="1914525">
                        <a:moveTo>
                          <a:pt x="7144" y="7144"/>
                        </a:moveTo>
                        <a:lnTo>
                          <a:pt x="7144" y="245269"/>
                        </a:lnTo>
                        <a:lnTo>
                          <a:pt x="432911" y="245269"/>
                        </a:lnTo>
                        <a:lnTo>
                          <a:pt x="432911" y="245269"/>
                        </a:lnTo>
                        <a:lnTo>
                          <a:pt x="1959769" y="245269"/>
                        </a:lnTo>
                        <a:lnTo>
                          <a:pt x="1959769" y="1674019"/>
                        </a:lnTo>
                        <a:lnTo>
                          <a:pt x="245269" y="1674019"/>
                        </a:lnTo>
                        <a:lnTo>
                          <a:pt x="245269" y="350044"/>
                        </a:lnTo>
                        <a:lnTo>
                          <a:pt x="7144" y="350044"/>
                        </a:lnTo>
                        <a:lnTo>
                          <a:pt x="7144" y="1912144"/>
                        </a:lnTo>
                        <a:lnTo>
                          <a:pt x="2197894" y="1912144"/>
                        </a:lnTo>
                        <a:lnTo>
                          <a:pt x="2197894" y="7144"/>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sp>
                <p:nvSpPr>
                  <p:cNvPr id="38" name="Vrije vorm: vorm 37">
                    <a:extLst>
                      <a:ext uri="{FF2B5EF4-FFF2-40B4-BE49-F238E27FC236}">
                        <a16:creationId xmlns:a16="http://schemas.microsoft.com/office/drawing/2014/main" id="{262BF2D2-D3B0-7919-3557-F356FE484184}"/>
                      </a:ext>
                    </a:extLst>
                  </p:cNvPr>
                  <p:cNvSpPr/>
                  <p:nvPr/>
                </p:nvSpPr>
                <p:spPr>
                  <a:xfrm>
                    <a:off x="9362668" y="1953652"/>
                    <a:ext cx="1438273" cy="885828"/>
                  </a:xfrm>
                  <a:custGeom>
                    <a:avLst/>
                    <a:gdLst>
                      <a:gd name="connsiteX0" fmla="*/ 1070134 w 1438275"/>
                      <a:gd name="connsiteY0" fmla="*/ 7144 h 885825"/>
                      <a:gd name="connsiteX1" fmla="*/ 801529 w 1438275"/>
                      <a:gd name="connsiteY1" fmla="*/ 275749 h 885825"/>
                      <a:gd name="connsiteX2" fmla="*/ 662464 w 1438275"/>
                      <a:gd name="connsiteY2" fmla="*/ 137636 h 885825"/>
                      <a:gd name="connsiteX3" fmla="*/ 7144 w 1438275"/>
                      <a:gd name="connsiteY3" fmla="*/ 784384 h 885825"/>
                      <a:gd name="connsiteX4" fmla="*/ 108109 w 1438275"/>
                      <a:gd name="connsiteY4" fmla="*/ 885349 h 885825"/>
                      <a:gd name="connsiteX5" fmla="*/ 662464 w 1438275"/>
                      <a:gd name="connsiteY5" fmla="*/ 338614 h 885825"/>
                      <a:gd name="connsiteX6" fmla="*/ 928211 w 1438275"/>
                      <a:gd name="connsiteY6" fmla="*/ 605314 h 885825"/>
                      <a:gd name="connsiteX7" fmla="*/ 1029176 w 1438275"/>
                      <a:gd name="connsiteY7" fmla="*/ 503396 h 885825"/>
                      <a:gd name="connsiteX8" fmla="*/ 902494 w 1438275"/>
                      <a:gd name="connsiteY8" fmla="*/ 376714 h 885825"/>
                      <a:gd name="connsiteX9" fmla="*/ 1070134 w 1438275"/>
                      <a:gd name="connsiteY9" fmla="*/ 209074 h 885825"/>
                      <a:gd name="connsiteX10" fmla="*/ 1337786 w 1438275"/>
                      <a:gd name="connsiteY10" fmla="*/ 480536 h 885825"/>
                      <a:gd name="connsiteX11" fmla="*/ 1438751 w 1438275"/>
                      <a:gd name="connsiteY11" fmla="*/ 378619 h 885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38275" h="885825">
                        <a:moveTo>
                          <a:pt x="1070134" y="7144"/>
                        </a:moveTo>
                        <a:lnTo>
                          <a:pt x="801529" y="275749"/>
                        </a:lnTo>
                        <a:lnTo>
                          <a:pt x="662464" y="137636"/>
                        </a:lnTo>
                        <a:lnTo>
                          <a:pt x="7144" y="784384"/>
                        </a:lnTo>
                        <a:lnTo>
                          <a:pt x="108109" y="885349"/>
                        </a:lnTo>
                        <a:lnTo>
                          <a:pt x="662464" y="338614"/>
                        </a:lnTo>
                        <a:lnTo>
                          <a:pt x="928211" y="605314"/>
                        </a:lnTo>
                        <a:lnTo>
                          <a:pt x="1029176" y="503396"/>
                        </a:lnTo>
                        <a:lnTo>
                          <a:pt x="902494" y="376714"/>
                        </a:lnTo>
                        <a:lnTo>
                          <a:pt x="1070134" y="209074"/>
                        </a:lnTo>
                        <a:lnTo>
                          <a:pt x="1337786" y="480536"/>
                        </a:lnTo>
                        <a:lnTo>
                          <a:pt x="1438751" y="378619"/>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grpSp>
          </p:grpSp>
          <p:sp>
            <p:nvSpPr>
              <p:cNvPr id="34" name="Tekstvak 33">
                <a:extLst>
                  <a:ext uri="{FF2B5EF4-FFF2-40B4-BE49-F238E27FC236}">
                    <a16:creationId xmlns:a16="http://schemas.microsoft.com/office/drawing/2014/main" id="{447868DC-4E78-0363-A8D7-CF69A4909701}"/>
                  </a:ext>
                </a:extLst>
              </p:cNvPr>
              <p:cNvSpPr txBox="1"/>
              <p:nvPr userDrawn="1"/>
            </p:nvSpPr>
            <p:spPr>
              <a:xfrm>
                <a:off x="-3563526" y="1617700"/>
                <a:ext cx="354190" cy="113727"/>
              </a:xfrm>
              <a:prstGeom prst="rect">
                <a:avLst/>
              </a:prstGeom>
              <a:noFill/>
            </p:spPr>
            <p:txBody>
              <a:bodyPr wrap="square" lIns="0" tIns="18000" rIns="0" bIns="0" rtlCol="0" anchor="t">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Images</a:t>
                </a:r>
              </a:p>
            </p:txBody>
          </p:sp>
        </p:grpSp>
      </p:grpSp>
    </p:spTree>
    <p:extLst>
      <p:ext uri="{BB962C8B-B14F-4D97-AF65-F5344CB8AC3E}">
        <p14:creationId xmlns:p14="http://schemas.microsoft.com/office/powerpoint/2010/main" val="4357046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xt">
    <p:spTree>
      <p:nvGrpSpPr>
        <p:cNvPr id="1" name=""/>
        <p:cNvGrpSpPr/>
        <p:nvPr/>
      </p:nvGrpSpPr>
      <p:grpSpPr>
        <a:xfrm>
          <a:off x="0" y="0"/>
          <a:ext cx="0" cy="0"/>
          <a:chOff x="0" y="0"/>
          <a:chExt cx="0" cy="0"/>
        </a:xfrm>
      </p:grpSpPr>
      <p:sp>
        <p:nvSpPr>
          <p:cNvPr id="21" name="Rechthoek 20">
            <a:extLst>
              <a:ext uri="{FF2B5EF4-FFF2-40B4-BE49-F238E27FC236}">
                <a16:creationId xmlns:a16="http://schemas.microsoft.com/office/drawing/2014/main" id="{8778B65F-BF88-4C17-8B7E-1110F69AEE26}"/>
              </a:ext>
            </a:extLst>
          </p:cNvPr>
          <p:cNvSpPr/>
          <p:nvPr userDrawn="1"/>
        </p:nvSpPr>
        <p:spPr>
          <a:xfrm>
            <a:off x="0" y="-441330"/>
            <a:ext cx="457369"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en-GB" sz="1800" b="1" cap="none" baseline="0" noProof="0" dirty="0">
                <a:solidFill>
                  <a:schemeClr val="accent1"/>
                </a:solidFill>
                <a:latin typeface="+mj-lt"/>
              </a:rPr>
              <a:t>Text</a:t>
            </a:r>
          </a:p>
        </p:txBody>
      </p:sp>
      <p:sp>
        <p:nvSpPr>
          <p:cNvPr id="2" name="Tijdelijke aanduiding voor datum 1">
            <a:extLst>
              <a:ext uri="{FF2B5EF4-FFF2-40B4-BE49-F238E27FC236}">
                <a16:creationId xmlns:a16="http://schemas.microsoft.com/office/drawing/2014/main" id="{807AA2A9-52F4-4F7D-8523-63C6A6561FDB}"/>
              </a:ext>
            </a:extLst>
          </p:cNvPr>
          <p:cNvSpPr>
            <a:spLocks noGrp="1"/>
          </p:cNvSpPr>
          <p:nvPr>
            <p:ph type="dt" sz="half" idx="18"/>
          </p:nvPr>
        </p:nvSpPr>
        <p:spPr>
          <a:xfrm>
            <a:off x="10215497" y="6405669"/>
            <a:ext cx="697307" cy="184666"/>
          </a:xfrm>
        </p:spPr>
        <p:txBody>
          <a:bodyPr/>
          <a:lstStyle>
            <a:lvl1pPr>
              <a:defRPr/>
            </a:lvl1pPr>
          </a:lstStyle>
          <a:p>
            <a:r>
              <a:rPr lang="LID4096"/>
              <a:t>08/30/2024</a:t>
            </a:r>
            <a:endParaRPr lang="en-GB" dirty="0"/>
          </a:p>
        </p:txBody>
      </p:sp>
      <p:sp>
        <p:nvSpPr>
          <p:cNvPr id="4" name="Tijdelijke aanduiding voor dianummer 3">
            <a:extLst>
              <a:ext uri="{FF2B5EF4-FFF2-40B4-BE49-F238E27FC236}">
                <a16:creationId xmlns:a16="http://schemas.microsoft.com/office/drawing/2014/main" id="{7B990ADF-91B8-4E79-82C1-A3A57F190DC3}"/>
              </a:ext>
            </a:extLst>
          </p:cNvPr>
          <p:cNvSpPr>
            <a:spLocks noGrp="1"/>
          </p:cNvSpPr>
          <p:nvPr>
            <p:ph type="sldNum" sz="quarter" idx="20"/>
          </p:nvPr>
        </p:nvSpPr>
        <p:spPr/>
        <p:txBody>
          <a:bodyPr/>
          <a:lstStyle/>
          <a:p>
            <a:fld id="{9E843DB9-9987-4157-AB9C-CEA8D7D910BB}" type="slidenum">
              <a:rPr lang="en-GB" smtClean="0"/>
              <a:pPr/>
              <a:t>‹#›</a:t>
            </a:fld>
            <a:endParaRPr lang="en-GB" dirty="0"/>
          </a:p>
        </p:txBody>
      </p:sp>
      <p:sp>
        <p:nvSpPr>
          <p:cNvPr id="7" name="Tijdelijke aanduiding voor tekst 6">
            <a:extLst>
              <a:ext uri="{FF2B5EF4-FFF2-40B4-BE49-F238E27FC236}">
                <a16:creationId xmlns:a16="http://schemas.microsoft.com/office/drawing/2014/main" id="{97C32B2A-67AA-E6D6-AE57-0F98725B06A3}"/>
              </a:ext>
            </a:extLst>
          </p:cNvPr>
          <p:cNvSpPr>
            <a:spLocks noGrp="1"/>
          </p:cNvSpPr>
          <p:nvPr>
            <p:ph type="body" sz="quarter" idx="21" hasCustomPrompt="1"/>
          </p:nvPr>
        </p:nvSpPr>
        <p:spPr>
          <a:xfrm>
            <a:off x="719139" y="1565274"/>
            <a:ext cx="10752136" cy="4435476"/>
          </a:xfrm>
        </p:spPr>
        <p:txBody>
          <a:bodyPr/>
          <a:lstStyle/>
          <a:p>
            <a:pPr lvl="0"/>
            <a:r>
              <a:rPr lang="en-GB" noProof="0" dirty="0"/>
              <a:t>Bullet</a:t>
            </a:r>
          </a:p>
          <a:p>
            <a:pPr lvl="1"/>
            <a:r>
              <a:rPr lang="en-GB" noProof="0" dirty="0"/>
              <a:t>Sub-bullet </a:t>
            </a:r>
          </a:p>
          <a:p>
            <a:pPr lvl="2"/>
            <a:r>
              <a:rPr lang="en-GB" noProof="0" dirty="0"/>
              <a:t>Default text</a:t>
            </a:r>
            <a:br>
              <a:rPr lang="en-GB" noProof="0" dirty="0"/>
            </a:br>
            <a:endParaRPr lang="en-GB" noProof="0" dirty="0"/>
          </a:p>
          <a:p>
            <a:pPr lvl="3"/>
            <a:r>
              <a:rPr lang="en-GB" noProof="0" dirty="0"/>
              <a:t>Title/Quote</a:t>
            </a:r>
          </a:p>
          <a:p>
            <a:pPr lvl="4"/>
            <a:r>
              <a:rPr lang="en-GB" noProof="0" dirty="0"/>
              <a:t>Subtitle</a:t>
            </a:r>
          </a:p>
          <a:p>
            <a:pPr lvl="5"/>
            <a:r>
              <a:rPr lang="en-GB" noProof="0" dirty="0"/>
              <a:t>Default text</a:t>
            </a:r>
            <a:br>
              <a:rPr lang="en-GB" noProof="0" dirty="0"/>
            </a:br>
            <a:endParaRPr lang="en-GB" noProof="0" dirty="0"/>
          </a:p>
          <a:p>
            <a:pPr lvl="6"/>
            <a:r>
              <a:rPr lang="en-GB" noProof="0" dirty="0"/>
              <a:t>Numerical bullet</a:t>
            </a:r>
          </a:p>
          <a:p>
            <a:pPr lvl="7"/>
            <a:r>
              <a:rPr lang="en-GB" noProof="0" dirty="0"/>
              <a:t>Alphabetical bullet</a:t>
            </a:r>
          </a:p>
          <a:p>
            <a:pPr lvl="8"/>
            <a:r>
              <a:rPr lang="en-GB" noProof="0" dirty="0"/>
              <a:t>Source</a:t>
            </a:r>
          </a:p>
          <a:p>
            <a:pPr lvl="8"/>
            <a:endParaRPr lang="en-GB" noProof="0" dirty="0"/>
          </a:p>
        </p:txBody>
      </p:sp>
      <p:sp>
        <p:nvSpPr>
          <p:cNvPr id="5" name="Titel 4">
            <a:extLst>
              <a:ext uri="{FF2B5EF4-FFF2-40B4-BE49-F238E27FC236}">
                <a16:creationId xmlns:a16="http://schemas.microsoft.com/office/drawing/2014/main" id="{9B105F46-F99B-7E73-16E0-CD2C01EDC8CA}"/>
              </a:ext>
            </a:extLst>
          </p:cNvPr>
          <p:cNvSpPr>
            <a:spLocks noGrp="1"/>
          </p:cNvSpPr>
          <p:nvPr>
            <p:ph type="title" hasCustomPrompt="1"/>
          </p:nvPr>
        </p:nvSpPr>
        <p:spPr/>
        <p:txBody>
          <a:bodyPr/>
          <a:lstStyle/>
          <a:p>
            <a:r>
              <a:rPr lang="en-GB" noProof="0" dirty="0"/>
              <a:t>Title goes here</a:t>
            </a:r>
            <a:endParaRPr lang="en-GB" dirty="0"/>
          </a:p>
        </p:txBody>
      </p:sp>
      <p:grpSp>
        <p:nvGrpSpPr>
          <p:cNvPr id="3" name="INSTRUCTION">
            <a:extLst>
              <a:ext uri="{FF2B5EF4-FFF2-40B4-BE49-F238E27FC236}">
                <a16:creationId xmlns:a16="http://schemas.microsoft.com/office/drawing/2014/main" id="{C37508DF-E7AE-13D6-A5D2-641AAF042AAA}"/>
              </a:ext>
            </a:extLst>
          </p:cNvPr>
          <p:cNvGrpSpPr/>
          <p:nvPr userDrawn="1"/>
        </p:nvGrpSpPr>
        <p:grpSpPr>
          <a:xfrm>
            <a:off x="-3786437" y="0"/>
            <a:ext cx="3693386" cy="5359349"/>
            <a:chOff x="-3786437" y="0"/>
            <a:chExt cx="3693386" cy="5359349"/>
          </a:xfrm>
        </p:grpSpPr>
        <p:sp>
          <p:nvSpPr>
            <p:cNvPr id="6" name="Rechthoek 5">
              <a:extLst>
                <a:ext uri="{FF2B5EF4-FFF2-40B4-BE49-F238E27FC236}">
                  <a16:creationId xmlns:a16="http://schemas.microsoft.com/office/drawing/2014/main" id="{5B292675-B31B-1A55-BD2C-CDC7BD1CA441}"/>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Choosing text levels</a:t>
              </a:r>
            </a:p>
          </p:txBody>
        </p:sp>
        <p:sp>
          <p:nvSpPr>
            <p:cNvPr id="8" name="Ovaal 7">
              <a:extLst>
                <a:ext uri="{FF2B5EF4-FFF2-40B4-BE49-F238E27FC236}">
                  <a16:creationId xmlns:a16="http://schemas.microsoft.com/office/drawing/2014/main" id="{A35309F0-A4E8-85D2-9E3E-CD49CB4ACB66}"/>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9" name="Rechthoek 8">
              <a:extLst>
                <a:ext uri="{FF2B5EF4-FFF2-40B4-BE49-F238E27FC236}">
                  <a16:creationId xmlns:a16="http://schemas.microsoft.com/office/drawing/2014/main" id="{274035FC-FAE5-FEDD-FC98-2DC0B4C24BCC}"/>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357188" marR="0" lvl="0" indent="-357188"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en-GB" sz="1400" b="0" i="0" u="none" strike="noStrike" kern="0" cap="none" spc="0" normalizeH="0" baseline="0" noProof="0" dirty="0">
                  <a:ln>
                    <a:noFill/>
                  </a:ln>
                  <a:solidFill>
                    <a:srgbClr val="000000"/>
                  </a:solidFill>
                  <a:effectLst/>
                  <a:uLnTx/>
                  <a:uFillTx/>
                  <a:latin typeface="+mj-lt"/>
                  <a:cs typeface="Calibri" panose="020F0502020204030204" pitchFamily="34" charset="0"/>
                </a:rPr>
                <a:t>Bullet</a:t>
              </a:r>
            </a:p>
          </p:txBody>
        </p:sp>
        <p:sp>
          <p:nvSpPr>
            <p:cNvPr id="10" name="Ovaal 9">
              <a:extLst>
                <a:ext uri="{FF2B5EF4-FFF2-40B4-BE49-F238E27FC236}">
                  <a16:creationId xmlns:a16="http://schemas.microsoft.com/office/drawing/2014/main" id="{37703DCC-3613-510F-E6EF-B5E9E9799A45}"/>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1" name="Rechthoek 10">
              <a:extLst>
                <a:ext uri="{FF2B5EF4-FFF2-40B4-BE49-F238E27FC236}">
                  <a16:creationId xmlns:a16="http://schemas.microsoft.com/office/drawing/2014/main" id="{857BEEE0-E6E0-FB2B-D415-EFFBE579EBC6}"/>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Under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‘Home’</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use the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list level-buttons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to choose a text level. </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Choose from:</a:t>
              </a:r>
            </a:p>
          </p:txBody>
        </p:sp>
        <p:sp>
          <p:nvSpPr>
            <p:cNvPr id="12" name="Rechthoek 11">
              <a:extLst>
                <a:ext uri="{FF2B5EF4-FFF2-40B4-BE49-F238E27FC236}">
                  <a16:creationId xmlns:a16="http://schemas.microsoft.com/office/drawing/2014/main" id="{4A8D04C8-99F4-D837-93EF-0CEF277D20BF}"/>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715963" marR="0" lvl="0" indent="-358775"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en-GB" sz="1400" b="0" i="0" u="none" strike="noStrike" kern="0" cap="none" spc="0" normalizeH="0" baseline="0" noProof="0" dirty="0">
                  <a:ln>
                    <a:noFill/>
                  </a:ln>
                  <a:solidFill>
                    <a:srgbClr val="000000"/>
                  </a:solidFill>
                  <a:effectLst/>
                  <a:uLnTx/>
                  <a:uFillTx/>
                  <a:latin typeface="+mj-lt"/>
                  <a:cs typeface="Calibri" panose="020F0502020204030204" pitchFamily="34" charset="0"/>
                </a:rPr>
                <a:t>Sub-bullet </a:t>
              </a:r>
            </a:p>
          </p:txBody>
        </p:sp>
        <p:sp>
          <p:nvSpPr>
            <p:cNvPr id="13" name="Ovaal 12">
              <a:extLst>
                <a:ext uri="{FF2B5EF4-FFF2-40B4-BE49-F238E27FC236}">
                  <a16:creationId xmlns:a16="http://schemas.microsoft.com/office/drawing/2014/main" id="{885181B5-3158-376F-D926-AFA9513F2A9E}"/>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14" name="Rechthoek 13">
              <a:extLst>
                <a:ext uri="{FF2B5EF4-FFF2-40B4-BE49-F238E27FC236}">
                  <a16:creationId xmlns:a16="http://schemas.microsoft.com/office/drawing/2014/main" id="{B32DDA1C-171F-8981-2B90-6FD5AE5AE94F}"/>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1400" b="0" i="0" u="none" strike="noStrike" kern="0" cap="none" spc="0" normalizeH="0" baseline="0" noProof="0" dirty="0">
                  <a:ln>
                    <a:noFill/>
                  </a:ln>
                  <a:solidFill>
                    <a:srgbClr val="000000"/>
                  </a:solidFill>
                  <a:effectLst/>
                  <a:uLnTx/>
                  <a:uFillTx/>
                  <a:latin typeface="+mj-lt"/>
                  <a:cs typeface="Calibri" panose="020F0502020204030204" pitchFamily="34" charset="0"/>
                </a:rPr>
                <a:t>Default text</a:t>
              </a:r>
            </a:p>
          </p:txBody>
        </p:sp>
        <p:sp>
          <p:nvSpPr>
            <p:cNvPr id="15" name="Ovaal 14">
              <a:extLst>
                <a:ext uri="{FF2B5EF4-FFF2-40B4-BE49-F238E27FC236}">
                  <a16:creationId xmlns:a16="http://schemas.microsoft.com/office/drawing/2014/main" id="{3A02263B-52A4-C14C-D38F-4716D86E6247}"/>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16" name="Rechthoek 15">
              <a:extLst>
                <a:ext uri="{FF2B5EF4-FFF2-40B4-BE49-F238E27FC236}">
                  <a16:creationId xmlns:a16="http://schemas.microsoft.com/office/drawing/2014/main" id="{A6C7CC7F-B1A2-466F-BC08-67D17171E5CA}"/>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2400" b="1" i="0" u="none" strike="noStrike" kern="0" cap="none" spc="0" normalizeH="0" baseline="0" noProof="0" dirty="0">
                  <a:ln>
                    <a:noFill/>
                  </a:ln>
                  <a:solidFill>
                    <a:schemeClr val="tx1"/>
                  </a:solidFill>
                  <a:effectLst/>
                  <a:uLnTx/>
                  <a:uFillTx/>
                  <a:latin typeface="+mj-lt"/>
                  <a:cs typeface="Calibri" panose="020F0502020204030204" pitchFamily="34" charset="0"/>
                </a:rPr>
                <a:t>Title/Quote</a:t>
              </a:r>
            </a:p>
          </p:txBody>
        </p:sp>
        <p:sp>
          <p:nvSpPr>
            <p:cNvPr id="17" name="Ovaal 16">
              <a:extLst>
                <a:ext uri="{FF2B5EF4-FFF2-40B4-BE49-F238E27FC236}">
                  <a16:creationId xmlns:a16="http://schemas.microsoft.com/office/drawing/2014/main" id="{6A00CAE5-EA4E-3025-8837-EA7504B1D9F6}"/>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5</a:t>
              </a:r>
            </a:p>
          </p:txBody>
        </p:sp>
        <p:sp>
          <p:nvSpPr>
            <p:cNvPr id="18" name="Rechthoek 17">
              <a:extLst>
                <a:ext uri="{FF2B5EF4-FFF2-40B4-BE49-F238E27FC236}">
                  <a16:creationId xmlns:a16="http://schemas.microsoft.com/office/drawing/2014/main" id="{F41C09A2-C386-E45E-EA25-81D4F1651481}"/>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1800" b="0" i="0" u="none" strike="noStrike" kern="0" cap="none" spc="0" normalizeH="0" baseline="0" noProof="0" dirty="0">
                  <a:ln>
                    <a:noFill/>
                  </a:ln>
                  <a:solidFill>
                    <a:schemeClr val="accent1"/>
                  </a:solidFill>
                  <a:effectLst/>
                  <a:uLnTx/>
                  <a:uFillTx/>
                  <a:latin typeface="+mj-lt"/>
                  <a:cs typeface="Calibri" panose="020F0502020204030204" pitchFamily="34" charset="0"/>
                </a:rPr>
                <a:t>Subtitle</a:t>
              </a:r>
            </a:p>
          </p:txBody>
        </p:sp>
        <p:sp>
          <p:nvSpPr>
            <p:cNvPr id="19" name="Ovaal 18">
              <a:extLst>
                <a:ext uri="{FF2B5EF4-FFF2-40B4-BE49-F238E27FC236}">
                  <a16:creationId xmlns:a16="http://schemas.microsoft.com/office/drawing/2014/main" id="{9B5207EA-F3B0-451A-9F45-19370FF77EB5}"/>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6</a:t>
              </a:r>
            </a:p>
          </p:txBody>
        </p:sp>
        <p:sp>
          <p:nvSpPr>
            <p:cNvPr id="20" name="Rechthoek 19">
              <a:extLst>
                <a:ext uri="{FF2B5EF4-FFF2-40B4-BE49-F238E27FC236}">
                  <a16:creationId xmlns:a16="http://schemas.microsoft.com/office/drawing/2014/main" id="{205AA4BC-7FD8-C844-72C1-057F452AA55F}"/>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357188" marR="0" lvl="0" indent="-357188" defTabSz="914400" eaLnBrk="1" fontAlgn="auto" latinLnBrk="0" hangingPunct="1">
                <a:lnSpc>
                  <a:spcPct val="100000"/>
                </a:lnSpc>
                <a:spcBef>
                  <a:spcPts val="600"/>
                </a:spcBef>
                <a:spcAft>
                  <a:spcPts val="600"/>
                </a:spcAft>
                <a:buClr>
                  <a:schemeClr val="accent1"/>
                </a:buClr>
                <a:buSzTx/>
                <a:buFont typeface="+mj-lt"/>
                <a:buAutoNum type="arabicPeriod"/>
                <a:tabLst/>
                <a:defRPr/>
              </a:pPr>
              <a:r>
                <a:rPr kumimoji="0" lang="en-GB" sz="1400" b="0" i="0" u="none" strike="noStrike" kern="0" cap="none" spc="0" normalizeH="0" baseline="0" noProof="0" dirty="0">
                  <a:ln>
                    <a:noFill/>
                  </a:ln>
                  <a:solidFill>
                    <a:schemeClr val="tx1"/>
                  </a:solidFill>
                  <a:effectLst/>
                  <a:uLnTx/>
                  <a:uFillTx/>
                  <a:latin typeface="+mj-lt"/>
                  <a:cs typeface="Calibri" panose="020F0502020204030204" pitchFamily="34" charset="0"/>
                </a:rPr>
                <a:t>Numerical bullet</a:t>
              </a:r>
            </a:p>
          </p:txBody>
        </p:sp>
        <p:sp>
          <p:nvSpPr>
            <p:cNvPr id="22" name="Ovaal 21">
              <a:extLst>
                <a:ext uri="{FF2B5EF4-FFF2-40B4-BE49-F238E27FC236}">
                  <a16:creationId xmlns:a16="http://schemas.microsoft.com/office/drawing/2014/main" id="{AFC95C2C-6412-7491-A24B-BE1590B0990F}"/>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7</a:t>
              </a:r>
            </a:p>
          </p:txBody>
        </p:sp>
        <p:sp>
          <p:nvSpPr>
            <p:cNvPr id="23" name="Rechthoek 22">
              <a:extLst>
                <a:ext uri="{FF2B5EF4-FFF2-40B4-BE49-F238E27FC236}">
                  <a16:creationId xmlns:a16="http://schemas.microsoft.com/office/drawing/2014/main" id="{032E4A44-CF49-C369-C31E-82F68244C422}"/>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342900" marR="0" lvl="0" indent="-342900" defTabSz="914400" eaLnBrk="1" fontAlgn="auto" latinLnBrk="0" hangingPunct="1">
                <a:lnSpc>
                  <a:spcPct val="100000"/>
                </a:lnSpc>
                <a:spcBef>
                  <a:spcPts val="600"/>
                </a:spcBef>
                <a:spcAft>
                  <a:spcPts val="600"/>
                </a:spcAft>
                <a:buClr>
                  <a:schemeClr val="accent1"/>
                </a:buClr>
                <a:buSzTx/>
                <a:buFont typeface="+mj-lt"/>
                <a:buAutoNum type="alphaLcPeriod"/>
                <a:tabLst/>
                <a:defRPr/>
              </a:pPr>
              <a:r>
                <a:rPr kumimoji="0" lang="en-GB" sz="1400" b="0" i="0" u="none" strike="noStrike" kern="0" cap="none" spc="0" normalizeH="0" baseline="0" noProof="0" dirty="0">
                  <a:ln>
                    <a:noFill/>
                  </a:ln>
                  <a:solidFill>
                    <a:schemeClr val="tx1"/>
                  </a:solidFill>
                  <a:effectLst/>
                  <a:uLnTx/>
                  <a:uFillTx/>
                  <a:latin typeface="+mj-lt"/>
                  <a:cs typeface="Calibri" panose="020F0502020204030204" pitchFamily="34" charset="0"/>
                </a:rPr>
                <a:t>Alphabetical bullet</a:t>
              </a:r>
            </a:p>
          </p:txBody>
        </p:sp>
        <p:sp>
          <p:nvSpPr>
            <p:cNvPr id="24" name="Ovaal 23">
              <a:extLst>
                <a:ext uri="{FF2B5EF4-FFF2-40B4-BE49-F238E27FC236}">
                  <a16:creationId xmlns:a16="http://schemas.microsoft.com/office/drawing/2014/main" id="{B88B0BBC-401D-B4B9-EAB9-5F732A603B2F}"/>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8</a:t>
              </a:r>
            </a:p>
          </p:txBody>
        </p:sp>
        <p:sp>
          <p:nvSpPr>
            <p:cNvPr id="25" name="Rechthoek 24">
              <a:extLst>
                <a:ext uri="{FF2B5EF4-FFF2-40B4-BE49-F238E27FC236}">
                  <a16:creationId xmlns:a16="http://schemas.microsoft.com/office/drawing/2014/main" id="{10923C3B-92D8-3D47-9A1C-12BD19290B48}"/>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tx1"/>
                </a:buClr>
                <a:buSzTx/>
                <a:buFont typeface="Calibri" panose="020F0502020204030204" pitchFamily="34" charset="0"/>
                <a:buNone/>
                <a:tabLst/>
                <a:defRPr/>
              </a:pPr>
              <a:r>
                <a:rPr kumimoji="0" lang="en-GB" sz="1200" b="0" i="1" u="none" strike="noStrike" kern="0" cap="none" spc="0" normalizeH="0" baseline="0" noProof="0" dirty="0">
                  <a:ln>
                    <a:noFill/>
                  </a:ln>
                  <a:solidFill>
                    <a:srgbClr val="000000"/>
                  </a:solidFill>
                  <a:effectLst/>
                  <a:uLnTx/>
                  <a:uFillTx/>
                  <a:latin typeface="+mj-lt"/>
                  <a:cs typeface="Calibri" panose="020F0502020204030204" pitchFamily="34" charset="0"/>
                </a:rPr>
                <a:t>Source</a:t>
              </a:r>
            </a:p>
          </p:txBody>
        </p:sp>
        <p:sp>
          <p:nvSpPr>
            <p:cNvPr id="26" name="Ovaal 25">
              <a:extLst>
                <a:ext uri="{FF2B5EF4-FFF2-40B4-BE49-F238E27FC236}">
                  <a16:creationId xmlns:a16="http://schemas.microsoft.com/office/drawing/2014/main" id="{00353552-7BED-DF4A-354B-1CF349A225AF}"/>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9</a:t>
              </a:r>
            </a:p>
          </p:txBody>
        </p:sp>
        <p:sp>
          <p:nvSpPr>
            <p:cNvPr id="27" name="Rechthoek 26">
              <a:extLst>
                <a:ext uri="{FF2B5EF4-FFF2-40B4-BE49-F238E27FC236}">
                  <a16:creationId xmlns:a16="http://schemas.microsoft.com/office/drawing/2014/main" id="{A0A50B02-FA01-EBB9-5857-57CCBD40A9DB}"/>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1400" b="0" i="0" u="none" strike="noStrike" kern="0" cap="none" spc="0" normalizeH="0" baseline="0" noProof="0" dirty="0">
                  <a:ln>
                    <a:noFill/>
                  </a:ln>
                  <a:solidFill>
                    <a:srgbClr val="000000"/>
                  </a:solidFill>
                  <a:effectLst/>
                  <a:uLnTx/>
                  <a:uFillTx/>
                  <a:latin typeface="+mj-lt"/>
                  <a:cs typeface="Calibri" panose="020F0502020204030204" pitchFamily="34" charset="0"/>
                </a:rPr>
                <a:t>Default text</a:t>
              </a:r>
            </a:p>
          </p:txBody>
        </p:sp>
        <p:sp>
          <p:nvSpPr>
            <p:cNvPr id="28" name="Rechthoek 27">
              <a:extLst>
                <a:ext uri="{FF2B5EF4-FFF2-40B4-BE49-F238E27FC236}">
                  <a16:creationId xmlns:a16="http://schemas.microsoft.com/office/drawing/2014/main" id="{4D2AF1E5-FFF3-DAA5-C984-86F4BCBE2FB2}"/>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grpSp>
          <p:nvGrpSpPr>
            <p:cNvPr id="29" name="ICOON_info">
              <a:extLst>
                <a:ext uri="{FF2B5EF4-FFF2-40B4-BE49-F238E27FC236}">
                  <a16:creationId xmlns:a16="http://schemas.microsoft.com/office/drawing/2014/main" id="{2748128B-F3DF-8964-29ED-3D14A1FB1EF0}"/>
                </a:ext>
              </a:extLst>
            </p:cNvPr>
            <p:cNvGrpSpPr/>
            <p:nvPr userDrawn="1"/>
          </p:nvGrpSpPr>
          <p:grpSpPr>
            <a:xfrm>
              <a:off x="-376736" y="4400186"/>
              <a:ext cx="283685" cy="283685"/>
              <a:chOff x="-510741" y="5913713"/>
              <a:chExt cx="267555" cy="267555"/>
            </a:xfrm>
          </p:grpSpPr>
          <p:sp>
            <p:nvSpPr>
              <p:cNvPr id="77" name="Ovaal 76">
                <a:extLst>
                  <a:ext uri="{FF2B5EF4-FFF2-40B4-BE49-F238E27FC236}">
                    <a16:creationId xmlns:a16="http://schemas.microsoft.com/office/drawing/2014/main" id="{DDA583D6-D08D-95C4-A005-D82C60FD32FC}"/>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78" name="Graphic 163" descr="Informatie">
                <a:extLst>
                  <a:ext uri="{FF2B5EF4-FFF2-40B4-BE49-F238E27FC236}">
                    <a16:creationId xmlns:a16="http://schemas.microsoft.com/office/drawing/2014/main" id="{C4BE452F-9BDF-A18D-0A7D-AE18F26993F0}"/>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30" name="VOORBEELD">
              <a:extLst>
                <a:ext uri="{FF2B5EF4-FFF2-40B4-BE49-F238E27FC236}">
                  <a16:creationId xmlns:a16="http://schemas.microsoft.com/office/drawing/2014/main" id="{BCBE1EE9-F025-40A3-DAA5-C00A8F948100}"/>
                </a:ext>
              </a:extLst>
            </p:cNvPr>
            <p:cNvGrpSpPr/>
            <p:nvPr userDrawn="1"/>
          </p:nvGrpSpPr>
          <p:grpSpPr>
            <a:xfrm>
              <a:off x="-3605171" y="458674"/>
              <a:ext cx="3234311" cy="558875"/>
              <a:chOff x="-3605171" y="458674"/>
              <a:chExt cx="3234311" cy="558875"/>
            </a:xfrm>
          </p:grpSpPr>
          <p:sp>
            <p:nvSpPr>
              <p:cNvPr id="37" name="Rechthoek 36">
                <a:extLst>
                  <a:ext uri="{FF2B5EF4-FFF2-40B4-BE49-F238E27FC236}">
                    <a16:creationId xmlns:a16="http://schemas.microsoft.com/office/drawing/2014/main" id="{6D4FCD4E-E6C2-559E-740C-BD3369614F9E}"/>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en-GB" sz="900" b="1" noProof="0" dirty="0">
                    <a:solidFill>
                      <a:srgbClr val="211F26"/>
                    </a:solidFill>
                    <a:latin typeface="Calibri" panose="020F0502020204030204" pitchFamily="34" charset="0"/>
                    <a:cs typeface="Calibri" panose="020F0502020204030204" pitchFamily="34" charset="0"/>
                  </a:rPr>
                  <a:t>Home</a:t>
                </a:r>
              </a:p>
            </p:txBody>
          </p:sp>
          <p:sp>
            <p:nvSpPr>
              <p:cNvPr id="38" name="Rechthoek 37">
                <a:extLst>
                  <a:ext uri="{FF2B5EF4-FFF2-40B4-BE49-F238E27FC236}">
                    <a16:creationId xmlns:a16="http://schemas.microsoft.com/office/drawing/2014/main" id="{F538757F-568E-4976-EF92-B878B06C8347}"/>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nvGrpSpPr>
              <p:cNvPr id="39" name="Groep 38">
                <a:extLst>
                  <a:ext uri="{FF2B5EF4-FFF2-40B4-BE49-F238E27FC236}">
                    <a16:creationId xmlns:a16="http://schemas.microsoft.com/office/drawing/2014/main" id="{8174DEE9-1EA6-20ED-3D9D-BB2603482DE8}"/>
                  </a:ext>
                </a:extLst>
              </p:cNvPr>
              <p:cNvGrpSpPr/>
              <p:nvPr userDrawn="1"/>
            </p:nvGrpSpPr>
            <p:grpSpPr>
              <a:xfrm>
                <a:off x="-3386247" y="830871"/>
                <a:ext cx="139423" cy="109566"/>
                <a:chOff x="-2866744" y="827071"/>
                <a:chExt cx="168701" cy="132575"/>
              </a:xfrm>
            </p:grpSpPr>
            <p:grpSp>
              <p:nvGrpSpPr>
                <p:cNvPr id="70" name="Groep 69">
                  <a:extLst>
                    <a:ext uri="{FF2B5EF4-FFF2-40B4-BE49-F238E27FC236}">
                      <a16:creationId xmlns:a16="http://schemas.microsoft.com/office/drawing/2014/main" id="{0D1A3735-2B7A-FFC7-051F-149C12647F5A}"/>
                    </a:ext>
                  </a:extLst>
                </p:cNvPr>
                <p:cNvGrpSpPr/>
                <p:nvPr userDrawn="1"/>
              </p:nvGrpSpPr>
              <p:grpSpPr>
                <a:xfrm>
                  <a:off x="-2866744" y="827071"/>
                  <a:ext cx="168701" cy="132575"/>
                  <a:chOff x="-2866744" y="827071"/>
                  <a:chExt cx="168701" cy="132575"/>
                </a:xfrm>
              </p:grpSpPr>
              <p:cxnSp>
                <p:nvCxnSpPr>
                  <p:cNvPr id="72" name="Rechte verbindingslijn 71">
                    <a:extLst>
                      <a:ext uri="{FF2B5EF4-FFF2-40B4-BE49-F238E27FC236}">
                        <a16:creationId xmlns:a16="http://schemas.microsoft.com/office/drawing/2014/main" id="{64E3276F-49E2-0662-ECF1-9C8A1C0E0CBA}"/>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3" name="Rechte verbindingslijn 72">
                    <a:extLst>
                      <a:ext uri="{FF2B5EF4-FFF2-40B4-BE49-F238E27FC236}">
                        <a16:creationId xmlns:a16="http://schemas.microsoft.com/office/drawing/2014/main" id="{F64D2204-8B03-7D97-0C60-288B8466B4C7}"/>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4" name="Rechte verbindingslijn 73">
                    <a:extLst>
                      <a:ext uri="{FF2B5EF4-FFF2-40B4-BE49-F238E27FC236}">
                        <a16:creationId xmlns:a16="http://schemas.microsoft.com/office/drawing/2014/main" id="{C2604207-5D6B-EF04-2B7A-80E2010DBE8B}"/>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5" name="Rechte verbindingslijn 74">
                    <a:extLst>
                      <a:ext uri="{FF2B5EF4-FFF2-40B4-BE49-F238E27FC236}">
                        <a16:creationId xmlns:a16="http://schemas.microsoft.com/office/drawing/2014/main" id="{B408F0C2-D0E5-B3F9-CDCB-95445399A272}"/>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6" name="Rechte verbindingslijn 75">
                    <a:extLst>
                      <a:ext uri="{FF2B5EF4-FFF2-40B4-BE49-F238E27FC236}">
                        <a16:creationId xmlns:a16="http://schemas.microsoft.com/office/drawing/2014/main" id="{724B0BCE-2A38-E76C-9EA2-2C55A56D3491}"/>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1" name="Pijl: rechts 70">
                  <a:extLst>
                    <a:ext uri="{FF2B5EF4-FFF2-40B4-BE49-F238E27FC236}">
                      <a16:creationId xmlns:a16="http://schemas.microsoft.com/office/drawing/2014/main" id="{C33085CB-98EA-39F4-85B3-7753B789EE4B}"/>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40" name="Groep 39">
                <a:extLst>
                  <a:ext uri="{FF2B5EF4-FFF2-40B4-BE49-F238E27FC236}">
                    <a16:creationId xmlns:a16="http://schemas.microsoft.com/office/drawing/2014/main" id="{211BFD96-7DB8-EEE6-7010-BCB6BA4C543F}"/>
                  </a:ext>
                </a:extLst>
              </p:cNvPr>
              <p:cNvGrpSpPr/>
              <p:nvPr userDrawn="1"/>
            </p:nvGrpSpPr>
            <p:grpSpPr>
              <a:xfrm>
                <a:off x="-3605171" y="830871"/>
                <a:ext cx="139423" cy="109566"/>
                <a:chOff x="-2866744" y="518074"/>
                <a:chExt cx="168701" cy="132575"/>
              </a:xfrm>
            </p:grpSpPr>
            <p:grpSp>
              <p:nvGrpSpPr>
                <p:cNvPr id="63" name="Groep 62">
                  <a:extLst>
                    <a:ext uri="{FF2B5EF4-FFF2-40B4-BE49-F238E27FC236}">
                      <a16:creationId xmlns:a16="http://schemas.microsoft.com/office/drawing/2014/main" id="{259AB1ED-C075-609B-CE74-4A2A4D0B2906}"/>
                    </a:ext>
                  </a:extLst>
                </p:cNvPr>
                <p:cNvGrpSpPr/>
                <p:nvPr userDrawn="1"/>
              </p:nvGrpSpPr>
              <p:grpSpPr>
                <a:xfrm>
                  <a:off x="-2866744" y="518074"/>
                  <a:ext cx="168701" cy="132575"/>
                  <a:chOff x="-2866744" y="518074"/>
                  <a:chExt cx="168701" cy="132575"/>
                </a:xfrm>
              </p:grpSpPr>
              <p:cxnSp>
                <p:nvCxnSpPr>
                  <p:cNvPr id="65" name="Rechte verbindingslijn 64">
                    <a:extLst>
                      <a:ext uri="{FF2B5EF4-FFF2-40B4-BE49-F238E27FC236}">
                        <a16:creationId xmlns:a16="http://schemas.microsoft.com/office/drawing/2014/main" id="{CD8A9BA2-5A9F-EAE1-5568-4D6D601A866A}"/>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6" name="Rechte verbindingslijn 65">
                    <a:extLst>
                      <a:ext uri="{FF2B5EF4-FFF2-40B4-BE49-F238E27FC236}">
                        <a16:creationId xmlns:a16="http://schemas.microsoft.com/office/drawing/2014/main" id="{C2D8F76A-79D8-E421-3CA4-A053AE88A424}"/>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7" name="Rechte verbindingslijn 66">
                    <a:extLst>
                      <a:ext uri="{FF2B5EF4-FFF2-40B4-BE49-F238E27FC236}">
                        <a16:creationId xmlns:a16="http://schemas.microsoft.com/office/drawing/2014/main" id="{CB7FB5FE-22DF-9FE1-40CA-3DF9C034060B}"/>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68" name="Rechte verbindingslijn 67">
                    <a:extLst>
                      <a:ext uri="{FF2B5EF4-FFF2-40B4-BE49-F238E27FC236}">
                        <a16:creationId xmlns:a16="http://schemas.microsoft.com/office/drawing/2014/main" id="{478A052E-2E80-0B09-7391-A07054E9D63E}"/>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69" name="Rechte verbindingslijn 68">
                    <a:extLst>
                      <a:ext uri="{FF2B5EF4-FFF2-40B4-BE49-F238E27FC236}">
                        <a16:creationId xmlns:a16="http://schemas.microsoft.com/office/drawing/2014/main" id="{0EE57897-7B96-6834-B33C-C46342E0F2D8}"/>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4" name="Pijl: rechts 63">
                  <a:extLst>
                    <a:ext uri="{FF2B5EF4-FFF2-40B4-BE49-F238E27FC236}">
                      <a16:creationId xmlns:a16="http://schemas.microsoft.com/office/drawing/2014/main" id="{1EE7C1A8-F4A3-2DFD-F5D3-1DBBD741C637}"/>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cxnSp>
            <p:nvCxnSpPr>
              <p:cNvPr id="41" name="Rechte verbindingslijn 40">
                <a:extLst>
                  <a:ext uri="{FF2B5EF4-FFF2-40B4-BE49-F238E27FC236}">
                    <a16:creationId xmlns:a16="http://schemas.microsoft.com/office/drawing/2014/main" id="{D5EE5550-53F1-A3FA-624E-D82C7A4806CE}"/>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42" name="Rechte verbindingslijn 41">
                <a:extLst>
                  <a:ext uri="{FF2B5EF4-FFF2-40B4-BE49-F238E27FC236}">
                    <a16:creationId xmlns:a16="http://schemas.microsoft.com/office/drawing/2014/main" id="{976EC336-1566-A061-0BFC-9D665C8B018C}"/>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43" name="Rechthoek 42">
                <a:extLst>
                  <a:ext uri="{FF2B5EF4-FFF2-40B4-BE49-F238E27FC236}">
                    <a16:creationId xmlns:a16="http://schemas.microsoft.com/office/drawing/2014/main" id="{4CCB6AAC-6450-2ED9-21C1-390C5D84C5D7}"/>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Text level down</a:t>
                </a:r>
              </a:p>
            </p:txBody>
          </p:sp>
          <p:sp>
            <p:nvSpPr>
              <p:cNvPr id="44" name="Rechthoek 43">
                <a:extLst>
                  <a:ext uri="{FF2B5EF4-FFF2-40B4-BE49-F238E27FC236}">
                    <a16:creationId xmlns:a16="http://schemas.microsoft.com/office/drawing/2014/main" id="{D09BBA50-E454-731D-445E-61A0E20CAFD1}"/>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Text level up</a:t>
                </a:r>
              </a:p>
            </p:txBody>
          </p:sp>
          <p:grpSp>
            <p:nvGrpSpPr>
              <p:cNvPr id="45" name="Groep 44">
                <a:extLst>
                  <a:ext uri="{FF2B5EF4-FFF2-40B4-BE49-F238E27FC236}">
                    <a16:creationId xmlns:a16="http://schemas.microsoft.com/office/drawing/2014/main" id="{E6299F8D-2530-CD86-49B1-B21076DE7FD1}"/>
                  </a:ext>
                </a:extLst>
              </p:cNvPr>
              <p:cNvGrpSpPr/>
              <p:nvPr userDrawn="1"/>
            </p:nvGrpSpPr>
            <p:grpSpPr>
              <a:xfrm>
                <a:off x="-2916763" y="769168"/>
                <a:ext cx="268738" cy="248381"/>
                <a:chOff x="-2916763" y="769168"/>
                <a:chExt cx="268738" cy="248381"/>
              </a:xfrm>
            </p:grpSpPr>
            <p:sp>
              <p:nvSpPr>
                <p:cNvPr id="55" name="Rechthoek 54">
                  <a:extLst>
                    <a:ext uri="{FF2B5EF4-FFF2-40B4-BE49-F238E27FC236}">
                      <a16:creationId xmlns:a16="http://schemas.microsoft.com/office/drawing/2014/main" id="{B6BA80A6-3080-1B5D-9BA0-2E05C4C2DFC4}"/>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en-GB" sz="1050" b="0" noProof="0" dirty="0">
                    <a:solidFill>
                      <a:srgbClr val="211F26"/>
                    </a:solidFill>
                    <a:latin typeface="Calibri" panose="020F0502020204030204" pitchFamily="34" charset="0"/>
                    <a:cs typeface="Calibri" panose="020F0502020204030204" pitchFamily="34" charset="0"/>
                  </a:endParaRPr>
                </a:p>
              </p:txBody>
            </p:sp>
            <p:grpSp>
              <p:nvGrpSpPr>
                <p:cNvPr id="56" name="Groep 55">
                  <a:extLst>
                    <a:ext uri="{FF2B5EF4-FFF2-40B4-BE49-F238E27FC236}">
                      <a16:creationId xmlns:a16="http://schemas.microsoft.com/office/drawing/2014/main" id="{9554AB33-7133-1169-EDDC-77429B9C16A4}"/>
                    </a:ext>
                  </a:extLst>
                </p:cNvPr>
                <p:cNvGrpSpPr/>
                <p:nvPr userDrawn="1"/>
              </p:nvGrpSpPr>
              <p:grpSpPr>
                <a:xfrm>
                  <a:off x="-2866744" y="827071"/>
                  <a:ext cx="168701" cy="132575"/>
                  <a:chOff x="-2866744" y="827071"/>
                  <a:chExt cx="168701" cy="132575"/>
                </a:xfrm>
              </p:grpSpPr>
              <p:cxnSp>
                <p:nvCxnSpPr>
                  <p:cNvPr id="58" name="Rechte verbindingslijn 57">
                    <a:extLst>
                      <a:ext uri="{FF2B5EF4-FFF2-40B4-BE49-F238E27FC236}">
                        <a16:creationId xmlns:a16="http://schemas.microsoft.com/office/drawing/2014/main" id="{493F65E9-5995-281D-B5E6-D05B120B5DBD}"/>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59" name="Rechte verbindingslijn 58">
                    <a:extLst>
                      <a:ext uri="{FF2B5EF4-FFF2-40B4-BE49-F238E27FC236}">
                        <a16:creationId xmlns:a16="http://schemas.microsoft.com/office/drawing/2014/main" id="{A4968D85-AB9D-DDFB-CDDD-8430ECE46EB4}"/>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60" name="Rechte verbindingslijn 59">
                    <a:extLst>
                      <a:ext uri="{FF2B5EF4-FFF2-40B4-BE49-F238E27FC236}">
                        <a16:creationId xmlns:a16="http://schemas.microsoft.com/office/drawing/2014/main" id="{2D3ADD57-7DCA-42D2-78F4-7D31A2159A9E}"/>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1" name="Rechte verbindingslijn 60">
                    <a:extLst>
                      <a:ext uri="{FF2B5EF4-FFF2-40B4-BE49-F238E27FC236}">
                        <a16:creationId xmlns:a16="http://schemas.microsoft.com/office/drawing/2014/main" id="{DD1210B4-9A58-1F7D-1F68-6FA23AD1B645}"/>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2" name="Rechte verbindingslijn 61">
                    <a:extLst>
                      <a:ext uri="{FF2B5EF4-FFF2-40B4-BE49-F238E27FC236}">
                        <a16:creationId xmlns:a16="http://schemas.microsoft.com/office/drawing/2014/main" id="{BABAC1B0-CED1-B770-5C1F-1E28A9CF594F}"/>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7" name="Pijl: rechts 56">
                  <a:extLst>
                    <a:ext uri="{FF2B5EF4-FFF2-40B4-BE49-F238E27FC236}">
                      <a16:creationId xmlns:a16="http://schemas.microsoft.com/office/drawing/2014/main" id="{0D11D7DA-EA9F-B8F5-4069-C3537032C7BA}"/>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46" name="Groep 45">
                <a:extLst>
                  <a:ext uri="{FF2B5EF4-FFF2-40B4-BE49-F238E27FC236}">
                    <a16:creationId xmlns:a16="http://schemas.microsoft.com/office/drawing/2014/main" id="{339BAD63-756C-7F62-0EBB-D926343AC496}"/>
                  </a:ext>
                </a:extLst>
              </p:cNvPr>
              <p:cNvGrpSpPr/>
              <p:nvPr userDrawn="1"/>
            </p:nvGrpSpPr>
            <p:grpSpPr>
              <a:xfrm>
                <a:off x="-2916763" y="460171"/>
                <a:ext cx="268738" cy="248381"/>
                <a:chOff x="-2916763" y="460171"/>
                <a:chExt cx="268738" cy="248381"/>
              </a:xfrm>
            </p:grpSpPr>
            <p:sp>
              <p:nvSpPr>
                <p:cNvPr id="47" name="Rechthoek 46">
                  <a:extLst>
                    <a:ext uri="{FF2B5EF4-FFF2-40B4-BE49-F238E27FC236}">
                      <a16:creationId xmlns:a16="http://schemas.microsoft.com/office/drawing/2014/main" id="{6390F651-A213-85A1-438F-DA57CB84D7D3}"/>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en-GB" sz="1050" b="0" noProof="0" dirty="0">
                    <a:solidFill>
                      <a:srgbClr val="211F26"/>
                    </a:solidFill>
                    <a:latin typeface="Calibri" panose="020F0502020204030204" pitchFamily="34" charset="0"/>
                    <a:cs typeface="Calibri" panose="020F0502020204030204" pitchFamily="34" charset="0"/>
                  </a:endParaRPr>
                </a:p>
              </p:txBody>
            </p:sp>
            <p:grpSp>
              <p:nvGrpSpPr>
                <p:cNvPr id="48" name="Groep 47">
                  <a:extLst>
                    <a:ext uri="{FF2B5EF4-FFF2-40B4-BE49-F238E27FC236}">
                      <a16:creationId xmlns:a16="http://schemas.microsoft.com/office/drawing/2014/main" id="{94CE63C1-616F-141B-D19C-DED13D6C6588}"/>
                    </a:ext>
                  </a:extLst>
                </p:cNvPr>
                <p:cNvGrpSpPr/>
                <p:nvPr userDrawn="1"/>
              </p:nvGrpSpPr>
              <p:grpSpPr>
                <a:xfrm>
                  <a:off x="-2866744" y="518074"/>
                  <a:ext cx="168701" cy="132575"/>
                  <a:chOff x="-2866744" y="518074"/>
                  <a:chExt cx="168701" cy="132575"/>
                </a:xfrm>
              </p:grpSpPr>
              <p:cxnSp>
                <p:nvCxnSpPr>
                  <p:cNvPr id="50" name="Rechte verbindingslijn 49">
                    <a:extLst>
                      <a:ext uri="{FF2B5EF4-FFF2-40B4-BE49-F238E27FC236}">
                        <a16:creationId xmlns:a16="http://schemas.microsoft.com/office/drawing/2014/main" id="{BF0C2197-CACB-B4E4-A2E4-566797CD7E2F}"/>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1" name="Rechte verbindingslijn 50">
                    <a:extLst>
                      <a:ext uri="{FF2B5EF4-FFF2-40B4-BE49-F238E27FC236}">
                        <a16:creationId xmlns:a16="http://schemas.microsoft.com/office/drawing/2014/main" id="{190BDEE9-CF49-BE46-5188-5D10ACDA5F26}"/>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2" name="Rechte verbindingslijn 51">
                    <a:extLst>
                      <a:ext uri="{FF2B5EF4-FFF2-40B4-BE49-F238E27FC236}">
                        <a16:creationId xmlns:a16="http://schemas.microsoft.com/office/drawing/2014/main" id="{C52FB0A9-A081-6ABD-0104-4D69BC6047C5}"/>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3" name="Rechte verbindingslijn 52">
                    <a:extLst>
                      <a:ext uri="{FF2B5EF4-FFF2-40B4-BE49-F238E27FC236}">
                        <a16:creationId xmlns:a16="http://schemas.microsoft.com/office/drawing/2014/main" id="{90AADF44-5DAD-C621-08AF-BA2CECCC2866}"/>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4" name="Rechte verbindingslijn 53">
                    <a:extLst>
                      <a:ext uri="{FF2B5EF4-FFF2-40B4-BE49-F238E27FC236}">
                        <a16:creationId xmlns:a16="http://schemas.microsoft.com/office/drawing/2014/main" id="{F34EBD70-3E9F-6F1F-5976-97222BD624C2}"/>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49" name="Pijl: rechts 48">
                  <a:extLst>
                    <a:ext uri="{FF2B5EF4-FFF2-40B4-BE49-F238E27FC236}">
                      <a16:creationId xmlns:a16="http://schemas.microsoft.com/office/drawing/2014/main" id="{F2DF7555-0BAD-5E82-C70F-311AF2D096A2}"/>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grpSp>
          <p:nvGrpSpPr>
            <p:cNvPr id="31" name="Groep 30">
              <a:extLst>
                <a:ext uri="{FF2B5EF4-FFF2-40B4-BE49-F238E27FC236}">
                  <a16:creationId xmlns:a16="http://schemas.microsoft.com/office/drawing/2014/main" id="{F5190837-775F-410C-906A-BB5FCA95E368}"/>
                </a:ext>
              </a:extLst>
            </p:cNvPr>
            <p:cNvGrpSpPr/>
            <p:nvPr userDrawn="1"/>
          </p:nvGrpSpPr>
          <p:grpSpPr>
            <a:xfrm>
              <a:off x="-938434" y="4663037"/>
              <a:ext cx="627798" cy="576693"/>
              <a:chOff x="-1753862" y="6112775"/>
              <a:chExt cx="759635" cy="697798"/>
            </a:xfrm>
          </p:grpSpPr>
          <p:grpSp>
            <p:nvGrpSpPr>
              <p:cNvPr id="32" name="Inspireren">
                <a:extLst>
                  <a:ext uri="{FF2B5EF4-FFF2-40B4-BE49-F238E27FC236}">
                    <a16:creationId xmlns:a16="http://schemas.microsoft.com/office/drawing/2014/main" id="{D30132C9-2025-5C44-46AE-221ABEFB5E0F}"/>
                  </a:ext>
                </a:extLst>
              </p:cNvPr>
              <p:cNvGrpSpPr>
                <a:grpSpLocks noChangeAspect="1"/>
              </p:cNvGrpSpPr>
              <p:nvPr userDrawn="1"/>
            </p:nvGrpSpPr>
            <p:grpSpPr bwMode="auto">
              <a:xfrm>
                <a:off x="-1484858" y="6112775"/>
                <a:ext cx="205431" cy="293286"/>
                <a:chOff x="4768" y="2783"/>
                <a:chExt cx="788" cy="1125"/>
              </a:xfrm>
              <a:gradFill>
                <a:gsLst>
                  <a:gs pos="0">
                    <a:srgbClr val="9D9FA1"/>
                  </a:gs>
                  <a:gs pos="70000">
                    <a:srgbClr val="211F26"/>
                  </a:gs>
                </a:gsLst>
                <a:lin ang="2700000" scaled="0"/>
              </a:gradFill>
            </p:grpSpPr>
            <p:sp>
              <p:nvSpPr>
                <p:cNvPr id="34" name="Freeform 12">
                  <a:extLst>
                    <a:ext uri="{FF2B5EF4-FFF2-40B4-BE49-F238E27FC236}">
                      <a16:creationId xmlns:a16="http://schemas.microsoft.com/office/drawing/2014/main" id="{DCDB8C4F-1930-4C7B-600F-9099358475E1}"/>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35" name="Freeform 13">
                  <a:extLst>
                    <a:ext uri="{FF2B5EF4-FFF2-40B4-BE49-F238E27FC236}">
                      <a16:creationId xmlns:a16="http://schemas.microsoft.com/office/drawing/2014/main" id="{0F4655FA-5BCA-5C0C-7839-6BDE067F0D8D}"/>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36" name="Freeform 14">
                  <a:extLst>
                    <a:ext uri="{FF2B5EF4-FFF2-40B4-BE49-F238E27FC236}">
                      <a16:creationId xmlns:a16="http://schemas.microsoft.com/office/drawing/2014/main" id="{4C8E76B0-8063-A13C-8266-95910CE7688C}"/>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33" name="Tekstvak 32">
                <a:extLst>
                  <a:ext uri="{FF2B5EF4-FFF2-40B4-BE49-F238E27FC236}">
                    <a16:creationId xmlns:a16="http://schemas.microsoft.com/office/drawing/2014/main" id="{771AE7A1-D522-5F70-E69D-F82BBBDBD65D}"/>
                  </a:ext>
                </a:extLst>
              </p:cNvPr>
              <p:cNvSpPr txBox="1"/>
              <p:nvPr userDrawn="1"/>
            </p:nvSpPr>
            <p:spPr>
              <a:xfrm>
                <a:off x="-1753862" y="6420664"/>
                <a:ext cx="759635" cy="38990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grpSp>
      <p:sp>
        <p:nvSpPr>
          <p:cNvPr id="80" name="Rectangle 79">
            <a:extLst>
              <a:ext uri="{FF2B5EF4-FFF2-40B4-BE49-F238E27FC236}">
                <a16:creationId xmlns:a16="http://schemas.microsoft.com/office/drawing/2014/main" id="{8E018C4D-16E5-1179-8DA4-A2CC622A41AD}"/>
              </a:ext>
            </a:extLst>
          </p:cNvPr>
          <p:cNvSpPr/>
          <p:nvPr userDrawn="1"/>
        </p:nvSpPr>
        <p:spPr>
          <a:xfrm>
            <a:off x="718666" y="-1"/>
            <a:ext cx="10751096" cy="3736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r>
              <a:rPr lang="en-US" sz="1600" dirty="0"/>
              <a:t>Objective | Background | Methods | Results | Conclusions</a:t>
            </a:r>
            <a:endParaRPr lang="LID4096" sz="1600" dirty="0" err="1"/>
          </a:p>
        </p:txBody>
      </p:sp>
    </p:spTree>
    <p:extLst>
      <p:ext uri="{BB962C8B-B14F-4D97-AF65-F5344CB8AC3E}">
        <p14:creationId xmlns:p14="http://schemas.microsoft.com/office/powerpoint/2010/main" val="3727838758"/>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results 1">
    <p:spTree>
      <p:nvGrpSpPr>
        <p:cNvPr id="1" name=""/>
        <p:cNvGrpSpPr/>
        <p:nvPr/>
      </p:nvGrpSpPr>
      <p:grpSpPr>
        <a:xfrm>
          <a:off x="0" y="0"/>
          <a:ext cx="0" cy="0"/>
          <a:chOff x="0" y="0"/>
          <a:chExt cx="0" cy="0"/>
        </a:xfrm>
      </p:grpSpPr>
      <p:sp>
        <p:nvSpPr>
          <p:cNvPr id="21" name="Rechthoek 20">
            <a:extLst>
              <a:ext uri="{FF2B5EF4-FFF2-40B4-BE49-F238E27FC236}">
                <a16:creationId xmlns:a16="http://schemas.microsoft.com/office/drawing/2014/main" id="{8778B65F-BF88-4C17-8B7E-1110F69AEE26}"/>
              </a:ext>
            </a:extLst>
          </p:cNvPr>
          <p:cNvSpPr/>
          <p:nvPr userDrawn="1"/>
        </p:nvSpPr>
        <p:spPr>
          <a:xfrm>
            <a:off x="0" y="-441330"/>
            <a:ext cx="1025922"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en-GB" sz="1800" b="1" cap="none" baseline="0" noProof="0" dirty="0">
                <a:solidFill>
                  <a:schemeClr val="accent1"/>
                </a:solidFill>
                <a:latin typeface="+mj-lt"/>
              </a:rPr>
              <a:t>Results 1</a:t>
            </a:r>
          </a:p>
        </p:txBody>
      </p:sp>
      <p:sp>
        <p:nvSpPr>
          <p:cNvPr id="2" name="Tijdelijke aanduiding voor datum 1">
            <a:extLst>
              <a:ext uri="{FF2B5EF4-FFF2-40B4-BE49-F238E27FC236}">
                <a16:creationId xmlns:a16="http://schemas.microsoft.com/office/drawing/2014/main" id="{807AA2A9-52F4-4F7D-8523-63C6A6561FDB}"/>
              </a:ext>
            </a:extLst>
          </p:cNvPr>
          <p:cNvSpPr>
            <a:spLocks noGrp="1"/>
          </p:cNvSpPr>
          <p:nvPr>
            <p:ph type="dt" sz="half" idx="18"/>
          </p:nvPr>
        </p:nvSpPr>
        <p:spPr>
          <a:xfrm>
            <a:off x="10215497" y="6405669"/>
            <a:ext cx="697307" cy="184666"/>
          </a:xfrm>
        </p:spPr>
        <p:txBody>
          <a:bodyPr/>
          <a:lstStyle>
            <a:lvl1pPr>
              <a:defRPr/>
            </a:lvl1pPr>
          </a:lstStyle>
          <a:p>
            <a:r>
              <a:rPr lang="LID4096"/>
              <a:t>08/30/2024</a:t>
            </a:r>
            <a:endParaRPr lang="en-GB" dirty="0"/>
          </a:p>
        </p:txBody>
      </p:sp>
      <p:sp>
        <p:nvSpPr>
          <p:cNvPr id="4" name="Tijdelijke aanduiding voor dianummer 3">
            <a:extLst>
              <a:ext uri="{FF2B5EF4-FFF2-40B4-BE49-F238E27FC236}">
                <a16:creationId xmlns:a16="http://schemas.microsoft.com/office/drawing/2014/main" id="{7B990ADF-91B8-4E79-82C1-A3A57F190DC3}"/>
              </a:ext>
            </a:extLst>
          </p:cNvPr>
          <p:cNvSpPr>
            <a:spLocks noGrp="1"/>
          </p:cNvSpPr>
          <p:nvPr>
            <p:ph type="sldNum" sz="quarter" idx="20"/>
          </p:nvPr>
        </p:nvSpPr>
        <p:spPr/>
        <p:txBody>
          <a:bodyPr/>
          <a:lstStyle/>
          <a:p>
            <a:fld id="{9E843DB9-9987-4157-AB9C-CEA8D7D910BB}" type="slidenum">
              <a:rPr lang="en-GB" smtClean="0"/>
              <a:pPr/>
              <a:t>‹#›</a:t>
            </a:fld>
            <a:endParaRPr lang="en-GB" dirty="0"/>
          </a:p>
        </p:txBody>
      </p:sp>
      <p:sp>
        <p:nvSpPr>
          <p:cNvPr id="5" name="Titel 4">
            <a:extLst>
              <a:ext uri="{FF2B5EF4-FFF2-40B4-BE49-F238E27FC236}">
                <a16:creationId xmlns:a16="http://schemas.microsoft.com/office/drawing/2014/main" id="{9B105F46-F99B-7E73-16E0-CD2C01EDC8CA}"/>
              </a:ext>
            </a:extLst>
          </p:cNvPr>
          <p:cNvSpPr>
            <a:spLocks noGrp="1"/>
          </p:cNvSpPr>
          <p:nvPr>
            <p:ph type="title" hasCustomPrompt="1"/>
          </p:nvPr>
        </p:nvSpPr>
        <p:spPr/>
        <p:txBody>
          <a:bodyPr/>
          <a:lstStyle/>
          <a:p>
            <a:r>
              <a:rPr lang="en-GB" noProof="0" dirty="0"/>
              <a:t>Title goes here</a:t>
            </a:r>
            <a:endParaRPr lang="en-GB" dirty="0"/>
          </a:p>
        </p:txBody>
      </p:sp>
      <p:grpSp>
        <p:nvGrpSpPr>
          <p:cNvPr id="3" name="INSTRUCTION">
            <a:extLst>
              <a:ext uri="{FF2B5EF4-FFF2-40B4-BE49-F238E27FC236}">
                <a16:creationId xmlns:a16="http://schemas.microsoft.com/office/drawing/2014/main" id="{C37508DF-E7AE-13D6-A5D2-641AAF042AAA}"/>
              </a:ext>
            </a:extLst>
          </p:cNvPr>
          <p:cNvGrpSpPr/>
          <p:nvPr userDrawn="1"/>
        </p:nvGrpSpPr>
        <p:grpSpPr>
          <a:xfrm>
            <a:off x="-3786437" y="0"/>
            <a:ext cx="3693386" cy="5359349"/>
            <a:chOff x="-3786437" y="0"/>
            <a:chExt cx="3693386" cy="5359349"/>
          </a:xfrm>
        </p:grpSpPr>
        <p:sp>
          <p:nvSpPr>
            <p:cNvPr id="6" name="Rechthoek 5">
              <a:extLst>
                <a:ext uri="{FF2B5EF4-FFF2-40B4-BE49-F238E27FC236}">
                  <a16:creationId xmlns:a16="http://schemas.microsoft.com/office/drawing/2014/main" id="{5B292675-B31B-1A55-BD2C-CDC7BD1CA441}"/>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Choosing text levels</a:t>
              </a:r>
            </a:p>
          </p:txBody>
        </p:sp>
        <p:sp>
          <p:nvSpPr>
            <p:cNvPr id="8" name="Ovaal 7">
              <a:extLst>
                <a:ext uri="{FF2B5EF4-FFF2-40B4-BE49-F238E27FC236}">
                  <a16:creationId xmlns:a16="http://schemas.microsoft.com/office/drawing/2014/main" id="{A35309F0-A4E8-85D2-9E3E-CD49CB4ACB66}"/>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9" name="Rechthoek 8">
              <a:extLst>
                <a:ext uri="{FF2B5EF4-FFF2-40B4-BE49-F238E27FC236}">
                  <a16:creationId xmlns:a16="http://schemas.microsoft.com/office/drawing/2014/main" id="{274035FC-FAE5-FEDD-FC98-2DC0B4C24BCC}"/>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357188" marR="0" lvl="0" indent="-357188"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en-GB" sz="1400" b="0" i="0" u="none" strike="noStrike" kern="0" cap="none" spc="0" normalizeH="0" baseline="0" noProof="0" dirty="0">
                  <a:ln>
                    <a:noFill/>
                  </a:ln>
                  <a:solidFill>
                    <a:srgbClr val="000000"/>
                  </a:solidFill>
                  <a:effectLst/>
                  <a:uLnTx/>
                  <a:uFillTx/>
                  <a:latin typeface="+mj-lt"/>
                  <a:cs typeface="Calibri" panose="020F0502020204030204" pitchFamily="34" charset="0"/>
                </a:rPr>
                <a:t>Bullet</a:t>
              </a:r>
            </a:p>
          </p:txBody>
        </p:sp>
        <p:sp>
          <p:nvSpPr>
            <p:cNvPr id="10" name="Ovaal 9">
              <a:extLst>
                <a:ext uri="{FF2B5EF4-FFF2-40B4-BE49-F238E27FC236}">
                  <a16:creationId xmlns:a16="http://schemas.microsoft.com/office/drawing/2014/main" id="{37703DCC-3613-510F-E6EF-B5E9E9799A45}"/>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1" name="Rechthoek 10">
              <a:extLst>
                <a:ext uri="{FF2B5EF4-FFF2-40B4-BE49-F238E27FC236}">
                  <a16:creationId xmlns:a16="http://schemas.microsoft.com/office/drawing/2014/main" id="{857BEEE0-E6E0-FB2B-D415-EFFBE579EBC6}"/>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Under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‘Home’</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use the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list level-buttons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to choose a text level. </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Choose from:</a:t>
              </a:r>
            </a:p>
          </p:txBody>
        </p:sp>
        <p:sp>
          <p:nvSpPr>
            <p:cNvPr id="12" name="Rechthoek 11">
              <a:extLst>
                <a:ext uri="{FF2B5EF4-FFF2-40B4-BE49-F238E27FC236}">
                  <a16:creationId xmlns:a16="http://schemas.microsoft.com/office/drawing/2014/main" id="{4A8D04C8-99F4-D837-93EF-0CEF277D20BF}"/>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715963" marR="0" lvl="0" indent="-358775"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en-GB" sz="1400" b="0" i="0" u="none" strike="noStrike" kern="0" cap="none" spc="0" normalizeH="0" baseline="0" noProof="0" dirty="0">
                  <a:ln>
                    <a:noFill/>
                  </a:ln>
                  <a:solidFill>
                    <a:srgbClr val="000000"/>
                  </a:solidFill>
                  <a:effectLst/>
                  <a:uLnTx/>
                  <a:uFillTx/>
                  <a:latin typeface="+mj-lt"/>
                  <a:cs typeface="Calibri" panose="020F0502020204030204" pitchFamily="34" charset="0"/>
                </a:rPr>
                <a:t>Sub-bullet </a:t>
              </a:r>
            </a:p>
          </p:txBody>
        </p:sp>
        <p:sp>
          <p:nvSpPr>
            <p:cNvPr id="13" name="Ovaal 12">
              <a:extLst>
                <a:ext uri="{FF2B5EF4-FFF2-40B4-BE49-F238E27FC236}">
                  <a16:creationId xmlns:a16="http://schemas.microsoft.com/office/drawing/2014/main" id="{885181B5-3158-376F-D926-AFA9513F2A9E}"/>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14" name="Rechthoek 13">
              <a:extLst>
                <a:ext uri="{FF2B5EF4-FFF2-40B4-BE49-F238E27FC236}">
                  <a16:creationId xmlns:a16="http://schemas.microsoft.com/office/drawing/2014/main" id="{B32DDA1C-171F-8981-2B90-6FD5AE5AE94F}"/>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1400" b="0" i="0" u="none" strike="noStrike" kern="0" cap="none" spc="0" normalizeH="0" baseline="0" noProof="0" dirty="0">
                  <a:ln>
                    <a:noFill/>
                  </a:ln>
                  <a:solidFill>
                    <a:srgbClr val="000000"/>
                  </a:solidFill>
                  <a:effectLst/>
                  <a:uLnTx/>
                  <a:uFillTx/>
                  <a:latin typeface="+mj-lt"/>
                  <a:cs typeface="Calibri" panose="020F0502020204030204" pitchFamily="34" charset="0"/>
                </a:rPr>
                <a:t>Default text</a:t>
              </a:r>
            </a:p>
          </p:txBody>
        </p:sp>
        <p:sp>
          <p:nvSpPr>
            <p:cNvPr id="15" name="Ovaal 14">
              <a:extLst>
                <a:ext uri="{FF2B5EF4-FFF2-40B4-BE49-F238E27FC236}">
                  <a16:creationId xmlns:a16="http://schemas.microsoft.com/office/drawing/2014/main" id="{3A02263B-52A4-C14C-D38F-4716D86E6247}"/>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16" name="Rechthoek 15">
              <a:extLst>
                <a:ext uri="{FF2B5EF4-FFF2-40B4-BE49-F238E27FC236}">
                  <a16:creationId xmlns:a16="http://schemas.microsoft.com/office/drawing/2014/main" id="{A6C7CC7F-B1A2-466F-BC08-67D17171E5CA}"/>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2400" b="1" i="0" u="none" strike="noStrike" kern="0" cap="none" spc="0" normalizeH="0" baseline="0" noProof="0" dirty="0">
                  <a:ln>
                    <a:noFill/>
                  </a:ln>
                  <a:solidFill>
                    <a:schemeClr val="tx1"/>
                  </a:solidFill>
                  <a:effectLst/>
                  <a:uLnTx/>
                  <a:uFillTx/>
                  <a:latin typeface="+mj-lt"/>
                  <a:cs typeface="Calibri" panose="020F0502020204030204" pitchFamily="34" charset="0"/>
                </a:rPr>
                <a:t>Title/Quote</a:t>
              </a:r>
            </a:p>
          </p:txBody>
        </p:sp>
        <p:sp>
          <p:nvSpPr>
            <p:cNvPr id="17" name="Ovaal 16">
              <a:extLst>
                <a:ext uri="{FF2B5EF4-FFF2-40B4-BE49-F238E27FC236}">
                  <a16:creationId xmlns:a16="http://schemas.microsoft.com/office/drawing/2014/main" id="{6A00CAE5-EA4E-3025-8837-EA7504B1D9F6}"/>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5</a:t>
              </a:r>
            </a:p>
          </p:txBody>
        </p:sp>
        <p:sp>
          <p:nvSpPr>
            <p:cNvPr id="18" name="Rechthoek 17">
              <a:extLst>
                <a:ext uri="{FF2B5EF4-FFF2-40B4-BE49-F238E27FC236}">
                  <a16:creationId xmlns:a16="http://schemas.microsoft.com/office/drawing/2014/main" id="{F41C09A2-C386-E45E-EA25-81D4F1651481}"/>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1800" b="0" i="0" u="none" strike="noStrike" kern="0" cap="none" spc="0" normalizeH="0" baseline="0" noProof="0" dirty="0">
                  <a:ln>
                    <a:noFill/>
                  </a:ln>
                  <a:solidFill>
                    <a:schemeClr val="accent1"/>
                  </a:solidFill>
                  <a:effectLst/>
                  <a:uLnTx/>
                  <a:uFillTx/>
                  <a:latin typeface="+mj-lt"/>
                  <a:cs typeface="Calibri" panose="020F0502020204030204" pitchFamily="34" charset="0"/>
                </a:rPr>
                <a:t>Subtitle</a:t>
              </a:r>
            </a:p>
          </p:txBody>
        </p:sp>
        <p:sp>
          <p:nvSpPr>
            <p:cNvPr id="19" name="Ovaal 18">
              <a:extLst>
                <a:ext uri="{FF2B5EF4-FFF2-40B4-BE49-F238E27FC236}">
                  <a16:creationId xmlns:a16="http://schemas.microsoft.com/office/drawing/2014/main" id="{9B5207EA-F3B0-451A-9F45-19370FF77EB5}"/>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6</a:t>
              </a:r>
            </a:p>
          </p:txBody>
        </p:sp>
        <p:sp>
          <p:nvSpPr>
            <p:cNvPr id="20" name="Rechthoek 19">
              <a:extLst>
                <a:ext uri="{FF2B5EF4-FFF2-40B4-BE49-F238E27FC236}">
                  <a16:creationId xmlns:a16="http://schemas.microsoft.com/office/drawing/2014/main" id="{205AA4BC-7FD8-C844-72C1-057F452AA55F}"/>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357188" marR="0" lvl="0" indent="-357188" defTabSz="914400" eaLnBrk="1" fontAlgn="auto" latinLnBrk="0" hangingPunct="1">
                <a:lnSpc>
                  <a:spcPct val="100000"/>
                </a:lnSpc>
                <a:spcBef>
                  <a:spcPts val="600"/>
                </a:spcBef>
                <a:spcAft>
                  <a:spcPts val="600"/>
                </a:spcAft>
                <a:buClr>
                  <a:schemeClr val="accent1"/>
                </a:buClr>
                <a:buSzTx/>
                <a:buFont typeface="+mj-lt"/>
                <a:buAutoNum type="arabicPeriod"/>
                <a:tabLst/>
                <a:defRPr/>
              </a:pPr>
              <a:r>
                <a:rPr kumimoji="0" lang="en-GB" sz="1400" b="0" i="0" u="none" strike="noStrike" kern="0" cap="none" spc="0" normalizeH="0" baseline="0" noProof="0" dirty="0">
                  <a:ln>
                    <a:noFill/>
                  </a:ln>
                  <a:solidFill>
                    <a:schemeClr val="tx1"/>
                  </a:solidFill>
                  <a:effectLst/>
                  <a:uLnTx/>
                  <a:uFillTx/>
                  <a:latin typeface="+mj-lt"/>
                  <a:cs typeface="Calibri" panose="020F0502020204030204" pitchFamily="34" charset="0"/>
                </a:rPr>
                <a:t>Numerical bullet</a:t>
              </a:r>
            </a:p>
          </p:txBody>
        </p:sp>
        <p:sp>
          <p:nvSpPr>
            <p:cNvPr id="22" name="Ovaal 21">
              <a:extLst>
                <a:ext uri="{FF2B5EF4-FFF2-40B4-BE49-F238E27FC236}">
                  <a16:creationId xmlns:a16="http://schemas.microsoft.com/office/drawing/2014/main" id="{AFC95C2C-6412-7491-A24B-BE1590B0990F}"/>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7</a:t>
              </a:r>
            </a:p>
          </p:txBody>
        </p:sp>
        <p:sp>
          <p:nvSpPr>
            <p:cNvPr id="23" name="Rechthoek 22">
              <a:extLst>
                <a:ext uri="{FF2B5EF4-FFF2-40B4-BE49-F238E27FC236}">
                  <a16:creationId xmlns:a16="http://schemas.microsoft.com/office/drawing/2014/main" id="{032E4A44-CF49-C369-C31E-82F68244C422}"/>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342900" marR="0" lvl="0" indent="-342900" defTabSz="914400" eaLnBrk="1" fontAlgn="auto" latinLnBrk="0" hangingPunct="1">
                <a:lnSpc>
                  <a:spcPct val="100000"/>
                </a:lnSpc>
                <a:spcBef>
                  <a:spcPts val="600"/>
                </a:spcBef>
                <a:spcAft>
                  <a:spcPts val="600"/>
                </a:spcAft>
                <a:buClr>
                  <a:schemeClr val="accent1"/>
                </a:buClr>
                <a:buSzTx/>
                <a:buFont typeface="+mj-lt"/>
                <a:buAutoNum type="alphaLcPeriod"/>
                <a:tabLst/>
                <a:defRPr/>
              </a:pPr>
              <a:r>
                <a:rPr kumimoji="0" lang="en-GB" sz="1400" b="0" i="0" u="none" strike="noStrike" kern="0" cap="none" spc="0" normalizeH="0" baseline="0" noProof="0" dirty="0">
                  <a:ln>
                    <a:noFill/>
                  </a:ln>
                  <a:solidFill>
                    <a:schemeClr val="tx1"/>
                  </a:solidFill>
                  <a:effectLst/>
                  <a:uLnTx/>
                  <a:uFillTx/>
                  <a:latin typeface="+mj-lt"/>
                  <a:cs typeface="Calibri" panose="020F0502020204030204" pitchFamily="34" charset="0"/>
                </a:rPr>
                <a:t>Alphabetical bullet</a:t>
              </a:r>
            </a:p>
          </p:txBody>
        </p:sp>
        <p:sp>
          <p:nvSpPr>
            <p:cNvPr id="24" name="Ovaal 23">
              <a:extLst>
                <a:ext uri="{FF2B5EF4-FFF2-40B4-BE49-F238E27FC236}">
                  <a16:creationId xmlns:a16="http://schemas.microsoft.com/office/drawing/2014/main" id="{B88B0BBC-401D-B4B9-EAB9-5F732A603B2F}"/>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8</a:t>
              </a:r>
            </a:p>
          </p:txBody>
        </p:sp>
        <p:sp>
          <p:nvSpPr>
            <p:cNvPr id="25" name="Rechthoek 24">
              <a:extLst>
                <a:ext uri="{FF2B5EF4-FFF2-40B4-BE49-F238E27FC236}">
                  <a16:creationId xmlns:a16="http://schemas.microsoft.com/office/drawing/2014/main" id="{10923C3B-92D8-3D47-9A1C-12BD19290B48}"/>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tx1"/>
                </a:buClr>
                <a:buSzTx/>
                <a:buFont typeface="Calibri" panose="020F0502020204030204" pitchFamily="34" charset="0"/>
                <a:buNone/>
                <a:tabLst/>
                <a:defRPr/>
              </a:pPr>
              <a:r>
                <a:rPr kumimoji="0" lang="en-GB" sz="1200" b="0" i="1" u="none" strike="noStrike" kern="0" cap="none" spc="0" normalizeH="0" baseline="0" noProof="0" dirty="0">
                  <a:ln>
                    <a:noFill/>
                  </a:ln>
                  <a:solidFill>
                    <a:srgbClr val="000000"/>
                  </a:solidFill>
                  <a:effectLst/>
                  <a:uLnTx/>
                  <a:uFillTx/>
                  <a:latin typeface="+mj-lt"/>
                  <a:cs typeface="Calibri" panose="020F0502020204030204" pitchFamily="34" charset="0"/>
                </a:rPr>
                <a:t>Source</a:t>
              </a:r>
            </a:p>
          </p:txBody>
        </p:sp>
        <p:sp>
          <p:nvSpPr>
            <p:cNvPr id="26" name="Ovaal 25">
              <a:extLst>
                <a:ext uri="{FF2B5EF4-FFF2-40B4-BE49-F238E27FC236}">
                  <a16:creationId xmlns:a16="http://schemas.microsoft.com/office/drawing/2014/main" id="{00353552-7BED-DF4A-354B-1CF349A225AF}"/>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9</a:t>
              </a:r>
            </a:p>
          </p:txBody>
        </p:sp>
        <p:sp>
          <p:nvSpPr>
            <p:cNvPr id="27" name="Rechthoek 26">
              <a:extLst>
                <a:ext uri="{FF2B5EF4-FFF2-40B4-BE49-F238E27FC236}">
                  <a16:creationId xmlns:a16="http://schemas.microsoft.com/office/drawing/2014/main" id="{A0A50B02-FA01-EBB9-5857-57CCBD40A9DB}"/>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1400" b="0" i="0" u="none" strike="noStrike" kern="0" cap="none" spc="0" normalizeH="0" baseline="0" noProof="0" dirty="0">
                  <a:ln>
                    <a:noFill/>
                  </a:ln>
                  <a:solidFill>
                    <a:srgbClr val="000000"/>
                  </a:solidFill>
                  <a:effectLst/>
                  <a:uLnTx/>
                  <a:uFillTx/>
                  <a:latin typeface="+mj-lt"/>
                  <a:cs typeface="Calibri" panose="020F0502020204030204" pitchFamily="34" charset="0"/>
                </a:rPr>
                <a:t>Default text</a:t>
              </a:r>
            </a:p>
          </p:txBody>
        </p:sp>
        <p:sp>
          <p:nvSpPr>
            <p:cNvPr id="28" name="Rechthoek 27">
              <a:extLst>
                <a:ext uri="{FF2B5EF4-FFF2-40B4-BE49-F238E27FC236}">
                  <a16:creationId xmlns:a16="http://schemas.microsoft.com/office/drawing/2014/main" id="{4D2AF1E5-FFF3-DAA5-C984-86F4BCBE2FB2}"/>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grpSp>
          <p:nvGrpSpPr>
            <p:cNvPr id="29" name="ICOON_info">
              <a:extLst>
                <a:ext uri="{FF2B5EF4-FFF2-40B4-BE49-F238E27FC236}">
                  <a16:creationId xmlns:a16="http://schemas.microsoft.com/office/drawing/2014/main" id="{2748128B-F3DF-8964-29ED-3D14A1FB1EF0}"/>
                </a:ext>
              </a:extLst>
            </p:cNvPr>
            <p:cNvGrpSpPr/>
            <p:nvPr userDrawn="1"/>
          </p:nvGrpSpPr>
          <p:grpSpPr>
            <a:xfrm>
              <a:off x="-376736" y="4400186"/>
              <a:ext cx="283685" cy="283685"/>
              <a:chOff x="-510741" y="5913713"/>
              <a:chExt cx="267555" cy="267555"/>
            </a:xfrm>
          </p:grpSpPr>
          <p:sp>
            <p:nvSpPr>
              <p:cNvPr id="77" name="Ovaal 76">
                <a:extLst>
                  <a:ext uri="{FF2B5EF4-FFF2-40B4-BE49-F238E27FC236}">
                    <a16:creationId xmlns:a16="http://schemas.microsoft.com/office/drawing/2014/main" id="{DDA583D6-D08D-95C4-A005-D82C60FD32FC}"/>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78" name="Graphic 163" descr="Informatie">
                <a:extLst>
                  <a:ext uri="{FF2B5EF4-FFF2-40B4-BE49-F238E27FC236}">
                    <a16:creationId xmlns:a16="http://schemas.microsoft.com/office/drawing/2014/main" id="{C4BE452F-9BDF-A18D-0A7D-AE18F26993F0}"/>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30" name="VOORBEELD">
              <a:extLst>
                <a:ext uri="{FF2B5EF4-FFF2-40B4-BE49-F238E27FC236}">
                  <a16:creationId xmlns:a16="http://schemas.microsoft.com/office/drawing/2014/main" id="{BCBE1EE9-F025-40A3-DAA5-C00A8F948100}"/>
                </a:ext>
              </a:extLst>
            </p:cNvPr>
            <p:cNvGrpSpPr/>
            <p:nvPr userDrawn="1"/>
          </p:nvGrpSpPr>
          <p:grpSpPr>
            <a:xfrm>
              <a:off x="-3605171" y="458674"/>
              <a:ext cx="3234311" cy="558875"/>
              <a:chOff x="-3605171" y="458674"/>
              <a:chExt cx="3234311" cy="558875"/>
            </a:xfrm>
          </p:grpSpPr>
          <p:sp>
            <p:nvSpPr>
              <p:cNvPr id="37" name="Rechthoek 36">
                <a:extLst>
                  <a:ext uri="{FF2B5EF4-FFF2-40B4-BE49-F238E27FC236}">
                    <a16:creationId xmlns:a16="http://schemas.microsoft.com/office/drawing/2014/main" id="{6D4FCD4E-E6C2-559E-740C-BD3369614F9E}"/>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en-GB" sz="900" b="1" noProof="0" dirty="0">
                    <a:solidFill>
                      <a:srgbClr val="211F26"/>
                    </a:solidFill>
                    <a:latin typeface="Calibri" panose="020F0502020204030204" pitchFamily="34" charset="0"/>
                    <a:cs typeface="Calibri" panose="020F0502020204030204" pitchFamily="34" charset="0"/>
                  </a:rPr>
                  <a:t>Home</a:t>
                </a:r>
              </a:p>
            </p:txBody>
          </p:sp>
          <p:sp>
            <p:nvSpPr>
              <p:cNvPr id="38" name="Rechthoek 37">
                <a:extLst>
                  <a:ext uri="{FF2B5EF4-FFF2-40B4-BE49-F238E27FC236}">
                    <a16:creationId xmlns:a16="http://schemas.microsoft.com/office/drawing/2014/main" id="{F538757F-568E-4976-EF92-B878B06C8347}"/>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nvGrpSpPr>
              <p:cNvPr id="39" name="Groep 38">
                <a:extLst>
                  <a:ext uri="{FF2B5EF4-FFF2-40B4-BE49-F238E27FC236}">
                    <a16:creationId xmlns:a16="http://schemas.microsoft.com/office/drawing/2014/main" id="{8174DEE9-1EA6-20ED-3D9D-BB2603482DE8}"/>
                  </a:ext>
                </a:extLst>
              </p:cNvPr>
              <p:cNvGrpSpPr/>
              <p:nvPr userDrawn="1"/>
            </p:nvGrpSpPr>
            <p:grpSpPr>
              <a:xfrm>
                <a:off x="-3386247" y="830871"/>
                <a:ext cx="139423" cy="109566"/>
                <a:chOff x="-2866744" y="827071"/>
                <a:chExt cx="168701" cy="132575"/>
              </a:xfrm>
            </p:grpSpPr>
            <p:grpSp>
              <p:nvGrpSpPr>
                <p:cNvPr id="70" name="Groep 69">
                  <a:extLst>
                    <a:ext uri="{FF2B5EF4-FFF2-40B4-BE49-F238E27FC236}">
                      <a16:creationId xmlns:a16="http://schemas.microsoft.com/office/drawing/2014/main" id="{0D1A3735-2B7A-FFC7-051F-149C12647F5A}"/>
                    </a:ext>
                  </a:extLst>
                </p:cNvPr>
                <p:cNvGrpSpPr/>
                <p:nvPr userDrawn="1"/>
              </p:nvGrpSpPr>
              <p:grpSpPr>
                <a:xfrm>
                  <a:off x="-2866744" y="827071"/>
                  <a:ext cx="168701" cy="132575"/>
                  <a:chOff x="-2866744" y="827071"/>
                  <a:chExt cx="168701" cy="132575"/>
                </a:xfrm>
              </p:grpSpPr>
              <p:cxnSp>
                <p:nvCxnSpPr>
                  <p:cNvPr id="72" name="Rechte verbindingslijn 71">
                    <a:extLst>
                      <a:ext uri="{FF2B5EF4-FFF2-40B4-BE49-F238E27FC236}">
                        <a16:creationId xmlns:a16="http://schemas.microsoft.com/office/drawing/2014/main" id="{64E3276F-49E2-0662-ECF1-9C8A1C0E0CBA}"/>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3" name="Rechte verbindingslijn 72">
                    <a:extLst>
                      <a:ext uri="{FF2B5EF4-FFF2-40B4-BE49-F238E27FC236}">
                        <a16:creationId xmlns:a16="http://schemas.microsoft.com/office/drawing/2014/main" id="{F64D2204-8B03-7D97-0C60-288B8466B4C7}"/>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4" name="Rechte verbindingslijn 73">
                    <a:extLst>
                      <a:ext uri="{FF2B5EF4-FFF2-40B4-BE49-F238E27FC236}">
                        <a16:creationId xmlns:a16="http://schemas.microsoft.com/office/drawing/2014/main" id="{C2604207-5D6B-EF04-2B7A-80E2010DBE8B}"/>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5" name="Rechte verbindingslijn 74">
                    <a:extLst>
                      <a:ext uri="{FF2B5EF4-FFF2-40B4-BE49-F238E27FC236}">
                        <a16:creationId xmlns:a16="http://schemas.microsoft.com/office/drawing/2014/main" id="{B408F0C2-D0E5-B3F9-CDCB-95445399A272}"/>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6" name="Rechte verbindingslijn 75">
                    <a:extLst>
                      <a:ext uri="{FF2B5EF4-FFF2-40B4-BE49-F238E27FC236}">
                        <a16:creationId xmlns:a16="http://schemas.microsoft.com/office/drawing/2014/main" id="{724B0BCE-2A38-E76C-9EA2-2C55A56D3491}"/>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1" name="Pijl: rechts 70">
                  <a:extLst>
                    <a:ext uri="{FF2B5EF4-FFF2-40B4-BE49-F238E27FC236}">
                      <a16:creationId xmlns:a16="http://schemas.microsoft.com/office/drawing/2014/main" id="{C33085CB-98EA-39F4-85B3-7753B789EE4B}"/>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40" name="Groep 39">
                <a:extLst>
                  <a:ext uri="{FF2B5EF4-FFF2-40B4-BE49-F238E27FC236}">
                    <a16:creationId xmlns:a16="http://schemas.microsoft.com/office/drawing/2014/main" id="{211BFD96-7DB8-EEE6-7010-BCB6BA4C543F}"/>
                  </a:ext>
                </a:extLst>
              </p:cNvPr>
              <p:cNvGrpSpPr/>
              <p:nvPr userDrawn="1"/>
            </p:nvGrpSpPr>
            <p:grpSpPr>
              <a:xfrm>
                <a:off x="-3605171" y="830871"/>
                <a:ext cx="139423" cy="109566"/>
                <a:chOff x="-2866744" y="518074"/>
                <a:chExt cx="168701" cy="132575"/>
              </a:xfrm>
            </p:grpSpPr>
            <p:grpSp>
              <p:nvGrpSpPr>
                <p:cNvPr id="63" name="Groep 62">
                  <a:extLst>
                    <a:ext uri="{FF2B5EF4-FFF2-40B4-BE49-F238E27FC236}">
                      <a16:creationId xmlns:a16="http://schemas.microsoft.com/office/drawing/2014/main" id="{259AB1ED-C075-609B-CE74-4A2A4D0B2906}"/>
                    </a:ext>
                  </a:extLst>
                </p:cNvPr>
                <p:cNvGrpSpPr/>
                <p:nvPr userDrawn="1"/>
              </p:nvGrpSpPr>
              <p:grpSpPr>
                <a:xfrm>
                  <a:off x="-2866744" y="518074"/>
                  <a:ext cx="168701" cy="132575"/>
                  <a:chOff x="-2866744" y="518074"/>
                  <a:chExt cx="168701" cy="132575"/>
                </a:xfrm>
              </p:grpSpPr>
              <p:cxnSp>
                <p:nvCxnSpPr>
                  <p:cNvPr id="65" name="Rechte verbindingslijn 64">
                    <a:extLst>
                      <a:ext uri="{FF2B5EF4-FFF2-40B4-BE49-F238E27FC236}">
                        <a16:creationId xmlns:a16="http://schemas.microsoft.com/office/drawing/2014/main" id="{CD8A9BA2-5A9F-EAE1-5568-4D6D601A866A}"/>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6" name="Rechte verbindingslijn 65">
                    <a:extLst>
                      <a:ext uri="{FF2B5EF4-FFF2-40B4-BE49-F238E27FC236}">
                        <a16:creationId xmlns:a16="http://schemas.microsoft.com/office/drawing/2014/main" id="{C2D8F76A-79D8-E421-3CA4-A053AE88A424}"/>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7" name="Rechte verbindingslijn 66">
                    <a:extLst>
                      <a:ext uri="{FF2B5EF4-FFF2-40B4-BE49-F238E27FC236}">
                        <a16:creationId xmlns:a16="http://schemas.microsoft.com/office/drawing/2014/main" id="{CB7FB5FE-22DF-9FE1-40CA-3DF9C034060B}"/>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68" name="Rechte verbindingslijn 67">
                    <a:extLst>
                      <a:ext uri="{FF2B5EF4-FFF2-40B4-BE49-F238E27FC236}">
                        <a16:creationId xmlns:a16="http://schemas.microsoft.com/office/drawing/2014/main" id="{478A052E-2E80-0B09-7391-A07054E9D63E}"/>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69" name="Rechte verbindingslijn 68">
                    <a:extLst>
                      <a:ext uri="{FF2B5EF4-FFF2-40B4-BE49-F238E27FC236}">
                        <a16:creationId xmlns:a16="http://schemas.microsoft.com/office/drawing/2014/main" id="{0EE57897-7B96-6834-B33C-C46342E0F2D8}"/>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4" name="Pijl: rechts 63">
                  <a:extLst>
                    <a:ext uri="{FF2B5EF4-FFF2-40B4-BE49-F238E27FC236}">
                      <a16:creationId xmlns:a16="http://schemas.microsoft.com/office/drawing/2014/main" id="{1EE7C1A8-F4A3-2DFD-F5D3-1DBBD741C637}"/>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cxnSp>
            <p:nvCxnSpPr>
              <p:cNvPr id="41" name="Rechte verbindingslijn 40">
                <a:extLst>
                  <a:ext uri="{FF2B5EF4-FFF2-40B4-BE49-F238E27FC236}">
                    <a16:creationId xmlns:a16="http://schemas.microsoft.com/office/drawing/2014/main" id="{D5EE5550-53F1-A3FA-624E-D82C7A4806CE}"/>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42" name="Rechte verbindingslijn 41">
                <a:extLst>
                  <a:ext uri="{FF2B5EF4-FFF2-40B4-BE49-F238E27FC236}">
                    <a16:creationId xmlns:a16="http://schemas.microsoft.com/office/drawing/2014/main" id="{976EC336-1566-A061-0BFC-9D665C8B018C}"/>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43" name="Rechthoek 42">
                <a:extLst>
                  <a:ext uri="{FF2B5EF4-FFF2-40B4-BE49-F238E27FC236}">
                    <a16:creationId xmlns:a16="http://schemas.microsoft.com/office/drawing/2014/main" id="{4CCB6AAC-6450-2ED9-21C1-390C5D84C5D7}"/>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Text level down</a:t>
                </a:r>
              </a:p>
            </p:txBody>
          </p:sp>
          <p:sp>
            <p:nvSpPr>
              <p:cNvPr id="44" name="Rechthoek 43">
                <a:extLst>
                  <a:ext uri="{FF2B5EF4-FFF2-40B4-BE49-F238E27FC236}">
                    <a16:creationId xmlns:a16="http://schemas.microsoft.com/office/drawing/2014/main" id="{D09BBA50-E454-731D-445E-61A0E20CAFD1}"/>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Text level up</a:t>
                </a:r>
              </a:p>
            </p:txBody>
          </p:sp>
          <p:grpSp>
            <p:nvGrpSpPr>
              <p:cNvPr id="45" name="Groep 44">
                <a:extLst>
                  <a:ext uri="{FF2B5EF4-FFF2-40B4-BE49-F238E27FC236}">
                    <a16:creationId xmlns:a16="http://schemas.microsoft.com/office/drawing/2014/main" id="{E6299F8D-2530-CD86-49B1-B21076DE7FD1}"/>
                  </a:ext>
                </a:extLst>
              </p:cNvPr>
              <p:cNvGrpSpPr/>
              <p:nvPr userDrawn="1"/>
            </p:nvGrpSpPr>
            <p:grpSpPr>
              <a:xfrm>
                <a:off x="-2916763" y="769168"/>
                <a:ext cx="268738" cy="248381"/>
                <a:chOff x="-2916763" y="769168"/>
                <a:chExt cx="268738" cy="248381"/>
              </a:xfrm>
            </p:grpSpPr>
            <p:sp>
              <p:nvSpPr>
                <p:cNvPr id="55" name="Rechthoek 54">
                  <a:extLst>
                    <a:ext uri="{FF2B5EF4-FFF2-40B4-BE49-F238E27FC236}">
                      <a16:creationId xmlns:a16="http://schemas.microsoft.com/office/drawing/2014/main" id="{B6BA80A6-3080-1B5D-9BA0-2E05C4C2DFC4}"/>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en-GB" sz="1050" b="0" noProof="0" dirty="0">
                    <a:solidFill>
                      <a:srgbClr val="211F26"/>
                    </a:solidFill>
                    <a:latin typeface="Calibri" panose="020F0502020204030204" pitchFamily="34" charset="0"/>
                    <a:cs typeface="Calibri" panose="020F0502020204030204" pitchFamily="34" charset="0"/>
                  </a:endParaRPr>
                </a:p>
              </p:txBody>
            </p:sp>
            <p:grpSp>
              <p:nvGrpSpPr>
                <p:cNvPr id="56" name="Groep 55">
                  <a:extLst>
                    <a:ext uri="{FF2B5EF4-FFF2-40B4-BE49-F238E27FC236}">
                      <a16:creationId xmlns:a16="http://schemas.microsoft.com/office/drawing/2014/main" id="{9554AB33-7133-1169-EDDC-77429B9C16A4}"/>
                    </a:ext>
                  </a:extLst>
                </p:cNvPr>
                <p:cNvGrpSpPr/>
                <p:nvPr userDrawn="1"/>
              </p:nvGrpSpPr>
              <p:grpSpPr>
                <a:xfrm>
                  <a:off x="-2866744" y="827071"/>
                  <a:ext cx="168701" cy="132575"/>
                  <a:chOff x="-2866744" y="827071"/>
                  <a:chExt cx="168701" cy="132575"/>
                </a:xfrm>
              </p:grpSpPr>
              <p:cxnSp>
                <p:nvCxnSpPr>
                  <p:cNvPr id="58" name="Rechte verbindingslijn 57">
                    <a:extLst>
                      <a:ext uri="{FF2B5EF4-FFF2-40B4-BE49-F238E27FC236}">
                        <a16:creationId xmlns:a16="http://schemas.microsoft.com/office/drawing/2014/main" id="{493F65E9-5995-281D-B5E6-D05B120B5DBD}"/>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59" name="Rechte verbindingslijn 58">
                    <a:extLst>
                      <a:ext uri="{FF2B5EF4-FFF2-40B4-BE49-F238E27FC236}">
                        <a16:creationId xmlns:a16="http://schemas.microsoft.com/office/drawing/2014/main" id="{A4968D85-AB9D-DDFB-CDDD-8430ECE46EB4}"/>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60" name="Rechte verbindingslijn 59">
                    <a:extLst>
                      <a:ext uri="{FF2B5EF4-FFF2-40B4-BE49-F238E27FC236}">
                        <a16:creationId xmlns:a16="http://schemas.microsoft.com/office/drawing/2014/main" id="{2D3ADD57-7DCA-42D2-78F4-7D31A2159A9E}"/>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1" name="Rechte verbindingslijn 60">
                    <a:extLst>
                      <a:ext uri="{FF2B5EF4-FFF2-40B4-BE49-F238E27FC236}">
                        <a16:creationId xmlns:a16="http://schemas.microsoft.com/office/drawing/2014/main" id="{DD1210B4-9A58-1F7D-1F68-6FA23AD1B645}"/>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2" name="Rechte verbindingslijn 61">
                    <a:extLst>
                      <a:ext uri="{FF2B5EF4-FFF2-40B4-BE49-F238E27FC236}">
                        <a16:creationId xmlns:a16="http://schemas.microsoft.com/office/drawing/2014/main" id="{BABAC1B0-CED1-B770-5C1F-1E28A9CF594F}"/>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7" name="Pijl: rechts 56">
                  <a:extLst>
                    <a:ext uri="{FF2B5EF4-FFF2-40B4-BE49-F238E27FC236}">
                      <a16:creationId xmlns:a16="http://schemas.microsoft.com/office/drawing/2014/main" id="{0D11D7DA-EA9F-B8F5-4069-C3537032C7BA}"/>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46" name="Groep 45">
                <a:extLst>
                  <a:ext uri="{FF2B5EF4-FFF2-40B4-BE49-F238E27FC236}">
                    <a16:creationId xmlns:a16="http://schemas.microsoft.com/office/drawing/2014/main" id="{339BAD63-756C-7F62-0EBB-D926343AC496}"/>
                  </a:ext>
                </a:extLst>
              </p:cNvPr>
              <p:cNvGrpSpPr/>
              <p:nvPr userDrawn="1"/>
            </p:nvGrpSpPr>
            <p:grpSpPr>
              <a:xfrm>
                <a:off x="-2916763" y="460171"/>
                <a:ext cx="268738" cy="248381"/>
                <a:chOff x="-2916763" y="460171"/>
                <a:chExt cx="268738" cy="248381"/>
              </a:xfrm>
            </p:grpSpPr>
            <p:sp>
              <p:nvSpPr>
                <p:cNvPr id="47" name="Rechthoek 46">
                  <a:extLst>
                    <a:ext uri="{FF2B5EF4-FFF2-40B4-BE49-F238E27FC236}">
                      <a16:creationId xmlns:a16="http://schemas.microsoft.com/office/drawing/2014/main" id="{6390F651-A213-85A1-438F-DA57CB84D7D3}"/>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en-GB" sz="1050" b="0" noProof="0" dirty="0">
                    <a:solidFill>
                      <a:srgbClr val="211F26"/>
                    </a:solidFill>
                    <a:latin typeface="Calibri" panose="020F0502020204030204" pitchFamily="34" charset="0"/>
                    <a:cs typeface="Calibri" panose="020F0502020204030204" pitchFamily="34" charset="0"/>
                  </a:endParaRPr>
                </a:p>
              </p:txBody>
            </p:sp>
            <p:grpSp>
              <p:nvGrpSpPr>
                <p:cNvPr id="48" name="Groep 47">
                  <a:extLst>
                    <a:ext uri="{FF2B5EF4-FFF2-40B4-BE49-F238E27FC236}">
                      <a16:creationId xmlns:a16="http://schemas.microsoft.com/office/drawing/2014/main" id="{94CE63C1-616F-141B-D19C-DED13D6C6588}"/>
                    </a:ext>
                  </a:extLst>
                </p:cNvPr>
                <p:cNvGrpSpPr/>
                <p:nvPr userDrawn="1"/>
              </p:nvGrpSpPr>
              <p:grpSpPr>
                <a:xfrm>
                  <a:off x="-2866744" y="518074"/>
                  <a:ext cx="168701" cy="132575"/>
                  <a:chOff x="-2866744" y="518074"/>
                  <a:chExt cx="168701" cy="132575"/>
                </a:xfrm>
              </p:grpSpPr>
              <p:cxnSp>
                <p:nvCxnSpPr>
                  <p:cNvPr id="50" name="Rechte verbindingslijn 49">
                    <a:extLst>
                      <a:ext uri="{FF2B5EF4-FFF2-40B4-BE49-F238E27FC236}">
                        <a16:creationId xmlns:a16="http://schemas.microsoft.com/office/drawing/2014/main" id="{BF0C2197-CACB-B4E4-A2E4-566797CD7E2F}"/>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1" name="Rechte verbindingslijn 50">
                    <a:extLst>
                      <a:ext uri="{FF2B5EF4-FFF2-40B4-BE49-F238E27FC236}">
                        <a16:creationId xmlns:a16="http://schemas.microsoft.com/office/drawing/2014/main" id="{190BDEE9-CF49-BE46-5188-5D10ACDA5F26}"/>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2" name="Rechte verbindingslijn 51">
                    <a:extLst>
                      <a:ext uri="{FF2B5EF4-FFF2-40B4-BE49-F238E27FC236}">
                        <a16:creationId xmlns:a16="http://schemas.microsoft.com/office/drawing/2014/main" id="{C52FB0A9-A081-6ABD-0104-4D69BC6047C5}"/>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3" name="Rechte verbindingslijn 52">
                    <a:extLst>
                      <a:ext uri="{FF2B5EF4-FFF2-40B4-BE49-F238E27FC236}">
                        <a16:creationId xmlns:a16="http://schemas.microsoft.com/office/drawing/2014/main" id="{90AADF44-5DAD-C621-08AF-BA2CECCC2866}"/>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4" name="Rechte verbindingslijn 53">
                    <a:extLst>
                      <a:ext uri="{FF2B5EF4-FFF2-40B4-BE49-F238E27FC236}">
                        <a16:creationId xmlns:a16="http://schemas.microsoft.com/office/drawing/2014/main" id="{F34EBD70-3E9F-6F1F-5976-97222BD624C2}"/>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49" name="Pijl: rechts 48">
                  <a:extLst>
                    <a:ext uri="{FF2B5EF4-FFF2-40B4-BE49-F238E27FC236}">
                      <a16:creationId xmlns:a16="http://schemas.microsoft.com/office/drawing/2014/main" id="{F2DF7555-0BAD-5E82-C70F-311AF2D096A2}"/>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grpSp>
          <p:nvGrpSpPr>
            <p:cNvPr id="31" name="Groep 30">
              <a:extLst>
                <a:ext uri="{FF2B5EF4-FFF2-40B4-BE49-F238E27FC236}">
                  <a16:creationId xmlns:a16="http://schemas.microsoft.com/office/drawing/2014/main" id="{F5190837-775F-410C-906A-BB5FCA95E368}"/>
                </a:ext>
              </a:extLst>
            </p:cNvPr>
            <p:cNvGrpSpPr/>
            <p:nvPr userDrawn="1"/>
          </p:nvGrpSpPr>
          <p:grpSpPr>
            <a:xfrm>
              <a:off x="-938434" y="4663037"/>
              <a:ext cx="627798" cy="576693"/>
              <a:chOff x="-1753862" y="6112775"/>
              <a:chExt cx="759635" cy="697798"/>
            </a:xfrm>
          </p:grpSpPr>
          <p:grpSp>
            <p:nvGrpSpPr>
              <p:cNvPr id="32" name="Inspireren">
                <a:extLst>
                  <a:ext uri="{FF2B5EF4-FFF2-40B4-BE49-F238E27FC236}">
                    <a16:creationId xmlns:a16="http://schemas.microsoft.com/office/drawing/2014/main" id="{D30132C9-2025-5C44-46AE-221ABEFB5E0F}"/>
                  </a:ext>
                </a:extLst>
              </p:cNvPr>
              <p:cNvGrpSpPr>
                <a:grpSpLocks noChangeAspect="1"/>
              </p:cNvGrpSpPr>
              <p:nvPr userDrawn="1"/>
            </p:nvGrpSpPr>
            <p:grpSpPr bwMode="auto">
              <a:xfrm>
                <a:off x="-1484858" y="6112775"/>
                <a:ext cx="205431" cy="293286"/>
                <a:chOff x="4768" y="2783"/>
                <a:chExt cx="788" cy="1125"/>
              </a:xfrm>
              <a:gradFill>
                <a:gsLst>
                  <a:gs pos="0">
                    <a:srgbClr val="9D9FA1"/>
                  </a:gs>
                  <a:gs pos="70000">
                    <a:srgbClr val="211F26"/>
                  </a:gs>
                </a:gsLst>
                <a:lin ang="2700000" scaled="0"/>
              </a:gradFill>
            </p:grpSpPr>
            <p:sp>
              <p:nvSpPr>
                <p:cNvPr id="34" name="Freeform 12">
                  <a:extLst>
                    <a:ext uri="{FF2B5EF4-FFF2-40B4-BE49-F238E27FC236}">
                      <a16:creationId xmlns:a16="http://schemas.microsoft.com/office/drawing/2014/main" id="{DCDB8C4F-1930-4C7B-600F-9099358475E1}"/>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35" name="Freeform 13">
                  <a:extLst>
                    <a:ext uri="{FF2B5EF4-FFF2-40B4-BE49-F238E27FC236}">
                      <a16:creationId xmlns:a16="http://schemas.microsoft.com/office/drawing/2014/main" id="{0F4655FA-5BCA-5C0C-7839-6BDE067F0D8D}"/>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36" name="Freeform 14">
                  <a:extLst>
                    <a:ext uri="{FF2B5EF4-FFF2-40B4-BE49-F238E27FC236}">
                      <a16:creationId xmlns:a16="http://schemas.microsoft.com/office/drawing/2014/main" id="{4C8E76B0-8063-A13C-8266-95910CE7688C}"/>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33" name="Tekstvak 32">
                <a:extLst>
                  <a:ext uri="{FF2B5EF4-FFF2-40B4-BE49-F238E27FC236}">
                    <a16:creationId xmlns:a16="http://schemas.microsoft.com/office/drawing/2014/main" id="{771AE7A1-D522-5F70-E69D-F82BBBDBD65D}"/>
                  </a:ext>
                </a:extLst>
              </p:cNvPr>
              <p:cNvSpPr txBox="1"/>
              <p:nvPr userDrawn="1"/>
            </p:nvSpPr>
            <p:spPr>
              <a:xfrm>
                <a:off x="-1753862" y="6420664"/>
                <a:ext cx="759635" cy="38990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grpSp>
      <p:sp>
        <p:nvSpPr>
          <p:cNvPr id="79" name="Rectangle 78">
            <a:extLst>
              <a:ext uri="{FF2B5EF4-FFF2-40B4-BE49-F238E27FC236}">
                <a16:creationId xmlns:a16="http://schemas.microsoft.com/office/drawing/2014/main" id="{345A9AA1-D5D1-5C0B-EB45-7AE8D7652632}"/>
              </a:ext>
            </a:extLst>
          </p:cNvPr>
          <p:cNvSpPr/>
          <p:nvPr userDrawn="1"/>
        </p:nvSpPr>
        <p:spPr>
          <a:xfrm>
            <a:off x="718666" y="-1"/>
            <a:ext cx="10751096" cy="3736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r>
              <a:rPr lang="en-US" sz="1600" dirty="0"/>
              <a:t>Objective | Background | Methods | Results | Conclusions</a:t>
            </a:r>
            <a:endParaRPr lang="LID4096" sz="1600" dirty="0" err="1"/>
          </a:p>
        </p:txBody>
      </p:sp>
      <p:sp>
        <p:nvSpPr>
          <p:cNvPr id="81" name="Picture Placeholder 80">
            <a:extLst>
              <a:ext uri="{FF2B5EF4-FFF2-40B4-BE49-F238E27FC236}">
                <a16:creationId xmlns:a16="http://schemas.microsoft.com/office/drawing/2014/main" id="{CE79CA1D-0FA1-E602-93D2-5083BDBA1489}"/>
              </a:ext>
            </a:extLst>
          </p:cNvPr>
          <p:cNvSpPr>
            <a:spLocks noGrp="1"/>
          </p:cNvSpPr>
          <p:nvPr>
            <p:ph type="pic" sz="quarter" idx="22" hasCustomPrompt="1"/>
          </p:nvPr>
        </p:nvSpPr>
        <p:spPr>
          <a:xfrm>
            <a:off x="718666" y="1749628"/>
            <a:ext cx="5374800" cy="3330000"/>
          </a:xfrm>
        </p:spPr>
        <p:txBody>
          <a:bodyPr/>
          <a:lstStyle>
            <a:lvl1pPr>
              <a:defRPr/>
            </a:lvl1pPr>
          </a:lstStyle>
          <a:p>
            <a:r>
              <a:rPr lang="en-US" dirty="0"/>
              <a:t>Picture</a:t>
            </a:r>
            <a:endParaRPr lang="LID4096" dirty="0"/>
          </a:p>
        </p:txBody>
      </p:sp>
      <p:sp>
        <p:nvSpPr>
          <p:cNvPr id="93" name="Picture Placeholder 80">
            <a:extLst>
              <a:ext uri="{FF2B5EF4-FFF2-40B4-BE49-F238E27FC236}">
                <a16:creationId xmlns:a16="http://schemas.microsoft.com/office/drawing/2014/main" id="{1D6C2B5B-004E-32D1-AA14-1DBECB83A000}"/>
              </a:ext>
            </a:extLst>
          </p:cNvPr>
          <p:cNvSpPr>
            <a:spLocks noGrp="1"/>
          </p:cNvSpPr>
          <p:nvPr>
            <p:ph type="pic" sz="quarter" idx="23"/>
          </p:nvPr>
        </p:nvSpPr>
        <p:spPr>
          <a:xfrm>
            <a:off x="6092428" y="1746072"/>
            <a:ext cx="5374800" cy="3330000"/>
          </a:xfrm>
        </p:spPr>
        <p:txBody>
          <a:bodyPr/>
          <a:lstStyle/>
          <a:p>
            <a:endParaRPr lang="LID4096" dirty="0"/>
          </a:p>
        </p:txBody>
      </p:sp>
      <p:sp>
        <p:nvSpPr>
          <p:cNvPr id="97" name="Text Placeholder 96">
            <a:extLst>
              <a:ext uri="{FF2B5EF4-FFF2-40B4-BE49-F238E27FC236}">
                <a16:creationId xmlns:a16="http://schemas.microsoft.com/office/drawing/2014/main" id="{B0884011-9280-B296-33BE-668B467F9952}"/>
              </a:ext>
            </a:extLst>
          </p:cNvPr>
          <p:cNvSpPr>
            <a:spLocks noGrp="1"/>
          </p:cNvSpPr>
          <p:nvPr>
            <p:ph type="body" sz="quarter" idx="24" hasCustomPrompt="1"/>
          </p:nvPr>
        </p:nvSpPr>
        <p:spPr>
          <a:xfrm>
            <a:off x="2356151" y="5097463"/>
            <a:ext cx="2292312" cy="296862"/>
          </a:xfrm>
        </p:spPr>
        <p:txBody>
          <a:bodyPr/>
          <a:lstStyle>
            <a:lvl1pPr marL="0" indent="0" algn="ctr">
              <a:buNone/>
              <a:defRPr sz="2400">
                <a:latin typeface="Times New Roman" panose="02020603050405020304" pitchFamily="18" charset="0"/>
                <a:cs typeface="Times New Roman" panose="02020603050405020304" pitchFamily="18" charset="0"/>
              </a:defRPr>
            </a:lvl1pPr>
          </a:lstStyle>
          <a:p>
            <a:pPr lvl="0"/>
            <a:r>
              <a:rPr lang="en-US" dirty="0"/>
              <a:t>IDHP</a:t>
            </a:r>
            <a:endParaRPr lang="LID4096" dirty="0"/>
          </a:p>
        </p:txBody>
      </p:sp>
      <p:sp>
        <p:nvSpPr>
          <p:cNvPr id="98" name="Text Placeholder 96">
            <a:extLst>
              <a:ext uri="{FF2B5EF4-FFF2-40B4-BE49-F238E27FC236}">
                <a16:creationId xmlns:a16="http://schemas.microsoft.com/office/drawing/2014/main" id="{94D7BF65-1ECC-E7DD-7344-F69BD6EF3963}"/>
              </a:ext>
            </a:extLst>
          </p:cNvPr>
          <p:cNvSpPr>
            <a:spLocks noGrp="1"/>
          </p:cNvSpPr>
          <p:nvPr>
            <p:ph type="body" sz="quarter" idx="25" hasCustomPrompt="1"/>
          </p:nvPr>
        </p:nvSpPr>
        <p:spPr>
          <a:xfrm>
            <a:off x="7730432" y="5108372"/>
            <a:ext cx="2292312" cy="296862"/>
          </a:xfrm>
        </p:spPr>
        <p:txBody>
          <a:bodyPr/>
          <a:lstStyle>
            <a:lvl1pPr marL="0" indent="0" algn="ctr">
              <a:buNone/>
              <a:defRPr sz="2400">
                <a:latin typeface="Times New Roman" panose="02020603050405020304" pitchFamily="18" charset="0"/>
                <a:cs typeface="Times New Roman" panose="02020603050405020304" pitchFamily="18" charset="0"/>
              </a:defRPr>
            </a:lvl1pPr>
          </a:lstStyle>
          <a:p>
            <a:pPr lvl="0"/>
            <a:r>
              <a:rPr lang="en-US" dirty="0"/>
              <a:t>IDHP()</a:t>
            </a:r>
            <a:endParaRPr lang="LID4096" dirty="0"/>
          </a:p>
        </p:txBody>
      </p:sp>
    </p:spTree>
    <p:extLst>
      <p:ext uri="{BB962C8B-B14F-4D97-AF65-F5344CB8AC3E}">
        <p14:creationId xmlns:p14="http://schemas.microsoft.com/office/powerpoint/2010/main" val="2087997731"/>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results 2">
    <p:spTree>
      <p:nvGrpSpPr>
        <p:cNvPr id="1" name=""/>
        <p:cNvGrpSpPr/>
        <p:nvPr/>
      </p:nvGrpSpPr>
      <p:grpSpPr>
        <a:xfrm>
          <a:off x="0" y="0"/>
          <a:ext cx="0" cy="0"/>
          <a:chOff x="0" y="0"/>
          <a:chExt cx="0" cy="0"/>
        </a:xfrm>
      </p:grpSpPr>
      <p:sp>
        <p:nvSpPr>
          <p:cNvPr id="21" name="Rechthoek 20">
            <a:extLst>
              <a:ext uri="{FF2B5EF4-FFF2-40B4-BE49-F238E27FC236}">
                <a16:creationId xmlns:a16="http://schemas.microsoft.com/office/drawing/2014/main" id="{8778B65F-BF88-4C17-8B7E-1110F69AEE26}"/>
              </a:ext>
            </a:extLst>
          </p:cNvPr>
          <p:cNvSpPr/>
          <p:nvPr userDrawn="1"/>
        </p:nvSpPr>
        <p:spPr>
          <a:xfrm>
            <a:off x="0" y="-441330"/>
            <a:ext cx="457369"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en-GB" sz="1800" b="1" cap="none" baseline="0" noProof="0" dirty="0">
                <a:solidFill>
                  <a:schemeClr val="accent1"/>
                </a:solidFill>
                <a:latin typeface="+mj-lt"/>
              </a:rPr>
              <a:t>Text</a:t>
            </a:r>
          </a:p>
        </p:txBody>
      </p:sp>
      <p:sp>
        <p:nvSpPr>
          <p:cNvPr id="2" name="Tijdelijke aanduiding voor datum 1">
            <a:extLst>
              <a:ext uri="{FF2B5EF4-FFF2-40B4-BE49-F238E27FC236}">
                <a16:creationId xmlns:a16="http://schemas.microsoft.com/office/drawing/2014/main" id="{807AA2A9-52F4-4F7D-8523-63C6A6561FDB}"/>
              </a:ext>
            </a:extLst>
          </p:cNvPr>
          <p:cNvSpPr>
            <a:spLocks noGrp="1"/>
          </p:cNvSpPr>
          <p:nvPr>
            <p:ph type="dt" sz="half" idx="18"/>
          </p:nvPr>
        </p:nvSpPr>
        <p:spPr>
          <a:xfrm>
            <a:off x="10215497" y="6405669"/>
            <a:ext cx="697307" cy="184666"/>
          </a:xfrm>
        </p:spPr>
        <p:txBody>
          <a:bodyPr/>
          <a:lstStyle>
            <a:lvl1pPr>
              <a:defRPr/>
            </a:lvl1pPr>
          </a:lstStyle>
          <a:p>
            <a:r>
              <a:rPr lang="LID4096"/>
              <a:t>08/30/2024</a:t>
            </a:r>
            <a:endParaRPr lang="en-GB" dirty="0"/>
          </a:p>
        </p:txBody>
      </p:sp>
      <p:sp>
        <p:nvSpPr>
          <p:cNvPr id="4" name="Tijdelijke aanduiding voor dianummer 3">
            <a:extLst>
              <a:ext uri="{FF2B5EF4-FFF2-40B4-BE49-F238E27FC236}">
                <a16:creationId xmlns:a16="http://schemas.microsoft.com/office/drawing/2014/main" id="{7B990ADF-91B8-4E79-82C1-A3A57F190DC3}"/>
              </a:ext>
            </a:extLst>
          </p:cNvPr>
          <p:cNvSpPr>
            <a:spLocks noGrp="1"/>
          </p:cNvSpPr>
          <p:nvPr>
            <p:ph type="sldNum" sz="quarter" idx="20"/>
          </p:nvPr>
        </p:nvSpPr>
        <p:spPr/>
        <p:txBody>
          <a:bodyPr/>
          <a:lstStyle/>
          <a:p>
            <a:fld id="{9E843DB9-9987-4157-AB9C-CEA8D7D910BB}" type="slidenum">
              <a:rPr lang="en-GB" smtClean="0"/>
              <a:pPr/>
              <a:t>‹#›</a:t>
            </a:fld>
            <a:endParaRPr lang="en-GB" dirty="0"/>
          </a:p>
        </p:txBody>
      </p:sp>
      <p:sp>
        <p:nvSpPr>
          <p:cNvPr id="7" name="Tijdelijke aanduiding voor tekst 6">
            <a:extLst>
              <a:ext uri="{FF2B5EF4-FFF2-40B4-BE49-F238E27FC236}">
                <a16:creationId xmlns:a16="http://schemas.microsoft.com/office/drawing/2014/main" id="{97C32B2A-67AA-E6D6-AE57-0F98725B06A3}"/>
              </a:ext>
            </a:extLst>
          </p:cNvPr>
          <p:cNvSpPr>
            <a:spLocks noGrp="1"/>
          </p:cNvSpPr>
          <p:nvPr>
            <p:ph type="body" sz="quarter" idx="21" hasCustomPrompt="1"/>
          </p:nvPr>
        </p:nvSpPr>
        <p:spPr>
          <a:xfrm>
            <a:off x="719139" y="1565274"/>
            <a:ext cx="10752136" cy="1236062"/>
          </a:xfrm>
        </p:spPr>
        <p:txBody>
          <a:bodyPr/>
          <a:lstStyle>
            <a:lvl1pPr>
              <a:defRPr/>
            </a:lvl1pPr>
          </a:lstStyle>
          <a:p>
            <a:pPr lvl="0"/>
            <a:r>
              <a:rPr lang="en-GB" noProof="0" dirty="0"/>
              <a:t>Talk about results here</a:t>
            </a:r>
          </a:p>
        </p:txBody>
      </p:sp>
      <p:sp>
        <p:nvSpPr>
          <p:cNvPr id="5" name="Titel 4">
            <a:extLst>
              <a:ext uri="{FF2B5EF4-FFF2-40B4-BE49-F238E27FC236}">
                <a16:creationId xmlns:a16="http://schemas.microsoft.com/office/drawing/2014/main" id="{9B105F46-F99B-7E73-16E0-CD2C01EDC8CA}"/>
              </a:ext>
            </a:extLst>
          </p:cNvPr>
          <p:cNvSpPr>
            <a:spLocks noGrp="1"/>
          </p:cNvSpPr>
          <p:nvPr>
            <p:ph type="title" hasCustomPrompt="1"/>
          </p:nvPr>
        </p:nvSpPr>
        <p:spPr/>
        <p:txBody>
          <a:bodyPr/>
          <a:lstStyle/>
          <a:p>
            <a:r>
              <a:rPr lang="en-GB" noProof="0" dirty="0"/>
              <a:t>Title goes here</a:t>
            </a:r>
            <a:endParaRPr lang="en-GB" dirty="0"/>
          </a:p>
        </p:txBody>
      </p:sp>
      <p:grpSp>
        <p:nvGrpSpPr>
          <p:cNvPr id="3" name="INSTRUCTION">
            <a:extLst>
              <a:ext uri="{FF2B5EF4-FFF2-40B4-BE49-F238E27FC236}">
                <a16:creationId xmlns:a16="http://schemas.microsoft.com/office/drawing/2014/main" id="{C37508DF-E7AE-13D6-A5D2-641AAF042AAA}"/>
              </a:ext>
            </a:extLst>
          </p:cNvPr>
          <p:cNvGrpSpPr/>
          <p:nvPr userDrawn="1"/>
        </p:nvGrpSpPr>
        <p:grpSpPr>
          <a:xfrm>
            <a:off x="-3786437" y="0"/>
            <a:ext cx="3693386" cy="5359349"/>
            <a:chOff x="-3786437" y="0"/>
            <a:chExt cx="3693386" cy="5359349"/>
          </a:xfrm>
        </p:grpSpPr>
        <p:sp>
          <p:nvSpPr>
            <p:cNvPr id="6" name="Rechthoek 5">
              <a:extLst>
                <a:ext uri="{FF2B5EF4-FFF2-40B4-BE49-F238E27FC236}">
                  <a16:creationId xmlns:a16="http://schemas.microsoft.com/office/drawing/2014/main" id="{5B292675-B31B-1A55-BD2C-CDC7BD1CA441}"/>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Choosing text levels</a:t>
              </a:r>
            </a:p>
          </p:txBody>
        </p:sp>
        <p:sp>
          <p:nvSpPr>
            <p:cNvPr id="8" name="Ovaal 7">
              <a:extLst>
                <a:ext uri="{FF2B5EF4-FFF2-40B4-BE49-F238E27FC236}">
                  <a16:creationId xmlns:a16="http://schemas.microsoft.com/office/drawing/2014/main" id="{A35309F0-A4E8-85D2-9E3E-CD49CB4ACB66}"/>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9" name="Rechthoek 8">
              <a:extLst>
                <a:ext uri="{FF2B5EF4-FFF2-40B4-BE49-F238E27FC236}">
                  <a16:creationId xmlns:a16="http://schemas.microsoft.com/office/drawing/2014/main" id="{274035FC-FAE5-FEDD-FC98-2DC0B4C24BCC}"/>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357188" marR="0" lvl="0" indent="-357188"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en-GB" sz="1400" b="0" i="0" u="none" strike="noStrike" kern="0" cap="none" spc="0" normalizeH="0" baseline="0" noProof="0" dirty="0">
                  <a:ln>
                    <a:noFill/>
                  </a:ln>
                  <a:solidFill>
                    <a:srgbClr val="000000"/>
                  </a:solidFill>
                  <a:effectLst/>
                  <a:uLnTx/>
                  <a:uFillTx/>
                  <a:latin typeface="+mj-lt"/>
                  <a:cs typeface="Calibri" panose="020F0502020204030204" pitchFamily="34" charset="0"/>
                </a:rPr>
                <a:t>Bullet</a:t>
              </a:r>
            </a:p>
          </p:txBody>
        </p:sp>
        <p:sp>
          <p:nvSpPr>
            <p:cNvPr id="10" name="Ovaal 9">
              <a:extLst>
                <a:ext uri="{FF2B5EF4-FFF2-40B4-BE49-F238E27FC236}">
                  <a16:creationId xmlns:a16="http://schemas.microsoft.com/office/drawing/2014/main" id="{37703DCC-3613-510F-E6EF-B5E9E9799A45}"/>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1" name="Rechthoek 10">
              <a:extLst>
                <a:ext uri="{FF2B5EF4-FFF2-40B4-BE49-F238E27FC236}">
                  <a16:creationId xmlns:a16="http://schemas.microsoft.com/office/drawing/2014/main" id="{857BEEE0-E6E0-FB2B-D415-EFFBE579EBC6}"/>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Under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‘Home’</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use the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list level-buttons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to choose a text level. </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Choose from:</a:t>
              </a:r>
            </a:p>
          </p:txBody>
        </p:sp>
        <p:sp>
          <p:nvSpPr>
            <p:cNvPr id="12" name="Rechthoek 11">
              <a:extLst>
                <a:ext uri="{FF2B5EF4-FFF2-40B4-BE49-F238E27FC236}">
                  <a16:creationId xmlns:a16="http://schemas.microsoft.com/office/drawing/2014/main" id="{4A8D04C8-99F4-D837-93EF-0CEF277D20BF}"/>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715963" marR="0" lvl="0" indent="-358775"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en-GB" sz="1400" b="0" i="0" u="none" strike="noStrike" kern="0" cap="none" spc="0" normalizeH="0" baseline="0" noProof="0" dirty="0">
                  <a:ln>
                    <a:noFill/>
                  </a:ln>
                  <a:solidFill>
                    <a:srgbClr val="000000"/>
                  </a:solidFill>
                  <a:effectLst/>
                  <a:uLnTx/>
                  <a:uFillTx/>
                  <a:latin typeface="+mj-lt"/>
                  <a:cs typeface="Calibri" panose="020F0502020204030204" pitchFamily="34" charset="0"/>
                </a:rPr>
                <a:t>Sub-bullet </a:t>
              </a:r>
            </a:p>
          </p:txBody>
        </p:sp>
        <p:sp>
          <p:nvSpPr>
            <p:cNvPr id="13" name="Ovaal 12">
              <a:extLst>
                <a:ext uri="{FF2B5EF4-FFF2-40B4-BE49-F238E27FC236}">
                  <a16:creationId xmlns:a16="http://schemas.microsoft.com/office/drawing/2014/main" id="{885181B5-3158-376F-D926-AFA9513F2A9E}"/>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14" name="Rechthoek 13">
              <a:extLst>
                <a:ext uri="{FF2B5EF4-FFF2-40B4-BE49-F238E27FC236}">
                  <a16:creationId xmlns:a16="http://schemas.microsoft.com/office/drawing/2014/main" id="{B32DDA1C-171F-8981-2B90-6FD5AE5AE94F}"/>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1400" b="0" i="0" u="none" strike="noStrike" kern="0" cap="none" spc="0" normalizeH="0" baseline="0" noProof="0" dirty="0">
                  <a:ln>
                    <a:noFill/>
                  </a:ln>
                  <a:solidFill>
                    <a:srgbClr val="000000"/>
                  </a:solidFill>
                  <a:effectLst/>
                  <a:uLnTx/>
                  <a:uFillTx/>
                  <a:latin typeface="+mj-lt"/>
                  <a:cs typeface="Calibri" panose="020F0502020204030204" pitchFamily="34" charset="0"/>
                </a:rPr>
                <a:t>Default text</a:t>
              </a:r>
            </a:p>
          </p:txBody>
        </p:sp>
        <p:sp>
          <p:nvSpPr>
            <p:cNvPr id="15" name="Ovaal 14">
              <a:extLst>
                <a:ext uri="{FF2B5EF4-FFF2-40B4-BE49-F238E27FC236}">
                  <a16:creationId xmlns:a16="http://schemas.microsoft.com/office/drawing/2014/main" id="{3A02263B-52A4-C14C-D38F-4716D86E6247}"/>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16" name="Rechthoek 15">
              <a:extLst>
                <a:ext uri="{FF2B5EF4-FFF2-40B4-BE49-F238E27FC236}">
                  <a16:creationId xmlns:a16="http://schemas.microsoft.com/office/drawing/2014/main" id="{A6C7CC7F-B1A2-466F-BC08-67D17171E5CA}"/>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2400" b="1" i="0" u="none" strike="noStrike" kern="0" cap="none" spc="0" normalizeH="0" baseline="0" noProof="0" dirty="0">
                  <a:ln>
                    <a:noFill/>
                  </a:ln>
                  <a:solidFill>
                    <a:schemeClr val="tx1"/>
                  </a:solidFill>
                  <a:effectLst/>
                  <a:uLnTx/>
                  <a:uFillTx/>
                  <a:latin typeface="+mj-lt"/>
                  <a:cs typeface="Calibri" panose="020F0502020204030204" pitchFamily="34" charset="0"/>
                </a:rPr>
                <a:t>Title/Quote</a:t>
              </a:r>
            </a:p>
          </p:txBody>
        </p:sp>
        <p:sp>
          <p:nvSpPr>
            <p:cNvPr id="17" name="Ovaal 16">
              <a:extLst>
                <a:ext uri="{FF2B5EF4-FFF2-40B4-BE49-F238E27FC236}">
                  <a16:creationId xmlns:a16="http://schemas.microsoft.com/office/drawing/2014/main" id="{6A00CAE5-EA4E-3025-8837-EA7504B1D9F6}"/>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5</a:t>
              </a:r>
            </a:p>
          </p:txBody>
        </p:sp>
        <p:sp>
          <p:nvSpPr>
            <p:cNvPr id="18" name="Rechthoek 17">
              <a:extLst>
                <a:ext uri="{FF2B5EF4-FFF2-40B4-BE49-F238E27FC236}">
                  <a16:creationId xmlns:a16="http://schemas.microsoft.com/office/drawing/2014/main" id="{F41C09A2-C386-E45E-EA25-81D4F1651481}"/>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1800" b="0" i="0" u="none" strike="noStrike" kern="0" cap="none" spc="0" normalizeH="0" baseline="0" noProof="0" dirty="0">
                  <a:ln>
                    <a:noFill/>
                  </a:ln>
                  <a:solidFill>
                    <a:schemeClr val="accent1"/>
                  </a:solidFill>
                  <a:effectLst/>
                  <a:uLnTx/>
                  <a:uFillTx/>
                  <a:latin typeface="+mj-lt"/>
                  <a:cs typeface="Calibri" panose="020F0502020204030204" pitchFamily="34" charset="0"/>
                </a:rPr>
                <a:t>Subtitle</a:t>
              </a:r>
            </a:p>
          </p:txBody>
        </p:sp>
        <p:sp>
          <p:nvSpPr>
            <p:cNvPr id="19" name="Ovaal 18">
              <a:extLst>
                <a:ext uri="{FF2B5EF4-FFF2-40B4-BE49-F238E27FC236}">
                  <a16:creationId xmlns:a16="http://schemas.microsoft.com/office/drawing/2014/main" id="{9B5207EA-F3B0-451A-9F45-19370FF77EB5}"/>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6</a:t>
              </a:r>
            </a:p>
          </p:txBody>
        </p:sp>
        <p:sp>
          <p:nvSpPr>
            <p:cNvPr id="20" name="Rechthoek 19">
              <a:extLst>
                <a:ext uri="{FF2B5EF4-FFF2-40B4-BE49-F238E27FC236}">
                  <a16:creationId xmlns:a16="http://schemas.microsoft.com/office/drawing/2014/main" id="{205AA4BC-7FD8-C844-72C1-057F452AA55F}"/>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357188" marR="0" lvl="0" indent="-357188" defTabSz="914400" eaLnBrk="1" fontAlgn="auto" latinLnBrk="0" hangingPunct="1">
                <a:lnSpc>
                  <a:spcPct val="100000"/>
                </a:lnSpc>
                <a:spcBef>
                  <a:spcPts val="600"/>
                </a:spcBef>
                <a:spcAft>
                  <a:spcPts val="600"/>
                </a:spcAft>
                <a:buClr>
                  <a:schemeClr val="accent1"/>
                </a:buClr>
                <a:buSzTx/>
                <a:buFont typeface="+mj-lt"/>
                <a:buAutoNum type="arabicPeriod"/>
                <a:tabLst/>
                <a:defRPr/>
              </a:pPr>
              <a:r>
                <a:rPr kumimoji="0" lang="en-GB" sz="1400" b="0" i="0" u="none" strike="noStrike" kern="0" cap="none" spc="0" normalizeH="0" baseline="0" noProof="0" dirty="0">
                  <a:ln>
                    <a:noFill/>
                  </a:ln>
                  <a:solidFill>
                    <a:schemeClr val="tx1"/>
                  </a:solidFill>
                  <a:effectLst/>
                  <a:uLnTx/>
                  <a:uFillTx/>
                  <a:latin typeface="+mj-lt"/>
                  <a:cs typeface="Calibri" panose="020F0502020204030204" pitchFamily="34" charset="0"/>
                </a:rPr>
                <a:t>Numerical bullet</a:t>
              </a:r>
            </a:p>
          </p:txBody>
        </p:sp>
        <p:sp>
          <p:nvSpPr>
            <p:cNvPr id="22" name="Ovaal 21">
              <a:extLst>
                <a:ext uri="{FF2B5EF4-FFF2-40B4-BE49-F238E27FC236}">
                  <a16:creationId xmlns:a16="http://schemas.microsoft.com/office/drawing/2014/main" id="{AFC95C2C-6412-7491-A24B-BE1590B0990F}"/>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7</a:t>
              </a:r>
            </a:p>
          </p:txBody>
        </p:sp>
        <p:sp>
          <p:nvSpPr>
            <p:cNvPr id="23" name="Rechthoek 22">
              <a:extLst>
                <a:ext uri="{FF2B5EF4-FFF2-40B4-BE49-F238E27FC236}">
                  <a16:creationId xmlns:a16="http://schemas.microsoft.com/office/drawing/2014/main" id="{032E4A44-CF49-C369-C31E-82F68244C422}"/>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342900" marR="0" lvl="0" indent="-342900" defTabSz="914400" eaLnBrk="1" fontAlgn="auto" latinLnBrk="0" hangingPunct="1">
                <a:lnSpc>
                  <a:spcPct val="100000"/>
                </a:lnSpc>
                <a:spcBef>
                  <a:spcPts val="600"/>
                </a:spcBef>
                <a:spcAft>
                  <a:spcPts val="600"/>
                </a:spcAft>
                <a:buClr>
                  <a:schemeClr val="accent1"/>
                </a:buClr>
                <a:buSzTx/>
                <a:buFont typeface="+mj-lt"/>
                <a:buAutoNum type="alphaLcPeriod"/>
                <a:tabLst/>
                <a:defRPr/>
              </a:pPr>
              <a:r>
                <a:rPr kumimoji="0" lang="en-GB" sz="1400" b="0" i="0" u="none" strike="noStrike" kern="0" cap="none" spc="0" normalizeH="0" baseline="0" noProof="0" dirty="0">
                  <a:ln>
                    <a:noFill/>
                  </a:ln>
                  <a:solidFill>
                    <a:schemeClr val="tx1"/>
                  </a:solidFill>
                  <a:effectLst/>
                  <a:uLnTx/>
                  <a:uFillTx/>
                  <a:latin typeface="+mj-lt"/>
                  <a:cs typeface="Calibri" panose="020F0502020204030204" pitchFamily="34" charset="0"/>
                </a:rPr>
                <a:t>Alphabetical bullet</a:t>
              </a:r>
            </a:p>
          </p:txBody>
        </p:sp>
        <p:sp>
          <p:nvSpPr>
            <p:cNvPr id="24" name="Ovaal 23">
              <a:extLst>
                <a:ext uri="{FF2B5EF4-FFF2-40B4-BE49-F238E27FC236}">
                  <a16:creationId xmlns:a16="http://schemas.microsoft.com/office/drawing/2014/main" id="{B88B0BBC-401D-B4B9-EAB9-5F732A603B2F}"/>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8</a:t>
              </a:r>
            </a:p>
          </p:txBody>
        </p:sp>
        <p:sp>
          <p:nvSpPr>
            <p:cNvPr id="25" name="Rechthoek 24">
              <a:extLst>
                <a:ext uri="{FF2B5EF4-FFF2-40B4-BE49-F238E27FC236}">
                  <a16:creationId xmlns:a16="http://schemas.microsoft.com/office/drawing/2014/main" id="{10923C3B-92D8-3D47-9A1C-12BD19290B48}"/>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tx1"/>
                </a:buClr>
                <a:buSzTx/>
                <a:buFont typeface="Calibri" panose="020F0502020204030204" pitchFamily="34" charset="0"/>
                <a:buNone/>
                <a:tabLst/>
                <a:defRPr/>
              </a:pPr>
              <a:r>
                <a:rPr kumimoji="0" lang="en-GB" sz="1200" b="0" i="1" u="none" strike="noStrike" kern="0" cap="none" spc="0" normalizeH="0" baseline="0" noProof="0" dirty="0">
                  <a:ln>
                    <a:noFill/>
                  </a:ln>
                  <a:solidFill>
                    <a:srgbClr val="000000"/>
                  </a:solidFill>
                  <a:effectLst/>
                  <a:uLnTx/>
                  <a:uFillTx/>
                  <a:latin typeface="+mj-lt"/>
                  <a:cs typeface="Calibri" panose="020F0502020204030204" pitchFamily="34" charset="0"/>
                </a:rPr>
                <a:t>Source</a:t>
              </a:r>
            </a:p>
          </p:txBody>
        </p:sp>
        <p:sp>
          <p:nvSpPr>
            <p:cNvPr id="26" name="Ovaal 25">
              <a:extLst>
                <a:ext uri="{FF2B5EF4-FFF2-40B4-BE49-F238E27FC236}">
                  <a16:creationId xmlns:a16="http://schemas.microsoft.com/office/drawing/2014/main" id="{00353552-7BED-DF4A-354B-1CF349A225AF}"/>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9</a:t>
              </a:r>
            </a:p>
          </p:txBody>
        </p:sp>
        <p:sp>
          <p:nvSpPr>
            <p:cNvPr id="27" name="Rechthoek 26">
              <a:extLst>
                <a:ext uri="{FF2B5EF4-FFF2-40B4-BE49-F238E27FC236}">
                  <a16:creationId xmlns:a16="http://schemas.microsoft.com/office/drawing/2014/main" id="{A0A50B02-FA01-EBB9-5857-57CCBD40A9DB}"/>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1400" b="0" i="0" u="none" strike="noStrike" kern="0" cap="none" spc="0" normalizeH="0" baseline="0" noProof="0" dirty="0">
                  <a:ln>
                    <a:noFill/>
                  </a:ln>
                  <a:solidFill>
                    <a:srgbClr val="000000"/>
                  </a:solidFill>
                  <a:effectLst/>
                  <a:uLnTx/>
                  <a:uFillTx/>
                  <a:latin typeface="+mj-lt"/>
                  <a:cs typeface="Calibri" panose="020F0502020204030204" pitchFamily="34" charset="0"/>
                </a:rPr>
                <a:t>Default text</a:t>
              </a:r>
            </a:p>
          </p:txBody>
        </p:sp>
        <p:sp>
          <p:nvSpPr>
            <p:cNvPr id="28" name="Rechthoek 27">
              <a:extLst>
                <a:ext uri="{FF2B5EF4-FFF2-40B4-BE49-F238E27FC236}">
                  <a16:creationId xmlns:a16="http://schemas.microsoft.com/office/drawing/2014/main" id="{4D2AF1E5-FFF3-DAA5-C984-86F4BCBE2FB2}"/>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grpSp>
          <p:nvGrpSpPr>
            <p:cNvPr id="29" name="ICOON_info">
              <a:extLst>
                <a:ext uri="{FF2B5EF4-FFF2-40B4-BE49-F238E27FC236}">
                  <a16:creationId xmlns:a16="http://schemas.microsoft.com/office/drawing/2014/main" id="{2748128B-F3DF-8964-29ED-3D14A1FB1EF0}"/>
                </a:ext>
              </a:extLst>
            </p:cNvPr>
            <p:cNvGrpSpPr/>
            <p:nvPr userDrawn="1"/>
          </p:nvGrpSpPr>
          <p:grpSpPr>
            <a:xfrm>
              <a:off x="-376736" y="4400186"/>
              <a:ext cx="283685" cy="283685"/>
              <a:chOff x="-510741" y="5913713"/>
              <a:chExt cx="267555" cy="267555"/>
            </a:xfrm>
          </p:grpSpPr>
          <p:sp>
            <p:nvSpPr>
              <p:cNvPr id="77" name="Ovaal 76">
                <a:extLst>
                  <a:ext uri="{FF2B5EF4-FFF2-40B4-BE49-F238E27FC236}">
                    <a16:creationId xmlns:a16="http://schemas.microsoft.com/office/drawing/2014/main" id="{DDA583D6-D08D-95C4-A005-D82C60FD32FC}"/>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78" name="Graphic 163" descr="Informatie">
                <a:extLst>
                  <a:ext uri="{FF2B5EF4-FFF2-40B4-BE49-F238E27FC236}">
                    <a16:creationId xmlns:a16="http://schemas.microsoft.com/office/drawing/2014/main" id="{C4BE452F-9BDF-A18D-0A7D-AE18F26993F0}"/>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30" name="VOORBEELD">
              <a:extLst>
                <a:ext uri="{FF2B5EF4-FFF2-40B4-BE49-F238E27FC236}">
                  <a16:creationId xmlns:a16="http://schemas.microsoft.com/office/drawing/2014/main" id="{BCBE1EE9-F025-40A3-DAA5-C00A8F948100}"/>
                </a:ext>
              </a:extLst>
            </p:cNvPr>
            <p:cNvGrpSpPr/>
            <p:nvPr userDrawn="1"/>
          </p:nvGrpSpPr>
          <p:grpSpPr>
            <a:xfrm>
              <a:off x="-3605171" y="458674"/>
              <a:ext cx="3234311" cy="558875"/>
              <a:chOff x="-3605171" y="458674"/>
              <a:chExt cx="3234311" cy="558875"/>
            </a:xfrm>
          </p:grpSpPr>
          <p:sp>
            <p:nvSpPr>
              <p:cNvPr id="37" name="Rechthoek 36">
                <a:extLst>
                  <a:ext uri="{FF2B5EF4-FFF2-40B4-BE49-F238E27FC236}">
                    <a16:creationId xmlns:a16="http://schemas.microsoft.com/office/drawing/2014/main" id="{6D4FCD4E-E6C2-559E-740C-BD3369614F9E}"/>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en-GB" sz="900" b="1" noProof="0" dirty="0">
                    <a:solidFill>
                      <a:srgbClr val="211F26"/>
                    </a:solidFill>
                    <a:latin typeface="Calibri" panose="020F0502020204030204" pitchFamily="34" charset="0"/>
                    <a:cs typeface="Calibri" panose="020F0502020204030204" pitchFamily="34" charset="0"/>
                  </a:rPr>
                  <a:t>Home</a:t>
                </a:r>
              </a:p>
            </p:txBody>
          </p:sp>
          <p:sp>
            <p:nvSpPr>
              <p:cNvPr id="38" name="Rechthoek 37">
                <a:extLst>
                  <a:ext uri="{FF2B5EF4-FFF2-40B4-BE49-F238E27FC236}">
                    <a16:creationId xmlns:a16="http://schemas.microsoft.com/office/drawing/2014/main" id="{F538757F-568E-4976-EF92-B878B06C8347}"/>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nvGrpSpPr>
              <p:cNvPr id="39" name="Groep 38">
                <a:extLst>
                  <a:ext uri="{FF2B5EF4-FFF2-40B4-BE49-F238E27FC236}">
                    <a16:creationId xmlns:a16="http://schemas.microsoft.com/office/drawing/2014/main" id="{8174DEE9-1EA6-20ED-3D9D-BB2603482DE8}"/>
                  </a:ext>
                </a:extLst>
              </p:cNvPr>
              <p:cNvGrpSpPr/>
              <p:nvPr userDrawn="1"/>
            </p:nvGrpSpPr>
            <p:grpSpPr>
              <a:xfrm>
                <a:off x="-3386247" y="830871"/>
                <a:ext cx="139423" cy="109566"/>
                <a:chOff x="-2866744" y="827071"/>
                <a:chExt cx="168701" cy="132575"/>
              </a:xfrm>
            </p:grpSpPr>
            <p:grpSp>
              <p:nvGrpSpPr>
                <p:cNvPr id="70" name="Groep 69">
                  <a:extLst>
                    <a:ext uri="{FF2B5EF4-FFF2-40B4-BE49-F238E27FC236}">
                      <a16:creationId xmlns:a16="http://schemas.microsoft.com/office/drawing/2014/main" id="{0D1A3735-2B7A-FFC7-051F-149C12647F5A}"/>
                    </a:ext>
                  </a:extLst>
                </p:cNvPr>
                <p:cNvGrpSpPr/>
                <p:nvPr userDrawn="1"/>
              </p:nvGrpSpPr>
              <p:grpSpPr>
                <a:xfrm>
                  <a:off x="-2866744" y="827071"/>
                  <a:ext cx="168701" cy="132575"/>
                  <a:chOff x="-2866744" y="827071"/>
                  <a:chExt cx="168701" cy="132575"/>
                </a:xfrm>
              </p:grpSpPr>
              <p:cxnSp>
                <p:nvCxnSpPr>
                  <p:cNvPr id="72" name="Rechte verbindingslijn 71">
                    <a:extLst>
                      <a:ext uri="{FF2B5EF4-FFF2-40B4-BE49-F238E27FC236}">
                        <a16:creationId xmlns:a16="http://schemas.microsoft.com/office/drawing/2014/main" id="{64E3276F-49E2-0662-ECF1-9C8A1C0E0CBA}"/>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3" name="Rechte verbindingslijn 72">
                    <a:extLst>
                      <a:ext uri="{FF2B5EF4-FFF2-40B4-BE49-F238E27FC236}">
                        <a16:creationId xmlns:a16="http://schemas.microsoft.com/office/drawing/2014/main" id="{F64D2204-8B03-7D97-0C60-288B8466B4C7}"/>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4" name="Rechte verbindingslijn 73">
                    <a:extLst>
                      <a:ext uri="{FF2B5EF4-FFF2-40B4-BE49-F238E27FC236}">
                        <a16:creationId xmlns:a16="http://schemas.microsoft.com/office/drawing/2014/main" id="{C2604207-5D6B-EF04-2B7A-80E2010DBE8B}"/>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5" name="Rechte verbindingslijn 74">
                    <a:extLst>
                      <a:ext uri="{FF2B5EF4-FFF2-40B4-BE49-F238E27FC236}">
                        <a16:creationId xmlns:a16="http://schemas.microsoft.com/office/drawing/2014/main" id="{B408F0C2-D0E5-B3F9-CDCB-95445399A272}"/>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6" name="Rechte verbindingslijn 75">
                    <a:extLst>
                      <a:ext uri="{FF2B5EF4-FFF2-40B4-BE49-F238E27FC236}">
                        <a16:creationId xmlns:a16="http://schemas.microsoft.com/office/drawing/2014/main" id="{724B0BCE-2A38-E76C-9EA2-2C55A56D3491}"/>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1" name="Pijl: rechts 70">
                  <a:extLst>
                    <a:ext uri="{FF2B5EF4-FFF2-40B4-BE49-F238E27FC236}">
                      <a16:creationId xmlns:a16="http://schemas.microsoft.com/office/drawing/2014/main" id="{C33085CB-98EA-39F4-85B3-7753B789EE4B}"/>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40" name="Groep 39">
                <a:extLst>
                  <a:ext uri="{FF2B5EF4-FFF2-40B4-BE49-F238E27FC236}">
                    <a16:creationId xmlns:a16="http://schemas.microsoft.com/office/drawing/2014/main" id="{211BFD96-7DB8-EEE6-7010-BCB6BA4C543F}"/>
                  </a:ext>
                </a:extLst>
              </p:cNvPr>
              <p:cNvGrpSpPr/>
              <p:nvPr userDrawn="1"/>
            </p:nvGrpSpPr>
            <p:grpSpPr>
              <a:xfrm>
                <a:off x="-3605171" y="830871"/>
                <a:ext cx="139423" cy="109566"/>
                <a:chOff x="-2866744" y="518074"/>
                <a:chExt cx="168701" cy="132575"/>
              </a:xfrm>
            </p:grpSpPr>
            <p:grpSp>
              <p:nvGrpSpPr>
                <p:cNvPr id="63" name="Groep 62">
                  <a:extLst>
                    <a:ext uri="{FF2B5EF4-FFF2-40B4-BE49-F238E27FC236}">
                      <a16:creationId xmlns:a16="http://schemas.microsoft.com/office/drawing/2014/main" id="{259AB1ED-C075-609B-CE74-4A2A4D0B2906}"/>
                    </a:ext>
                  </a:extLst>
                </p:cNvPr>
                <p:cNvGrpSpPr/>
                <p:nvPr userDrawn="1"/>
              </p:nvGrpSpPr>
              <p:grpSpPr>
                <a:xfrm>
                  <a:off x="-2866744" y="518074"/>
                  <a:ext cx="168701" cy="132575"/>
                  <a:chOff x="-2866744" y="518074"/>
                  <a:chExt cx="168701" cy="132575"/>
                </a:xfrm>
              </p:grpSpPr>
              <p:cxnSp>
                <p:nvCxnSpPr>
                  <p:cNvPr id="65" name="Rechte verbindingslijn 64">
                    <a:extLst>
                      <a:ext uri="{FF2B5EF4-FFF2-40B4-BE49-F238E27FC236}">
                        <a16:creationId xmlns:a16="http://schemas.microsoft.com/office/drawing/2014/main" id="{CD8A9BA2-5A9F-EAE1-5568-4D6D601A866A}"/>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6" name="Rechte verbindingslijn 65">
                    <a:extLst>
                      <a:ext uri="{FF2B5EF4-FFF2-40B4-BE49-F238E27FC236}">
                        <a16:creationId xmlns:a16="http://schemas.microsoft.com/office/drawing/2014/main" id="{C2D8F76A-79D8-E421-3CA4-A053AE88A424}"/>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7" name="Rechte verbindingslijn 66">
                    <a:extLst>
                      <a:ext uri="{FF2B5EF4-FFF2-40B4-BE49-F238E27FC236}">
                        <a16:creationId xmlns:a16="http://schemas.microsoft.com/office/drawing/2014/main" id="{CB7FB5FE-22DF-9FE1-40CA-3DF9C034060B}"/>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68" name="Rechte verbindingslijn 67">
                    <a:extLst>
                      <a:ext uri="{FF2B5EF4-FFF2-40B4-BE49-F238E27FC236}">
                        <a16:creationId xmlns:a16="http://schemas.microsoft.com/office/drawing/2014/main" id="{478A052E-2E80-0B09-7391-A07054E9D63E}"/>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69" name="Rechte verbindingslijn 68">
                    <a:extLst>
                      <a:ext uri="{FF2B5EF4-FFF2-40B4-BE49-F238E27FC236}">
                        <a16:creationId xmlns:a16="http://schemas.microsoft.com/office/drawing/2014/main" id="{0EE57897-7B96-6834-B33C-C46342E0F2D8}"/>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4" name="Pijl: rechts 63">
                  <a:extLst>
                    <a:ext uri="{FF2B5EF4-FFF2-40B4-BE49-F238E27FC236}">
                      <a16:creationId xmlns:a16="http://schemas.microsoft.com/office/drawing/2014/main" id="{1EE7C1A8-F4A3-2DFD-F5D3-1DBBD741C637}"/>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cxnSp>
            <p:nvCxnSpPr>
              <p:cNvPr id="41" name="Rechte verbindingslijn 40">
                <a:extLst>
                  <a:ext uri="{FF2B5EF4-FFF2-40B4-BE49-F238E27FC236}">
                    <a16:creationId xmlns:a16="http://schemas.microsoft.com/office/drawing/2014/main" id="{D5EE5550-53F1-A3FA-624E-D82C7A4806CE}"/>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42" name="Rechte verbindingslijn 41">
                <a:extLst>
                  <a:ext uri="{FF2B5EF4-FFF2-40B4-BE49-F238E27FC236}">
                    <a16:creationId xmlns:a16="http://schemas.microsoft.com/office/drawing/2014/main" id="{976EC336-1566-A061-0BFC-9D665C8B018C}"/>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43" name="Rechthoek 42">
                <a:extLst>
                  <a:ext uri="{FF2B5EF4-FFF2-40B4-BE49-F238E27FC236}">
                    <a16:creationId xmlns:a16="http://schemas.microsoft.com/office/drawing/2014/main" id="{4CCB6AAC-6450-2ED9-21C1-390C5D84C5D7}"/>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Text level down</a:t>
                </a:r>
              </a:p>
            </p:txBody>
          </p:sp>
          <p:sp>
            <p:nvSpPr>
              <p:cNvPr id="44" name="Rechthoek 43">
                <a:extLst>
                  <a:ext uri="{FF2B5EF4-FFF2-40B4-BE49-F238E27FC236}">
                    <a16:creationId xmlns:a16="http://schemas.microsoft.com/office/drawing/2014/main" id="{D09BBA50-E454-731D-445E-61A0E20CAFD1}"/>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Text level up</a:t>
                </a:r>
              </a:p>
            </p:txBody>
          </p:sp>
          <p:grpSp>
            <p:nvGrpSpPr>
              <p:cNvPr id="45" name="Groep 44">
                <a:extLst>
                  <a:ext uri="{FF2B5EF4-FFF2-40B4-BE49-F238E27FC236}">
                    <a16:creationId xmlns:a16="http://schemas.microsoft.com/office/drawing/2014/main" id="{E6299F8D-2530-CD86-49B1-B21076DE7FD1}"/>
                  </a:ext>
                </a:extLst>
              </p:cNvPr>
              <p:cNvGrpSpPr/>
              <p:nvPr userDrawn="1"/>
            </p:nvGrpSpPr>
            <p:grpSpPr>
              <a:xfrm>
                <a:off x="-2916763" y="769168"/>
                <a:ext cx="268738" cy="248381"/>
                <a:chOff x="-2916763" y="769168"/>
                <a:chExt cx="268738" cy="248381"/>
              </a:xfrm>
            </p:grpSpPr>
            <p:sp>
              <p:nvSpPr>
                <p:cNvPr id="55" name="Rechthoek 54">
                  <a:extLst>
                    <a:ext uri="{FF2B5EF4-FFF2-40B4-BE49-F238E27FC236}">
                      <a16:creationId xmlns:a16="http://schemas.microsoft.com/office/drawing/2014/main" id="{B6BA80A6-3080-1B5D-9BA0-2E05C4C2DFC4}"/>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en-GB" sz="1050" b="0" noProof="0" dirty="0">
                    <a:solidFill>
                      <a:srgbClr val="211F26"/>
                    </a:solidFill>
                    <a:latin typeface="Calibri" panose="020F0502020204030204" pitchFamily="34" charset="0"/>
                    <a:cs typeface="Calibri" panose="020F0502020204030204" pitchFamily="34" charset="0"/>
                  </a:endParaRPr>
                </a:p>
              </p:txBody>
            </p:sp>
            <p:grpSp>
              <p:nvGrpSpPr>
                <p:cNvPr id="56" name="Groep 55">
                  <a:extLst>
                    <a:ext uri="{FF2B5EF4-FFF2-40B4-BE49-F238E27FC236}">
                      <a16:creationId xmlns:a16="http://schemas.microsoft.com/office/drawing/2014/main" id="{9554AB33-7133-1169-EDDC-77429B9C16A4}"/>
                    </a:ext>
                  </a:extLst>
                </p:cNvPr>
                <p:cNvGrpSpPr/>
                <p:nvPr userDrawn="1"/>
              </p:nvGrpSpPr>
              <p:grpSpPr>
                <a:xfrm>
                  <a:off x="-2866744" y="827071"/>
                  <a:ext cx="168701" cy="132575"/>
                  <a:chOff x="-2866744" y="827071"/>
                  <a:chExt cx="168701" cy="132575"/>
                </a:xfrm>
              </p:grpSpPr>
              <p:cxnSp>
                <p:nvCxnSpPr>
                  <p:cNvPr id="58" name="Rechte verbindingslijn 57">
                    <a:extLst>
                      <a:ext uri="{FF2B5EF4-FFF2-40B4-BE49-F238E27FC236}">
                        <a16:creationId xmlns:a16="http://schemas.microsoft.com/office/drawing/2014/main" id="{493F65E9-5995-281D-B5E6-D05B120B5DBD}"/>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59" name="Rechte verbindingslijn 58">
                    <a:extLst>
                      <a:ext uri="{FF2B5EF4-FFF2-40B4-BE49-F238E27FC236}">
                        <a16:creationId xmlns:a16="http://schemas.microsoft.com/office/drawing/2014/main" id="{A4968D85-AB9D-DDFB-CDDD-8430ECE46EB4}"/>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60" name="Rechte verbindingslijn 59">
                    <a:extLst>
                      <a:ext uri="{FF2B5EF4-FFF2-40B4-BE49-F238E27FC236}">
                        <a16:creationId xmlns:a16="http://schemas.microsoft.com/office/drawing/2014/main" id="{2D3ADD57-7DCA-42D2-78F4-7D31A2159A9E}"/>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1" name="Rechte verbindingslijn 60">
                    <a:extLst>
                      <a:ext uri="{FF2B5EF4-FFF2-40B4-BE49-F238E27FC236}">
                        <a16:creationId xmlns:a16="http://schemas.microsoft.com/office/drawing/2014/main" id="{DD1210B4-9A58-1F7D-1F68-6FA23AD1B645}"/>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2" name="Rechte verbindingslijn 61">
                    <a:extLst>
                      <a:ext uri="{FF2B5EF4-FFF2-40B4-BE49-F238E27FC236}">
                        <a16:creationId xmlns:a16="http://schemas.microsoft.com/office/drawing/2014/main" id="{BABAC1B0-CED1-B770-5C1F-1E28A9CF594F}"/>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7" name="Pijl: rechts 56">
                  <a:extLst>
                    <a:ext uri="{FF2B5EF4-FFF2-40B4-BE49-F238E27FC236}">
                      <a16:creationId xmlns:a16="http://schemas.microsoft.com/office/drawing/2014/main" id="{0D11D7DA-EA9F-B8F5-4069-C3537032C7BA}"/>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46" name="Groep 45">
                <a:extLst>
                  <a:ext uri="{FF2B5EF4-FFF2-40B4-BE49-F238E27FC236}">
                    <a16:creationId xmlns:a16="http://schemas.microsoft.com/office/drawing/2014/main" id="{339BAD63-756C-7F62-0EBB-D926343AC496}"/>
                  </a:ext>
                </a:extLst>
              </p:cNvPr>
              <p:cNvGrpSpPr/>
              <p:nvPr userDrawn="1"/>
            </p:nvGrpSpPr>
            <p:grpSpPr>
              <a:xfrm>
                <a:off x="-2916763" y="460171"/>
                <a:ext cx="268738" cy="248381"/>
                <a:chOff x="-2916763" y="460171"/>
                <a:chExt cx="268738" cy="248381"/>
              </a:xfrm>
            </p:grpSpPr>
            <p:sp>
              <p:nvSpPr>
                <p:cNvPr id="47" name="Rechthoek 46">
                  <a:extLst>
                    <a:ext uri="{FF2B5EF4-FFF2-40B4-BE49-F238E27FC236}">
                      <a16:creationId xmlns:a16="http://schemas.microsoft.com/office/drawing/2014/main" id="{6390F651-A213-85A1-438F-DA57CB84D7D3}"/>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en-GB" sz="1050" b="0" noProof="0" dirty="0">
                    <a:solidFill>
                      <a:srgbClr val="211F26"/>
                    </a:solidFill>
                    <a:latin typeface="Calibri" panose="020F0502020204030204" pitchFamily="34" charset="0"/>
                    <a:cs typeface="Calibri" panose="020F0502020204030204" pitchFamily="34" charset="0"/>
                  </a:endParaRPr>
                </a:p>
              </p:txBody>
            </p:sp>
            <p:grpSp>
              <p:nvGrpSpPr>
                <p:cNvPr id="48" name="Groep 47">
                  <a:extLst>
                    <a:ext uri="{FF2B5EF4-FFF2-40B4-BE49-F238E27FC236}">
                      <a16:creationId xmlns:a16="http://schemas.microsoft.com/office/drawing/2014/main" id="{94CE63C1-616F-141B-D19C-DED13D6C6588}"/>
                    </a:ext>
                  </a:extLst>
                </p:cNvPr>
                <p:cNvGrpSpPr/>
                <p:nvPr userDrawn="1"/>
              </p:nvGrpSpPr>
              <p:grpSpPr>
                <a:xfrm>
                  <a:off x="-2866744" y="518074"/>
                  <a:ext cx="168701" cy="132575"/>
                  <a:chOff x="-2866744" y="518074"/>
                  <a:chExt cx="168701" cy="132575"/>
                </a:xfrm>
              </p:grpSpPr>
              <p:cxnSp>
                <p:nvCxnSpPr>
                  <p:cNvPr id="50" name="Rechte verbindingslijn 49">
                    <a:extLst>
                      <a:ext uri="{FF2B5EF4-FFF2-40B4-BE49-F238E27FC236}">
                        <a16:creationId xmlns:a16="http://schemas.microsoft.com/office/drawing/2014/main" id="{BF0C2197-CACB-B4E4-A2E4-566797CD7E2F}"/>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1" name="Rechte verbindingslijn 50">
                    <a:extLst>
                      <a:ext uri="{FF2B5EF4-FFF2-40B4-BE49-F238E27FC236}">
                        <a16:creationId xmlns:a16="http://schemas.microsoft.com/office/drawing/2014/main" id="{190BDEE9-CF49-BE46-5188-5D10ACDA5F26}"/>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2" name="Rechte verbindingslijn 51">
                    <a:extLst>
                      <a:ext uri="{FF2B5EF4-FFF2-40B4-BE49-F238E27FC236}">
                        <a16:creationId xmlns:a16="http://schemas.microsoft.com/office/drawing/2014/main" id="{C52FB0A9-A081-6ABD-0104-4D69BC6047C5}"/>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3" name="Rechte verbindingslijn 52">
                    <a:extLst>
                      <a:ext uri="{FF2B5EF4-FFF2-40B4-BE49-F238E27FC236}">
                        <a16:creationId xmlns:a16="http://schemas.microsoft.com/office/drawing/2014/main" id="{90AADF44-5DAD-C621-08AF-BA2CECCC2866}"/>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4" name="Rechte verbindingslijn 53">
                    <a:extLst>
                      <a:ext uri="{FF2B5EF4-FFF2-40B4-BE49-F238E27FC236}">
                        <a16:creationId xmlns:a16="http://schemas.microsoft.com/office/drawing/2014/main" id="{F34EBD70-3E9F-6F1F-5976-97222BD624C2}"/>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49" name="Pijl: rechts 48">
                  <a:extLst>
                    <a:ext uri="{FF2B5EF4-FFF2-40B4-BE49-F238E27FC236}">
                      <a16:creationId xmlns:a16="http://schemas.microsoft.com/office/drawing/2014/main" id="{F2DF7555-0BAD-5E82-C70F-311AF2D096A2}"/>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grpSp>
          <p:nvGrpSpPr>
            <p:cNvPr id="31" name="Groep 30">
              <a:extLst>
                <a:ext uri="{FF2B5EF4-FFF2-40B4-BE49-F238E27FC236}">
                  <a16:creationId xmlns:a16="http://schemas.microsoft.com/office/drawing/2014/main" id="{F5190837-775F-410C-906A-BB5FCA95E368}"/>
                </a:ext>
              </a:extLst>
            </p:cNvPr>
            <p:cNvGrpSpPr/>
            <p:nvPr userDrawn="1"/>
          </p:nvGrpSpPr>
          <p:grpSpPr>
            <a:xfrm>
              <a:off x="-938434" y="4663037"/>
              <a:ext cx="627798" cy="576693"/>
              <a:chOff x="-1753862" y="6112775"/>
              <a:chExt cx="759635" cy="697798"/>
            </a:xfrm>
          </p:grpSpPr>
          <p:grpSp>
            <p:nvGrpSpPr>
              <p:cNvPr id="32" name="Inspireren">
                <a:extLst>
                  <a:ext uri="{FF2B5EF4-FFF2-40B4-BE49-F238E27FC236}">
                    <a16:creationId xmlns:a16="http://schemas.microsoft.com/office/drawing/2014/main" id="{D30132C9-2025-5C44-46AE-221ABEFB5E0F}"/>
                  </a:ext>
                </a:extLst>
              </p:cNvPr>
              <p:cNvGrpSpPr>
                <a:grpSpLocks noChangeAspect="1"/>
              </p:cNvGrpSpPr>
              <p:nvPr userDrawn="1"/>
            </p:nvGrpSpPr>
            <p:grpSpPr bwMode="auto">
              <a:xfrm>
                <a:off x="-1484858" y="6112775"/>
                <a:ext cx="205431" cy="293286"/>
                <a:chOff x="4768" y="2783"/>
                <a:chExt cx="788" cy="1125"/>
              </a:xfrm>
              <a:gradFill>
                <a:gsLst>
                  <a:gs pos="0">
                    <a:srgbClr val="9D9FA1"/>
                  </a:gs>
                  <a:gs pos="70000">
                    <a:srgbClr val="211F26"/>
                  </a:gs>
                </a:gsLst>
                <a:lin ang="2700000" scaled="0"/>
              </a:gradFill>
            </p:grpSpPr>
            <p:sp>
              <p:nvSpPr>
                <p:cNvPr id="34" name="Freeform 12">
                  <a:extLst>
                    <a:ext uri="{FF2B5EF4-FFF2-40B4-BE49-F238E27FC236}">
                      <a16:creationId xmlns:a16="http://schemas.microsoft.com/office/drawing/2014/main" id="{DCDB8C4F-1930-4C7B-600F-9099358475E1}"/>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35" name="Freeform 13">
                  <a:extLst>
                    <a:ext uri="{FF2B5EF4-FFF2-40B4-BE49-F238E27FC236}">
                      <a16:creationId xmlns:a16="http://schemas.microsoft.com/office/drawing/2014/main" id="{0F4655FA-5BCA-5C0C-7839-6BDE067F0D8D}"/>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36" name="Freeform 14">
                  <a:extLst>
                    <a:ext uri="{FF2B5EF4-FFF2-40B4-BE49-F238E27FC236}">
                      <a16:creationId xmlns:a16="http://schemas.microsoft.com/office/drawing/2014/main" id="{4C8E76B0-8063-A13C-8266-95910CE7688C}"/>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33" name="Tekstvak 32">
                <a:extLst>
                  <a:ext uri="{FF2B5EF4-FFF2-40B4-BE49-F238E27FC236}">
                    <a16:creationId xmlns:a16="http://schemas.microsoft.com/office/drawing/2014/main" id="{771AE7A1-D522-5F70-E69D-F82BBBDBD65D}"/>
                  </a:ext>
                </a:extLst>
              </p:cNvPr>
              <p:cNvSpPr txBox="1"/>
              <p:nvPr userDrawn="1"/>
            </p:nvSpPr>
            <p:spPr>
              <a:xfrm>
                <a:off x="-1753862" y="6420664"/>
                <a:ext cx="759635" cy="38990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grpSp>
      <p:sp>
        <p:nvSpPr>
          <p:cNvPr id="80" name="Picture Placeholder 80">
            <a:extLst>
              <a:ext uri="{FF2B5EF4-FFF2-40B4-BE49-F238E27FC236}">
                <a16:creationId xmlns:a16="http://schemas.microsoft.com/office/drawing/2014/main" id="{16DAD886-2BDA-7136-BE1F-25D997F24910}"/>
              </a:ext>
            </a:extLst>
          </p:cNvPr>
          <p:cNvSpPr>
            <a:spLocks noGrp="1"/>
          </p:cNvSpPr>
          <p:nvPr>
            <p:ph type="pic" sz="quarter" idx="22" hasCustomPrompt="1"/>
          </p:nvPr>
        </p:nvSpPr>
        <p:spPr>
          <a:xfrm>
            <a:off x="718666" y="2801336"/>
            <a:ext cx="10749600" cy="3182400"/>
          </a:xfrm>
        </p:spPr>
        <p:txBody>
          <a:bodyPr/>
          <a:lstStyle>
            <a:lvl1pPr>
              <a:defRPr/>
            </a:lvl1pPr>
          </a:lstStyle>
          <a:p>
            <a:r>
              <a:rPr lang="en-US" dirty="0"/>
              <a:t>Picture</a:t>
            </a:r>
            <a:endParaRPr lang="LID4096" dirty="0"/>
          </a:p>
        </p:txBody>
      </p:sp>
      <p:sp>
        <p:nvSpPr>
          <p:cNvPr id="81" name="Rectangle 80">
            <a:extLst>
              <a:ext uri="{FF2B5EF4-FFF2-40B4-BE49-F238E27FC236}">
                <a16:creationId xmlns:a16="http://schemas.microsoft.com/office/drawing/2014/main" id="{721AB82D-2664-42C1-7AAE-04862D17BD0B}"/>
              </a:ext>
            </a:extLst>
          </p:cNvPr>
          <p:cNvSpPr/>
          <p:nvPr userDrawn="1"/>
        </p:nvSpPr>
        <p:spPr>
          <a:xfrm>
            <a:off x="718666" y="-1"/>
            <a:ext cx="10751096" cy="3736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r>
              <a:rPr lang="en-US" sz="1600" dirty="0"/>
              <a:t>Objective | Background | Methods | Results | Conclusions</a:t>
            </a:r>
            <a:endParaRPr lang="LID4096" sz="1600" dirty="0" err="1"/>
          </a:p>
        </p:txBody>
      </p:sp>
    </p:spTree>
    <p:extLst>
      <p:ext uri="{BB962C8B-B14F-4D97-AF65-F5344CB8AC3E}">
        <p14:creationId xmlns:p14="http://schemas.microsoft.com/office/powerpoint/2010/main" val="2699054879"/>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mage (S) + text | light mode">
    <p:bg>
      <p:bgPr>
        <a:solidFill>
          <a:schemeClr val="bg1"/>
        </a:solidFill>
        <a:effectLst/>
      </p:bgPr>
    </p:bg>
    <p:spTree>
      <p:nvGrpSpPr>
        <p:cNvPr id="1" name=""/>
        <p:cNvGrpSpPr/>
        <p:nvPr/>
      </p:nvGrpSpPr>
      <p:grpSpPr>
        <a:xfrm>
          <a:off x="0" y="0"/>
          <a:ext cx="0" cy="0"/>
          <a:chOff x="0" y="0"/>
          <a:chExt cx="0" cy="0"/>
        </a:xfrm>
      </p:grpSpPr>
      <p:sp>
        <p:nvSpPr>
          <p:cNvPr id="9" name="Tijdelijke aanduiding voor afbeelding 16">
            <a:extLst>
              <a:ext uri="{FF2B5EF4-FFF2-40B4-BE49-F238E27FC236}">
                <a16:creationId xmlns:a16="http://schemas.microsoft.com/office/drawing/2014/main" id="{01448C0E-861A-455D-A196-874AFA9BF79C}"/>
              </a:ext>
            </a:extLst>
          </p:cNvPr>
          <p:cNvSpPr>
            <a:spLocks noGrp="1"/>
          </p:cNvSpPr>
          <p:nvPr>
            <p:ph type="pic" sz="quarter" idx="13" hasCustomPrompt="1"/>
          </p:nvPr>
        </p:nvSpPr>
        <p:spPr>
          <a:xfrm>
            <a:off x="-1" y="0"/>
            <a:ext cx="3735859" cy="6858000"/>
          </a:xfrm>
          <a:pattFill prst="pct60">
            <a:fgClr>
              <a:schemeClr val="bg1">
                <a:lumMod val="95000"/>
              </a:schemeClr>
            </a:fgClr>
            <a:bgClr>
              <a:schemeClr val="bg1">
                <a:lumMod val="85000"/>
              </a:schemeClr>
            </a:bgClr>
          </a:patt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the tab </a:t>
            </a:r>
            <a:br>
              <a:rPr lang="en-GB" noProof="0" dirty="0"/>
            </a:br>
            <a:r>
              <a:rPr lang="en-GB" noProof="0" dirty="0"/>
              <a:t>‘</a:t>
            </a:r>
            <a:r>
              <a:rPr lang="en-GB" noProof="0" dirty="0" err="1"/>
              <a:t>Slidebuilder</a:t>
            </a:r>
            <a:r>
              <a:rPr lang="en-GB" noProof="0" dirty="0"/>
              <a:t>’, click on ‘</a:t>
            </a:r>
            <a:r>
              <a:rPr lang="en-GB" noProof="0" dirty="0" err="1"/>
              <a:t>Images’,select</a:t>
            </a:r>
            <a:r>
              <a:rPr lang="en-GB" noProof="0" dirty="0"/>
              <a:t> </a:t>
            </a:r>
            <a:br>
              <a:rPr lang="en-GB" noProof="0" dirty="0"/>
            </a:br>
            <a:r>
              <a:rPr lang="en-GB" noProof="0" dirty="0"/>
              <a:t>the preferred image and click on ‘Insert’.</a:t>
            </a:r>
          </a:p>
        </p:txBody>
      </p:sp>
      <p:sp>
        <p:nvSpPr>
          <p:cNvPr id="3" name="Tijdelijke aanduiding voor verticale tekst 2">
            <a:extLst>
              <a:ext uri="{FF2B5EF4-FFF2-40B4-BE49-F238E27FC236}">
                <a16:creationId xmlns:a16="http://schemas.microsoft.com/office/drawing/2014/main" id="{3B184817-515D-4870-8CED-0DECE6FF2FC8}"/>
              </a:ext>
            </a:extLst>
          </p:cNvPr>
          <p:cNvSpPr>
            <a:spLocks noGrp="1"/>
          </p:cNvSpPr>
          <p:nvPr>
            <p:ph type="body" orient="vert" idx="1" hasCustomPrompt="1"/>
          </p:nvPr>
        </p:nvSpPr>
        <p:spPr>
          <a:xfrm>
            <a:off x="4453622" y="1569104"/>
            <a:ext cx="7016140" cy="4431646"/>
          </a:xfrm>
        </p:spPr>
        <p:txBody>
          <a:bodyPr vert="horz"/>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noProof="0" dirty="0"/>
              <a:t>Bullet</a:t>
            </a:r>
          </a:p>
          <a:p>
            <a:pPr lvl="1"/>
            <a:r>
              <a:rPr lang="en-GB" noProof="0" dirty="0"/>
              <a:t>Sub-bullet </a:t>
            </a:r>
          </a:p>
          <a:p>
            <a:pPr lvl="2"/>
            <a:r>
              <a:rPr lang="en-GB" noProof="0" dirty="0"/>
              <a:t>Default text</a:t>
            </a:r>
            <a:br>
              <a:rPr lang="en-GB" noProof="0" dirty="0"/>
            </a:br>
            <a:endParaRPr lang="en-GB" noProof="0" dirty="0"/>
          </a:p>
          <a:p>
            <a:pPr lvl="3"/>
            <a:r>
              <a:rPr lang="en-GB" noProof="0" dirty="0"/>
              <a:t>Title/Quote</a:t>
            </a:r>
          </a:p>
          <a:p>
            <a:pPr lvl="4"/>
            <a:r>
              <a:rPr lang="en-GB" noProof="0" dirty="0"/>
              <a:t>Subtitle</a:t>
            </a:r>
          </a:p>
          <a:p>
            <a:pPr lvl="5"/>
            <a:r>
              <a:rPr lang="en-GB" noProof="0" dirty="0"/>
              <a:t>Default text</a:t>
            </a:r>
            <a:br>
              <a:rPr lang="en-GB" noProof="0" dirty="0"/>
            </a:br>
            <a:endParaRPr lang="en-GB" noProof="0" dirty="0"/>
          </a:p>
          <a:p>
            <a:pPr lvl="6"/>
            <a:r>
              <a:rPr lang="en-GB" noProof="0" dirty="0"/>
              <a:t>Numerical bullet</a:t>
            </a:r>
          </a:p>
          <a:p>
            <a:pPr lvl="7"/>
            <a:r>
              <a:rPr lang="en-GB" noProof="0" dirty="0"/>
              <a:t>Alphabetical bullet</a:t>
            </a:r>
          </a:p>
          <a:p>
            <a:pPr lvl="8"/>
            <a:r>
              <a:rPr lang="en-GB" noProof="0" dirty="0"/>
              <a:t>Source</a:t>
            </a:r>
          </a:p>
          <a:p>
            <a:pPr lvl="8"/>
            <a:endParaRPr lang="en-GB" noProof="0" dirty="0"/>
          </a:p>
        </p:txBody>
      </p:sp>
      <p:sp>
        <p:nvSpPr>
          <p:cNvPr id="8" name="Rechthoek 7">
            <a:extLst>
              <a:ext uri="{FF2B5EF4-FFF2-40B4-BE49-F238E27FC236}">
                <a16:creationId xmlns:a16="http://schemas.microsoft.com/office/drawing/2014/main" id="{0F5F4741-7E9A-4CAB-94EB-11EAC243E80F}"/>
              </a:ext>
            </a:extLst>
          </p:cNvPr>
          <p:cNvSpPr/>
          <p:nvPr userDrawn="1"/>
        </p:nvSpPr>
        <p:spPr>
          <a:xfrm>
            <a:off x="0" y="-441330"/>
            <a:ext cx="3109826"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en-GB" sz="1800" b="1" cap="none" baseline="0" noProof="0" dirty="0">
                <a:solidFill>
                  <a:schemeClr val="accent1"/>
                </a:solidFill>
                <a:latin typeface="+mj-lt"/>
              </a:rPr>
              <a:t>Image (S) + text | light mode</a:t>
            </a:r>
          </a:p>
        </p:txBody>
      </p:sp>
      <p:sp>
        <p:nvSpPr>
          <p:cNvPr id="2" name="Tijdelijke aanduiding voor datum 1">
            <a:extLst>
              <a:ext uri="{FF2B5EF4-FFF2-40B4-BE49-F238E27FC236}">
                <a16:creationId xmlns:a16="http://schemas.microsoft.com/office/drawing/2014/main" id="{D2CC7142-B29C-44C0-A766-50C559F83F0D}"/>
              </a:ext>
            </a:extLst>
          </p:cNvPr>
          <p:cNvSpPr>
            <a:spLocks noGrp="1"/>
          </p:cNvSpPr>
          <p:nvPr>
            <p:ph type="dt" sz="half" idx="14"/>
          </p:nvPr>
        </p:nvSpPr>
        <p:spPr>
          <a:xfrm>
            <a:off x="10215497" y="6405669"/>
            <a:ext cx="697307" cy="184666"/>
          </a:xfrm>
        </p:spPr>
        <p:txBody>
          <a:bodyPr/>
          <a:lstStyle>
            <a:lvl1pPr>
              <a:defRPr>
                <a:solidFill>
                  <a:schemeClr val="tx2"/>
                </a:solidFill>
              </a:defRPr>
            </a:lvl1pPr>
          </a:lstStyle>
          <a:p>
            <a:r>
              <a:rPr lang="LID4096"/>
              <a:t>08/30/2024</a:t>
            </a:r>
            <a:endParaRPr lang="en-GB" dirty="0"/>
          </a:p>
        </p:txBody>
      </p:sp>
      <p:sp>
        <p:nvSpPr>
          <p:cNvPr id="5" name="Tijdelijke aanduiding voor dianummer 4">
            <a:extLst>
              <a:ext uri="{FF2B5EF4-FFF2-40B4-BE49-F238E27FC236}">
                <a16:creationId xmlns:a16="http://schemas.microsoft.com/office/drawing/2014/main" id="{CA4D5831-898C-467F-9278-A1AE8AFEACB0}"/>
              </a:ext>
            </a:extLst>
          </p:cNvPr>
          <p:cNvSpPr>
            <a:spLocks noGrp="1"/>
          </p:cNvSpPr>
          <p:nvPr>
            <p:ph type="sldNum" sz="quarter" idx="16"/>
          </p:nvPr>
        </p:nvSpPr>
        <p:spPr/>
        <p:txBody>
          <a:bodyPr/>
          <a:lstStyle>
            <a:lvl1pPr>
              <a:defRPr>
                <a:solidFill>
                  <a:schemeClr val="tx2"/>
                </a:solidFill>
              </a:defRPr>
            </a:lvl1pPr>
          </a:lstStyle>
          <a:p>
            <a:fld id="{9E843DB9-9987-4157-AB9C-CEA8D7D910BB}" type="slidenum">
              <a:rPr lang="en-GB" smtClean="0"/>
              <a:pPr/>
              <a:t>‹#›</a:t>
            </a:fld>
            <a:endParaRPr lang="en-GB" dirty="0"/>
          </a:p>
        </p:txBody>
      </p:sp>
      <p:sp>
        <p:nvSpPr>
          <p:cNvPr id="6" name="Titel 5">
            <a:extLst>
              <a:ext uri="{FF2B5EF4-FFF2-40B4-BE49-F238E27FC236}">
                <a16:creationId xmlns:a16="http://schemas.microsoft.com/office/drawing/2014/main" id="{E05E34B7-2C9E-9A98-E207-B06777DF2086}"/>
              </a:ext>
            </a:extLst>
          </p:cNvPr>
          <p:cNvSpPr>
            <a:spLocks noGrp="1"/>
          </p:cNvSpPr>
          <p:nvPr>
            <p:ph type="title" hasCustomPrompt="1"/>
          </p:nvPr>
        </p:nvSpPr>
        <p:spPr>
          <a:xfrm>
            <a:off x="4454057" y="722454"/>
            <a:ext cx="7015484" cy="323709"/>
          </a:xfrm>
        </p:spPr>
        <p:txBody>
          <a:bodyPr/>
          <a:lstStyle/>
          <a:p>
            <a:r>
              <a:rPr lang="en-GB" noProof="0" dirty="0"/>
              <a:t>Title goes here</a:t>
            </a:r>
            <a:endParaRPr lang="en-GB" dirty="0"/>
          </a:p>
        </p:txBody>
      </p:sp>
      <p:sp>
        <p:nvSpPr>
          <p:cNvPr id="20" name="Tijdelijke aanduiding voor tekst 18">
            <a:extLst>
              <a:ext uri="{FF2B5EF4-FFF2-40B4-BE49-F238E27FC236}">
                <a16:creationId xmlns:a16="http://schemas.microsoft.com/office/drawing/2014/main" id="{D67C0CDF-DF54-BAD6-CE34-0D10178A4EC3}"/>
              </a:ext>
            </a:extLst>
          </p:cNvPr>
          <p:cNvSpPr>
            <a:spLocks noGrp="1"/>
          </p:cNvSpPr>
          <p:nvPr>
            <p:ph type="body" sz="quarter" idx="18" hasCustomPrompt="1"/>
          </p:nvPr>
        </p:nvSpPr>
        <p:spPr>
          <a:xfrm>
            <a:off x="-1" y="4094329"/>
            <a:ext cx="3735859" cy="2763672"/>
          </a:xfrm>
          <a:gradFill flip="none" rotWithShape="1">
            <a:gsLst>
              <a:gs pos="0">
                <a:schemeClr val="tx1">
                  <a:alpha val="29000"/>
                </a:schemeClr>
              </a:gs>
              <a:gs pos="48000">
                <a:schemeClr val="tx1">
                  <a:alpha val="0"/>
                </a:schemeClr>
              </a:gs>
            </a:gsLst>
            <a:lin ang="16200000" scaled="1"/>
            <a:tileRect/>
          </a:gradFill>
        </p:spPr>
        <p:txBody>
          <a:bodyPr/>
          <a:lstStyle>
            <a:lvl1pPr marL="0" indent="0">
              <a:buNone/>
              <a:defRPr sz="100">
                <a:solidFill>
                  <a:schemeClr val="tx2">
                    <a:alpha val="0"/>
                  </a:schemeClr>
                </a:solidFill>
              </a:defRPr>
            </a:lvl1pPr>
          </a:lstStyle>
          <a:p>
            <a:pPr lvl="0"/>
            <a:r>
              <a:rPr lang="en-GB" dirty="0"/>
              <a:t> </a:t>
            </a:r>
          </a:p>
        </p:txBody>
      </p:sp>
      <p:sp>
        <p:nvSpPr>
          <p:cNvPr id="19" name="Tijdelijke aanduiding voor tekst 18">
            <a:extLst>
              <a:ext uri="{FF2B5EF4-FFF2-40B4-BE49-F238E27FC236}">
                <a16:creationId xmlns:a16="http://schemas.microsoft.com/office/drawing/2014/main" id="{BE9B9236-02AD-4FF6-37E4-BA4CB5E71A38}"/>
              </a:ext>
            </a:extLst>
          </p:cNvPr>
          <p:cNvSpPr>
            <a:spLocks noGrp="1" noRot="1" noMove="1" noResize="1" noEditPoints="1" noAdjustHandles="1" noChangeArrowheads="1" noChangeShapeType="1"/>
          </p:cNvSpPr>
          <p:nvPr>
            <p:ph type="body" sz="quarter" idx="17" hasCustomPrompt="1"/>
          </p:nvPr>
        </p:nvSpPr>
        <p:spPr>
          <a:xfrm>
            <a:off x="720362" y="6216736"/>
            <a:ext cx="961200" cy="381600"/>
          </a:xfrm>
          <a:blipFill>
            <a:blip r:embed="rId2">
              <a:lum bright="100000"/>
              <a:extLst>
                <a:ext uri="{96DAC541-7B7A-43D3-8B79-37D633B846F1}">
                  <asvg:svgBlip xmlns:asvg="http://schemas.microsoft.com/office/drawing/2016/SVG/main" r:embed="rId3"/>
                </a:ext>
              </a:extLst>
            </a:blip>
            <a:srcRect/>
            <a:stretch>
              <a:fillRect t="53" b="53"/>
            </a:stretch>
          </a:blipFill>
        </p:spPr>
        <p:txBody>
          <a:bodyPr/>
          <a:lstStyle>
            <a:lvl1pPr marL="0" indent="0">
              <a:buNone/>
              <a:defRPr sz="100">
                <a:solidFill>
                  <a:schemeClr val="tx2">
                    <a:alpha val="0"/>
                  </a:schemeClr>
                </a:solidFill>
              </a:defRPr>
            </a:lvl1pPr>
          </a:lstStyle>
          <a:p>
            <a:pPr lvl="0"/>
            <a:r>
              <a:rPr lang="en-GB" dirty="0"/>
              <a:t> </a:t>
            </a:r>
          </a:p>
        </p:txBody>
      </p:sp>
      <p:grpSp>
        <p:nvGrpSpPr>
          <p:cNvPr id="4" name="INSTRUCTION">
            <a:extLst>
              <a:ext uri="{FF2B5EF4-FFF2-40B4-BE49-F238E27FC236}">
                <a16:creationId xmlns:a16="http://schemas.microsoft.com/office/drawing/2014/main" id="{F2D62E5B-2074-698F-2ECC-2F629ED1F9D9}"/>
              </a:ext>
            </a:extLst>
          </p:cNvPr>
          <p:cNvGrpSpPr/>
          <p:nvPr userDrawn="1"/>
        </p:nvGrpSpPr>
        <p:grpSpPr>
          <a:xfrm>
            <a:off x="12377595" y="0"/>
            <a:ext cx="3693386" cy="5359349"/>
            <a:chOff x="-3786437" y="0"/>
            <a:chExt cx="3693386" cy="5359349"/>
          </a:xfrm>
        </p:grpSpPr>
        <p:sp>
          <p:nvSpPr>
            <p:cNvPr id="7" name="Rechthoek 6">
              <a:extLst>
                <a:ext uri="{FF2B5EF4-FFF2-40B4-BE49-F238E27FC236}">
                  <a16:creationId xmlns:a16="http://schemas.microsoft.com/office/drawing/2014/main" id="{DB779EAF-1727-F745-6A6C-C9D3A21E85FB}"/>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Choosing text levels</a:t>
              </a:r>
            </a:p>
          </p:txBody>
        </p:sp>
        <p:sp>
          <p:nvSpPr>
            <p:cNvPr id="10" name="Ovaal 9">
              <a:extLst>
                <a:ext uri="{FF2B5EF4-FFF2-40B4-BE49-F238E27FC236}">
                  <a16:creationId xmlns:a16="http://schemas.microsoft.com/office/drawing/2014/main" id="{D061AF3C-542B-3065-D7FA-87C187BFF5B0}"/>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1" name="Rechthoek 10">
              <a:extLst>
                <a:ext uri="{FF2B5EF4-FFF2-40B4-BE49-F238E27FC236}">
                  <a16:creationId xmlns:a16="http://schemas.microsoft.com/office/drawing/2014/main" id="{7DF58987-30D3-B3E7-6656-59120C32F32C}"/>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357188" marR="0" lvl="0" indent="-357188"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en-GB" sz="1400" b="0" i="0" u="none" strike="noStrike" kern="0" cap="none" spc="0" normalizeH="0" baseline="0" noProof="0" dirty="0">
                  <a:ln>
                    <a:noFill/>
                  </a:ln>
                  <a:solidFill>
                    <a:srgbClr val="000000"/>
                  </a:solidFill>
                  <a:effectLst/>
                  <a:uLnTx/>
                  <a:uFillTx/>
                  <a:latin typeface="+mj-lt"/>
                  <a:cs typeface="Calibri" panose="020F0502020204030204" pitchFamily="34" charset="0"/>
                </a:rPr>
                <a:t>Bullet</a:t>
              </a:r>
            </a:p>
          </p:txBody>
        </p:sp>
        <p:sp>
          <p:nvSpPr>
            <p:cNvPr id="12" name="Ovaal 11">
              <a:extLst>
                <a:ext uri="{FF2B5EF4-FFF2-40B4-BE49-F238E27FC236}">
                  <a16:creationId xmlns:a16="http://schemas.microsoft.com/office/drawing/2014/main" id="{E3E31377-AA32-F0E7-8FF5-8568C5F3723B}"/>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3" name="Rechthoek 12">
              <a:extLst>
                <a:ext uri="{FF2B5EF4-FFF2-40B4-BE49-F238E27FC236}">
                  <a16:creationId xmlns:a16="http://schemas.microsoft.com/office/drawing/2014/main" id="{15530573-E1FC-465C-55E0-FD584D31F42C}"/>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Under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‘Home’</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use the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list level-buttons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to choose a text level. </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Choose from:</a:t>
              </a:r>
            </a:p>
          </p:txBody>
        </p:sp>
        <p:sp>
          <p:nvSpPr>
            <p:cNvPr id="14" name="Rechthoek 13">
              <a:extLst>
                <a:ext uri="{FF2B5EF4-FFF2-40B4-BE49-F238E27FC236}">
                  <a16:creationId xmlns:a16="http://schemas.microsoft.com/office/drawing/2014/main" id="{1AEB255B-2AE6-F3C5-A98C-707217F48EE1}"/>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715963" marR="0" lvl="0" indent="-358775"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en-GB" sz="1400" b="0" i="0" u="none" strike="noStrike" kern="0" cap="none" spc="0" normalizeH="0" baseline="0" noProof="0" dirty="0">
                  <a:ln>
                    <a:noFill/>
                  </a:ln>
                  <a:solidFill>
                    <a:srgbClr val="000000"/>
                  </a:solidFill>
                  <a:effectLst/>
                  <a:uLnTx/>
                  <a:uFillTx/>
                  <a:latin typeface="+mj-lt"/>
                  <a:cs typeface="Calibri" panose="020F0502020204030204" pitchFamily="34" charset="0"/>
                </a:rPr>
                <a:t>Sub-bullet </a:t>
              </a:r>
            </a:p>
          </p:txBody>
        </p:sp>
        <p:sp>
          <p:nvSpPr>
            <p:cNvPr id="15" name="Ovaal 14">
              <a:extLst>
                <a:ext uri="{FF2B5EF4-FFF2-40B4-BE49-F238E27FC236}">
                  <a16:creationId xmlns:a16="http://schemas.microsoft.com/office/drawing/2014/main" id="{317F4415-A25D-5BE7-8828-3AF1F7DAA698}"/>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16" name="Rechthoek 15">
              <a:extLst>
                <a:ext uri="{FF2B5EF4-FFF2-40B4-BE49-F238E27FC236}">
                  <a16:creationId xmlns:a16="http://schemas.microsoft.com/office/drawing/2014/main" id="{F48334B0-BF47-BCFA-0C40-E1F429EE42EF}"/>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1400" b="0" i="0" u="none" strike="noStrike" kern="0" cap="none" spc="0" normalizeH="0" baseline="0" noProof="0" dirty="0">
                  <a:ln>
                    <a:noFill/>
                  </a:ln>
                  <a:solidFill>
                    <a:srgbClr val="000000"/>
                  </a:solidFill>
                  <a:effectLst/>
                  <a:uLnTx/>
                  <a:uFillTx/>
                  <a:latin typeface="+mj-lt"/>
                  <a:cs typeface="Calibri" panose="020F0502020204030204" pitchFamily="34" charset="0"/>
                </a:rPr>
                <a:t>Default text</a:t>
              </a:r>
            </a:p>
          </p:txBody>
        </p:sp>
        <p:sp>
          <p:nvSpPr>
            <p:cNvPr id="17" name="Ovaal 16">
              <a:extLst>
                <a:ext uri="{FF2B5EF4-FFF2-40B4-BE49-F238E27FC236}">
                  <a16:creationId xmlns:a16="http://schemas.microsoft.com/office/drawing/2014/main" id="{DC6FD95F-976B-269D-4186-B75729CD714A}"/>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18" name="Rechthoek 17">
              <a:extLst>
                <a:ext uri="{FF2B5EF4-FFF2-40B4-BE49-F238E27FC236}">
                  <a16:creationId xmlns:a16="http://schemas.microsoft.com/office/drawing/2014/main" id="{84B7A3AA-4D64-87DF-FBFA-A59A9F96F081}"/>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2400" b="1" i="0" u="none" strike="noStrike" kern="0" cap="none" spc="0" normalizeH="0" baseline="0" noProof="0" dirty="0">
                  <a:ln>
                    <a:noFill/>
                  </a:ln>
                  <a:solidFill>
                    <a:schemeClr val="tx1"/>
                  </a:solidFill>
                  <a:effectLst/>
                  <a:uLnTx/>
                  <a:uFillTx/>
                  <a:latin typeface="+mj-lt"/>
                  <a:cs typeface="Calibri" panose="020F0502020204030204" pitchFamily="34" charset="0"/>
                </a:rPr>
                <a:t>Title/Quote</a:t>
              </a:r>
            </a:p>
          </p:txBody>
        </p:sp>
        <p:sp>
          <p:nvSpPr>
            <p:cNvPr id="21" name="Ovaal 20">
              <a:extLst>
                <a:ext uri="{FF2B5EF4-FFF2-40B4-BE49-F238E27FC236}">
                  <a16:creationId xmlns:a16="http://schemas.microsoft.com/office/drawing/2014/main" id="{28533E2A-FD24-9778-2EDC-E3D3CD9D60A7}"/>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5</a:t>
              </a:r>
            </a:p>
          </p:txBody>
        </p:sp>
        <p:sp>
          <p:nvSpPr>
            <p:cNvPr id="22" name="Rechthoek 21">
              <a:extLst>
                <a:ext uri="{FF2B5EF4-FFF2-40B4-BE49-F238E27FC236}">
                  <a16:creationId xmlns:a16="http://schemas.microsoft.com/office/drawing/2014/main" id="{4083A13B-CAE8-A226-9C18-F8829598B96A}"/>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1800" b="0" i="0" u="none" strike="noStrike" kern="0" cap="none" spc="0" normalizeH="0" baseline="0" noProof="0" dirty="0">
                  <a:ln>
                    <a:noFill/>
                  </a:ln>
                  <a:solidFill>
                    <a:schemeClr val="accent1"/>
                  </a:solidFill>
                  <a:effectLst/>
                  <a:uLnTx/>
                  <a:uFillTx/>
                  <a:latin typeface="+mj-lt"/>
                  <a:cs typeface="Calibri" panose="020F0502020204030204" pitchFamily="34" charset="0"/>
                </a:rPr>
                <a:t>Subtitle</a:t>
              </a:r>
            </a:p>
          </p:txBody>
        </p:sp>
        <p:sp>
          <p:nvSpPr>
            <p:cNvPr id="23" name="Ovaal 22">
              <a:extLst>
                <a:ext uri="{FF2B5EF4-FFF2-40B4-BE49-F238E27FC236}">
                  <a16:creationId xmlns:a16="http://schemas.microsoft.com/office/drawing/2014/main" id="{294AC230-1397-3FB7-B911-34A02D739D7A}"/>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6</a:t>
              </a:r>
            </a:p>
          </p:txBody>
        </p:sp>
        <p:sp>
          <p:nvSpPr>
            <p:cNvPr id="24" name="Rechthoek 23">
              <a:extLst>
                <a:ext uri="{FF2B5EF4-FFF2-40B4-BE49-F238E27FC236}">
                  <a16:creationId xmlns:a16="http://schemas.microsoft.com/office/drawing/2014/main" id="{42037223-D6EC-4526-061E-7A21582C2C7B}"/>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357188" marR="0" lvl="0" indent="-357188" defTabSz="914400" eaLnBrk="1" fontAlgn="auto" latinLnBrk="0" hangingPunct="1">
                <a:lnSpc>
                  <a:spcPct val="100000"/>
                </a:lnSpc>
                <a:spcBef>
                  <a:spcPts val="600"/>
                </a:spcBef>
                <a:spcAft>
                  <a:spcPts val="600"/>
                </a:spcAft>
                <a:buClr>
                  <a:schemeClr val="accent1"/>
                </a:buClr>
                <a:buSzTx/>
                <a:buFont typeface="+mj-lt"/>
                <a:buAutoNum type="arabicPeriod"/>
                <a:tabLst/>
                <a:defRPr/>
              </a:pPr>
              <a:r>
                <a:rPr kumimoji="0" lang="en-GB" sz="1400" b="0" i="0" u="none" strike="noStrike" kern="0" cap="none" spc="0" normalizeH="0" baseline="0" noProof="0" dirty="0">
                  <a:ln>
                    <a:noFill/>
                  </a:ln>
                  <a:solidFill>
                    <a:schemeClr val="tx1"/>
                  </a:solidFill>
                  <a:effectLst/>
                  <a:uLnTx/>
                  <a:uFillTx/>
                  <a:latin typeface="+mj-lt"/>
                  <a:cs typeface="Calibri" panose="020F0502020204030204" pitchFamily="34" charset="0"/>
                </a:rPr>
                <a:t>Numerical bullet</a:t>
              </a:r>
            </a:p>
          </p:txBody>
        </p:sp>
        <p:sp>
          <p:nvSpPr>
            <p:cNvPr id="25" name="Ovaal 24">
              <a:extLst>
                <a:ext uri="{FF2B5EF4-FFF2-40B4-BE49-F238E27FC236}">
                  <a16:creationId xmlns:a16="http://schemas.microsoft.com/office/drawing/2014/main" id="{C9D60FED-AFA3-9011-59E2-9AB9DDB70A9F}"/>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7</a:t>
              </a:r>
            </a:p>
          </p:txBody>
        </p:sp>
        <p:sp>
          <p:nvSpPr>
            <p:cNvPr id="26" name="Rechthoek 25">
              <a:extLst>
                <a:ext uri="{FF2B5EF4-FFF2-40B4-BE49-F238E27FC236}">
                  <a16:creationId xmlns:a16="http://schemas.microsoft.com/office/drawing/2014/main" id="{EF2D8110-1AB1-E82E-7D0B-8005EE7C98BF}"/>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342900" marR="0" lvl="0" indent="-342900" defTabSz="914400" eaLnBrk="1" fontAlgn="auto" latinLnBrk="0" hangingPunct="1">
                <a:lnSpc>
                  <a:spcPct val="100000"/>
                </a:lnSpc>
                <a:spcBef>
                  <a:spcPts val="600"/>
                </a:spcBef>
                <a:spcAft>
                  <a:spcPts val="600"/>
                </a:spcAft>
                <a:buClr>
                  <a:schemeClr val="accent1"/>
                </a:buClr>
                <a:buSzTx/>
                <a:buFont typeface="+mj-lt"/>
                <a:buAutoNum type="alphaLcPeriod"/>
                <a:tabLst/>
                <a:defRPr/>
              </a:pPr>
              <a:r>
                <a:rPr kumimoji="0" lang="en-GB" sz="1400" b="0" i="0" u="none" strike="noStrike" kern="0" cap="none" spc="0" normalizeH="0" baseline="0" noProof="0" dirty="0">
                  <a:ln>
                    <a:noFill/>
                  </a:ln>
                  <a:solidFill>
                    <a:schemeClr val="tx1"/>
                  </a:solidFill>
                  <a:effectLst/>
                  <a:uLnTx/>
                  <a:uFillTx/>
                  <a:latin typeface="+mj-lt"/>
                  <a:cs typeface="Calibri" panose="020F0502020204030204" pitchFamily="34" charset="0"/>
                </a:rPr>
                <a:t>Alphabetical bullet</a:t>
              </a:r>
            </a:p>
          </p:txBody>
        </p:sp>
        <p:sp>
          <p:nvSpPr>
            <p:cNvPr id="27" name="Ovaal 26">
              <a:extLst>
                <a:ext uri="{FF2B5EF4-FFF2-40B4-BE49-F238E27FC236}">
                  <a16:creationId xmlns:a16="http://schemas.microsoft.com/office/drawing/2014/main" id="{92EE8558-8338-C4E8-72FE-284A99CD299E}"/>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8</a:t>
              </a:r>
            </a:p>
          </p:txBody>
        </p:sp>
        <p:sp>
          <p:nvSpPr>
            <p:cNvPr id="28" name="Rechthoek 27">
              <a:extLst>
                <a:ext uri="{FF2B5EF4-FFF2-40B4-BE49-F238E27FC236}">
                  <a16:creationId xmlns:a16="http://schemas.microsoft.com/office/drawing/2014/main" id="{71413106-EBB7-D694-601B-91490FE31E59}"/>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tx1"/>
                </a:buClr>
                <a:buSzTx/>
                <a:buFont typeface="Calibri" panose="020F0502020204030204" pitchFamily="34" charset="0"/>
                <a:buNone/>
                <a:tabLst/>
                <a:defRPr/>
              </a:pPr>
              <a:r>
                <a:rPr kumimoji="0" lang="en-GB" sz="1200" b="0" i="1" u="none" strike="noStrike" kern="0" cap="none" spc="0" normalizeH="0" baseline="0" noProof="0" dirty="0">
                  <a:ln>
                    <a:noFill/>
                  </a:ln>
                  <a:solidFill>
                    <a:srgbClr val="000000"/>
                  </a:solidFill>
                  <a:effectLst/>
                  <a:uLnTx/>
                  <a:uFillTx/>
                  <a:latin typeface="+mj-lt"/>
                  <a:cs typeface="Calibri" panose="020F0502020204030204" pitchFamily="34" charset="0"/>
                </a:rPr>
                <a:t>Source</a:t>
              </a:r>
            </a:p>
          </p:txBody>
        </p:sp>
        <p:sp>
          <p:nvSpPr>
            <p:cNvPr id="29" name="Ovaal 28">
              <a:extLst>
                <a:ext uri="{FF2B5EF4-FFF2-40B4-BE49-F238E27FC236}">
                  <a16:creationId xmlns:a16="http://schemas.microsoft.com/office/drawing/2014/main" id="{EA319190-B9BE-0765-C13B-F85B2BB46D46}"/>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9</a:t>
              </a:r>
            </a:p>
          </p:txBody>
        </p:sp>
        <p:sp>
          <p:nvSpPr>
            <p:cNvPr id="30" name="Rechthoek 29">
              <a:extLst>
                <a:ext uri="{FF2B5EF4-FFF2-40B4-BE49-F238E27FC236}">
                  <a16:creationId xmlns:a16="http://schemas.microsoft.com/office/drawing/2014/main" id="{1A39CB4E-B08D-2C2D-4E41-C42BEA024B5E}"/>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1400" b="0" i="0" u="none" strike="noStrike" kern="0" cap="none" spc="0" normalizeH="0" baseline="0" noProof="0" dirty="0">
                  <a:ln>
                    <a:noFill/>
                  </a:ln>
                  <a:solidFill>
                    <a:srgbClr val="000000"/>
                  </a:solidFill>
                  <a:effectLst/>
                  <a:uLnTx/>
                  <a:uFillTx/>
                  <a:latin typeface="+mj-lt"/>
                  <a:cs typeface="Calibri" panose="020F0502020204030204" pitchFamily="34" charset="0"/>
                </a:rPr>
                <a:t>Default text</a:t>
              </a:r>
            </a:p>
          </p:txBody>
        </p:sp>
        <p:sp>
          <p:nvSpPr>
            <p:cNvPr id="31" name="Rechthoek 30">
              <a:extLst>
                <a:ext uri="{FF2B5EF4-FFF2-40B4-BE49-F238E27FC236}">
                  <a16:creationId xmlns:a16="http://schemas.microsoft.com/office/drawing/2014/main" id="{464F77B1-FBCC-549F-1253-55858E0F5F1F}"/>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grpSp>
          <p:nvGrpSpPr>
            <p:cNvPr id="32" name="ICOON_info">
              <a:extLst>
                <a:ext uri="{FF2B5EF4-FFF2-40B4-BE49-F238E27FC236}">
                  <a16:creationId xmlns:a16="http://schemas.microsoft.com/office/drawing/2014/main" id="{55C141B3-F47C-1AEC-3847-96FF2961C57F}"/>
                </a:ext>
              </a:extLst>
            </p:cNvPr>
            <p:cNvGrpSpPr/>
            <p:nvPr userDrawn="1"/>
          </p:nvGrpSpPr>
          <p:grpSpPr>
            <a:xfrm>
              <a:off x="-376736" y="4400186"/>
              <a:ext cx="283685" cy="283685"/>
              <a:chOff x="-510741" y="5913713"/>
              <a:chExt cx="267555" cy="267555"/>
            </a:xfrm>
          </p:grpSpPr>
          <p:sp>
            <p:nvSpPr>
              <p:cNvPr id="80" name="Ovaal 79">
                <a:extLst>
                  <a:ext uri="{FF2B5EF4-FFF2-40B4-BE49-F238E27FC236}">
                    <a16:creationId xmlns:a16="http://schemas.microsoft.com/office/drawing/2014/main" id="{91F5BDB0-552B-D2B8-4B2E-57D49CC53BE8}"/>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81" name="Graphic 163" descr="Informatie">
                <a:extLst>
                  <a:ext uri="{FF2B5EF4-FFF2-40B4-BE49-F238E27FC236}">
                    <a16:creationId xmlns:a16="http://schemas.microsoft.com/office/drawing/2014/main" id="{A6DAFFFB-B084-4DB9-A933-9F5B16D9237F}"/>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33" name="VOORBEELD">
              <a:extLst>
                <a:ext uri="{FF2B5EF4-FFF2-40B4-BE49-F238E27FC236}">
                  <a16:creationId xmlns:a16="http://schemas.microsoft.com/office/drawing/2014/main" id="{50AAA542-4BCC-0EE0-976F-1781EB9510BE}"/>
                </a:ext>
              </a:extLst>
            </p:cNvPr>
            <p:cNvGrpSpPr/>
            <p:nvPr userDrawn="1"/>
          </p:nvGrpSpPr>
          <p:grpSpPr>
            <a:xfrm>
              <a:off x="-3605171" y="458674"/>
              <a:ext cx="3234311" cy="558875"/>
              <a:chOff x="-3605171" y="458674"/>
              <a:chExt cx="3234311" cy="558875"/>
            </a:xfrm>
          </p:grpSpPr>
          <p:sp>
            <p:nvSpPr>
              <p:cNvPr id="40" name="Rechthoek 39">
                <a:extLst>
                  <a:ext uri="{FF2B5EF4-FFF2-40B4-BE49-F238E27FC236}">
                    <a16:creationId xmlns:a16="http://schemas.microsoft.com/office/drawing/2014/main" id="{BCDAF1CB-FD29-2263-7B57-995F325160BC}"/>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en-GB" sz="900" b="1" noProof="0" dirty="0">
                    <a:solidFill>
                      <a:srgbClr val="211F26"/>
                    </a:solidFill>
                    <a:latin typeface="Calibri" panose="020F0502020204030204" pitchFamily="34" charset="0"/>
                    <a:cs typeface="Calibri" panose="020F0502020204030204" pitchFamily="34" charset="0"/>
                  </a:rPr>
                  <a:t>Home</a:t>
                </a:r>
              </a:p>
            </p:txBody>
          </p:sp>
          <p:sp>
            <p:nvSpPr>
              <p:cNvPr id="41" name="Rechthoek 40">
                <a:extLst>
                  <a:ext uri="{FF2B5EF4-FFF2-40B4-BE49-F238E27FC236}">
                    <a16:creationId xmlns:a16="http://schemas.microsoft.com/office/drawing/2014/main" id="{5DD665FC-CAB4-DB70-8A26-F70A68BA262D}"/>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nvGrpSpPr>
              <p:cNvPr id="42" name="Groep 41">
                <a:extLst>
                  <a:ext uri="{FF2B5EF4-FFF2-40B4-BE49-F238E27FC236}">
                    <a16:creationId xmlns:a16="http://schemas.microsoft.com/office/drawing/2014/main" id="{F9570531-D919-CF89-891C-71147CB20968}"/>
                  </a:ext>
                </a:extLst>
              </p:cNvPr>
              <p:cNvGrpSpPr/>
              <p:nvPr userDrawn="1"/>
            </p:nvGrpSpPr>
            <p:grpSpPr>
              <a:xfrm>
                <a:off x="-3386247" y="830871"/>
                <a:ext cx="139423" cy="109566"/>
                <a:chOff x="-2866744" y="827071"/>
                <a:chExt cx="168701" cy="132575"/>
              </a:xfrm>
            </p:grpSpPr>
            <p:grpSp>
              <p:nvGrpSpPr>
                <p:cNvPr id="73" name="Groep 72">
                  <a:extLst>
                    <a:ext uri="{FF2B5EF4-FFF2-40B4-BE49-F238E27FC236}">
                      <a16:creationId xmlns:a16="http://schemas.microsoft.com/office/drawing/2014/main" id="{F1F37F6E-097D-A403-BBA8-FCF9377B18AE}"/>
                    </a:ext>
                  </a:extLst>
                </p:cNvPr>
                <p:cNvGrpSpPr/>
                <p:nvPr userDrawn="1"/>
              </p:nvGrpSpPr>
              <p:grpSpPr>
                <a:xfrm>
                  <a:off x="-2866744" y="827071"/>
                  <a:ext cx="168701" cy="132575"/>
                  <a:chOff x="-2866744" y="827071"/>
                  <a:chExt cx="168701" cy="132575"/>
                </a:xfrm>
              </p:grpSpPr>
              <p:cxnSp>
                <p:nvCxnSpPr>
                  <p:cNvPr id="75" name="Rechte verbindingslijn 74">
                    <a:extLst>
                      <a:ext uri="{FF2B5EF4-FFF2-40B4-BE49-F238E27FC236}">
                        <a16:creationId xmlns:a16="http://schemas.microsoft.com/office/drawing/2014/main" id="{488DE7C6-9E72-2A7E-08AD-EB0AC37375C2}"/>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6" name="Rechte verbindingslijn 75">
                    <a:extLst>
                      <a:ext uri="{FF2B5EF4-FFF2-40B4-BE49-F238E27FC236}">
                        <a16:creationId xmlns:a16="http://schemas.microsoft.com/office/drawing/2014/main" id="{9C692C52-74F3-FBF3-3373-EB0A29B60559}"/>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7" name="Rechte verbindingslijn 76">
                    <a:extLst>
                      <a:ext uri="{FF2B5EF4-FFF2-40B4-BE49-F238E27FC236}">
                        <a16:creationId xmlns:a16="http://schemas.microsoft.com/office/drawing/2014/main" id="{6D93FD4F-8A93-D0ED-D4CA-9C0255BE0BA9}"/>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8" name="Rechte verbindingslijn 77">
                    <a:extLst>
                      <a:ext uri="{FF2B5EF4-FFF2-40B4-BE49-F238E27FC236}">
                        <a16:creationId xmlns:a16="http://schemas.microsoft.com/office/drawing/2014/main" id="{F353B41E-D9EE-26D1-D438-72FE51B8B338}"/>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9" name="Rechte verbindingslijn 78">
                    <a:extLst>
                      <a:ext uri="{FF2B5EF4-FFF2-40B4-BE49-F238E27FC236}">
                        <a16:creationId xmlns:a16="http://schemas.microsoft.com/office/drawing/2014/main" id="{A3ECC67C-0DD9-A05E-0B91-B1A82E8A0341}"/>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4" name="Pijl: rechts 73">
                  <a:extLst>
                    <a:ext uri="{FF2B5EF4-FFF2-40B4-BE49-F238E27FC236}">
                      <a16:creationId xmlns:a16="http://schemas.microsoft.com/office/drawing/2014/main" id="{8B98149A-7494-152C-47AE-EF176E48D064}"/>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43" name="Groep 42">
                <a:extLst>
                  <a:ext uri="{FF2B5EF4-FFF2-40B4-BE49-F238E27FC236}">
                    <a16:creationId xmlns:a16="http://schemas.microsoft.com/office/drawing/2014/main" id="{D8EA0292-CA67-2E7E-89E6-5A78AFA08573}"/>
                  </a:ext>
                </a:extLst>
              </p:cNvPr>
              <p:cNvGrpSpPr/>
              <p:nvPr userDrawn="1"/>
            </p:nvGrpSpPr>
            <p:grpSpPr>
              <a:xfrm>
                <a:off x="-3605171" y="830871"/>
                <a:ext cx="139423" cy="109566"/>
                <a:chOff x="-2866744" y="518074"/>
                <a:chExt cx="168701" cy="132575"/>
              </a:xfrm>
            </p:grpSpPr>
            <p:grpSp>
              <p:nvGrpSpPr>
                <p:cNvPr id="66" name="Groep 65">
                  <a:extLst>
                    <a:ext uri="{FF2B5EF4-FFF2-40B4-BE49-F238E27FC236}">
                      <a16:creationId xmlns:a16="http://schemas.microsoft.com/office/drawing/2014/main" id="{FA30CDC8-AECF-2585-86CA-DD4B5AB86D86}"/>
                    </a:ext>
                  </a:extLst>
                </p:cNvPr>
                <p:cNvGrpSpPr/>
                <p:nvPr userDrawn="1"/>
              </p:nvGrpSpPr>
              <p:grpSpPr>
                <a:xfrm>
                  <a:off x="-2866744" y="518074"/>
                  <a:ext cx="168701" cy="132575"/>
                  <a:chOff x="-2866744" y="518074"/>
                  <a:chExt cx="168701" cy="132575"/>
                </a:xfrm>
              </p:grpSpPr>
              <p:cxnSp>
                <p:nvCxnSpPr>
                  <p:cNvPr id="68" name="Rechte verbindingslijn 67">
                    <a:extLst>
                      <a:ext uri="{FF2B5EF4-FFF2-40B4-BE49-F238E27FC236}">
                        <a16:creationId xmlns:a16="http://schemas.microsoft.com/office/drawing/2014/main" id="{7FD9C2AC-B4D1-1B71-8523-FC60799DFAFA}"/>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9" name="Rechte verbindingslijn 68">
                    <a:extLst>
                      <a:ext uri="{FF2B5EF4-FFF2-40B4-BE49-F238E27FC236}">
                        <a16:creationId xmlns:a16="http://schemas.microsoft.com/office/drawing/2014/main" id="{F86668BF-D2CF-56F5-4A47-4C43628627CF}"/>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70" name="Rechte verbindingslijn 69">
                    <a:extLst>
                      <a:ext uri="{FF2B5EF4-FFF2-40B4-BE49-F238E27FC236}">
                        <a16:creationId xmlns:a16="http://schemas.microsoft.com/office/drawing/2014/main" id="{96F08D18-FB9D-3A6E-6333-C7C9A9CD4204}"/>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71" name="Rechte verbindingslijn 70">
                    <a:extLst>
                      <a:ext uri="{FF2B5EF4-FFF2-40B4-BE49-F238E27FC236}">
                        <a16:creationId xmlns:a16="http://schemas.microsoft.com/office/drawing/2014/main" id="{20245CC1-B341-F028-9E70-C08D3965B8AA}"/>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72" name="Rechte verbindingslijn 71">
                    <a:extLst>
                      <a:ext uri="{FF2B5EF4-FFF2-40B4-BE49-F238E27FC236}">
                        <a16:creationId xmlns:a16="http://schemas.microsoft.com/office/drawing/2014/main" id="{1A96C893-3927-1C51-62A0-86D2109CAAB6}"/>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7" name="Pijl: rechts 66">
                  <a:extLst>
                    <a:ext uri="{FF2B5EF4-FFF2-40B4-BE49-F238E27FC236}">
                      <a16:creationId xmlns:a16="http://schemas.microsoft.com/office/drawing/2014/main" id="{778D3D8A-59D1-08E1-1A76-CA152634440C}"/>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cxnSp>
            <p:nvCxnSpPr>
              <p:cNvPr id="44" name="Rechte verbindingslijn 43">
                <a:extLst>
                  <a:ext uri="{FF2B5EF4-FFF2-40B4-BE49-F238E27FC236}">
                    <a16:creationId xmlns:a16="http://schemas.microsoft.com/office/drawing/2014/main" id="{E9D561C4-FC9F-608D-0E76-FD88B1544599}"/>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45" name="Rechte verbindingslijn 44">
                <a:extLst>
                  <a:ext uri="{FF2B5EF4-FFF2-40B4-BE49-F238E27FC236}">
                    <a16:creationId xmlns:a16="http://schemas.microsoft.com/office/drawing/2014/main" id="{754303A0-9AB8-0CA0-0963-A77BB2930FB5}"/>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46" name="Rechthoek 45">
                <a:extLst>
                  <a:ext uri="{FF2B5EF4-FFF2-40B4-BE49-F238E27FC236}">
                    <a16:creationId xmlns:a16="http://schemas.microsoft.com/office/drawing/2014/main" id="{E6BD6786-4ABE-4397-EE12-7117D1A4F10E}"/>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Text level down</a:t>
                </a:r>
              </a:p>
            </p:txBody>
          </p:sp>
          <p:sp>
            <p:nvSpPr>
              <p:cNvPr id="47" name="Rechthoek 46">
                <a:extLst>
                  <a:ext uri="{FF2B5EF4-FFF2-40B4-BE49-F238E27FC236}">
                    <a16:creationId xmlns:a16="http://schemas.microsoft.com/office/drawing/2014/main" id="{7730A5A6-8748-9212-B6AF-39CA7E01BC25}"/>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Text level up</a:t>
                </a:r>
              </a:p>
            </p:txBody>
          </p:sp>
          <p:grpSp>
            <p:nvGrpSpPr>
              <p:cNvPr id="48" name="Groep 47">
                <a:extLst>
                  <a:ext uri="{FF2B5EF4-FFF2-40B4-BE49-F238E27FC236}">
                    <a16:creationId xmlns:a16="http://schemas.microsoft.com/office/drawing/2014/main" id="{B7F9FEB9-F7C3-B4A0-E7E0-9A519EC68BD5}"/>
                  </a:ext>
                </a:extLst>
              </p:cNvPr>
              <p:cNvGrpSpPr/>
              <p:nvPr userDrawn="1"/>
            </p:nvGrpSpPr>
            <p:grpSpPr>
              <a:xfrm>
                <a:off x="-2916763" y="769168"/>
                <a:ext cx="268738" cy="248381"/>
                <a:chOff x="-2916763" y="769168"/>
                <a:chExt cx="268738" cy="248381"/>
              </a:xfrm>
            </p:grpSpPr>
            <p:sp>
              <p:nvSpPr>
                <p:cNvPr id="58" name="Rechthoek 57">
                  <a:extLst>
                    <a:ext uri="{FF2B5EF4-FFF2-40B4-BE49-F238E27FC236}">
                      <a16:creationId xmlns:a16="http://schemas.microsoft.com/office/drawing/2014/main" id="{0D6878FC-941E-F472-7B87-8025D7C50490}"/>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en-GB" sz="1050" b="0" noProof="0" dirty="0">
                    <a:solidFill>
                      <a:srgbClr val="211F26"/>
                    </a:solidFill>
                    <a:latin typeface="Calibri" panose="020F0502020204030204" pitchFamily="34" charset="0"/>
                    <a:cs typeface="Calibri" panose="020F0502020204030204" pitchFamily="34" charset="0"/>
                  </a:endParaRPr>
                </a:p>
              </p:txBody>
            </p:sp>
            <p:grpSp>
              <p:nvGrpSpPr>
                <p:cNvPr id="59" name="Groep 58">
                  <a:extLst>
                    <a:ext uri="{FF2B5EF4-FFF2-40B4-BE49-F238E27FC236}">
                      <a16:creationId xmlns:a16="http://schemas.microsoft.com/office/drawing/2014/main" id="{24C80858-D8B5-0624-1A8D-04D62D7EAD5C}"/>
                    </a:ext>
                  </a:extLst>
                </p:cNvPr>
                <p:cNvGrpSpPr/>
                <p:nvPr userDrawn="1"/>
              </p:nvGrpSpPr>
              <p:grpSpPr>
                <a:xfrm>
                  <a:off x="-2866744" y="827071"/>
                  <a:ext cx="168701" cy="132575"/>
                  <a:chOff x="-2866744" y="827071"/>
                  <a:chExt cx="168701" cy="132575"/>
                </a:xfrm>
              </p:grpSpPr>
              <p:cxnSp>
                <p:nvCxnSpPr>
                  <p:cNvPr id="61" name="Rechte verbindingslijn 60">
                    <a:extLst>
                      <a:ext uri="{FF2B5EF4-FFF2-40B4-BE49-F238E27FC236}">
                        <a16:creationId xmlns:a16="http://schemas.microsoft.com/office/drawing/2014/main" id="{DC020272-888E-6CC3-62D6-0C63BBCF75F6}"/>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62" name="Rechte verbindingslijn 61">
                    <a:extLst>
                      <a:ext uri="{FF2B5EF4-FFF2-40B4-BE49-F238E27FC236}">
                        <a16:creationId xmlns:a16="http://schemas.microsoft.com/office/drawing/2014/main" id="{09CAEFA9-C16D-4F89-DF93-815E8EC9EFAE}"/>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63" name="Rechte verbindingslijn 62">
                    <a:extLst>
                      <a:ext uri="{FF2B5EF4-FFF2-40B4-BE49-F238E27FC236}">
                        <a16:creationId xmlns:a16="http://schemas.microsoft.com/office/drawing/2014/main" id="{FC889B46-F148-A595-F04F-EA4F0FDD30D7}"/>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4" name="Rechte verbindingslijn 63">
                    <a:extLst>
                      <a:ext uri="{FF2B5EF4-FFF2-40B4-BE49-F238E27FC236}">
                        <a16:creationId xmlns:a16="http://schemas.microsoft.com/office/drawing/2014/main" id="{88328551-B190-B7EC-20F4-338C9331173E}"/>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5" name="Rechte verbindingslijn 64">
                    <a:extLst>
                      <a:ext uri="{FF2B5EF4-FFF2-40B4-BE49-F238E27FC236}">
                        <a16:creationId xmlns:a16="http://schemas.microsoft.com/office/drawing/2014/main" id="{67600FAD-2744-E9ED-A5B3-A6971000E258}"/>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60" name="Pijl: rechts 59">
                  <a:extLst>
                    <a:ext uri="{FF2B5EF4-FFF2-40B4-BE49-F238E27FC236}">
                      <a16:creationId xmlns:a16="http://schemas.microsoft.com/office/drawing/2014/main" id="{CD6CDAA6-ADD0-4B3D-98F9-E192F5004245}"/>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49" name="Groep 48">
                <a:extLst>
                  <a:ext uri="{FF2B5EF4-FFF2-40B4-BE49-F238E27FC236}">
                    <a16:creationId xmlns:a16="http://schemas.microsoft.com/office/drawing/2014/main" id="{ECA40C87-7E11-EAEF-1C26-96C44996BECA}"/>
                  </a:ext>
                </a:extLst>
              </p:cNvPr>
              <p:cNvGrpSpPr/>
              <p:nvPr userDrawn="1"/>
            </p:nvGrpSpPr>
            <p:grpSpPr>
              <a:xfrm>
                <a:off x="-2916763" y="460171"/>
                <a:ext cx="268738" cy="248381"/>
                <a:chOff x="-2916763" y="460171"/>
                <a:chExt cx="268738" cy="248381"/>
              </a:xfrm>
            </p:grpSpPr>
            <p:sp>
              <p:nvSpPr>
                <p:cNvPr id="50" name="Rechthoek 49">
                  <a:extLst>
                    <a:ext uri="{FF2B5EF4-FFF2-40B4-BE49-F238E27FC236}">
                      <a16:creationId xmlns:a16="http://schemas.microsoft.com/office/drawing/2014/main" id="{C158E530-CE1B-0D0F-B973-F9D0071411CD}"/>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en-GB" sz="1050" b="0" noProof="0" dirty="0">
                    <a:solidFill>
                      <a:srgbClr val="211F26"/>
                    </a:solidFill>
                    <a:latin typeface="Calibri" panose="020F0502020204030204" pitchFamily="34" charset="0"/>
                    <a:cs typeface="Calibri" panose="020F0502020204030204" pitchFamily="34" charset="0"/>
                  </a:endParaRPr>
                </a:p>
              </p:txBody>
            </p:sp>
            <p:grpSp>
              <p:nvGrpSpPr>
                <p:cNvPr id="51" name="Groep 50">
                  <a:extLst>
                    <a:ext uri="{FF2B5EF4-FFF2-40B4-BE49-F238E27FC236}">
                      <a16:creationId xmlns:a16="http://schemas.microsoft.com/office/drawing/2014/main" id="{05FCA82F-943B-8BDB-531B-DBD99C044943}"/>
                    </a:ext>
                  </a:extLst>
                </p:cNvPr>
                <p:cNvGrpSpPr/>
                <p:nvPr userDrawn="1"/>
              </p:nvGrpSpPr>
              <p:grpSpPr>
                <a:xfrm>
                  <a:off x="-2866744" y="518074"/>
                  <a:ext cx="168701" cy="132575"/>
                  <a:chOff x="-2866744" y="518074"/>
                  <a:chExt cx="168701" cy="132575"/>
                </a:xfrm>
              </p:grpSpPr>
              <p:cxnSp>
                <p:nvCxnSpPr>
                  <p:cNvPr id="53" name="Rechte verbindingslijn 52">
                    <a:extLst>
                      <a:ext uri="{FF2B5EF4-FFF2-40B4-BE49-F238E27FC236}">
                        <a16:creationId xmlns:a16="http://schemas.microsoft.com/office/drawing/2014/main" id="{480088CD-0B77-0C4D-2704-6915EE312880}"/>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4" name="Rechte verbindingslijn 53">
                    <a:extLst>
                      <a:ext uri="{FF2B5EF4-FFF2-40B4-BE49-F238E27FC236}">
                        <a16:creationId xmlns:a16="http://schemas.microsoft.com/office/drawing/2014/main" id="{5BA688F1-F6FB-8D20-F0F0-2ABD7500CE08}"/>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5" name="Rechte verbindingslijn 54">
                    <a:extLst>
                      <a:ext uri="{FF2B5EF4-FFF2-40B4-BE49-F238E27FC236}">
                        <a16:creationId xmlns:a16="http://schemas.microsoft.com/office/drawing/2014/main" id="{B1A8F60E-4621-4E5F-D36D-B9D2EF5EEBF0}"/>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6" name="Rechte verbindingslijn 55">
                    <a:extLst>
                      <a:ext uri="{FF2B5EF4-FFF2-40B4-BE49-F238E27FC236}">
                        <a16:creationId xmlns:a16="http://schemas.microsoft.com/office/drawing/2014/main" id="{CE24B179-D800-3170-2E8F-97C08D9083FC}"/>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7" name="Rechte verbindingslijn 56">
                    <a:extLst>
                      <a:ext uri="{FF2B5EF4-FFF2-40B4-BE49-F238E27FC236}">
                        <a16:creationId xmlns:a16="http://schemas.microsoft.com/office/drawing/2014/main" id="{94B07A75-449D-F416-8485-796FF9BBF972}"/>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52" name="Pijl: rechts 51">
                  <a:extLst>
                    <a:ext uri="{FF2B5EF4-FFF2-40B4-BE49-F238E27FC236}">
                      <a16:creationId xmlns:a16="http://schemas.microsoft.com/office/drawing/2014/main" id="{080E1A40-A48B-2DB2-8EA6-E65F41FC3E9C}"/>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grpSp>
          <p:nvGrpSpPr>
            <p:cNvPr id="34" name="Groep 33">
              <a:extLst>
                <a:ext uri="{FF2B5EF4-FFF2-40B4-BE49-F238E27FC236}">
                  <a16:creationId xmlns:a16="http://schemas.microsoft.com/office/drawing/2014/main" id="{F2ED51CD-EB01-CFE1-07C3-1BD9CF4C82FA}"/>
                </a:ext>
              </a:extLst>
            </p:cNvPr>
            <p:cNvGrpSpPr/>
            <p:nvPr userDrawn="1"/>
          </p:nvGrpSpPr>
          <p:grpSpPr>
            <a:xfrm>
              <a:off x="-938434" y="4663037"/>
              <a:ext cx="627798" cy="576693"/>
              <a:chOff x="-1753862" y="6112775"/>
              <a:chExt cx="759635" cy="697798"/>
            </a:xfrm>
          </p:grpSpPr>
          <p:grpSp>
            <p:nvGrpSpPr>
              <p:cNvPr id="35" name="Inspireren">
                <a:extLst>
                  <a:ext uri="{FF2B5EF4-FFF2-40B4-BE49-F238E27FC236}">
                    <a16:creationId xmlns:a16="http://schemas.microsoft.com/office/drawing/2014/main" id="{01F1314B-A7B8-951F-51BA-663A8BEC98B0}"/>
                  </a:ext>
                </a:extLst>
              </p:cNvPr>
              <p:cNvGrpSpPr>
                <a:grpSpLocks noChangeAspect="1"/>
              </p:cNvGrpSpPr>
              <p:nvPr userDrawn="1"/>
            </p:nvGrpSpPr>
            <p:grpSpPr bwMode="auto">
              <a:xfrm>
                <a:off x="-1484858" y="6112775"/>
                <a:ext cx="205431" cy="293286"/>
                <a:chOff x="4768" y="2783"/>
                <a:chExt cx="788" cy="1125"/>
              </a:xfrm>
              <a:gradFill>
                <a:gsLst>
                  <a:gs pos="0">
                    <a:srgbClr val="9D9FA1"/>
                  </a:gs>
                  <a:gs pos="70000">
                    <a:srgbClr val="211F26"/>
                  </a:gs>
                </a:gsLst>
                <a:lin ang="2700000" scaled="0"/>
              </a:gradFill>
            </p:grpSpPr>
            <p:sp>
              <p:nvSpPr>
                <p:cNvPr id="37" name="Freeform 12">
                  <a:extLst>
                    <a:ext uri="{FF2B5EF4-FFF2-40B4-BE49-F238E27FC236}">
                      <a16:creationId xmlns:a16="http://schemas.microsoft.com/office/drawing/2014/main" id="{10FDD520-CC5F-3212-B855-10D0F2E4F0C9}"/>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38" name="Freeform 13">
                  <a:extLst>
                    <a:ext uri="{FF2B5EF4-FFF2-40B4-BE49-F238E27FC236}">
                      <a16:creationId xmlns:a16="http://schemas.microsoft.com/office/drawing/2014/main" id="{52170D27-2311-BE61-A8E0-C51958F08AD0}"/>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39" name="Freeform 14">
                  <a:extLst>
                    <a:ext uri="{FF2B5EF4-FFF2-40B4-BE49-F238E27FC236}">
                      <a16:creationId xmlns:a16="http://schemas.microsoft.com/office/drawing/2014/main" id="{BAFB5E16-14AB-BC95-6E55-69B28145E229}"/>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36" name="Tekstvak 35">
                <a:extLst>
                  <a:ext uri="{FF2B5EF4-FFF2-40B4-BE49-F238E27FC236}">
                    <a16:creationId xmlns:a16="http://schemas.microsoft.com/office/drawing/2014/main" id="{BD52C0B8-3072-B9F1-6646-4D194EF8734D}"/>
                  </a:ext>
                </a:extLst>
              </p:cNvPr>
              <p:cNvSpPr txBox="1"/>
              <p:nvPr userDrawn="1"/>
            </p:nvSpPr>
            <p:spPr>
              <a:xfrm>
                <a:off x="-1753862" y="6420664"/>
                <a:ext cx="759635" cy="38990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grpSp>
      <p:grpSp>
        <p:nvGrpSpPr>
          <p:cNvPr id="154" name="INSTRUCTION">
            <a:extLst>
              <a:ext uri="{FF2B5EF4-FFF2-40B4-BE49-F238E27FC236}">
                <a16:creationId xmlns:a16="http://schemas.microsoft.com/office/drawing/2014/main" id="{AEDF01EE-0106-4162-27F4-6555CE7C7874}"/>
              </a:ext>
            </a:extLst>
          </p:cNvPr>
          <p:cNvGrpSpPr/>
          <p:nvPr userDrawn="1"/>
        </p:nvGrpSpPr>
        <p:grpSpPr>
          <a:xfrm>
            <a:off x="-3786165" y="-1"/>
            <a:ext cx="3693386" cy="6640349"/>
            <a:chOff x="-3786165" y="-1"/>
            <a:chExt cx="3693386" cy="6640349"/>
          </a:xfrm>
        </p:grpSpPr>
        <p:sp>
          <p:nvSpPr>
            <p:cNvPr id="155" name="Rechthoek 154">
              <a:extLst>
                <a:ext uri="{FF2B5EF4-FFF2-40B4-BE49-F238E27FC236}">
                  <a16:creationId xmlns:a16="http://schemas.microsoft.com/office/drawing/2014/main" id="{A7DBA7C6-1EBD-F527-AF22-C450B9652195}"/>
                </a:ext>
              </a:extLst>
            </p:cNvPr>
            <p:cNvSpPr/>
            <p:nvPr userDrawn="1"/>
          </p:nvSpPr>
          <p:spPr>
            <a:xfrm>
              <a:off x="-3786165" y="-1"/>
              <a:ext cx="3593091" cy="5991727"/>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Insert/edit an image</a:t>
              </a:r>
            </a:p>
          </p:txBody>
        </p:sp>
        <p:sp>
          <p:nvSpPr>
            <p:cNvPr id="156" name="Ovaal 155">
              <a:extLst>
                <a:ext uri="{FF2B5EF4-FFF2-40B4-BE49-F238E27FC236}">
                  <a16:creationId xmlns:a16="http://schemas.microsoft.com/office/drawing/2014/main" id="{9B1C743E-0910-B66F-1FA7-51BBE01C1C6B}"/>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57" name="Rechthoek 156">
              <a:extLst>
                <a:ext uri="{FF2B5EF4-FFF2-40B4-BE49-F238E27FC236}">
                  <a16:creationId xmlns:a16="http://schemas.microsoft.com/office/drawing/2014/main" id="{7BCB2128-684A-4EFE-E69D-1CA11EC2D83D}"/>
                </a:ext>
              </a:extLst>
            </p:cNvPr>
            <p:cNvSpPr/>
            <p:nvPr userDrawn="1"/>
          </p:nvSpPr>
          <p:spPr>
            <a:xfrm>
              <a:off x="-3319415" y="465324"/>
              <a:ext cx="2962706" cy="668152"/>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If necessary, delete the existing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by using the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key’</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Select the placeholder,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1" i="0" u="none" strike="noStrike" kern="0" cap="none" spc="0" normalizeH="0" baseline="0" noProof="0" dirty="0" err="1">
                  <a:ln>
                    <a:noFill/>
                  </a:ln>
                  <a:solidFill>
                    <a:srgbClr val="000000"/>
                  </a:solidFill>
                  <a:effectLst/>
                  <a:uLnTx/>
                  <a:uFillTx/>
                  <a:latin typeface="Calibri" panose="020F0502020204030204" pitchFamily="34" charset="0"/>
                  <a:ea typeface="+mn-ea"/>
                  <a:cs typeface="Calibri" panose="020F0502020204030204" pitchFamily="34" charset="0"/>
                </a:rPr>
                <a:t>Slidebuilder</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 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‘Images’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endPar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158" name="Ovaal 157">
              <a:extLst>
                <a:ext uri="{FF2B5EF4-FFF2-40B4-BE49-F238E27FC236}">
                  <a16:creationId xmlns:a16="http://schemas.microsoft.com/office/drawing/2014/main" id="{76AC11AA-C724-A455-9C7E-CE27C2B005AE}"/>
                </a:ext>
              </a:extLst>
            </p:cNvPr>
            <p:cNvSpPr/>
            <p:nvPr userDrawn="1"/>
          </p:nvSpPr>
          <p:spPr>
            <a:xfrm>
              <a:off x="-3603587" y="2633935"/>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159" name="Rechthoek 158">
              <a:extLst>
                <a:ext uri="{FF2B5EF4-FFF2-40B4-BE49-F238E27FC236}">
                  <a16:creationId xmlns:a16="http://schemas.microsoft.com/office/drawing/2014/main" id="{9A2C3CE8-172F-3EAE-6352-C9C92B5AAF65}"/>
                </a:ext>
              </a:extLst>
            </p:cNvPr>
            <p:cNvSpPr/>
            <p:nvPr userDrawn="1"/>
          </p:nvSpPr>
          <p:spPr>
            <a:xfrm>
              <a:off x="-3319416" y="2633936"/>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Click with the right mouse button on the thumbnail display of the slide on the left side </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of the screen and choose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‘Reset slide’</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160" name="Ovaal 159">
              <a:extLst>
                <a:ext uri="{FF2B5EF4-FFF2-40B4-BE49-F238E27FC236}">
                  <a16:creationId xmlns:a16="http://schemas.microsoft.com/office/drawing/2014/main" id="{0690548B-7700-D72B-2728-896750195804}"/>
                </a:ext>
              </a:extLst>
            </p:cNvPr>
            <p:cNvSpPr/>
            <p:nvPr userDrawn="1"/>
          </p:nvSpPr>
          <p:spPr>
            <a:xfrm>
              <a:off x="-3603587" y="4226365"/>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161" name="Rechthoek 160">
              <a:extLst>
                <a:ext uri="{FF2B5EF4-FFF2-40B4-BE49-F238E27FC236}">
                  <a16:creationId xmlns:a16="http://schemas.microsoft.com/office/drawing/2014/main" id="{3D13594F-EAE3-5152-F310-3471C0753D6B}"/>
                </a:ext>
              </a:extLst>
            </p:cNvPr>
            <p:cNvSpPr/>
            <p:nvPr userDrawn="1"/>
          </p:nvSpPr>
          <p:spPr>
            <a:xfrm>
              <a:off x="-3319416" y="4226366"/>
              <a:ext cx="2944683" cy="820954"/>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To scale or drag the image,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‘Picture Tools - Format’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‘Crop’</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Scale the image itself with</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spheres and scale the image frame with the brackets.</a:t>
              </a:r>
            </a:p>
          </p:txBody>
        </p:sp>
        <p:sp>
          <p:nvSpPr>
            <p:cNvPr id="162" name="Rechthoek 161">
              <a:extLst>
                <a:ext uri="{FF2B5EF4-FFF2-40B4-BE49-F238E27FC236}">
                  <a16:creationId xmlns:a16="http://schemas.microsoft.com/office/drawing/2014/main" id="{9AE496F3-7F4F-D464-7681-5C204E437F30}"/>
                </a:ext>
              </a:extLst>
            </p:cNvPr>
            <p:cNvSpPr/>
            <p:nvPr userDrawn="1"/>
          </p:nvSpPr>
          <p:spPr>
            <a:xfrm>
              <a:off x="-3316836" y="3200265"/>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en-GB" sz="1000" b="0" i="1" noProof="0" dirty="0">
                <a:solidFill>
                  <a:srgbClr val="211F26"/>
                </a:solidFill>
                <a:latin typeface="Calibri" panose="020F0502020204030204" pitchFamily="34" charset="0"/>
                <a:cs typeface="Calibri" panose="020F0502020204030204" pitchFamily="34" charset="0"/>
              </a:endParaRPr>
            </a:p>
          </p:txBody>
        </p:sp>
        <p:grpSp>
          <p:nvGrpSpPr>
            <p:cNvPr id="163" name="Groep 162">
              <a:extLst>
                <a:ext uri="{FF2B5EF4-FFF2-40B4-BE49-F238E27FC236}">
                  <a16:creationId xmlns:a16="http://schemas.microsoft.com/office/drawing/2014/main" id="{5A3ED984-533E-D084-0A98-66490E424A81}"/>
                </a:ext>
              </a:extLst>
            </p:cNvPr>
            <p:cNvGrpSpPr/>
            <p:nvPr userDrawn="1"/>
          </p:nvGrpSpPr>
          <p:grpSpPr>
            <a:xfrm>
              <a:off x="-2485819" y="3479783"/>
              <a:ext cx="1222990" cy="563933"/>
              <a:chOff x="-2485819" y="3399207"/>
              <a:chExt cx="1222990" cy="563933"/>
            </a:xfrm>
          </p:grpSpPr>
          <p:sp>
            <p:nvSpPr>
              <p:cNvPr id="202" name="Rechthoek 201">
                <a:extLst>
                  <a:ext uri="{FF2B5EF4-FFF2-40B4-BE49-F238E27FC236}">
                    <a16:creationId xmlns:a16="http://schemas.microsoft.com/office/drawing/2014/main" id="{608160CE-4124-1405-D2C3-9F27805BAF84}"/>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203" name="Rechthoek 202">
                <a:extLst>
                  <a:ext uri="{FF2B5EF4-FFF2-40B4-BE49-F238E27FC236}">
                    <a16:creationId xmlns:a16="http://schemas.microsoft.com/office/drawing/2014/main" id="{357544C1-8E16-FD08-5667-598CD49F291F}"/>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nvGrpSpPr>
              <p:cNvPr id="204" name="Groep 203">
                <a:extLst>
                  <a:ext uri="{FF2B5EF4-FFF2-40B4-BE49-F238E27FC236}">
                    <a16:creationId xmlns:a16="http://schemas.microsoft.com/office/drawing/2014/main" id="{5E70F474-6682-0844-8E52-F40B95E26B1D}"/>
                  </a:ext>
                </a:extLst>
              </p:cNvPr>
              <p:cNvGrpSpPr/>
              <p:nvPr userDrawn="1"/>
            </p:nvGrpSpPr>
            <p:grpSpPr>
              <a:xfrm>
                <a:off x="-2403869" y="3460544"/>
                <a:ext cx="155951" cy="131922"/>
                <a:chOff x="12968836" y="3354170"/>
                <a:chExt cx="404806" cy="342433"/>
              </a:xfrm>
            </p:grpSpPr>
            <p:sp>
              <p:nvSpPr>
                <p:cNvPr id="217" name="Rechthoek: afgeronde hoeken 216">
                  <a:extLst>
                    <a:ext uri="{FF2B5EF4-FFF2-40B4-BE49-F238E27FC236}">
                      <a16:creationId xmlns:a16="http://schemas.microsoft.com/office/drawing/2014/main" id="{807E0271-3133-E4BD-18F8-48057DBD1B5D}"/>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218" name="Rechthoek 217">
                  <a:extLst>
                    <a:ext uri="{FF2B5EF4-FFF2-40B4-BE49-F238E27FC236}">
                      <a16:creationId xmlns:a16="http://schemas.microsoft.com/office/drawing/2014/main" id="{794DA430-249C-C317-D93E-AF2B423DC6CF}"/>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219" name="Rechthoek 218">
                  <a:extLst>
                    <a:ext uri="{FF2B5EF4-FFF2-40B4-BE49-F238E27FC236}">
                      <a16:creationId xmlns:a16="http://schemas.microsoft.com/office/drawing/2014/main" id="{383EA3D7-16DE-EEBB-E500-EFB010D2821F}"/>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220" name="Rechthoek 219">
                  <a:extLst>
                    <a:ext uri="{FF2B5EF4-FFF2-40B4-BE49-F238E27FC236}">
                      <a16:creationId xmlns:a16="http://schemas.microsoft.com/office/drawing/2014/main" id="{DDE1B982-75D4-8DE8-C1A5-580C8F0C4684}"/>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221" name="Rechthoek 220">
                  <a:extLst>
                    <a:ext uri="{FF2B5EF4-FFF2-40B4-BE49-F238E27FC236}">
                      <a16:creationId xmlns:a16="http://schemas.microsoft.com/office/drawing/2014/main" id="{0ECC5E71-A908-F04D-D13A-306F9B5FC47A}"/>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222" name="Rechthoek 221">
                  <a:extLst>
                    <a:ext uri="{FF2B5EF4-FFF2-40B4-BE49-F238E27FC236}">
                      <a16:creationId xmlns:a16="http://schemas.microsoft.com/office/drawing/2014/main" id="{17FEB298-C4BF-5689-1723-52BB4DF02565}"/>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205" name="Groep 204">
                <a:extLst>
                  <a:ext uri="{FF2B5EF4-FFF2-40B4-BE49-F238E27FC236}">
                    <a16:creationId xmlns:a16="http://schemas.microsoft.com/office/drawing/2014/main" id="{3631E47D-3D52-7E0E-59E8-C4AB92EB4AD4}"/>
                  </a:ext>
                </a:extLst>
              </p:cNvPr>
              <p:cNvGrpSpPr/>
              <p:nvPr userDrawn="1"/>
            </p:nvGrpSpPr>
            <p:grpSpPr>
              <a:xfrm>
                <a:off x="-2423424" y="3690208"/>
                <a:ext cx="166739" cy="218963"/>
                <a:chOff x="12940828" y="3950597"/>
                <a:chExt cx="432813" cy="568367"/>
              </a:xfrm>
            </p:grpSpPr>
            <p:grpSp>
              <p:nvGrpSpPr>
                <p:cNvPr id="209" name="Groep 208">
                  <a:extLst>
                    <a:ext uri="{FF2B5EF4-FFF2-40B4-BE49-F238E27FC236}">
                      <a16:creationId xmlns:a16="http://schemas.microsoft.com/office/drawing/2014/main" id="{E5B2A353-ED37-3D31-82B3-6813DFD8AE01}"/>
                    </a:ext>
                  </a:extLst>
                </p:cNvPr>
                <p:cNvGrpSpPr/>
                <p:nvPr userDrawn="1"/>
              </p:nvGrpSpPr>
              <p:grpSpPr>
                <a:xfrm>
                  <a:off x="13000382" y="4006891"/>
                  <a:ext cx="373259" cy="315747"/>
                  <a:chOff x="12968836" y="3354170"/>
                  <a:chExt cx="404806" cy="342433"/>
                </a:xfrm>
              </p:grpSpPr>
              <p:sp>
                <p:nvSpPr>
                  <p:cNvPr id="211" name="Rechthoek: afgeronde hoeken 210">
                    <a:extLst>
                      <a:ext uri="{FF2B5EF4-FFF2-40B4-BE49-F238E27FC236}">
                        <a16:creationId xmlns:a16="http://schemas.microsoft.com/office/drawing/2014/main" id="{9C37C452-A579-D643-1581-216BEABC4BEC}"/>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212" name="Rechthoek 211">
                    <a:extLst>
                      <a:ext uri="{FF2B5EF4-FFF2-40B4-BE49-F238E27FC236}">
                        <a16:creationId xmlns:a16="http://schemas.microsoft.com/office/drawing/2014/main" id="{743249E8-3DA3-10B7-F358-4A85465DD215}"/>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213" name="Rechthoek 212">
                    <a:extLst>
                      <a:ext uri="{FF2B5EF4-FFF2-40B4-BE49-F238E27FC236}">
                        <a16:creationId xmlns:a16="http://schemas.microsoft.com/office/drawing/2014/main" id="{32206FB8-B56D-A49E-2A72-82E6D978B44F}"/>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214" name="Rechthoek 213">
                    <a:extLst>
                      <a:ext uri="{FF2B5EF4-FFF2-40B4-BE49-F238E27FC236}">
                        <a16:creationId xmlns:a16="http://schemas.microsoft.com/office/drawing/2014/main" id="{B3D132A6-13DE-D312-C5D0-BEA8A27A4B74}"/>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215" name="Rechthoek 214">
                    <a:extLst>
                      <a:ext uri="{FF2B5EF4-FFF2-40B4-BE49-F238E27FC236}">
                        <a16:creationId xmlns:a16="http://schemas.microsoft.com/office/drawing/2014/main" id="{67F167F3-D3B3-2A32-900D-4DEB95B1D959}"/>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216" name="Rechthoek 215">
                    <a:extLst>
                      <a:ext uri="{FF2B5EF4-FFF2-40B4-BE49-F238E27FC236}">
                        <a16:creationId xmlns:a16="http://schemas.microsoft.com/office/drawing/2014/main" id="{ADBE5A09-83B7-10BB-CF6C-877F3189FAAF}"/>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sp>
              <p:nvSpPr>
                <p:cNvPr id="210" name="Boog 209">
                  <a:extLst>
                    <a:ext uri="{FF2B5EF4-FFF2-40B4-BE49-F238E27FC236}">
                      <a16:creationId xmlns:a16="http://schemas.microsoft.com/office/drawing/2014/main" id="{9510AC96-0A9F-B11E-AA15-DF7206B4DC21}"/>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en-GB" sz="2400" noProof="0" dirty="0">
                    <a:solidFill>
                      <a:srgbClr val="211F26"/>
                    </a:solidFill>
                    <a:latin typeface="Calibri" panose="020F0502020204030204" pitchFamily="34" charset="0"/>
                    <a:cs typeface="Calibri" panose="020F0502020204030204" pitchFamily="34" charset="0"/>
                  </a:endParaRPr>
                </a:p>
              </p:txBody>
            </p:sp>
          </p:grpSp>
          <p:sp>
            <p:nvSpPr>
              <p:cNvPr id="206" name="Tekstvak 205">
                <a:extLst>
                  <a:ext uri="{FF2B5EF4-FFF2-40B4-BE49-F238E27FC236}">
                    <a16:creationId xmlns:a16="http://schemas.microsoft.com/office/drawing/2014/main" id="{D5BB96CC-B91B-703B-84EA-B7EDA84490F8}"/>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Layout</a:t>
                </a:r>
              </a:p>
            </p:txBody>
          </p:sp>
          <p:sp>
            <p:nvSpPr>
              <p:cNvPr id="207" name="Tekstvak 206">
                <a:extLst>
                  <a:ext uri="{FF2B5EF4-FFF2-40B4-BE49-F238E27FC236}">
                    <a16:creationId xmlns:a16="http://schemas.microsoft.com/office/drawing/2014/main" id="{87AA12A6-A8A1-BD00-EE89-881D937504A2}"/>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Reset slide</a:t>
                </a:r>
              </a:p>
            </p:txBody>
          </p:sp>
          <p:sp>
            <p:nvSpPr>
              <p:cNvPr id="208" name="Vrije vorm: vorm 207">
                <a:extLst>
                  <a:ext uri="{FF2B5EF4-FFF2-40B4-BE49-F238E27FC236}">
                    <a16:creationId xmlns:a16="http://schemas.microsoft.com/office/drawing/2014/main" id="{6A20EAF3-4320-C094-D78B-1BC11FD31359}"/>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grpSp>
        <p:grpSp>
          <p:nvGrpSpPr>
            <p:cNvPr id="164" name="Groep 163">
              <a:extLst>
                <a:ext uri="{FF2B5EF4-FFF2-40B4-BE49-F238E27FC236}">
                  <a16:creationId xmlns:a16="http://schemas.microsoft.com/office/drawing/2014/main" id="{50AA196A-548A-A1AF-556C-A158C265DBFE}"/>
                </a:ext>
              </a:extLst>
            </p:cNvPr>
            <p:cNvGrpSpPr/>
            <p:nvPr userDrawn="1"/>
          </p:nvGrpSpPr>
          <p:grpSpPr>
            <a:xfrm>
              <a:off x="-3786165" y="5680652"/>
              <a:ext cx="3693386" cy="959696"/>
              <a:chOff x="-3786437" y="6163468"/>
              <a:chExt cx="3693386" cy="959696"/>
            </a:xfrm>
          </p:grpSpPr>
          <p:sp>
            <p:nvSpPr>
              <p:cNvPr id="192" name="Rechthoek 191">
                <a:extLst>
                  <a:ext uri="{FF2B5EF4-FFF2-40B4-BE49-F238E27FC236}">
                    <a16:creationId xmlns:a16="http://schemas.microsoft.com/office/drawing/2014/main" id="{60F9E4E8-8BF9-0B67-4B78-2EEB1AFE14FC}"/>
                  </a:ext>
                </a:extLst>
              </p:cNvPr>
              <p:cNvSpPr/>
              <p:nvPr userDrawn="1"/>
            </p:nvSpPr>
            <p:spPr>
              <a:xfrm>
                <a:off x="-3786437" y="6295164"/>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grpSp>
            <p:nvGrpSpPr>
              <p:cNvPr id="193" name="ICOON_info">
                <a:extLst>
                  <a:ext uri="{FF2B5EF4-FFF2-40B4-BE49-F238E27FC236}">
                    <a16:creationId xmlns:a16="http://schemas.microsoft.com/office/drawing/2014/main" id="{1CD9022C-3003-25E9-E0F8-1E3033CDD749}"/>
                  </a:ext>
                </a:extLst>
              </p:cNvPr>
              <p:cNvGrpSpPr/>
              <p:nvPr userDrawn="1"/>
            </p:nvGrpSpPr>
            <p:grpSpPr>
              <a:xfrm>
                <a:off x="-376736" y="6163468"/>
                <a:ext cx="283685" cy="283685"/>
                <a:chOff x="-510741" y="5913713"/>
                <a:chExt cx="267555" cy="267555"/>
              </a:xfrm>
            </p:grpSpPr>
            <p:sp>
              <p:nvSpPr>
                <p:cNvPr id="200" name="Ovaal 199">
                  <a:extLst>
                    <a:ext uri="{FF2B5EF4-FFF2-40B4-BE49-F238E27FC236}">
                      <a16:creationId xmlns:a16="http://schemas.microsoft.com/office/drawing/2014/main" id="{7867242F-3D65-349B-AB92-0B62654CDC2E}"/>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201" name="Graphic 163" descr="Informatie">
                  <a:extLst>
                    <a:ext uri="{FF2B5EF4-FFF2-40B4-BE49-F238E27FC236}">
                      <a16:creationId xmlns:a16="http://schemas.microsoft.com/office/drawing/2014/main" id="{8A3777D6-A1EB-5CFE-1504-ACE2FB4A0621}"/>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194" name="Groep 193">
                <a:extLst>
                  <a:ext uri="{FF2B5EF4-FFF2-40B4-BE49-F238E27FC236}">
                    <a16:creationId xmlns:a16="http://schemas.microsoft.com/office/drawing/2014/main" id="{A9749D19-5EEB-5F95-0635-013B64914270}"/>
                  </a:ext>
                </a:extLst>
              </p:cNvPr>
              <p:cNvGrpSpPr/>
              <p:nvPr userDrawn="1"/>
            </p:nvGrpSpPr>
            <p:grpSpPr>
              <a:xfrm>
                <a:off x="-938434" y="6420818"/>
                <a:ext cx="627798" cy="576693"/>
                <a:chOff x="-938434" y="4570310"/>
                <a:chExt cx="627798" cy="576693"/>
              </a:xfrm>
            </p:grpSpPr>
            <p:grpSp>
              <p:nvGrpSpPr>
                <p:cNvPr id="195" name="Inspireren">
                  <a:extLst>
                    <a:ext uri="{FF2B5EF4-FFF2-40B4-BE49-F238E27FC236}">
                      <a16:creationId xmlns:a16="http://schemas.microsoft.com/office/drawing/2014/main" id="{F449D423-055B-89BE-3E65-35742355633B}"/>
                    </a:ext>
                  </a:extLst>
                </p:cNvPr>
                <p:cNvGrpSpPr>
                  <a:grpSpLocks noChangeAspect="1"/>
                </p:cNvGrpSpPr>
                <p:nvPr userDrawn="1"/>
              </p:nvGrpSpPr>
              <p:grpSpPr bwMode="auto">
                <a:xfrm>
                  <a:off x="-716116" y="4570310"/>
                  <a:ext cx="169778" cy="242385"/>
                  <a:chOff x="4768" y="2783"/>
                  <a:chExt cx="788" cy="1125"/>
                </a:xfrm>
                <a:gradFill>
                  <a:gsLst>
                    <a:gs pos="0">
                      <a:srgbClr val="9D9FA1"/>
                    </a:gs>
                    <a:gs pos="70000">
                      <a:srgbClr val="211F26"/>
                    </a:gs>
                  </a:gsLst>
                  <a:lin ang="2700000" scaled="0"/>
                </a:gradFill>
              </p:grpSpPr>
              <p:sp>
                <p:nvSpPr>
                  <p:cNvPr id="197" name="Freeform 12">
                    <a:extLst>
                      <a:ext uri="{FF2B5EF4-FFF2-40B4-BE49-F238E27FC236}">
                        <a16:creationId xmlns:a16="http://schemas.microsoft.com/office/drawing/2014/main" id="{EBAD858F-3990-35E7-4D4C-CB4929E7C8A3}"/>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198" name="Freeform 13">
                    <a:extLst>
                      <a:ext uri="{FF2B5EF4-FFF2-40B4-BE49-F238E27FC236}">
                        <a16:creationId xmlns:a16="http://schemas.microsoft.com/office/drawing/2014/main" id="{01EC15E9-7F03-36B1-5E8B-35940F8786F3}"/>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199" name="Freeform 14">
                    <a:extLst>
                      <a:ext uri="{FF2B5EF4-FFF2-40B4-BE49-F238E27FC236}">
                        <a16:creationId xmlns:a16="http://schemas.microsoft.com/office/drawing/2014/main" id="{D827E11A-C39B-D3A4-EC2A-0A5F65C99EEA}"/>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196" name="Tekstvak 195">
                  <a:extLst>
                    <a:ext uri="{FF2B5EF4-FFF2-40B4-BE49-F238E27FC236}">
                      <a16:creationId xmlns:a16="http://schemas.microsoft.com/office/drawing/2014/main" id="{94CDDA7F-1AEC-40FA-A8B9-652D299A961A}"/>
                    </a:ext>
                  </a:extLst>
                </p:cNvPr>
                <p:cNvSpPr txBox="1"/>
                <p:nvPr userDrawn="1"/>
              </p:nvSpPr>
              <p:spPr>
                <a:xfrm>
                  <a:off x="-938434" y="4824764"/>
                  <a:ext cx="627798" cy="32223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grpSp>
        <p:grpSp>
          <p:nvGrpSpPr>
            <p:cNvPr id="165" name="Groep 164">
              <a:extLst>
                <a:ext uri="{FF2B5EF4-FFF2-40B4-BE49-F238E27FC236}">
                  <a16:creationId xmlns:a16="http://schemas.microsoft.com/office/drawing/2014/main" id="{A534071F-493F-E5C1-7FF4-76BD5B39DE95}"/>
                </a:ext>
              </a:extLst>
            </p:cNvPr>
            <p:cNvGrpSpPr/>
            <p:nvPr userDrawn="1"/>
          </p:nvGrpSpPr>
          <p:grpSpPr>
            <a:xfrm>
              <a:off x="-3426806" y="5129582"/>
              <a:ext cx="514284" cy="506545"/>
              <a:chOff x="12617641" y="3403239"/>
              <a:chExt cx="752963" cy="741634"/>
            </a:xfrm>
          </p:grpSpPr>
          <p:grpSp>
            <p:nvGrpSpPr>
              <p:cNvPr id="176" name="Groep 175">
                <a:extLst>
                  <a:ext uri="{FF2B5EF4-FFF2-40B4-BE49-F238E27FC236}">
                    <a16:creationId xmlns:a16="http://schemas.microsoft.com/office/drawing/2014/main" id="{E913446D-A519-D1A6-F1DC-D4BB144D8CBC}"/>
                  </a:ext>
                </a:extLst>
              </p:cNvPr>
              <p:cNvGrpSpPr/>
              <p:nvPr userDrawn="1"/>
            </p:nvGrpSpPr>
            <p:grpSpPr>
              <a:xfrm>
                <a:off x="12771530" y="3403239"/>
                <a:ext cx="467176" cy="448491"/>
                <a:chOff x="12782157" y="3403239"/>
                <a:chExt cx="467176" cy="448491"/>
              </a:xfrm>
            </p:grpSpPr>
            <p:grpSp>
              <p:nvGrpSpPr>
                <p:cNvPr id="179" name="Groep 178">
                  <a:extLst>
                    <a:ext uri="{FF2B5EF4-FFF2-40B4-BE49-F238E27FC236}">
                      <a16:creationId xmlns:a16="http://schemas.microsoft.com/office/drawing/2014/main" id="{5B22225C-E16F-B4FA-7E3C-4FB64A5795C4}"/>
                    </a:ext>
                  </a:extLst>
                </p:cNvPr>
                <p:cNvGrpSpPr/>
                <p:nvPr userDrawn="1"/>
              </p:nvGrpSpPr>
              <p:grpSpPr>
                <a:xfrm>
                  <a:off x="12782157" y="3403239"/>
                  <a:ext cx="412976" cy="396132"/>
                  <a:chOff x="13554906" y="3320109"/>
                  <a:chExt cx="443917" cy="425811"/>
                </a:xfrm>
              </p:grpSpPr>
              <p:grpSp>
                <p:nvGrpSpPr>
                  <p:cNvPr id="186" name="Groep 185">
                    <a:extLst>
                      <a:ext uri="{FF2B5EF4-FFF2-40B4-BE49-F238E27FC236}">
                        <a16:creationId xmlns:a16="http://schemas.microsoft.com/office/drawing/2014/main" id="{5645C2E9-0E3F-493C-06F5-4DBACD1C76DF}"/>
                      </a:ext>
                    </a:extLst>
                  </p:cNvPr>
                  <p:cNvGrpSpPr/>
                  <p:nvPr userDrawn="1"/>
                </p:nvGrpSpPr>
                <p:grpSpPr>
                  <a:xfrm>
                    <a:off x="13554906" y="3320109"/>
                    <a:ext cx="443917" cy="425811"/>
                    <a:chOff x="12909684" y="1276143"/>
                    <a:chExt cx="443917" cy="425811"/>
                  </a:xfrm>
                </p:grpSpPr>
                <p:sp>
                  <p:nvSpPr>
                    <p:cNvPr id="189" name="Rechthoek 188">
                      <a:extLst>
                        <a:ext uri="{FF2B5EF4-FFF2-40B4-BE49-F238E27FC236}">
                          <a16:creationId xmlns:a16="http://schemas.microsoft.com/office/drawing/2014/main" id="{62284D8C-3900-974C-E1A6-1B0B14A182CE}"/>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190" name="Rechthoek 189">
                      <a:extLst>
                        <a:ext uri="{FF2B5EF4-FFF2-40B4-BE49-F238E27FC236}">
                          <a16:creationId xmlns:a16="http://schemas.microsoft.com/office/drawing/2014/main" id="{FB464925-6F21-3244-5313-27DEC6A5FBA3}"/>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191" name="Ovaal 190">
                      <a:extLst>
                        <a:ext uri="{FF2B5EF4-FFF2-40B4-BE49-F238E27FC236}">
                          <a16:creationId xmlns:a16="http://schemas.microsoft.com/office/drawing/2014/main" id="{E0B800B4-F4E4-9D7F-44A3-E8D451B28CEF}"/>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pic>
                <p:nvPicPr>
                  <p:cNvPr id="187" name="Afbeelding 186">
                    <a:extLst>
                      <a:ext uri="{FF2B5EF4-FFF2-40B4-BE49-F238E27FC236}">
                        <a16:creationId xmlns:a16="http://schemas.microsoft.com/office/drawing/2014/main" id="{638CDF03-CBE0-F53E-AC37-0614050110CF}"/>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a:off x="13567296" y="3424991"/>
                    <a:ext cx="173367" cy="140220"/>
                  </a:xfrm>
                  <a:prstGeom prst="rect">
                    <a:avLst/>
                  </a:prstGeom>
                </p:spPr>
              </p:pic>
              <p:pic>
                <p:nvPicPr>
                  <p:cNvPr id="188" name="Afbeelding 187">
                    <a:extLst>
                      <a:ext uri="{FF2B5EF4-FFF2-40B4-BE49-F238E27FC236}">
                        <a16:creationId xmlns:a16="http://schemas.microsoft.com/office/drawing/2014/main" id="{68687D1D-E631-54D4-86D2-FEC778DF6026}"/>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180" name="Groep 179">
                  <a:extLst>
                    <a:ext uri="{FF2B5EF4-FFF2-40B4-BE49-F238E27FC236}">
                      <a16:creationId xmlns:a16="http://schemas.microsoft.com/office/drawing/2014/main" id="{433EE0ED-9FFD-3CEE-CBDB-FC718D98A869}"/>
                    </a:ext>
                  </a:extLst>
                </p:cNvPr>
                <p:cNvGrpSpPr/>
                <p:nvPr userDrawn="1"/>
              </p:nvGrpSpPr>
              <p:grpSpPr>
                <a:xfrm>
                  <a:off x="13103513" y="3705268"/>
                  <a:ext cx="145820" cy="146462"/>
                  <a:chOff x="13096169" y="3602278"/>
                  <a:chExt cx="145820" cy="146462"/>
                </a:xfrm>
              </p:grpSpPr>
              <p:sp>
                <p:nvSpPr>
                  <p:cNvPr id="184" name="Rechthoek 183">
                    <a:extLst>
                      <a:ext uri="{FF2B5EF4-FFF2-40B4-BE49-F238E27FC236}">
                        <a16:creationId xmlns:a16="http://schemas.microsoft.com/office/drawing/2014/main" id="{E24F3181-9B5D-2BBD-59F6-7001EB2B0BD6}"/>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85" name="Rechthoek 184">
                    <a:extLst>
                      <a:ext uri="{FF2B5EF4-FFF2-40B4-BE49-F238E27FC236}">
                        <a16:creationId xmlns:a16="http://schemas.microsoft.com/office/drawing/2014/main" id="{D3B7F4F0-EFE0-76F3-8696-4C72926E57AF}"/>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181" name="Groep 180">
                  <a:extLst>
                    <a:ext uri="{FF2B5EF4-FFF2-40B4-BE49-F238E27FC236}">
                      <a16:creationId xmlns:a16="http://schemas.microsoft.com/office/drawing/2014/main" id="{3F890A04-B977-1C31-B5E5-B92E2FE43978}"/>
                    </a:ext>
                  </a:extLst>
                </p:cNvPr>
                <p:cNvGrpSpPr/>
                <p:nvPr userDrawn="1"/>
              </p:nvGrpSpPr>
              <p:grpSpPr>
                <a:xfrm rot="10800000">
                  <a:off x="13061402" y="3665637"/>
                  <a:ext cx="145820" cy="146462"/>
                  <a:chOff x="13096169" y="3602278"/>
                  <a:chExt cx="145820" cy="146462"/>
                </a:xfrm>
              </p:grpSpPr>
              <p:sp>
                <p:nvSpPr>
                  <p:cNvPr id="182" name="Rechthoek 181">
                    <a:extLst>
                      <a:ext uri="{FF2B5EF4-FFF2-40B4-BE49-F238E27FC236}">
                        <a16:creationId xmlns:a16="http://schemas.microsoft.com/office/drawing/2014/main" id="{6A4500C2-416B-B3ED-E007-0A8CE9C96E9F}"/>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83" name="Rechthoek 182">
                    <a:extLst>
                      <a:ext uri="{FF2B5EF4-FFF2-40B4-BE49-F238E27FC236}">
                        <a16:creationId xmlns:a16="http://schemas.microsoft.com/office/drawing/2014/main" id="{3456EAC2-F9F3-1007-A2FF-AEB38A23C85D}"/>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sp>
            <p:nvSpPr>
              <p:cNvPr id="177" name="Rechthoek 176">
                <a:extLst>
                  <a:ext uri="{FF2B5EF4-FFF2-40B4-BE49-F238E27FC236}">
                    <a16:creationId xmlns:a16="http://schemas.microsoft.com/office/drawing/2014/main" id="{ED81E4D8-20EA-C456-2544-F2EB1139CD7E}"/>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900" b="0" noProof="0" dirty="0">
                    <a:solidFill>
                      <a:srgbClr val="211F26"/>
                    </a:solidFill>
                    <a:latin typeface="Calibri" panose="020F0502020204030204" pitchFamily="34" charset="0"/>
                    <a:cs typeface="Calibri" panose="020F0502020204030204" pitchFamily="34" charset="0"/>
                  </a:rPr>
                  <a:t>Crop</a:t>
                </a:r>
              </a:p>
            </p:txBody>
          </p:sp>
          <p:sp>
            <p:nvSpPr>
              <p:cNvPr id="178" name="Gelijkbenige driehoek 177">
                <a:extLst>
                  <a:ext uri="{FF2B5EF4-FFF2-40B4-BE49-F238E27FC236}">
                    <a16:creationId xmlns:a16="http://schemas.microsoft.com/office/drawing/2014/main" id="{F85CA207-58FD-8750-75F2-94097F91D07F}"/>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sp>
          <p:nvSpPr>
            <p:cNvPr id="166" name="Ovaal 165">
              <a:extLst>
                <a:ext uri="{FF2B5EF4-FFF2-40B4-BE49-F238E27FC236}">
                  <a16:creationId xmlns:a16="http://schemas.microsoft.com/office/drawing/2014/main" id="{A2E2AE58-B5A8-4177-51AF-486C40C2D377}"/>
                </a:ext>
              </a:extLst>
            </p:cNvPr>
            <p:cNvSpPr/>
            <p:nvPr userDrawn="1"/>
          </p:nvSpPr>
          <p:spPr>
            <a:xfrm>
              <a:off x="-3603587" y="18111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67" name="Rechthoek 166">
              <a:extLst>
                <a:ext uri="{FF2B5EF4-FFF2-40B4-BE49-F238E27FC236}">
                  <a16:creationId xmlns:a16="http://schemas.microsoft.com/office/drawing/2014/main" id="{98CB1725-6A40-28C5-4D29-1125808D1F53}"/>
                </a:ext>
              </a:extLst>
            </p:cNvPr>
            <p:cNvSpPr/>
            <p:nvPr userDrawn="1"/>
          </p:nvSpPr>
          <p:spPr>
            <a:xfrm>
              <a:off x="-3319415" y="1811185"/>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 the preferred category and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and click 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‘Insert’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168" name="Rechthoek 167">
              <a:extLst>
                <a:ext uri="{FF2B5EF4-FFF2-40B4-BE49-F238E27FC236}">
                  <a16:creationId xmlns:a16="http://schemas.microsoft.com/office/drawing/2014/main" id="{CAF34E4C-9143-60EE-B37F-F634647FDF0D}"/>
                </a:ext>
              </a:extLst>
            </p:cNvPr>
            <p:cNvSpPr/>
            <p:nvPr userDrawn="1"/>
          </p:nvSpPr>
          <p:spPr>
            <a:xfrm>
              <a:off x="-3319415" y="2245760"/>
              <a:ext cx="825500" cy="209550"/>
            </a:xfrm>
            <a:prstGeom prst="rect">
              <a:avLst/>
            </a:prstGeom>
            <a:solidFill>
              <a:srgbClr val="1FF52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1000" b="1" noProof="0" dirty="0">
                  <a:solidFill>
                    <a:srgbClr val="211F26"/>
                  </a:solidFill>
                  <a:latin typeface="Calibri" panose="020F0502020204030204" pitchFamily="34" charset="0"/>
                  <a:cs typeface="Calibri" panose="020F0502020204030204" pitchFamily="34" charset="0"/>
                </a:rPr>
                <a:t>Insert</a:t>
              </a:r>
            </a:p>
          </p:txBody>
        </p:sp>
        <p:grpSp>
          <p:nvGrpSpPr>
            <p:cNvPr id="169" name="Groep 168">
              <a:extLst>
                <a:ext uri="{FF2B5EF4-FFF2-40B4-BE49-F238E27FC236}">
                  <a16:creationId xmlns:a16="http://schemas.microsoft.com/office/drawing/2014/main" id="{3F345693-1496-5D36-D8A4-3BD8577C7A8C}"/>
                </a:ext>
              </a:extLst>
            </p:cNvPr>
            <p:cNvGrpSpPr/>
            <p:nvPr userDrawn="1"/>
          </p:nvGrpSpPr>
          <p:grpSpPr>
            <a:xfrm>
              <a:off x="-3365484" y="1226982"/>
              <a:ext cx="446937" cy="406485"/>
              <a:chOff x="-3563526" y="1409294"/>
              <a:chExt cx="354190" cy="322133"/>
            </a:xfrm>
          </p:grpSpPr>
          <p:grpSp>
            <p:nvGrpSpPr>
              <p:cNvPr id="170" name="Groep 169">
                <a:extLst>
                  <a:ext uri="{FF2B5EF4-FFF2-40B4-BE49-F238E27FC236}">
                    <a16:creationId xmlns:a16="http://schemas.microsoft.com/office/drawing/2014/main" id="{3765ABC2-1D66-7EB0-7484-D404D39E572D}"/>
                  </a:ext>
                </a:extLst>
              </p:cNvPr>
              <p:cNvGrpSpPr/>
              <p:nvPr userDrawn="1"/>
            </p:nvGrpSpPr>
            <p:grpSpPr>
              <a:xfrm>
                <a:off x="-3499992" y="1409294"/>
                <a:ext cx="225195" cy="195499"/>
                <a:chOff x="8987389" y="1361199"/>
                <a:chExt cx="2200275" cy="1914525"/>
              </a:xfrm>
            </p:grpSpPr>
            <p:sp>
              <p:nvSpPr>
                <p:cNvPr id="172" name="Vrije vorm: vorm 171">
                  <a:extLst>
                    <a:ext uri="{FF2B5EF4-FFF2-40B4-BE49-F238E27FC236}">
                      <a16:creationId xmlns:a16="http://schemas.microsoft.com/office/drawing/2014/main" id="{6105C4EC-C48C-C099-35D5-B7B2CE69865F}"/>
                    </a:ext>
                  </a:extLst>
                </p:cNvPr>
                <p:cNvSpPr/>
                <p:nvPr/>
              </p:nvSpPr>
              <p:spPr>
                <a:xfrm>
                  <a:off x="9363620" y="1831738"/>
                  <a:ext cx="371477" cy="371472"/>
                </a:xfrm>
                <a:custGeom>
                  <a:avLst/>
                  <a:gdLst>
                    <a:gd name="connsiteX0" fmla="*/ 369094 w 371475"/>
                    <a:gd name="connsiteY0" fmla="*/ 188119 h 371475"/>
                    <a:gd name="connsiteX1" fmla="*/ 188119 w 371475"/>
                    <a:gd name="connsiteY1" fmla="*/ 369094 h 371475"/>
                    <a:gd name="connsiteX2" fmla="*/ 7144 w 371475"/>
                    <a:gd name="connsiteY2" fmla="*/ 188119 h 371475"/>
                    <a:gd name="connsiteX3" fmla="*/ 188119 w 371475"/>
                    <a:gd name="connsiteY3" fmla="*/ 7144 h 371475"/>
                    <a:gd name="connsiteX4" fmla="*/ 369094 w 371475"/>
                    <a:gd name="connsiteY4" fmla="*/ 188119 h 371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 h="371475">
                      <a:moveTo>
                        <a:pt x="369094" y="188119"/>
                      </a:moveTo>
                      <a:cubicBezTo>
                        <a:pt x="369094" y="288068"/>
                        <a:pt x="288068" y="369094"/>
                        <a:pt x="188119" y="369094"/>
                      </a:cubicBezTo>
                      <a:cubicBezTo>
                        <a:pt x="88169" y="369094"/>
                        <a:pt x="7144" y="288068"/>
                        <a:pt x="7144" y="188119"/>
                      </a:cubicBezTo>
                      <a:cubicBezTo>
                        <a:pt x="7144" y="88169"/>
                        <a:pt x="88169" y="7144"/>
                        <a:pt x="188119" y="7144"/>
                      </a:cubicBezTo>
                      <a:cubicBezTo>
                        <a:pt x="288068" y="7144"/>
                        <a:pt x="369094" y="88169"/>
                        <a:pt x="369094" y="188119"/>
                      </a:cubicBezTo>
                      <a:close/>
                    </a:path>
                  </a:pathLst>
                </a:custGeom>
                <a:solidFill>
                  <a:srgbClr val="1FF524"/>
                </a:solidFill>
                <a:ln w="9525" cap="flat">
                  <a:noFill/>
                  <a:prstDash val="solid"/>
                  <a:miter/>
                </a:ln>
              </p:spPr>
              <p:txBody>
                <a:bodyPr rtlCol="0" anchor="ctr"/>
                <a:lstStyle/>
                <a:p>
                  <a:pPr defTabSz="995469"/>
                  <a:endParaRPr lang="en-GB" sz="7200" noProof="0" dirty="0">
                    <a:solidFill>
                      <a:srgbClr val="211F26"/>
                    </a:solidFill>
                    <a:latin typeface="+mn-lt"/>
                  </a:endParaRPr>
                </a:p>
              </p:txBody>
            </p:sp>
            <p:grpSp>
              <p:nvGrpSpPr>
                <p:cNvPr id="173" name="Groep 172">
                  <a:extLst>
                    <a:ext uri="{FF2B5EF4-FFF2-40B4-BE49-F238E27FC236}">
                      <a16:creationId xmlns:a16="http://schemas.microsoft.com/office/drawing/2014/main" id="{70BC74F2-6C9C-64AB-51E0-D12D079EAE8E}"/>
                    </a:ext>
                  </a:extLst>
                </p:cNvPr>
                <p:cNvGrpSpPr/>
                <p:nvPr/>
              </p:nvGrpSpPr>
              <p:grpSpPr>
                <a:xfrm>
                  <a:off x="8987389" y="1361199"/>
                  <a:ext cx="2200275" cy="1914525"/>
                  <a:chOff x="8987389" y="1361199"/>
                  <a:chExt cx="2200275" cy="1914525"/>
                </a:xfrm>
                <a:gradFill>
                  <a:gsLst>
                    <a:gs pos="0">
                      <a:srgbClr val="9D9FA1"/>
                    </a:gs>
                    <a:gs pos="70000">
                      <a:srgbClr val="211F26"/>
                    </a:gs>
                  </a:gsLst>
                  <a:lin ang="2700000" scaled="0"/>
                </a:gradFill>
              </p:grpSpPr>
              <p:sp>
                <p:nvSpPr>
                  <p:cNvPr id="174" name="Vrije vorm: vorm 173">
                    <a:extLst>
                      <a:ext uri="{FF2B5EF4-FFF2-40B4-BE49-F238E27FC236}">
                        <a16:creationId xmlns:a16="http://schemas.microsoft.com/office/drawing/2014/main" id="{26EB3650-9C0A-4889-5E25-74A14FA6063C}"/>
                      </a:ext>
                    </a:extLst>
                  </p:cNvPr>
                  <p:cNvSpPr/>
                  <p:nvPr/>
                </p:nvSpPr>
                <p:spPr>
                  <a:xfrm>
                    <a:off x="8987389" y="1361199"/>
                    <a:ext cx="2200275" cy="1914525"/>
                  </a:xfrm>
                  <a:custGeom>
                    <a:avLst/>
                    <a:gdLst>
                      <a:gd name="connsiteX0" fmla="*/ 7144 w 2200275"/>
                      <a:gd name="connsiteY0" fmla="*/ 7144 h 1914525"/>
                      <a:gd name="connsiteX1" fmla="*/ 7144 w 2200275"/>
                      <a:gd name="connsiteY1" fmla="*/ 245269 h 1914525"/>
                      <a:gd name="connsiteX2" fmla="*/ 432911 w 2200275"/>
                      <a:gd name="connsiteY2" fmla="*/ 245269 h 1914525"/>
                      <a:gd name="connsiteX3" fmla="*/ 432911 w 2200275"/>
                      <a:gd name="connsiteY3" fmla="*/ 245269 h 1914525"/>
                      <a:gd name="connsiteX4" fmla="*/ 1959769 w 2200275"/>
                      <a:gd name="connsiteY4" fmla="*/ 245269 h 1914525"/>
                      <a:gd name="connsiteX5" fmla="*/ 1959769 w 2200275"/>
                      <a:gd name="connsiteY5" fmla="*/ 1674019 h 1914525"/>
                      <a:gd name="connsiteX6" fmla="*/ 245269 w 2200275"/>
                      <a:gd name="connsiteY6" fmla="*/ 1674019 h 1914525"/>
                      <a:gd name="connsiteX7" fmla="*/ 245269 w 2200275"/>
                      <a:gd name="connsiteY7" fmla="*/ 350044 h 1914525"/>
                      <a:gd name="connsiteX8" fmla="*/ 7144 w 2200275"/>
                      <a:gd name="connsiteY8" fmla="*/ 350044 h 1914525"/>
                      <a:gd name="connsiteX9" fmla="*/ 7144 w 2200275"/>
                      <a:gd name="connsiteY9" fmla="*/ 1912144 h 1914525"/>
                      <a:gd name="connsiteX10" fmla="*/ 2197894 w 2200275"/>
                      <a:gd name="connsiteY10" fmla="*/ 1912144 h 1914525"/>
                      <a:gd name="connsiteX11" fmla="*/ 2197894 w 2200275"/>
                      <a:gd name="connsiteY11" fmla="*/ 7144 h 1914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0275" h="1914525">
                        <a:moveTo>
                          <a:pt x="7144" y="7144"/>
                        </a:moveTo>
                        <a:lnTo>
                          <a:pt x="7144" y="245269"/>
                        </a:lnTo>
                        <a:lnTo>
                          <a:pt x="432911" y="245269"/>
                        </a:lnTo>
                        <a:lnTo>
                          <a:pt x="432911" y="245269"/>
                        </a:lnTo>
                        <a:lnTo>
                          <a:pt x="1959769" y="245269"/>
                        </a:lnTo>
                        <a:lnTo>
                          <a:pt x="1959769" y="1674019"/>
                        </a:lnTo>
                        <a:lnTo>
                          <a:pt x="245269" y="1674019"/>
                        </a:lnTo>
                        <a:lnTo>
                          <a:pt x="245269" y="350044"/>
                        </a:lnTo>
                        <a:lnTo>
                          <a:pt x="7144" y="350044"/>
                        </a:lnTo>
                        <a:lnTo>
                          <a:pt x="7144" y="1912144"/>
                        </a:lnTo>
                        <a:lnTo>
                          <a:pt x="2197894" y="1912144"/>
                        </a:lnTo>
                        <a:lnTo>
                          <a:pt x="2197894" y="7144"/>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sp>
                <p:nvSpPr>
                  <p:cNvPr id="175" name="Vrije vorm: vorm 174">
                    <a:extLst>
                      <a:ext uri="{FF2B5EF4-FFF2-40B4-BE49-F238E27FC236}">
                        <a16:creationId xmlns:a16="http://schemas.microsoft.com/office/drawing/2014/main" id="{37AE32A1-A930-83DF-3861-6C4E7683F177}"/>
                      </a:ext>
                    </a:extLst>
                  </p:cNvPr>
                  <p:cNvSpPr/>
                  <p:nvPr/>
                </p:nvSpPr>
                <p:spPr>
                  <a:xfrm>
                    <a:off x="9362668" y="1953652"/>
                    <a:ext cx="1438273" cy="885828"/>
                  </a:xfrm>
                  <a:custGeom>
                    <a:avLst/>
                    <a:gdLst>
                      <a:gd name="connsiteX0" fmla="*/ 1070134 w 1438275"/>
                      <a:gd name="connsiteY0" fmla="*/ 7144 h 885825"/>
                      <a:gd name="connsiteX1" fmla="*/ 801529 w 1438275"/>
                      <a:gd name="connsiteY1" fmla="*/ 275749 h 885825"/>
                      <a:gd name="connsiteX2" fmla="*/ 662464 w 1438275"/>
                      <a:gd name="connsiteY2" fmla="*/ 137636 h 885825"/>
                      <a:gd name="connsiteX3" fmla="*/ 7144 w 1438275"/>
                      <a:gd name="connsiteY3" fmla="*/ 784384 h 885825"/>
                      <a:gd name="connsiteX4" fmla="*/ 108109 w 1438275"/>
                      <a:gd name="connsiteY4" fmla="*/ 885349 h 885825"/>
                      <a:gd name="connsiteX5" fmla="*/ 662464 w 1438275"/>
                      <a:gd name="connsiteY5" fmla="*/ 338614 h 885825"/>
                      <a:gd name="connsiteX6" fmla="*/ 928211 w 1438275"/>
                      <a:gd name="connsiteY6" fmla="*/ 605314 h 885825"/>
                      <a:gd name="connsiteX7" fmla="*/ 1029176 w 1438275"/>
                      <a:gd name="connsiteY7" fmla="*/ 503396 h 885825"/>
                      <a:gd name="connsiteX8" fmla="*/ 902494 w 1438275"/>
                      <a:gd name="connsiteY8" fmla="*/ 376714 h 885825"/>
                      <a:gd name="connsiteX9" fmla="*/ 1070134 w 1438275"/>
                      <a:gd name="connsiteY9" fmla="*/ 209074 h 885825"/>
                      <a:gd name="connsiteX10" fmla="*/ 1337786 w 1438275"/>
                      <a:gd name="connsiteY10" fmla="*/ 480536 h 885825"/>
                      <a:gd name="connsiteX11" fmla="*/ 1438751 w 1438275"/>
                      <a:gd name="connsiteY11" fmla="*/ 378619 h 885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38275" h="885825">
                        <a:moveTo>
                          <a:pt x="1070134" y="7144"/>
                        </a:moveTo>
                        <a:lnTo>
                          <a:pt x="801529" y="275749"/>
                        </a:lnTo>
                        <a:lnTo>
                          <a:pt x="662464" y="137636"/>
                        </a:lnTo>
                        <a:lnTo>
                          <a:pt x="7144" y="784384"/>
                        </a:lnTo>
                        <a:lnTo>
                          <a:pt x="108109" y="885349"/>
                        </a:lnTo>
                        <a:lnTo>
                          <a:pt x="662464" y="338614"/>
                        </a:lnTo>
                        <a:lnTo>
                          <a:pt x="928211" y="605314"/>
                        </a:lnTo>
                        <a:lnTo>
                          <a:pt x="1029176" y="503396"/>
                        </a:lnTo>
                        <a:lnTo>
                          <a:pt x="902494" y="376714"/>
                        </a:lnTo>
                        <a:lnTo>
                          <a:pt x="1070134" y="209074"/>
                        </a:lnTo>
                        <a:lnTo>
                          <a:pt x="1337786" y="480536"/>
                        </a:lnTo>
                        <a:lnTo>
                          <a:pt x="1438751" y="378619"/>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grpSp>
          </p:grpSp>
          <p:sp>
            <p:nvSpPr>
              <p:cNvPr id="171" name="Tekstvak 170">
                <a:extLst>
                  <a:ext uri="{FF2B5EF4-FFF2-40B4-BE49-F238E27FC236}">
                    <a16:creationId xmlns:a16="http://schemas.microsoft.com/office/drawing/2014/main" id="{8976F661-9C74-4EEE-5E1B-643ADE70D526}"/>
                  </a:ext>
                </a:extLst>
              </p:cNvPr>
              <p:cNvSpPr txBox="1"/>
              <p:nvPr userDrawn="1"/>
            </p:nvSpPr>
            <p:spPr>
              <a:xfrm>
                <a:off x="-3563526" y="1617700"/>
                <a:ext cx="354190" cy="113727"/>
              </a:xfrm>
              <a:prstGeom prst="rect">
                <a:avLst/>
              </a:prstGeom>
              <a:noFill/>
            </p:spPr>
            <p:txBody>
              <a:bodyPr wrap="square" lIns="0" tIns="18000" rIns="0" bIns="0" rtlCol="0" anchor="t">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Images</a:t>
                </a:r>
              </a:p>
            </p:txBody>
          </p:sp>
        </p:grpSp>
      </p:grpSp>
      <p:sp>
        <p:nvSpPr>
          <p:cNvPr id="83" name="Rectangle 82">
            <a:extLst>
              <a:ext uri="{FF2B5EF4-FFF2-40B4-BE49-F238E27FC236}">
                <a16:creationId xmlns:a16="http://schemas.microsoft.com/office/drawing/2014/main" id="{F21E2758-A5D2-DC36-1469-282CB1520849}"/>
              </a:ext>
            </a:extLst>
          </p:cNvPr>
          <p:cNvSpPr/>
          <p:nvPr userDrawn="1"/>
        </p:nvSpPr>
        <p:spPr>
          <a:xfrm>
            <a:off x="718666" y="-1"/>
            <a:ext cx="10751096" cy="3736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r>
              <a:rPr lang="en-US" sz="1600" dirty="0"/>
              <a:t>Objective | Background | Methods | Results | Conclusions</a:t>
            </a:r>
            <a:endParaRPr lang="LID4096" sz="1600" dirty="0" err="1"/>
          </a:p>
        </p:txBody>
      </p:sp>
    </p:spTree>
    <p:extLst>
      <p:ext uri="{BB962C8B-B14F-4D97-AF65-F5344CB8AC3E}">
        <p14:creationId xmlns:p14="http://schemas.microsoft.com/office/powerpoint/2010/main" val="1690592447"/>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mage (S) + text | blue mode">
    <p:bg>
      <p:bgPr>
        <a:solidFill>
          <a:schemeClr val="accent1"/>
        </a:solidFill>
        <a:effectLst/>
      </p:bgPr>
    </p:bg>
    <p:spTree>
      <p:nvGrpSpPr>
        <p:cNvPr id="1" name=""/>
        <p:cNvGrpSpPr/>
        <p:nvPr/>
      </p:nvGrpSpPr>
      <p:grpSpPr>
        <a:xfrm>
          <a:off x="0" y="0"/>
          <a:ext cx="0" cy="0"/>
          <a:chOff x="0" y="0"/>
          <a:chExt cx="0" cy="0"/>
        </a:xfrm>
      </p:grpSpPr>
      <p:sp>
        <p:nvSpPr>
          <p:cNvPr id="4" name="Tijdelijke aanduiding voor afbeelding 16">
            <a:extLst>
              <a:ext uri="{FF2B5EF4-FFF2-40B4-BE49-F238E27FC236}">
                <a16:creationId xmlns:a16="http://schemas.microsoft.com/office/drawing/2014/main" id="{61F36D1D-AE33-D8F4-F1EC-9C92E82AD61F}"/>
              </a:ext>
            </a:extLst>
          </p:cNvPr>
          <p:cNvSpPr>
            <a:spLocks noGrp="1"/>
          </p:cNvSpPr>
          <p:nvPr>
            <p:ph type="pic" sz="quarter" idx="13" hasCustomPrompt="1"/>
          </p:nvPr>
        </p:nvSpPr>
        <p:spPr>
          <a:xfrm>
            <a:off x="-1" y="0"/>
            <a:ext cx="3735859" cy="6858000"/>
          </a:xfrm>
          <a:pattFill prst="pct60">
            <a:fgClr>
              <a:schemeClr val="bg1">
                <a:lumMod val="95000"/>
              </a:schemeClr>
            </a:fgClr>
            <a:bgClr>
              <a:schemeClr val="bg1">
                <a:lumMod val="85000"/>
              </a:schemeClr>
            </a:bgClr>
          </a:patt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the tab </a:t>
            </a:r>
            <a:br>
              <a:rPr lang="en-GB" noProof="0" dirty="0"/>
            </a:br>
            <a:r>
              <a:rPr lang="en-GB" noProof="0" dirty="0"/>
              <a:t>‘</a:t>
            </a:r>
            <a:r>
              <a:rPr lang="en-GB" noProof="0" dirty="0" err="1"/>
              <a:t>Slidebuilder</a:t>
            </a:r>
            <a:r>
              <a:rPr lang="en-GB" noProof="0" dirty="0"/>
              <a:t>’, click on ‘</a:t>
            </a:r>
            <a:r>
              <a:rPr lang="en-GB" noProof="0" dirty="0" err="1"/>
              <a:t>Images’,select</a:t>
            </a:r>
            <a:r>
              <a:rPr lang="en-GB" noProof="0" dirty="0"/>
              <a:t> </a:t>
            </a:r>
            <a:br>
              <a:rPr lang="en-GB" noProof="0" dirty="0"/>
            </a:br>
            <a:r>
              <a:rPr lang="en-GB" noProof="0" dirty="0"/>
              <a:t>the preferred image and click on ‘Insert’.</a:t>
            </a:r>
          </a:p>
        </p:txBody>
      </p:sp>
      <p:sp>
        <p:nvSpPr>
          <p:cNvPr id="7" name="Tijdelijke aanduiding voor tekst 18">
            <a:extLst>
              <a:ext uri="{FF2B5EF4-FFF2-40B4-BE49-F238E27FC236}">
                <a16:creationId xmlns:a16="http://schemas.microsoft.com/office/drawing/2014/main" id="{AA9F6C2C-6967-33E9-B1F2-D2151E251AEA}"/>
              </a:ext>
            </a:extLst>
          </p:cNvPr>
          <p:cNvSpPr>
            <a:spLocks noGrp="1"/>
          </p:cNvSpPr>
          <p:nvPr>
            <p:ph type="body" sz="quarter" idx="18" hasCustomPrompt="1"/>
          </p:nvPr>
        </p:nvSpPr>
        <p:spPr>
          <a:xfrm>
            <a:off x="-1" y="4094329"/>
            <a:ext cx="3735859" cy="2763672"/>
          </a:xfrm>
          <a:gradFill flip="none" rotWithShape="1">
            <a:gsLst>
              <a:gs pos="0">
                <a:schemeClr val="tx1">
                  <a:alpha val="29000"/>
                </a:schemeClr>
              </a:gs>
              <a:gs pos="48000">
                <a:schemeClr val="tx1">
                  <a:alpha val="0"/>
                </a:schemeClr>
              </a:gs>
            </a:gsLst>
            <a:lin ang="16200000" scaled="1"/>
            <a:tileRect/>
          </a:gradFill>
        </p:spPr>
        <p:txBody>
          <a:bodyPr/>
          <a:lstStyle>
            <a:lvl1pPr marL="0" indent="0">
              <a:buNone/>
              <a:defRPr sz="100">
                <a:solidFill>
                  <a:schemeClr val="tx2">
                    <a:alpha val="0"/>
                  </a:schemeClr>
                </a:solidFill>
              </a:defRPr>
            </a:lvl1pPr>
          </a:lstStyle>
          <a:p>
            <a:pPr lvl="0"/>
            <a:r>
              <a:rPr lang="en-GB" dirty="0"/>
              <a:t> </a:t>
            </a:r>
          </a:p>
        </p:txBody>
      </p:sp>
      <p:sp>
        <p:nvSpPr>
          <p:cNvPr id="3" name="Tijdelijke aanduiding voor verticale tekst 2">
            <a:extLst>
              <a:ext uri="{FF2B5EF4-FFF2-40B4-BE49-F238E27FC236}">
                <a16:creationId xmlns:a16="http://schemas.microsoft.com/office/drawing/2014/main" id="{3B184817-515D-4870-8CED-0DECE6FF2FC8}"/>
              </a:ext>
            </a:extLst>
          </p:cNvPr>
          <p:cNvSpPr>
            <a:spLocks noGrp="1"/>
          </p:cNvSpPr>
          <p:nvPr>
            <p:ph type="body" orient="vert" idx="1" hasCustomPrompt="1"/>
          </p:nvPr>
        </p:nvSpPr>
        <p:spPr>
          <a:xfrm>
            <a:off x="4453623" y="1569104"/>
            <a:ext cx="7016140" cy="4431646"/>
          </a:xfrm>
        </p:spPr>
        <p:txBody>
          <a:bodyPr vert="horz"/>
          <a:lstStyle>
            <a:lvl1pPr>
              <a:buClr>
                <a:schemeClr val="bg1"/>
              </a:buClr>
              <a:defRPr>
                <a:solidFill>
                  <a:schemeClr val="bg1"/>
                </a:solidFill>
              </a:defRPr>
            </a:lvl1pPr>
            <a:lvl2pPr>
              <a:buClr>
                <a:schemeClr val="bg1"/>
              </a:buClr>
              <a:defRPr>
                <a:solidFill>
                  <a:schemeClr val="bg1"/>
                </a:solidFill>
              </a:defRPr>
            </a:lvl2pPr>
            <a:lvl3pPr>
              <a:defRPr>
                <a:solidFill>
                  <a:schemeClr val="bg1"/>
                </a:solidFill>
              </a:defRPr>
            </a:lvl3pPr>
            <a:lvl4pPr>
              <a:defRPr>
                <a:solidFill>
                  <a:schemeClr val="tx2"/>
                </a:solidFill>
              </a:defRPr>
            </a:lvl4pPr>
            <a:lvl5pPr>
              <a:defRPr b="0">
                <a:solidFill>
                  <a:schemeClr val="tx2"/>
                </a:solidFill>
              </a:defRPr>
            </a:lvl5pPr>
            <a:lvl6pPr>
              <a:defRPr b="0">
                <a:solidFill>
                  <a:schemeClr val="bg1"/>
                </a:solidFill>
              </a:defRPr>
            </a:lvl6pPr>
            <a:lvl7pPr>
              <a:buClr>
                <a:schemeClr val="bg1"/>
              </a:buClr>
              <a:defRPr>
                <a:solidFill>
                  <a:schemeClr val="bg1"/>
                </a:solidFill>
              </a:defRPr>
            </a:lvl7pPr>
            <a:lvl8pPr>
              <a:buClr>
                <a:schemeClr val="bg2"/>
              </a:buClr>
              <a:defRPr>
                <a:solidFill>
                  <a:schemeClr val="bg1"/>
                </a:solidFill>
              </a:defRPr>
            </a:lvl8pPr>
            <a:lvl9pPr>
              <a:defRPr>
                <a:solidFill>
                  <a:schemeClr val="bg1"/>
                </a:solidFill>
              </a:defRPr>
            </a:lvl9pPr>
          </a:lstStyle>
          <a:p>
            <a:pPr lvl="0"/>
            <a:r>
              <a:rPr lang="en-GB" noProof="0" dirty="0"/>
              <a:t>Bullet</a:t>
            </a:r>
          </a:p>
          <a:p>
            <a:pPr lvl="1"/>
            <a:r>
              <a:rPr lang="en-GB" noProof="0" dirty="0"/>
              <a:t>Sub-bullet </a:t>
            </a:r>
          </a:p>
          <a:p>
            <a:pPr lvl="2"/>
            <a:r>
              <a:rPr lang="en-GB" noProof="0" dirty="0"/>
              <a:t>Default text</a:t>
            </a:r>
            <a:br>
              <a:rPr lang="en-GB" noProof="0" dirty="0"/>
            </a:br>
            <a:endParaRPr lang="en-GB" noProof="0" dirty="0"/>
          </a:p>
          <a:p>
            <a:pPr lvl="3"/>
            <a:r>
              <a:rPr lang="en-GB" noProof="0" dirty="0"/>
              <a:t>Title/Quote</a:t>
            </a:r>
          </a:p>
          <a:p>
            <a:pPr lvl="4"/>
            <a:r>
              <a:rPr lang="en-GB" noProof="0" dirty="0"/>
              <a:t>Subtitle</a:t>
            </a:r>
          </a:p>
          <a:p>
            <a:pPr lvl="5"/>
            <a:r>
              <a:rPr lang="en-GB" noProof="0" dirty="0"/>
              <a:t>Default text</a:t>
            </a:r>
            <a:br>
              <a:rPr lang="en-GB" noProof="0" dirty="0"/>
            </a:br>
            <a:endParaRPr lang="en-GB" noProof="0" dirty="0"/>
          </a:p>
          <a:p>
            <a:pPr lvl="6"/>
            <a:r>
              <a:rPr lang="en-GB" noProof="0" dirty="0"/>
              <a:t>Numerical bullet</a:t>
            </a:r>
          </a:p>
          <a:p>
            <a:pPr lvl="7"/>
            <a:r>
              <a:rPr lang="en-GB" noProof="0" dirty="0"/>
              <a:t>Alphabetical bullet</a:t>
            </a:r>
          </a:p>
          <a:p>
            <a:pPr lvl="8"/>
            <a:r>
              <a:rPr lang="en-GB" noProof="0" dirty="0"/>
              <a:t>Source</a:t>
            </a:r>
          </a:p>
        </p:txBody>
      </p:sp>
      <p:sp>
        <p:nvSpPr>
          <p:cNvPr id="8" name="Rechthoek 7">
            <a:extLst>
              <a:ext uri="{FF2B5EF4-FFF2-40B4-BE49-F238E27FC236}">
                <a16:creationId xmlns:a16="http://schemas.microsoft.com/office/drawing/2014/main" id="{0F5F4741-7E9A-4CAB-94EB-11EAC243E80F}"/>
              </a:ext>
            </a:extLst>
          </p:cNvPr>
          <p:cNvSpPr/>
          <p:nvPr userDrawn="1"/>
        </p:nvSpPr>
        <p:spPr>
          <a:xfrm>
            <a:off x="0" y="-441330"/>
            <a:ext cx="3097002"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en-GB" sz="1800" b="1" cap="none" baseline="0" noProof="0" dirty="0">
                <a:solidFill>
                  <a:schemeClr val="accent1"/>
                </a:solidFill>
                <a:latin typeface="+mj-lt"/>
              </a:rPr>
              <a:t>Image (S) + text | blue mode</a:t>
            </a:r>
          </a:p>
        </p:txBody>
      </p:sp>
      <p:sp>
        <p:nvSpPr>
          <p:cNvPr id="2" name="Tijdelijke aanduiding voor datum 1">
            <a:extLst>
              <a:ext uri="{FF2B5EF4-FFF2-40B4-BE49-F238E27FC236}">
                <a16:creationId xmlns:a16="http://schemas.microsoft.com/office/drawing/2014/main" id="{D2CC7142-B29C-44C0-A766-50C559F83F0D}"/>
              </a:ext>
            </a:extLst>
          </p:cNvPr>
          <p:cNvSpPr>
            <a:spLocks noGrp="1"/>
          </p:cNvSpPr>
          <p:nvPr>
            <p:ph type="dt" sz="half" idx="14"/>
          </p:nvPr>
        </p:nvSpPr>
        <p:spPr>
          <a:xfrm>
            <a:off x="10215497" y="6405669"/>
            <a:ext cx="697307" cy="184666"/>
          </a:xfrm>
        </p:spPr>
        <p:txBody>
          <a:bodyPr/>
          <a:lstStyle>
            <a:lvl1pPr>
              <a:defRPr>
                <a:solidFill>
                  <a:schemeClr val="bg1"/>
                </a:solidFill>
              </a:defRPr>
            </a:lvl1pPr>
          </a:lstStyle>
          <a:p>
            <a:r>
              <a:rPr lang="LID4096"/>
              <a:t>08/30/2024</a:t>
            </a:r>
            <a:endParaRPr lang="en-GB" dirty="0"/>
          </a:p>
        </p:txBody>
      </p:sp>
      <p:sp>
        <p:nvSpPr>
          <p:cNvPr id="5" name="Tijdelijke aanduiding voor dianummer 4">
            <a:extLst>
              <a:ext uri="{FF2B5EF4-FFF2-40B4-BE49-F238E27FC236}">
                <a16:creationId xmlns:a16="http://schemas.microsoft.com/office/drawing/2014/main" id="{CA4D5831-898C-467F-9278-A1AE8AFEACB0}"/>
              </a:ext>
            </a:extLst>
          </p:cNvPr>
          <p:cNvSpPr>
            <a:spLocks noGrp="1"/>
          </p:cNvSpPr>
          <p:nvPr>
            <p:ph type="sldNum" sz="quarter" idx="16"/>
          </p:nvPr>
        </p:nvSpPr>
        <p:spPr/>
        <p:txBody>
          <a:bodyPr/>
          <a:lstStyle>
            <a:lvl1pPr>
              <a:defRPr>
                <a:solidFill>
                  <a:schemeClr val="bg1"/>
                </a:solidFill>
              </a:defRPr>
            </a:lvl1pPr>
          </a:lstStyle>
          <a:p>
            <a:fld id="{9E843DB9-9987-4157-AB9C-CEA8D7D910BB}" type="slidenum">
              <a:rPr lang="en-GB" smtClean="0"/>
              <a:pPr/>
              <a:t>‹#›</a:t>
            </a:fld>
            <a:endParaRPr lang="en-GB" dirty="0"/>
          </a:p>
        </p:txBody>
      </p:sp>
      <p:sp>
        <p:nvSpPr>
          <p:cNvPr id="6" name="Titel 5">
            <a:extLst>
              <a:ext uri="{FF2B5EF4-FFF2-40B4-BE49-F238E27FC236}">
                <a16:creationId xmlns:a16="http://schemas.microsoft.com/office/drawing/2014/main" id="{E05E34B7-2C9E-9A98-E207-B06777DF2086}"/>
              </a:ext>
            </a:extLst>
          </p:cNvPr>
          <p:cNvSpPr>
            <a:spLocks noGrp="1"/>
          </p:cNvSpPr>
          <p:nvPr>
            <p:ph type="title" hasCustomPrompt="1"/>
          </p:nvPr>
        </p:nvSpPr>
        <p:spPr>
          <a:xfrm>
            <a:off x="4453622" y="722454"/>
            <a:ext cx="7016140" cy="323709"/>
          </a:xfrm>
        </p:spPr>
        <p:txBody>
          <a:bodyPr/>
          <a:lstStyle>
            <a:lvl1pPr>
              <a:defRPr>
                <a:solidFill>
                  <a:schemeClr val="tx2"/>
                </a:solidFill>
              </a:defRPr>
            </a:lvl1pPr>
          </a:lstStyle>
          <a:p>
            <a:r>
              <a:rPr lang="en-GB" noProof="0" dirty="0"/>
              <a:t>Title goes here</a:t>
            </a:r>
            <a:endParaRPr lang="en-GB" dirty="0"/>
          </a:p>
        </p:txBody>
      </p:sp>
      <p:sp>
        <p:nvSpPr>
          <p:cNvPr id="19" name="Tijdelijke aanduiding voor tekst 18">
            <a:extLst>
              <a:ext uri="{FF2B5EF4-FFF2-40B4-BE49-F238E27FC236}">
                <a16:creationId xmlns:a16="http://schemas.microsoft.com/office/drawing/2014/main" id="{BE9B9236-02AD-4FF6-37E4-BA4CB5E71A38}"/>
              </a:ext>
            </a:extLst>
          </p:cNvPr>
          <p:cNvSpPr>
            <a:spLocks noGrp="1" noRot="1" noMove="1" noResize="1" noEditPoints="1" noAdjustHandles="1" noChangeArrowheads="1" noChangeShapeType="1"/>
          </p:cNvSpPr>
          <p:nvPr>
            <p:ph type="body" sz="quarter" idx="17" hasCustomPrompt="1"/>
          </p:nvPr>
        </p:nvSpPr>
        <p:spPr>
          <a:xfrm>
            <a:off x="720362" y="6216736"/>
            <a:ext cx="961200" cy="381600"/>
          </a:xfrm>
          <a:blipFill>
            <a:blip r:embed="rId2">
              <a:lum bright="100000"/>
              <a:extLst>
                <a:ext uri="{96DAC541-7B7A-43D3-8B79-37D633B846F1}">
                  <asvg:svgBlip xmlns:asvg="http://schemas.microsoft.com/office/drawing/2016/SVG/main" r:embed="rId3"/>
                </a:ext>
              </a:extLst>
            </a:blip>
            <a:srcRect/>
            <a:stretch>
              <a:fillRect t="53" b="53"/>
            </a:stretch>
          </a:blipFill>
        </p:spPr>
        <p:txBody>
          <a:bodyPr/>
          <a:lstStyle>
            <a:lvl1pPr marL="0" indent="0">
              <a:buNone/>
              <a:defRPr sz="100">
                <a:solidFill>
                  <a:schemeClr val="tx2">
                    <a:alpha val="0"/>
                  </a:schemeClr>
                </a:solidFill>
              </a:defRPr>
            </a:lvl1pPr>
          </a:lstStyle>
          <a:p>
            <a:pPr lvl="0"/>
            <a:r>
              <a:rPr lang="en-GB" dirty="0"/>
              <a:t> </a:t>
            </a:r>
          </a:p>
        </p:txBody>
      </p:sp>
      <p:grpSp>
        <p:nvGrpSpPr>
          <p:cNvPr id="9" name="INSTRUCTION">
            <a:extLst>
              <a:ext uri="{FF2B5EF4-FFF2-40B4-BE49-F238E27FC236}">
                <a16:creationId xmlns:a16="http://schemas.microsoft.com/office/drawing/2014/main" id="{6D07E421-802D-1AE7-499D-23D2A87E021E}"/>
              </a:ext>
            </a:extLst>
          </p:cNvPr>
          <p:cNvGrpSpPr/>
          <p:nvPr userDrawn="1"/>
        </p:nvGrpSpPr>
        <p:grpSpPr>
          <a:xfrm>
            <a:off x="12377595" y="0"/>
            <a:ext cx="3693386" cy="5359349"/>
            <a:chOff x="-3786437" y="0"/>
            <a:chExt cx="3693386" cy="5359349"/>
          </a:xfrm>
        </p:grpSpPr>
        <p:sp>
          <p:nvSpPr>
            <p:cNvPr id="10" name="Rechthoek 9">
              <a:extLst>
                <a:ext uri="{FF2B5EF4-FFF2-40B4-BE49-F238E27FC236}">
                  <a16:creationId xmlns:a16="http://schemas.microsoft.com/office/drawing/2014/main" id="{91FC304D-357C-06BF-C5FF-3D046F7F6AB3}"/>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Choosing text levels</a:t>
              </a:r>
            </a:p>
          </p:txBody>
        </p:sp>
        <p:sp>
          <p:nvSpPr>
            <p:cNvPr id="82" name="Rechthoek 81">
              <a:extLst>
                <a:ext uri="{FF2B5EF4-FFF2-40B4-BE49-F238E27FC236}">
                  <a16:creationId xmlns:a16="http://schemas.microsoft.com/office/drawing/2014/main" id="{F9882C7C-88A1-41F0-7D86-1B6585FB08A2}"/>
                </a:ext>
              </a:extLst>
            </p:cNvPr>
            <p:cNvSpPr/>
            <p:nvPr userDrawn="1"/>
          </p:nvSpPr>
          <p:spPr>
            <a:xfrm>
              <a:off x="-3786165" y="1707400"/>
              <a:ext cx="3593091" cy="2836018"/>
            </a:xfrm>
            <a:prstGeom prst="rect">
              <a:avLst/>
            </a:prstGeom>
            <a:solidFill>
              <a:schemeClr val="accent1"/>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 </a:t>
              </a:r>
            </a:p>
          </p:txBody>
        </p:sp>
        <p:sp>
          <p:nvSpPr>
            <p:cNvPr id="11" name="Ovaal 10">
              <a:extLst>
                <a:ext uri="{FF2B5EF4-FFF2-40B4-BE49-F238E27FC236}">
                  <a16:creationId xmlns:a16="http://schemas.microsoft.com/office/drawing/2014/main" id="{532503FE-9BFB-4451-9202-2AE4E0C89B34}"/>
                </a:ext>
              </a:extLst>
            </p:cNvPr>
            <p:cNvSpPr/>
            <p:nvPr userDrawn="1"/>
          </p:nvSpPr>
          <p:spPr>
            <a:xfrm>
              <a:off x="-3604183" y="1837484"/>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1</a:t>
              </a:r>
            </a:p>
          </p:txBody>
        </p:sp>
        <p:sp>
          <p:nvSpPr>
            <p:cNvPr id="12" name="Rechthoek 11">
              <a:extLst>
                <a:ext uri="{FF2B5EF4-FFF2-40B4-BE49-F238E27FC236}">
                  <a16:creationId xmlns:a16="http://schemas.microsoft.com/office/drawing/2014/main" id="{22129915-D12A-A7CF-B1BD-52E3FCC93E3E}"/>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357188" marR="0" lvl="0" indent="-357188" defTabSz="914400" eaLnBrk="1" fontAlgn="auto" latinLnBrk="0" hangingPunct="1">
                <a:lnSpc>
                  <a:spcPct val="100000"/>
                </a:lnSpc>
                <a:spcBef>
                  <a:spcPts val="600"/>
                </a:spcBef>
                <a:spcAft>
                  <a:spcPts val="600"/>
                </a:spcAft>
                <a:buClr>
                  <a:schemeClr val="bg1"/>
                </a:buClr>
                <a:buSzTx/>
                <a:buFont typeface="Calibri" panose="020F0502020204030204" pitchFamily="34" charset="0"/>
                <a:buChar char="•"/>
                <a:tabLst/>
                <a:defRPr/>
              </a:pPr>
              <a:r>
                <a:rPr kumimoji="0" lang="en-GB" sz="1400" b="0" i="0" u="none" strike="noStrike" kern="0" cap="none" spc="0" normalizeH="0" baseline="0" noProof="0" dirty="0">
                  <a:ln>
                    <a:noFill/>
                  </a:ln>
                  <a:solidFill>
                    <a:schemeClr val="bg1"/>
                  </a:solidFill>
                  <a:effectLst/>
                  <a:uLnTx/>
                  <a:uFillTx/>
                  <a:latin typeface="+mj-lt"/>
                  <a:cs typeface="Calibri" panose="020F0502020204030204" pitchFamily="34" charset="0"/>
                </a:rPr>
                <a:t>Bullet</a:t>
              </a:r>
            </a:p>
          </p:txBody>
        </p:sp>
        <p:sp>
          <p:nvSpPr>
            <p:cNvPr id="13" name="Ovaal 12">
              <a:extLst>
                <a:ext uri="{FF2B5EF4-FFF2-40B4-BE49-F238E27FC236}">
                  <a16:creationId xmlns:a16="http://schemas.microsoft.com/office/drawing/2014/main" id="{8B02F4ED-FD93-570B-17D1-E244D19CC3FE}"/>
                </a:ext>
              </a:extLst>
            </p:cNvPr>
            <p:cNvSpPr/>
            <p:nvPr userDrawn="1"/>
          </p:nvSpPr>
          <p:spPr>
            <a:xfrm>
              <a:off x="-3604183" y="2128768"/>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2</a:t>
              </a:r>
            </a:p>
          </p:txBody>
        </p:sp>
        <p:sp>
          <p:nvSpPr>
            <p:cNvPr id="14" name="Rechthoek 13">
              <a:extLst>
                <a:ext uri="{FF2B5EF4-FFF2-40B4-BE49-F238E27FC236}">
                  <a16:creationId xmlns:a16="http://schemas.microsoft.com/office/drawing/2014/main" id="{83401FAF-502A-5A46-E8BB-F5E46D87AC87}"/>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Under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‘Home’</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use the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list level-buttons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to choose a text level. </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Choose from:</a:t>
              </a:r>
            </a:p>
          </p:txBody>
        </p:sp>
        <p:sp>
          <p:nvSpPr>
            <p:cNvPr id="15" name="Rechthoek 14">
              <a:extLst>
                <a:ext uri="{FF2B5EF4-FFF2-40B4-BE49-F238E27FC236}">
                  <a16:creationId xmlns:a16="http://schemas.microsoft.com/office/drawing/2014/main" id="{8C57B91E-0D76-DAF7-7D66-B21823D7C333}"/>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715963" marR="0" lvl="0" indent="-358775" defTabSz="914400" eaLnBrk="1" fontAlgn="auto" latinLnBrk="0" hangingPunct="1">
                <a:lnSpc>
                  <a:spcPct val="100000"/>
                </a:lnSpc>
                <a:spcBef>
                  <a:spcPts val="600"/>
                </a:spcBef>
                <a:spcAft>
                  <a:spcPts val="600"/>
                </a:spcAft>
                <a:buClr>
                  <a:schemeClr val="bg1"/>
                </a:buClr>
                <a:buSzTx/>
                <a:buFont typeface="Calibri" panose="020F0502020204030204" pitchFamily="34" charset="0"/>
                <a:buChar char="•"/>
                <a:tabLst/>
                <a:defRPr/>
              </a:pPr>
              <a:r>
                <a:rPr kumimoji="0" lang="en-GB" sz="1400" b="0" i="0" u="none" strike="noStrike" kern="0" cap="none" spc="0" normalizeH="0" baseline="0" noProof="0" dirty="0">
                  <a:ln>
                    <a:noFill/>
                  </a:ln>
                  <a:solidFill>
                    <a:schemeClr val="bg1"/>
                  </a:solidFill>
                  <a:effectLst/>
                  <a:uLnTx/>
                  <a:uFillTx/>
                  <a:latin typeface="+mj-lt"/>
                  <a:cs typeface="Calibri" panose="020F0502020204030204" pitchFamily="34" charset="0"/>
                </a:rPr>
                <a:t>Sub-bullet </a:t>
              </a:r>
            </a:p>
          </p:txBody>
        </p:sp>
        <p:sp>
          <p:nvSpPr>
            <p:cNvPr id="16" name="Ovaal 15">
              <a:extLst>
                <a:ext uri="{FF2B5EF4-FFF2-40B4-BE49-F238E27FC236}">
                  <a16:creationId xmlns:a16="http://schemas.microsoft.com/office/drawing/2014/main" id="{06699EF6-D2E5-2AC2-4F8F-06B0B8C23BC7}"/>
                </a:ext>
              </a:extLst>
            </p:cNvPr>
            <p:cNvSpPr/>
            <p:nvPr userDrawn="1"/>
          </p:nvSpPr>
          <p:spPr>
            <a:xfrm>
              <a:off x="-3604183" y="2420052"/>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3</a:t>
              </a:r>
            </a:p>
          </p:txBody>
        </p:sp>
        <p:sp>
          <p:nvSpPr>
            <p:cNvPr id="17" name="Rechthoek 16">
              <a:extLst>
                <a:ext uri="{FF2B5EF4-FFF2-40B4-BE49-F238E27FC236}">
                  <a16:creationId xmlns:a16="http://schemas.microsoft.com/office/drawing/2014/main" id="{0F6C70FD-81C5-B018-8CB3-6D0E09345DB9}"/>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1400" b="0" i="0" u="none" strike="noStrike" kern="0" cap="none" spc="0" normalizeH="0" baseline="0" noProof="0" dirty="0">
                  <a:ln>
                    <a:noFill/>
                  </a:ln>
                  <a:solidFill>
                    <a:schemeClr val="bg1"/>
                  </a:solidFill>
                  <a:effectLst/>
                  <a:uLnTx/>
                  <a:uFillTx/>
                  <a:latin typeface="+mj-lt"/>
                  <a:cs typeface="Calibri" panose="020F0502020204030204" pitchFamily="34" charset="0"/>
                </a:rPr>
                <a:t>Default text</a:t>
              </a:r>
            </a:p>
          </p:txBody>
        </p:sp>
        <p:sp>
          <p:nvSpPr>
            <p:cNvPr id="18" name="Ovaal 17">
              <a:extLst>
                <a:ext uri="{FF2B5EF4-FFF2-40B4-BE49-F238E27FC236}">
                  <a16:creationId xmlns:a16="http://schemas.microsoft.com/office/drawing/2014/main" id="{A4FF5F39-B742-ECAF-D28B-FDEBB8078336}"/>
                </a:ext>
              </a:extLst>
            </p:cNvPr>
            <p:cNvSpPr/>
            <p:nvPr userDrawn="1"/>
          </p:nvSpPr>
          <p:spPr>
            <a:xfrm>
              <a:off x="-3604183" y="2711336"/>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4</a:t>
              </a:r>
            </a:p>
          </p:txBody>
        </p:sp>
        <p:sp>
          <p:nvSpPr>
            <p:cNvPr id="20" name="Rechthoek 19">
              <a:extLst>
                <a:ext uri="{FF2B5EF4-FFF2-40B4-BE49-F238E27FC236}">
                  <a16:creationId xmlns:a16="http://schemas.microsoft.com/office/drawing/2014/main" id="{A8A7A46B-021E-6D64-C7A9-910DA38CD0A2}"/>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2400" b="1" i="0" u="none" strike="noStrike" kern="0" cap="none" spc="0" normalizeH="0" baseline="0" noProof="0" dirty="0">
                  <a:ln>
                    <a:noFill/>
                  </a:ln>
                  <a:solidFill>
                    <a:schemeClr val="tx1"/>
                  </a:solidFill>
                  <a:effectLst/>
                  <a:uLnTx/>
                  <a:uFillTx/>
                  <a:latin typeface="+mj-lt"/>
                  <a:cs typeface="Calibri" panose="020F0502020204030204" pitchFamily="34" charset="0"/>
                </a:rPr>
                <a:t>Title/Quote</a:t>
              </a:r>
            </a:p>
          </p:txBody>
        </p:sp>
        <p:sp>
          <p:nvSpPr>
            <p:cNvPr id="21" name="Ovaal 20">
              <a:extLst>
                <a:ext uri="{FF2B5EF4-FFF2-40B4-BE49-F238E27FC236}">
                  <a16:creationId xmlns:a16="http://schemas.microsoft.com/office/drawing/2014/main" id="{34E32B02-2B80-1814-047E-6972593C3A10}"/>
                </a:ext>
              </a:extLst>
            </p:cNvPr>
            <p:cNvSpPr/>
            <p:nvPr userDrawn="1"/>
          </p:nvSpPr>
          <p:spPr>
            <a:xfrm>
              <a:off x="-3604183" y="3002620"/>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5</a:t>
              </a:r>
            </a:p>
          </p:txBody>
        </p:sp>
        <p:sp>
          <p:nvSpPr>
            <p:cNvPr id="22" name="Rechthoek 21">
              <a:extLst>
                <a:ext uri="{FF2B5EF4-FFF2-40B4-BE49-F238E27FC236}">
                  <a16:creationId xmlns:a16="http://schemas.microsoft.com/office/drawing/2014/main" id="{DB06FD1D-1C1C-7292-3998-AC099DC3E954}"/>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1800" b="0" i="0" u="none" strike="noStrike" kern="0" cap="none" spc="0" normalizeH="0" baseline="0" noProof="0" dirty="0">
                  <a:ln>
                    <a:noFill/>
                  </a:ln>
                  <a:solidFill>
                    <a:schemeClr val="tx1"/>
                  </a:solidFill>
                  <a:effectLst/>
                  <a:uLnTx/>
                  <a:uFillTx/>
                  <a:latin typeface="+mj-lt"/>
                  <a:cs typeface="Calibri" panose="020F0502020204030204" pitchFamily="34" charset="0"/>
                </a:rPr>
                <a:t>Subtitle</a:t>
              </a:r>
            </a:p>
          </p:txBody>
        </p:sp>
        <p:sp>
          <p:nvSpPr>
            <p:cNvPr id="23" name="Ovaal 22">
              <a:extLst>
                <a:ext uri="{FF2B5EF4-FFF2-40B4-BE49-F238E27FC236}">
                  <a16:creationId xmlns:a16="http://schemas.microsoft.com/office/drawing/2014/main" id="{4B43B46C-4318-9F2E-4FAD-30021A080B6A}"/>
                </a:ext>
              </a:extLst>
            </p:cNvPr>
            <p:cNvSpPr/>
            <p:nvPr userDrawn="1"/>
          </p:nvSpPr>
          <p:spPr>
            <a:xfrm>
              <a:off x="-3604183" y="3293904"/>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6</a:t>
              </a:r>
            </a:p>
          </p:txBody>
        </p:sp>
        <p:sp>
          <p:nvSpPr>
            <p:cNvPr id="24" name="Rechthoek 23">
              <a:extLst>
                <a:ext uri="{FF2B5EF4-FFF2-40B4-BE49-F238E27FC236}">
                  <a16:creationId xmlns:a16="http://schemas.microsoft.com/office/drawing/2014/main" id="{CF1D1366-7BC2-689C-C4C4-BC7A183FD177}"/>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357188" marR="0" lvl="0" indent="-357188" defTabSz="914400" eaLnBrk="1" fontAlgn="auto" latinLnBrk="0" hangingPunct="1">
                <a:lnSpc>
                  <a:spcPct val="100000"/>
                </a:lnSpc>
                <a:spcBef>
                  <a:spcPts val="600"/>
                </a:spcBef>
                <a:spcAft>
                  <a:spcPts val="600"/>
                </a:spcAft>
                <a:buClr>
                  <a:schemeClr val="bg1"/>
                </a:buClr>
                <a:buSzTx/>
                <a:buFont typeface="+mj-lt"/>
                <a:buAutoNum type="arabicPeriod"/>
                <a:tabLst/>
                <a:defRPr/>
              </a:pPr>
              <a:r>
                <a:rPr kumimoji="0" lang="en-GB" sz="1400" b="0" i="0" u="none" strike="noStrike" kern="0" cap="none" spc="0" normalizeH="0" baseline="0" noProof="0" dirty="0">
                  <a:ln>
                    <a:noFill/>
                  </a:ln>
                  <a:solidFill>
                    <a:schemeClr val="bg1"/>
                  </a:solidFill>
                  <a:effectLst/>
                  <a:uLnTx/>
                  <a:uFillTx/>
                  <a:latin typeface="+mj-lt"/>
                  <a:cs typeface="Calibri" panose="020F0502020204030204" pitchFamily="34" charset="0"/>
                </a:rPr>
                <a:t>Numerical bullet</a:t>
              </a:r>
            </a:p>
          </p:txBody>
        </p:sp>
        <p:sp>
          <p:nvSpPr>
            <p:cNvPr id="25" name="Ovaal 24">
              <a:extLst>
                <a:ext uri="{FF2B5EF4-FFF2-40B4-BE49-F238E27FC236}">
                  <a16:creationId xmlns:a16="http://schemas.microsoft.com/office/drawing/2014/main" id="{5BBF4D97-EADD-24E9-C347-62C2D8E7C0FD}"/>
                </a:ext>
              </a:extLst>
            </p:cNvPr>
            <p:cNvSpPr/>
            <p:nvPr userDrawn="1"/>
          </p:nvSpPr>
          <p:spPr>
            <a:xfrm>
              <a:off x="-3604183" y="3585188"/>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7</a:t>
              </a:r>
            </a:p>
          </p:txBody>
        </p:sp>
        <p:sp>
          <p:nvSpPr>
            <p:cNvPr id="26" name="Rechthoek 25">
              <a:extLst>
                <a:ext uri="{FF2B5EF4-FFF2-40B4-BE49-F238E27FC236}">
                  <a16:creationId xmlns:a16="http://schemas.microsoft.com/office/drawing/2014/main" id="{D2791377-8520-FDD1-637F-421761309944}"/>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342900" marR="0" lvl="0" indent="-342900" defTabSz="914400" eaLnBrk="1" fontAlgn="auto" latinLnBrk="0" hangingPunct="1">
                <a:lnSpc>
                  <a:spcPct val="100000"/>
                </a:lnSpc>
                <a:spcBef>
                  <a:spcPts val="600"/>
                </a:spcBef>
                <a:spcAft>
                  <a:spcPts val="600"/>
                </a:spcAft>
                <a:buClr>
                  <a:schemeClr val="bg1"/>
                </a:buClr>
                <a:buSzTx/>
                <a:buFont typeface="+mj-lt"/>
                <a:buAutoNum type="alphaLcPeriod"/>
                <a:tabLst/>
                <a:defRPr/>
              </a:pPr>
              <a:r>
                <a:rPr kumimoji="0" lang="en-GB" sz="1400" b="0" i="0" u="none" strike="noStrike" kern="0" cap="none" spc="0" normalizeH="0" baseline="0" noProof="0" dirty="0">
                  <a:ln>
                    <a:noFill/>
                  </a:ln>
                  <a:solidFill>
                    <a:schemeClr val="bg1"/>
                  </a:solidFill>
                  <a:effectLst/>
                  <a:uLnTx/>
                  <a:uFillTx/>
                  <a:latin typeface="+mj-lt"/>
                  <a:cs typeface="Calibri" panose="020F0502020204030204" pitchFamily="34" charset="0"/>
                </a:rPr>
                <a:t>Alphabetical bullet</a:t>
              </a:r>
            </a:p>
          </p:txBody>
        </p:sp>
        <p:sp>
          <p:nvSpPr>
            <p:cNvPr id="27" name="Ovaal 26">
              <a:extLst>
                <a:ext uri="{FF2B5EF4-FFF2-40B4-BE49-F238E27FC236}">
                  <a16:creationId xmlns:a16="http://schemas.microsoft.com/office/drawing/2014/main" id="{3381929D-B36F-C1D9-67D7-4CF11EFD66B2}"/>
                </a:ext>
              </a:extLst>
            </p:cNvPr>
            <p:cNvSpPr/>
            <p:nvPr userDrawn="1"/>
          </p:nvSpPr>
          <p:spPr>
            <a:xfrm>
              <a:off x="-3604183" y="3876472"/>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8</a:t>
              </a:r>
            </a:p>
          </p:txBody>
        </p:sp>
        <p:sp>
          <p:nvSpPr>
            <p:cNvPr id="28" name="Rechthoek 27">
              <a:extLst>
                <a:ext uri="{FF2B5EF4-FFF2-40B4-BE49-F238E27FC236}">
                  <a16:creationId xmlns:a16="http://schemas.microsoft.com/office/drawing/2014/main" id="{D29F4CE9-70F9-1DC7-2B76-2F8551EA532D}"/>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tx1"/>
                </a:buClr>
                <a:buSzTx/>
                <a:buFont typeface="Calibri" panose="020F0502020204030204" pitchFamily="34" charset="0"/>
                <a:buNone/>
                <a:tabLst/>
                <a:defRPr/>
              </a:pPr>
              <a:r>
                <a:rPr kumimoji="0" lang="en-GB" sz="1200" b="0" i="1" u="none" strike="noStrike" kern="0" cap="none" spc="0" normalizeH="0" baseline="0" noProof="0" dirty="0">
                  <a:ln>
                    <a:noFill/>
                  </a:ln>
                  <a:solidFill>
                    <a:schemeClr val="bg1"/>
                  </a:solidFill>
                  <a:effectLst/>
                  <a:uLnTx/>
                  <a:uFillTx/>
                  <a:latin typeface="+mj-lt"/>
                  <a:cs typeface="Calibri" panose="020F0502020204030204" pitchFamily="34" charset="0"/>
                </a:rPr>
                <a:t>Source</a:t>
              </a:r>
            </a:p>
          </p:txBody>
        </p:sp>
        <p:sp>
          <p:nvSpPr>
            <p:cNvPr id="29" name="Ovaal 28">
              <a:extLst>
                <a:ext uri="{FF2B5EF4-FFF2-40B4-BE49-F238E27FC236}">
                  <a16:creationId xmlns:a16="http://schemas.microsoft.com/office/drawing/2014/main" id="{4F431478-31A3-5F7E-1005-27B065D86053}"/>
                </a:ext>
              </a:extLst>
            </p:cNvPr>
            <p:cNvSpPr/>
            <p:nvPr userDrawn="1"/>
          </p:nvSpPr>
          <p:spPr>
            <a:xfrm>
              <a:off x="-3604183" y="4168594"/>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9</a:t>
              </a:r>
            </a:p>
          </p:txBody>
        </p:sp>
        <p:sp>
          <p:nvSpPr>
            <p:cNvPr id="30" name="Rechthoek 29">
              <a:extLst>
                <a:ext uri="{FF2B5EF4-FFF2-40B4-BE49-F238E27FC236}">
                  <a16:creationId xmlns:a16="http://schemas.microsoft.com/office/drawing/2014/main" id="{C6771B1E-60C7-A57D-3192-B6AC419B8AD1}"/>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1400" b="0" i="0" u="none" strike="noStrike" kern="0" cap="none" spc="0" normalizeH="0" baseline="0" noProof="0" dirty="0">
                  <a:ln>
                    <a:noFill/>
                  </a:ln>
                  <a:solidFill>
                    <a:schemeClr val="bg1"/>
                  </a:solidFill>
                  <a:effectLst/>
                  <a:uLnTx/>
                  <a:uFillTx/>
                  <a:latin typeface="+mj-lt"/>
                  <a:cs typeface="Calibri" panose="020F0502020204030204" pitchFamily="34" charset="0"/>
                </a:rPr>
                <a:t>Default text</a:t>
              </a:r>
            </a:p>
          </p:txBody>
        </p:sp>
        <p:sp>
          <p:nvSpPr>
            <p:cNvPr id="31" name="Rechthoek 30">
              <a:extLst>
                <a:ext uri="{FF2B5EF4-FFF2-40B4-BE49-F238E27FC236}">
                  <a16:creationId xmlns:a16="http://schemas.microsoft.com/office/drawing/2014/main" id="{7B0A68CE-9999-1948-4E7B-6A080CC532DD}"/>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grpSp>
          <p:nvGrpSpPr>
            <p:cNvPr id="32" name="ICOON_info">
              <a:extLst>
                <a:ext uri="{FF2B5EF4-FFF2-40B4-BE49-F238E27FC236}">
                  <a16:creationId xmlns:a16="http://schemas.microsoft.com/office/drawing/2014/main" id="{80B157DB-68E0-624E-B7A0-5221729D590E}"/>
                </a:ext>
              </a:extLst>
            </p:cNvPr>
            <p:cNvGrpSpPr/>
            <p:nvPr userDrawn="1"/>
          </p:nvGrpSpPr>
          <p:grpSpPr>
            <a:xfrm>
              <a:off x="-376736" y="4400186"/>
              <a:ext cx="283685" cy="283685"/>
              <a:chOff x="-510741" y="5913713"/>
              <a:chExt cx="267555" cy="267555"/>
            </a:xfrm>
          </p:grpSpPr>
          <p:sp>
            <p:nvSpPr>
              <p:cNvPr id="80" name="Ovaal 79">
                <a:extLst>
                  <a:ext uri="{FF2B5EF4-FFF2-40B4-BE49-F238E27FC236}">
                    <a16:creationId xmlns:a16="http://schemas.microsoft.com/office/drawing/2014/main" id="{D7B01AB8-F34A-82EF-E2E9-61803E458521}"/>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81" name="Graphic 163" descr="Informatie">
                <a:extLst>
                  <a:ext uri="{FF2B5EF4-FFF2-40B4-BE49-F238E27FC236}">
                    <a16:creationId xmlns:a16="http://schemas.microsoft.com/office/drawing/2014/main" id="{156A4BC5-042D-A6FB-AD3F-1F2BB8D09C83}"/>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33" name="VOORBEELD">
              <a:extLst>
                <a:ext uri="{FF2B5EF4-FFF2-40B4-BE49-F238E27FC236}">
                  <a16:creationId xmlns:a16="http://schemas.microsoft.com/office/drawing/2014/main" id="{691BCF54-16AB-6BE6-0C54-A41085B73309}"/>
                </a:ext>
              </a:extLst>
            </p:cNvPr>
            <p:cNvGrpSpPr/>
            <p:nvPr userDrawn="1"/>
          </p:nvGrpSpPr>
          <p:grpSpPr>
            <a:xfrm>
              <a:off x="-3605171" y="458674"/>
              <a:ext cx="3234311" cy="558875"/>
              <a:chOff x="-3605171" y="458674"/>
              <a:chExt cx="3234311" cy="558875"/>
            </a:xfrm>
          </p:grpSpPr>
          <p:sp>
            <p:nvSpPr>
              <p:cNvPr id="40" name="Rechthoek 39">
                <a:extLst>
                  <a:ext uri="{FF2B5EF4-FFF2-40B4-BE49-F238E27FC236}">
                    <a16:creationId xmlns:a16="http://schemas.microsoft.com/office/drawing/2014/main" id="{E771F974-DDFD-E578-4A2A-9385135C24C6}"/>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en-GB" sz="900" b="1" noProof="0" dirty="0">
                    <a:solidFill>
                      <a:srgbClr val="211F26"/>
                    </a:solidFill>
                    <a:latin typeface="Calibri" panose="020F0502020204030204" pitchFamily="34" charset="0"/>
                    <a:cs typeface="Calibri" panose="020F0502020204030204" pitchFamily="34" charset="0"/>
                  </a:rPr>
                  <a:t>Home</a:t>
                </a:r>
              </a:p>
            </p:txBody>
          </p:sp>
          <p:sp>
            <p:nvSpPr>
              <p:cNvPr id="41" name="Rechthoek 40">
                <a:extLst>
                  <a:ext uri="{FF2B5EF4-FFF2-40B4-BE49-F238E27FC236}">
                    <a16:creationId xmlns:a16="http://schemas.microsoft.com/office/drawing/2014/main" id="{F3B6CBF2-A72E-BC3A-CB4B-A2FFA8ED24B9}"/>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nvGrpSpPr>
              <p:cNvPr id="42" name="Groep 41">
                <a:extLst>
                  <a:ext uri="{FF2B5EF4-FFF2-40B4-BE49-F238E27FC236}">
                    <a16:creationId xmlns:a16="http://schemas.microsoft.com/office/drawing/2014/main" id="{075421AE-7C9C-FD82-340B-670C0FC7AB38}"/>
                  </a:ext>
                </a:extLst>
              </p:cNvPr>
              <p:cNvGrpSpPr/>
              <p:nvPr userDrawn="1"/>
            </p:nvGrpSpPr>
            <p:grpSpPr>
              <a:xfrm>
                <a:off x="-3386247" y="830871"/>
                <a:ext cx="139423" cy="109566"/>
                <a:chOff x="-2866744" y="827071"/>
                <a:chExt cx="168701" cy="132575"/>
              </a:xfrm>
            </p:grpSpPr>
            <p:grpSp>
              <p:nvGrpSpPr>
                <p:cNvPr id="73" name="Groep 72">
                  <a:extLst>
                    <a:ext uri="{FF2B5EF4-FFF2-40B4-BE49-F238E27FC236}">
                      <a16:creationId xmlns:a16="http://schemas.microsoft.com/office/drawing/2014/main" id="{DDA0F6E1-7EDC-B2C0-788D-C621BD4F24D8}"/>
                    </a:ext>
                  </a:extLst>
                </p:cNvPr>
                <p:cNvGrpSpPr/>
                <p:nvPr userDrawn="1"/>
              </p:nvGrpSpPr>
              <p:grpSpPr>
                <a:xfrm>
                  <a:off x="-2866744" y="827071"/>
                  <a:ext cx="168701" cy="132575"/>
                  <a:chOff x="-2866744" y="827071"/>
                  <a:chExt cx="168701" cy="132575"/>
                </a:xfrm>
              </p:grpSpPr>
              <p:cxnSp>
                <p:nvCxnSpPr>
                  <p:cNvPr id="75" name="Rechte verbindingslijn 74">
                    <a:extLst>
                      <a:ext uri="{FF2B5EF4-FFF2-40B4-BE49-F238E27FC236}">
                        <a16:creationId xmlns:a16="http://schemas.microsoft.com/office/drawing/2014/main" id="{E1FCD5C1-7ECC-F6D5-26DF-2CD827870591}"/>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6" name="Rechte verbindingslijn 75">
                    <a:extLst>
                      <a:ext uri="{FF2B5EF4-FFF2-40B4-BE49-F238E27FC236}">
                        <a16:creationId xmlns:a16="http://schemas.microsoft.com/office/drawing/2014/main" id="{A8466D84-E30A-6566-1B67-6F73EE0F37B7}"/>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7" name="Rechte verbindingslijn 76">
                    <a:extLst>
                      <a:ext uri="{FF2B5EF4-FFF2-40B4-BE49-F238E27FC236}">
                        <a16:creationId xmlns:a16="http://schemas.microsoft.com/office/drawing/2014/main" id="{B8EB5C4C-19EB-6AEB-9855-B20C411C48BE}"/>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8" name="Rechte verbindingslijn 77">
                    <a:extLst>
                      <a:ext uri="{FF2B5EF4-FFF2-40B4-BE49-F238E27FC236}">
                        <a16:creationId xmlns:a16="http://schemas.microsoft.com/office/drawing/2014/main" id="{46981410-460A-3D40-F5A5-591C091EFB3A}"/>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9" name="Rechte verbindingslijn 78">
                    <a:extLst>
                      <a:ext uri="{FF2B5EF4-FFF2-40B4-BE49-F238E27FC236}">
                        <a16:creationId xmlns:a16="http://schemas.microsoft.com/office/drawing/2014/main" id="{D7B8B9C0-5569-60E3-3058-06240A39FA5A}"/>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4" name="Pijl: rechts 73">
                  <a:extLst>
                    <a:ext uri="{FF2B5EF4-FFF2-40B4-BE49-F238E27FC236}">
                      <a16:creationId xmlns:a16="http://schemas.microsoft.com/office/drawing/2014/main" id="{A5B1B2EF-46B6-8DE1-55DC-A6FDE718FF35}"/>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43" name="Groep 42">
                <a:extLst>
                  <a:ext uri="{FF2B5EF4-FFF2-40B4-BE49-F238E27FC236}">
                    <a16:creationId xmlns:a16="http://schemas.microsoft.com/office/drawing/2014/main" id="{4ABBCECB-3951-3D8A-8851-11DEBA960BB6}"/>
                  </a:ext>
                </a:extLst>
              </p:cNvPr>
              <p:cNvGrpSpPr/>
              <p:nvPr userDrawn="1"/>
            </p:nvGrpSpPr>
            <p:grpSpPr>
              <a:xfrm>
                <a:off x="-3605171" y="830871"/>
                <a:ext cx="139423" cy="109566"/>
                <a:chOff x="-2866744" y="518074"/>
                <a:chExt cx="168701" cy="132575"/>
              </a:xfrm>
            </p:grpSpPr>
            <p:grpSp>
              <p:nvGrpSpPr>
                <p:cNvPr id="66" name="Groep 65">
                  <a:extLst>
                    <a:ext uri="{FF2B5EF4-FFF2-40B4-BE49-F238E27FC236}">
                      <a16:creationId xmlns:a16="http://schemas.microsoft.com/office/drawing/2014/main" id="{212BF66F-3648-2DA0-7602-FA3AE21E2EB0}"/>
                    </a:ext>
                  </a:extLst>
                </p:cNvPr>
                <p:cNvGrpSpPr/>
                <p:nvPr userDrawn="1"/>
              </p:nvGrpSpPr>
              <p:grpSpPr>
                <a:xfrm>
                  <a:off x="-2866744" y="518074"/>
                  <a:ext cx="168701" cy="132575"/>
                  <a:chOff x="-2866744" y="518074"/>
                  <a:chExt cx="168701" cy="132575"/>
                </a:xfrm>
              </p:grpSpPr>
              <p:cxnSp>
                <p:nvCxnSpPr>
                  <p:cNvPr id="68" name="Rechte verbindingslijn 67">
                    <a:extLst>
                      <a:ext uri="{FF2B5EF4-FFF2-40B4-BE49-F238E27FC236}">
                        <a16:creationId xmlns:a16="http://schemas.microsoft.com/office/drawing/2014/main" id="{F5F3A2A6-6447-E940-CF7D-FB682A15FB42}"/>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9" name="Rechte verbindingslijn 68">
                    <a:extLst>
                      <a:ext uri="{FF2B5EF4-FFF2-40B4-BE49-F238E27FC236}">
                        <a16:creationId xmlns:a16="http://schemas.microsoft.com/office/drawing/2014/main" id="{976FB9F5-7CC9-5C58-F011-1E7C6E18E79C}"/>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70" name="Rechte verbindingslijn 69">
                    <a:extLst>
                      <a:ext uri="{FF2B5EF4-FFF2-40B4-BE49-F238E27FC236}">
                        <a16:creationId xmlns:a16="http://schemas.microsoft.com/office/drawing/2014/main" id="{C235DFE0-B5C3-D285-613B-772E7C8811BA}"/>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71" name="Rechte verbindingslijn 70">
                    <a:extLst>
                      <a:ext uri="{FF2B5EF4-FFF2-40B4-BE49-F238E27FC236}">
                        <a16:creationId xmlns:a16="http://schemas.microsoft.com/office/drawing/2014/main" id="{26875F0E-2B10-D647-DD3C-7794D1252F8F}"/>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72" name="Rechte verbindingslijn 71">
                    <a:extLst>
                      <a:ext uri="{FF2B5EF4-FFF2-40B4-BE49-F238E27FC236}">
                        <a16:creationId xmlns:a16="http://schemas.microsoft.com/office/drawing/2014/main" id="{02252262-8D30-D6FB-4CD2-A26513DFF0CF}"/>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7" name="Pijl: rechts 66">
                  <a:extLst>
                    <a:ext uri="{FF2B5EF4-FFF2-40B4-BE49-F238E27FC236}">
                      <a16:creationId xmlns:a16="http://schemas.microsoft.com/office/drawing/2014/main" id="{309C41FF-5EC9-FC9D-B5CE-055235B7B575}"/>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cxnSp>
            <p:nvCxnSpPr>
              <p:cNvPr id="44" name="Rechte verbindingslijn 43">
                <a:extLst>
                  <a:ext uri="{FF2B5EF4-FFF2-40B4-BE49-F238E27FC236}">
                    <a16:creationId xmlns:a16="http://schemas.microsoft.com/office/drawing/2014/main" id="{F8E44A1F-BD52-F362-7C32-65470E1E4702}"/>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45" name="Rechte verbindingslijn 44">
                <a:extLst>
                  <a:ext uri="{FF2B5EF4-FFF2-40B4-BE49-F238E27FC236}">
                    <a16:creationId xmlns:a16="http://schemas.microsoft.com/office/drawing/2014/main" id="{807E99BB-32BB-D89C-8876-BA033ED9FA4A}"/>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46" name="Rechthoek 45">
                <a:extLst>
                  <a:ext uri="{FF2B5EF4-FFF2-40B4-BE49-F238E27FC236}">
                    <a16:creationId xmlns:a16="http://schemas.microsoft.com/office/drawing/2014/main" id="{D1D609C5-FA7F-D727-0F1A-12BB53276201}"/>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Text level down</a:t>
                </a:r>
              </a:p>
            </p:txBody>
          </p:sp>
          <p:sp>
            <p:nvSpPr>
              <p:cNvPr id="47" name="Rechthoek 46">
                <a:extLst>
                  <a:ext uri="{FF2B5EF4-FFF2-40B4-BE49-F238E27FC236}">
                    <a16:creationId xmlns:a16="http://schemas.microsoft.com/office/drawing/2014/main" id="{1ECF685B-28B9-2E7E-D2AE-9B364B516428}"/>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Text level up</a:t>
                </a:r>
              </a:p>
            </p:txBody>
          </p:sp>
          <p:grpSp>
            <p:nvGrpSpPr>
              <p:cNvPr id="48" name="Groep 47">
                <a:extLst>
                  <a:ext uri="{FF2B5EF4-FFF2-40B4-BE49-F238E27FC236}">
                    <a16:creationId xmlns:a16="http://schemas.microsoft.com/office/drawing/2014/main" id="{E36E85C9-6C5D-821E-F549-D537CDB59CC9}"/>
                  </a:ext>
                </a:extLst>
              </p:cNvPr>
              <p:cNvGrpSpPr/>
              <p:nvPr userDrawn="1"/>
            </p:nvGrpSpPr>
            <p:grpSpPr>
              <a:xfrm>
                <a:off x="-2916763" y="769168"/>
                <a:ext cx="268738" cy="248381"/>
                <a:chOff x="-2916763" y="769168"/>
                <a:chExt cx="268738" cy="248381"/>
              </a:xfrm>
            </p:grpSpPr>
            <p:sp>
              <p:nvSpPr>
                <p:cNvPr id="58" name="Rechthoek 57">
                  <a:extLst>
                    <a:ext uri="{FF2B5EF4-FFF2-40B4-BE49-F238E27FC236}">
                      <a16:creationId xmlns:a16="http://schemas.microsoft.com/office/drawing/2014/main" id="{6458F2AE-2DBB-E310-61EE-12958360DDBA}"/>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en-GB" sz="1050" b="0" noProof="0" dirty="0">
                    <a:solidFill>
                      <a:srgbClr val="211F26"/>
                    </a:solidFill>
                    <a:latin typeface="Calibri" panose="020F0502020204030204" pitchFamily="34" charset="0"/>
                    <a:cs typeface="Calibri" panose="020F0502020204030204" pitchFamily="34" charset="0"/>
                  </a:endParaRPr>
                </a:p>
              </p:txBody>
            </p:sp>
            <p:grpSp>
              <p:nvGrpSpPr>
                <p:cNvPr id="59" name="Groep 58">
                  <a:extLst>
                    <a:ext uri="{FF2B5EF4-FFF2-40B4-BE49-F238E27FC236}">
                      <a16:creationId xmlns:a16="http://schemas.microsoft.com/office/drawing/2014/main" id="{BDD0D37F-E4CF-02CF-CAF3-C287E1CC7B80}"/>
                    </a:ext>
                  </a:extLst>
                </p:cNvPr>
                <p:cNvGrpSpPr/>
                <p:nvPr userDrawn="1"/>
              </p:nvGrpSpPr>
              <p:grpSpPr>
                <a:xfrm>
                  <a:off x="-2866744" y="827071"/>
                  <a:ext cx="168701" cy="132575"/>
                  <a:chOff x="-2866744" y="827071"/>
                  <a:chExt cx="168701" cy="132575"/>
                </a:xfrm>
              </p:grpSpPr>
              <p:cxnSp>
                <p:nvCxnSpPr>
                  <p:cNvPr id="61" name="Rechte verbindingslijn 60">
                    <a:extLst>
                      <a:ext uri="{FF2B5EF4-FFF2-40B4-BE49-F238E27FC236}">
                        <a16:creationId xmlns:a16="http://schemas.microsoft.com/office/drawing/2014/main" id="{F11F41CA-0A24-5396-9777-96B78145CD6B}"/>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62" name="Rechte verbindingslijn 61">
                    <a:extLst>
                      <a:ext uri="{FF2B5EF4-FFF2-40B4-BE49-F238E27FC236}">
                        <a16:creationId xmlns:a16="http://schemas.microsoft.com/office/drawing/2014/main" id="{921C930B-F1C1-2535-4B4E-39BC524E33A6}"/>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63" name="Rechte verbindingslijn 62">
                    <a:extLst>
                      <a:ext uri="{FF2B5EF4-FFF2-40B4-BE49-F238E27FC236}">
                        <a16:creationId xmlns:a16="http://schemas.microsoft.com/office/drawing/2014/main" id="{36C11671-7728-E07E-893C-25BB3E54552D}"/>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4" name="Rechte verbindingslijn 63">
                    <a:extLst>
                      <a:ext uri="{FF2B5EF4-FFF2-40B4-BE49-F238E27FC236}">
                        <a16:creationId xmlns:a16="http://schemas.microsoft.com/office/drawing/2014/main" id="{C72ADC80-B7FB-F003-21EA-E8B732D2DFB6}"/>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5" name="Rechte verbindingslijn 64">
                    <a:extLst>
                      <a:ext uri="{FF2B5EF4-FFF2-40B4-BE49-F238E27FC236}">
                        <a16:creationId xmlns:a16="http://schemas.microsoft.com/office/drawing/2014/main" id="{07F1F97D-A5BF-EF8E-5D3B-DB27EB5FEB7E}"/>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60" name="Pijl: rechts 59">
                  <a:extLst>
                    <a:ext uri="{FF2B5EF4-FFF2-40B4-BE49-F238E27FC236}">
                      <a16:creationId xmlns:a16="http://schemas.microsoft.com/office/drawing/2014/main" id="{4E29640E-CB6D-7E8D-2B65-8CF0ED5FEF32}"/>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49" name="Groep 48">
                <a:extLst>
                  <a:ext uri="{FF2B5EF4-FFF2-40B4-BE49-F238E27FC236}">
                    <a16:creationId xmlns:a16="http://schemas.microsoft.com/office/drawing/2014/main" id="{EFD05B29-DA41-992B-56A6-470CDDB647BE}"/>
                  </a:ext>
                </a:extLst>
              </p:cNvPr>
              <p:cNvGrpSpPr/>
              <p:nvPr userDrawn="1"/>
            </p:nvGrpSpPr>
            <p:grpSpPr>
              <a:xfrm>
                <a:off x="-2916763" y="460171"/>
                <a:ext cx="268738" cy="248381"/>
                <a:chOff x="-2916763" y="460171"/>
                <a:chExt cx="268738" cy="248381"/>
              </a:xfrm>
            </p:grpSpPr>
            <p:sp>
              <p:nvSpPr>
                <p:cNvPr id="50" name="Rechthoek 49">
                  <a:extLst>
                    <a:ext uri="{FF2B5EF4-FFF2-40B4-BE49-F238E27FC236}">
                      <a16:creationId xmlns:a16="http://schemas.microsoft.com/office/drawing/2014/main" id="{D5953846-2FC0-5DFA-0DB3-69118675D6B8}"/>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en-GB" sz="1050" b="0" noProof="0" dirty="0">
                    <a:solidFill>
                      <a:srgbClr val="211F26"/>
                    </a:solidFill>
                    <a:latin typeface="Calibri" panose="020F0502020204030204" pitchFamily="34" charset="0"/>
                    <a:cs typeface="Calibri" panose="020F0502020204030204" pitchFamily="34" charset="0"/>
                  </a:endParaRPr>
                </a:p>
              </p:txBody>
            </p:sp>
            <p:grpSp>
              <p:nvGrpSpPr>
                <p:cNvPr id="51" name="Groep 50">
                  <a:extLst>
                    <a:ext uri="{FF2B5EF4-FFF2-40B4-BE49-F238E27FC236}">
                      <a16:creationId xmlns:a16="http://schemas.microsoft.com/office/drawing/2014/main" id="{1E4054AC-711D-11A1-FADF-4F2DFC4C5672}"/>
                    </a:ext>
                  </a:extLst>
                </p:cNvPr>
                <p:cNvGrpSpPr/>
                <p:nvPr userDrawn="1"/>
              </p:nvGrpSpPr>
              <p:grpSpPr>
                <a:xfrm>
                  <a:off x="-2866744" y="518074"/>
                  <a:ext cx="168701" cy="132575"/>
                  <a:chOff x="-2866744" y="518074"/>
                  <a:chExt cx="168701" cy="132575"/>
                </a:xfrm>
              </p:grpSpPr>
              <p:cxnSp>
                <p:nvCxnSpPr>
                  <p:cNvPr id="53" name="Rechte verbindingslijn 52">
                    <a:extLst>
                      <a:ext uri="{FF2B5EF4-FFF2-40B4-BE49-F238E27FC236}">
                        <a16:creationId xmlns:a16="http://schemas.microsoft.com/office/drawing/2014/main" id="{31C174A1-6DDD-4538-83AD-012057C2C2B5}"/>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4" name="Rechte verbindingslijn 53">
                    <a:extLst>
                      <a:ext uri="{FF2B5EF4-FFF2-40B4-BE49-F238E27FC236}">
                        <a16:creationId xmlns:a16="http://schemas.microsoft.com/office/drawing/2014/main" id="{160297FD-6A0A-25D9-1E9B-CF8C2AC62339}"/>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5" name="Rechte verbindingslijn 54">
                    <a:extLst>
                      <a:ext uri="{FF2B5EF4-FFF2-40B4-BE49-F238E27FC236}">
                        <a16:creationId xmlns:a16="http://schemas.microsoft.com/office/drawing/2014/main" id="{61D28259-FF64-05A0-9DF5-FF441981BED1}"/>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6" name="Rechte verbindingslijn 55">
                    <a:extLst>
                      <a:ext uri="{FF2B5EF4-FFF2-40B4-BE49-F238E27FC236}">
                        <a16:creationId xmlns:a16="http://schemas.microsoft.com/office/drawing/2014/main" id="{6C86C6E9-73B9-FC12-1A19-9FCB3FFE34DC}"/>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7" name="Rechte verbindingslijn 56">
                    <a:extLst>
                      <a:ext uri="{FF2B5EF4-FFF2-40B4-BE49-F238E27FC236}">
                        <a16:creationId xmlns:a16="http://schemas.microsoft.com/office/drawing/2014/main" id="{530B3578-71E4-B7C9-49F6-B345E2FA6AF9}"/>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52" name="Pijl: rechts 51">
                  <a:extLst>
                    <a:ext uri="{FF2B5EF4-FFF2-40B4-BE49-F238E27FC236}">
                      <a16:creationId xmlns:a16="http://schemas.microsoft.com/office/drawing/2014/main" id="{E4B02E61-A882-F065-FF7C-B735D5D923D0}"/>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grpSp>
          <p:nvGrpSpPr>
            <p:cNvPr id="34" name="Groep 33">
              <a:extLst>
                <a:ext uri="{FF2B5EF4-FFF2-40B4-BE49-F238E27FC236}">
                  <a16:creationId xmlns:a16="http://schemas.microsoft.com/office/drawing/2014/main" id="{44A2C5E5-9032-0B25-BF2B-3CA33CC20173}"/>
                </a:ext>
              </a:extLst>
            </p:cNvPr>
            <p:cNvGrpSpPr/>
            <p:nvPr userDrawn="1"/>
          </p:nvGrpSpPr>
          <p:grpSpPr>
            <a:xfrm>
              <a:off x="-938434" y="4663037"/>
              <a:ext cx="627798" cy="576693"/>
              <a:chOff x="-1753862" y="6112775"/>
              <a:chExt cx="759635" cy="697798"/>
            </a:xfrm>
          </p:grpSpPr>
          <p:grpSp>
            <p:nvGrpSpPr>
              <p:cNvPr id="35" name="Inspireren">
                <a:extLst>
                  <a:ext uri="{FF2B5EF4-FFF2-40B4-BE49-F238E27FC236}">
                    <a16:creationId xmlns:a16="http://schemas.microsoft.com/office/drawing/2014/main" id="{03006E55-7C53-8453-CE0E-3D9347BDB772}"/>
                  </a:ext>
                </a:extLst>
              </p:cNvPr>
              <p:cNvGrpSpPr>
                <a:grpSpLocks noChangeAspect="1"/>
              </p:cNvGrpSpPr>
              <p:nvPr userDrawn="1"/>
            </p:nvGrpSpPr>
            <p:grpSpPr bwMode="auto">
              <a:xfrm>
                <a:off x="-1484858" y="6112775"/>
                <a:ext cx="205431" cy="293286"/>
                <a:chOff x="4768" y="2783"/>
                <a:chExt cx="788" cy="1125"/>
              </a:xfrm>
              <a:gradFill>
                <a:gsLst>
                  <a:gs pos="0">
                    <a:srgbClr val="9D9FA1"/>
                  </a:gs>
                  <a:gs pos="70000">
                    <a:srgbClr val="211F26"/>
                  </a:gs>
                </a:gsLst>
                <a:lin ang="2700000" scaled="0"/>
              </a:gradFill>
            </p:grpSpPr>
            <p:sp>
              <p:nvSpPr>
                <p:cNvPr id="37" name="Freeform 12">
                  <a:extLst>
                    <a:ext uri="{FF2B5EF4-FFF2-40B4-BE49-F238E27FC236}">
                      <a16:creationId xmlns:a16="http://schemas.microsoft.com/office/drawing/2014/main" id="{378A8968-EA95-A0C2-DC98-5EDA20D776C7}"/>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38" name="Freeform 13">
                  <a:extLst>
                    <a:ext uri="{FF2B5EF4-FFF2-40B4-BE49-F238E27FC236}">
                      <a16:creationId xmlns:a16="http://schemas.microsoft.com/office/drawing/2014/main" id="{10D57F30-040E-5883-E14C-22FBFBB37ACF}"/>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39" name="Freeform 14">
                  <a:extLst>
                    <a:ext uri="{FF2B5EF4-FFF2-40B4-BE49-F238E27FC236}">
                      <a16:creationId xmlns:a16="http://schemas.microsoft.com/office/drawing/2014/main" id="{2295BB9D-159A-5B44-CF42-3229905449FD}"/>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36" name="Tekstvak 35">
                <a:extLst>
                  <a:ext uri="{FF2B5EF4-FFF2-40B4-BE49-F238E27FC236}">
                    <a16:creationId xmlns:a16="http://schemas.microsoft.com/office/drawing/2014/main" id="{C81A82DB-0786-98FB-4C70-1D5252036186}"/>
                  </a:ext>
                </a:extLst>
              </p:cNvPr>
              <p:cNvSpPr txBox="1"/>
              <p:nvPr userDrawn="1"/>
            </p:nvSpPr>
            <p:spPr>
              <a:xfrm>
                <a:off x="-1753862" y="6420664"/>
                <a:ext cx="759635" cy="38990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grpSp>
      <p:grpSp>
        <p:nvGrpSpPr>
          <p:cNvPr id="83" name="INSTRUCTION">
            <a:extLst>
              <a:ext uri="{FF2B5EF4-FFF2-40B4-BE49-F238E27FC236}">
                <a16:creationId xmlns:a16="http://schemas.microsoft.com/office/drawing/2014/main" id="{E5FA1DB2-0A2B-1411-8977-F91C2D831D5B}"/>
              </a:ext>
            </a:extLst>
          </p:cNvPr>
          <p:cNvGrpSpPr/>
          <p:nvPr userDrawn="1"/>
        </p:nvGrpSpPr>
        <p:grpSpPr>
          <a:xfrm>
            <a:off x="-3786165" y="-1"/>
            <a:ext cx="3693386" cy="6640349"/>
            <a:chOff x="-3786165" y="-1"/>
            <a:chExt cx="3693386" cy="6640349"/>
          </a:xfrm>
        </p:grpSpPr>
        <p:sp>
          <p:nvSpPr>
            <p:cNvPr id="84" name="Rechthoek 83">
              <a:extLst>
                <a:ext uri="{FF2B5EF4-FFF2-40B4-BE49-F238E27FC236}">
                  <a16:creationId xmlns:a16="http://schemas.microsoft.com/office/drawing/2014/main" id="{744ED7B5-EA83-C1FB-D901-E1DB97D37BF2}"/>
                </a:ext>
              </a:extLst>
            </p:cNvPr>
            <p:cNvSpPr/>
            <p:nvPr userDrawn="1"/>
          </p:nvSpPr>
          <p:spPr>
            <a:xfrm>
              <a:off x="-3786165" y="-1"/>
              <a:ext cx="3593091" cy="5991727"/>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Insert/edit an image</a:t>
              </a:r>
            </a:p>
          </p:txBody>
        </p:sp>
        <p:sp>
          <p:nvSpPr>
            <p:cNvPr id="85" name="Ovaal 84">
              <a:extLst>
                <a:ext uri="{FF2B5EF4-FFF2-40B4-BE49-F238E27FC236}">
                  <a16:creationId xmlns:a16="http://schemas.microsoft.com/office/drawing/2014/main" id="{6EEC1556-9467-3873-4110-19148DE7F8D5}"/>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86" name="Rechthoek 85">
              <a:extLst>
                <a:ext uri="{FF2B5EF4-FFF2-40B4-BE49-F238E27FC236}">
                  <a16:creationId xmlns:a16="http://schemas.microsoft.com/office/drawing/2014/main" id="{473AD748-C8C8-79D7-7AD3-441EF77E4737}"/>
                </a:ext>
              </a:extLst>
            </p:cNvPr>
            <p:cNvSpPr/>
            <p:nvPr userDrawn="1"/>
          </p:nvSpPr>
          <p:spPr>
            <a:xfrm>
              <a:off x="-3319415" y="465324"/>
              <a:ext cx="2962706" cy="668152"/>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If necessary, delete the existing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by using the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key’</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Select the placeholder,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1" i="0" u="none" strike="noStrike" kern="0" cap="none" spc="0" normalizeH="0" baseline="0" noProof="0" dirty="0" err="1">
                  <a:ln>
                    <a:noFill/>
                  </a:ln>
                  <a:solidFill>
                    <a:srgbClr val="000000"/>
                  </a:solidFill>
                  <a:effectLst/>
                  <a:uLnTx/>
                  <a:uFillTx/>
                  <a:latin typeface="Calibri" panose="020F0502020204030204" pitchFamily="34" charset="0"/>
                  <a:ea typeface="+mn-ea"/>
                  <a:cs typeface="Calibri" panose="020F0502020204030204" pitchFamily="34" charset="0"/>
                </a:rPr>
                <a:t>Slidebuilder</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 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‘Images’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endPar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87" name="Ovaal 86">
              <a:extLst>
                <a:ext uri="{FF2B5EF4-FFF2-40B4-BE49-F238E27FC236}">
                  <a16:creationId xmlns:a16="http://schemas.microsoft.com/office/drawing/2014/main" id="{82A3C38D-869D-C883-6F26-8BBFCAB2C799}"/>
                </a:ext>
              </a:extLst>
            </p:cNvPr>
            <p:cNvSpPr/>
            <p:nvPr userDrawn="1"/>
          </p:nvSpPr>
          <p:spPr>
            <a:xfrm>
              <a:off x="-3603587" y="2633935"/>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88" name="Rechthoek 87">
              <a:extLst>
                <a:ext uri="{FF2B5EF4-FFF2-40B4-BE49-F238E27FC236}">
                  <a16:creationId xmlns:a16="http://schemas.microsoft.com/office/drawing/2014/main" id="{2F40731F-D730-8186-DF20-778671B1F9BD}"/>
                </a:ext>
              </a:extLst>
            </p:cNvPr>
            <p:cNvSpPr/>
            <p:nvPr userDrawn="1"/>
          </p:nvSpPr>
          <p:spPr>
            <a:xfrm>
              <a:off x="-3319416" y="2633936"/>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Click with the right mouse button on the thumbnail display of the slide on the left side </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of the screen and choose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‘Reset slide’</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89" name="Ovaal 88">
              <a:extLst>
                <a:ext uri="{FF2B5EF4-FFF2-40B4-BE49-F238E27FC236}">
                  <a16:creationId xmlns:a16="http://schemas.microsoft.com/office/drawing/2014/main" id="{503F90D2-7B58-CE04-99D7-98987CC148B6}"/>
                </a:ext>
              </a:extLst>
            </p:cNvPr>
            <p:cNvSpPr/>
            <p:nvPr userDrawn="1"/>
          </p:nvSpPr>
          <p:spPr>
            <a:xfrm>
              <a:off x="-3603587" y="4226365"/>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90" name="Rechthoek 89">
              <a:extLst>
                <a:ext uri="{FF2B5EF4-FFF2-40B4-BE49-F238E27FC236}">
                  <a16:creationId xmlns:a16="http://schemas.microsoft.com/office/drawing/2014/main" id="{938DE611-C579-69E1-3022-D7AAB44DADA3}"/>
                </a:ext>
              </a:extLst>
            </p:cNvPr>
            <p:cNvSpPr/>
            <p:nvPr userDrawn="1"/>
          </p:nvSpPr>
          <p:spPr>
            <a:xfrm>
              <a:off x="-3319416" y="4226366"/>
              <a:ext cx="2944683" cy="820954"/>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To scale or drag the image,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‘Picture Tools - Format’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‘Crop’</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Scale the image itself with</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spheres and scale the image frame with the brackets.</a:t>
              </a:r>
            </a:p>
          </p:txBody>
        </p:sp>
        <p:sp>
          <p:nvSpPr>
            <p:cNvPr id="91" name="Rechthoek 90">
              <a:extLst>
                <a:ext uri="{FF2B5EF4-FFF2-40B4-BE49-F238E27FC236}">
                  <a16:creationId xmlns:a16="http://schemas.microsoft.com/office/drawing/2014/main" id="{346656C8-922B-910F-D66B-D42489DB6D5C}"/>
                </a:ext>
              </a:extLst>
            </p:cNvPr>
            <p:cNvSpPr/>
            <p:nvPr userDrawn="1"/>
          </p:nvSpPr>
          <p:spPr>
            <a:xfrm>
              <a:off x="-3316836" y="3200265"/>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en-GB" sz="1000" b="0" i="1" noProof="0" dirty="0">
                <a:solidFill>
                  <a:srgbClr val="211F26"/>
                </a:solidFill>
                <a:latin typeface="Calibri" panose="020F0502020204030204" pitchFamily="34" charset="0"/>
                <a:cs typeface="Calibri" panose="020F0502020204030204" pitchFamily="34" charset="0"/>
              </a:endParaRPr>
            </a:p>
          </p:txBody>
        </p:sp>
        <p:grpSp>
          <p:nvGrpSpPr>
            <p:cNvPr id="92" name="Groep 91">
              <a:extLst>
                <a:ext uri="{FF2B5EF4-FFF2-40B4-BE49-F238E27FC236}">
                  <a16:creationId xmlns:a16="http://schemas.microsoft.com/office/drawing/2014/main" id="{36175948-B77F-494D-0547-22A0318A9306}"/>
                </a:ext>
              </a:extLst>
            </p:cNvPr>
            <p:cNvGrpSpPr/>
            <p:nvPr userDrawn="1"/>
          </p:nvGrpSpPr>
          <p:grpSpPr>
            <a:xfrm>
              <a:off x="-2485819" y="3479783"/>
              <a:ext cx="1222990" cy="563933"/>
              <a:chOff x="-2485819" y="3399207"/>
              <a:chExt cx="1222990" cy="563933"/>
            </a:xfrm>
          </p:grpSpPr>
          <p:sp>
            <p:nvSpPr>
              <p:cNvPr id="131" name="Rechthoek 130">
                <a:extLst>
                  <a:ext uri="{FF2B5EF4-FFF2-40B4-BE49-F238E27FC236}">
                    <a16:creationId xmlns:a16="http://schemas.microsoft.com/office/drawing/2014/main" id="{3384AFE0-31FD-C9DB-4BDF-673177ACEE49}"/>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132" name="Rechthoek 131">
                <a:extLst>
                  <a:ext uri="{FF2B5EF4-FFF2-40B4-BE49-F238E27FC236}">
                    <a16:creationId xmlns:a16="http://schemas.microsoft.com/office/drawing/2014/main" id="{A27E0397-783F-6578-3EA4-7322DE621D3F}"/>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nvGrpSpPr>
              <p:cNvPr id="133" name="Groep 132">
                <a:extLst>
                  <a:ext uri="{FF2B5EF4-FFF2-40B4-BE49-F238E27FC236}">
                    <a16:creationId xmlns:a16="http://schemas.microsoft.com/office/drawing/2014/main" id="{2685C4F1-8A77-8476-23C3-EA9CD1ECD2AD}"/>
                  </a:ext>
                </a:extLst>
              </p:cNvPr>
              <p:cNvGrpSpPr/>
              <p:nvPr userDrawn="1"/>
            </p:nvGrpSpPr>
            <p:grpSpPr>
              <a:xfrm>
                <a:off x="-2403869" y="3460544"/>
                <a:ext cx="155951" cy="131922"/>
                <a:chOff x="12968836" y="3354170"/>
                <a:chExt cx="404806" cy="342433"/>
              </a:xfrm>
            </p:grpSpPr>
            <p:sp>
              <p:nvSpPr>
                <p:cNvPr id="146" name="Rechthoek: afgeronde hoeken 145">
                  <a:extLst>
                    <a:ext uri="{FF2B5EF4-FFF2-40B4-BE49-F238E27FC236}">
                      <a16:creationId xmlns:a16="http://schemas.microsoft.com/office/drawing/2014/main" id="{A38C77F5-5A2A-2223-C841-9D059242ADB8}"/>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147" name="Rechthoek 146">
                  <a:extLst>
                    <a:ext uri="{FF2B5EF4-FFF2-40B4-BE49-F238E27FC236}">
                      <a16:creationId xmlns:a16="http://schemas.microsoft.com/office/drawing/2014/main" id="{6F2E5F66-77A4-984D-3A00-5493D37FC17F}"/>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48" name="Rechthoek 147">
                  <a:extLst>
                    <a:ext uri="{FF2B5EF4-FFF2-40B4-BE49-F238E27FC236}">
                      <a16:creationId xmlns:a16="http://schemas.microsoft.com/office/drawing/2014/main" id="{BEBB2900-152B-B205-77CE-05960C571BED}"/>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49" name="Rechthoek 148">
                  <a:extLst>
                    <a:ext uri="{FF2B5EF4-FFF2-40B4-BE49-F238E27FC236}">
                      <a16:creationId xmlns:a16="http://schemas.microsoft.com/office/drawing/2014/main" id="{CABF3876-D6EE-F465-983B-DE53C69EECBA}"/>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50" name="Rechthoek 149">
                  <a:extLst>
                    <a:ext uri="{FF2B5EF4-FFF2-40B4-BE49-F238E27FC236}">
                      <a16:creationId xmlns:a16="http://schemas.microsoft.com/office/drawing/2014/main" id="{02C22475-AC20-D5C7-45AA-93A01FB4B1AF}"/>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51" name="Rechthoek 150">
                  <a:extLst>
                    <a:ext uri="{FF2B5EF4-FFF2-40B4-BE49-F238E27FC236}">
                      <a16:creationId xmlns:a16="http://schemas.microsoft.com/office/drawing/2014/main" id="{8B710D46-5200-2D05-2D85-42D9761393DD}"/>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134" name="Groep 133">
                <a:extLst>
                  <a:ext uri="{FF2B5EF4-FFF2-40B4-BE49-F238E27FC236}">
                    <a16:creationId xmlns:a16="http://schemas.microsoft.com/office/drawing/2014/main" id="{82F422D4-4061-D0A1-23EE-7EB368116A17}"/>
                  </a:ext>
                </a:extLst>
              </p:cNvPr>
              <p:cNvGrpSpPr/>
              <p:nvPr userDrawn="1"/>
            </p:nvGrpSpPr>
            <p:grpSpPr>
              <a:xfrm>
                <a:off x="-2423424" y="3690208"/>
                <a:ext cx="166739" cy="218963"/>
                <a:chOff x="12940828" y="3950597"/>
                <a:chExt cx="432813" cy="568367"/>
              </a:xfrm>
            </p:grpSpPr>
            <p:grpSp>
              <p:nvGrpSpPr>
                <p:cNvPr id="138" name="Groep 137">
                  <a:extLst>
                    <a:ext uri="{FF2B5EF4-FFF2-40B4-BE49-F238E27FC236}">
                      <a16:creationId xmlns:a16="http://schemas.microsoft.com/office/drawing/2014/main" id="{CAD1CD72-BB6F-907A-F464-1020B169C906}"/>
                    </a:ext>
                  </a:extLst>
                </p:cNvPr>
                <p:cNvGrpSpPr/>
                <p:nvPr userDrawn="1"/>
              </p:nvGrpSpPr>
              <p:grpSpPr>
                <a:xfrm>
                  <a:off x="13000382" y="4006891"/>
                  <a:ext cx="373259" cy="315747"/>
                  <a:chOff x="12968836" y="3354170"/>
                  <a:chExt cx="404806" cy="342433"/>
                </a:xfrm>
              </p:grpSpPr>
              <p:sp>
                <p:nvSpPr>
                  <p:cNvPr id="140" name="Rechthoek: afgeronde hoeken 139">
                    <a:extLst>
                      <a:ext uri="{FF2B5EF4-FFF2-40B4-BE49-F238E27FC236}">
                        <a16:creationId xmlns:a16="http://schemas.microsoft.com/office/drawing/2014/main" id="{09A4519E-89B6-B10F-2881-C62BDE37BB05}"/>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141" name="Rechthoek 140">
                    <a:extLst>
                      <a:ext uri="{FF2B5EF4-FFF2-40B4-BE49-F238E27FC236}">
                        <a16:creationId xmlns:a16="http://schemas.microsoft.com/office/drawing/2014/main" id="{21D72C5C-3F61-3156-F613-D5FFEBBCEC71}"/>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42" name="Rechthoek 141">
                    <a:extLst>
                      <a:ext uri="{FF2B5EF4-FFF2-40B4-BE49-F238E27FC236}">
                        <a16:creationId xmlns:a16="http://schemas.microsoft.com/office/drawing/2014/main" id="{25206289-9CBD-55C9-AF12-0BE599632A34}"/>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43" name="Rechthoek 142">
                    <a:extLst>
                      <a:ext uri="{FF2B5EF4-FFF2-40B4-BE49-F238E27FC236}">
                        <a16:creationId xmlns:a16="http://schemas.microsoft.com/office/drawing/2014/main" id="{9E4890D4-A620-6C49-7C7A-318D5974C30E}"/>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44" name="Rechthoek 143">
                    <a:extLst>
                      <a:ext uri="{FF2B5EF4-FFF2-40B4-BE49-F238E27FC236}">
                        <a16:creationId xmlns:a16="http://schemas.microsoft.com/office/drawing/2014/main" id="{B50C3CCC-15F9-4C42-43E9-2F0EA7D77339}"/>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45" name="Rechthoek 144">
                    <a:extLst>
                      <a:ext uri="{FF2B5EF4-FFF2-40B4-BE49-F238E27FC236}">
                        <a16:creationId xmlns:a16="http://schemas.microsoft.com/office/drawing/2014/main" id="{D0347A76-0532-3B3F-A218-A793EFACACB5}"/>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sp>
              <p:nvSpPr>
                <p:cNvPr id="139" name="Boog 138">
                  <a:extLst>
                    <a:ext uri="{FF2B5EF4-FFF2-40B4-BE49-F238E27FC236}">
                      <a16:creationId xmlns:a16="http://schemas.microsoft.com/office/drawing/2014/main" id="{2BE66F2F-5D15-6AD6-2A9D-D44AE76E2F07}"/>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en-GB" sz="2400" noProof="0" dirty="0">
                    <a:solidFill>
                      <a:srgbClr val="211F26"/>
                    </a:solidFill>
                    <a:latin typeface="Calibri" panose="020F0502020204030204" pitchFamily="34" charset="0"/>
                    <a:cs typeface="Calibri" panose="020F0502020204030204" pitchFamily="34" charset="0"/>
                  </a:endParaRPr>
                </a:p>
              </p:txBody>
            </p:sp>
          </p:grpSp>
          <p:sp>
            <p:nvSpPr>
              <p:cNvPr id="135" name="Tekstvak 134">
                <a:extLst>
                  <a:ext uri="{FF2B5EF4-FFF2-40B4-BE49-F238E27FC236}">
                    <a16:creationId xmlns:a16="http://schemas.microsoft.com/office/drawing/2014/main" id="{0FEA4718-4D4D-1617-D163-11132A8185B6}"/>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Layout</a:t>
                </a:r>
              </a:p>
            </p:txBody>
          </p:sp>
          <p:sp>
            <p:nvSpPr>
              <p:cNvPr id="136" name="Tekstvak 135">
                <a:extLst>
                  <a:ext uri="{FF2B5EF4-FFF2-40B4-BE49-F238E27FC236}">
                    <a16:creationId xmlns:a16="http://schemas.microsoft.com/office/drawing/2014/main" id="{23B2506C-4AAF-36DF-E919-92EBD47D5761}"/>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Reset slide</a:t>
                </a:r>
              </a:p>
            </p:txBody>
          </p:sp>
          <p:sp>
            <p:nvSpPr>
              <p:cNvPr id="137" name="Vrije vorm: vorm 136">
                <a:extLst>
                  <a:ext uri="{FF2B5EF4-FFF2-40B4-BE49-F238E27FC236}">
                    <a16:creationId xmlns:a16="http://schemas.microsoft.com/office/drawing/2014/main" id="{FBE37F18-6C87-D68A-227B-194D32FFD120}"/>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grpSp>
        <p:grpSp>
          <p:nvGrpSpPr>
            <p:cNvPr id="93" name="Groep 92">
              <a:extLst>
                <a:ext uri="{FF2B5EF4-FFF2-40B4-BE49-F238E27FC236}">
                  <a16:creationId xmlns:a16="http://schemas.microsoft.com/office/drawing/2014/main" id="{61376C46-51F8-C1B6-1F13-9C32C2553E91}"/>
                </a:ext>
              </a:extLst>
            </p:cNvPr>
            <p:cNvGrpSpPr/>
            <p:nvPr userDrawn="1"/>
          </p:nvGrpSpPr>
          <p:grpSpPr>
            <a:xfrm>
              <a:off x="-3786165" y="5680652"/>
              <a:ext cx="3693386" cy="959696"/>
              <a:chOff x="-3786437" y="6163468"/>
              <a:chExt cx="3693386" cy="959696"/>
            </a:xfrm>
          </p:grpSpPr>
          <p:sp>
            <p:nvSpPr>
              <p:cNvPr id="121" name="Rechthoek 120">
                <a:extLst>
                  <a:ext uri="{FF2B5EF4-FFF2-40B4-BE49-F238E27FC236}">
                    <a16:creationId xmlns:a16="http://schemas.microsoft.com/office/drawing/2014/main" id="{49F14BC0-ECE2-741D-3912-754D1A4F3A2C}"/>
                  </a:ext>
                </a:extLst>
              </p:cNvPr>
              <p:cNvSpPr/>
              <p:nvPr userDrawn="1"/>
            </p:nvSpPr>
            <p:spPr>
              <a:xfrm>
                <a:off x="-3786437" y="6295164"/>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grpSp>
            <p:nvGrpSpPr>
              <p:cNvPr id="122" name="ICOON_info">
                <a:extLst>
                  <a:ext uri="{FF2B5EF4-FFF2-40B4-BE49-F238E27FC236}">
                    <a16:creationId xmlns:a16="http://schemas.microsoft.com/office/drawing/2014/main" id="{4905C5D0-C2B5-571B-7B85-241A5F1C901E}"/>
                  </a:ext>
                </a:extLst>
              </p:cNvPr>
              <p:cNvGrpSpPr/>
              <p:nvPr userDrawn="1"/>
            </p:nvGrpSpPr>
            <p:grpSpPr>
              <a:xfrm>
                <a:off x="-376736" y="6163468"/>
                <a:ext cx="283685" cy="283685"/>
                <a:chOff x="-510741" y="5913713"/>
                <a:chExt cx="267555" cy="267555"/>
              </a:xfrm>
            </p:grpSpPr>
            <p:sp>
              <p:nvSpPr>
                <p:cNvPr id="129" name="Ovaal 128">
                  <a:extLst>
                    <a:ext uri="{FF2B5EF4-FFF2-40B4-BE49-F238E27FC236}">
                      <a16:creationId xmlns:a16="http://schemas.microsoft.com/office/drawing/2014/main" id="{4FD9ED76-7C2E-6024-1BEC-FABD48B9A56E}"/>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130" name="Graphic 163" descr="Informatie">
                  <a:extLst>
                    <a:ext uri="{FF2B5EF4-FFF2-40B4-BE49-F238E27FC236}">
                      <a16:creationId xmlns:a16="http://schemas.microsoft.com/office/drawing/2014/main" id="{8E1E99F7-4369-2234-B9F2-6660914B6B62}"/>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123" name="Groep 122">
                <a:extLst>
                  <a:ext uri="{FF2B5EF4-FFF2-40B4-BE49-F238E27FC236}">
                    <a16:creationId xmlns:a16="http://schemas.microsoft.com/office/drawing/2014/main" id="{83A9FC98-212B-0B17-5042-A24C87F0F5D6}"/>
                  </a:ext>
                </a:extLst>
              </p:cNvPr>
              <p:cNvGrpSpPr/>
              <p:nvPr userDrawn="1"/>
            </p:nvGrpSpPr>
            <p:grpSpPr>
              <a:xfrm>
                <a:off x="-938434" y="6420818"/>
                <a:ext cx="627798" cy="576693"/>
                <a:chOff x="-938434" y="4570310"/>
                <a:chExt cx="627798" cy="576693"/>
              </a:xfrm>
            </p:grpSpPr>
            <p:grpSp>
              <p:nvGrpSpPr>
                <p:cNvPr id="124" name="Inspireren">
                  <a:extLst>
                    <a:ext uri="{FF2B5EF4-FFF2-40B4-BE49-F238E27FC236}">
                      <a16:creationId xmlns:a16="http://schemas.microsoft.com/office/drawing/2014/main" id="{CA83A769-3DB9-9B3C-2605-65CD93F01063}"/>
                    </a:ext>
                  </a:extLst>
                </p:cNvPr>
                <p:cNvGrpSpPr>
                  <a:grpSpLocks noChangeAspect="1"/>
                </p:cNvGrpSpPr>
                <p:nvPr userDrawn="1"/>
              </p:nvGrpSpPr>
              <p:grpSpPr bwMode="auto">
                <a:xfrm>
                  <a:off x="-716116" y="4570310"/>
                  <a:ext cx="169778" cy="242385"/>
                  <a:chOff x="4768" y="2783"/>
                  <a:chExt cx="788" cy="1125"/>
                </a:xfrm>
                <a:gradFill>
                  <a:gsLst>
                    <a:gs pos="0">
                      <a:srgbClr val="9D9FA1"/>
                    </a:gs>
                    <a:gs pos="70000">
                      <a:srgbClr val="211F26"/>
                    </a:gs>
                  </a:gsLst>
                  <a:lin ang="2700000" scaled="0"/>
                </a:gradFill>
              </p:grpSpPr>
              <p:sp>
                <p:nvSpPr>
                  <p:cNvPr id="126" name="Freeform 12">
                    <a:extLst>
                      <a:ext uri="{FF2B5EF4-FFF2-40B4-BE49-F238E27FC236}">
                        <a16:creationId xmlns:a16="http://schemas.microsoft.com/office/drawing/2014/main" id="{47519440-B415-9907-162A-E62EDF15F3CA}"/>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127" name="Freeform 13">
                    <a:extLst>
                      <a:ext uri="{FF2B5EF4-FFF2-40B4-BE49-F238E27FC236}">
                        <a16:creationId xmlns:a16="http://schemas.microsoft.com/office/drawing/2014/main" id="{804AFE93-0C44-E21D-8948-A4DBBFD1179C}"/>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128" name="Freeform 14">
                    <a:extLst>
                      <a:ext uri="{FF2B5EF4-FFF2-40B4-BE49-F238E27FC236}">
                        <a16:creationId xmlns:a16="http://schemas.microsoft.com/office/drawing/2014/main" id="{09E97041-6CFF-246D-0D18-DDEF17A8AA2F}"/>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125" name="Tekstvak 124">
                  <a:extLst>
                    <a:ext uri="{FF2B5EF4-FFF2-40B4-BE49-F238E27FC236}">
                      <a16:creationId xmlns:a16="http://schemas.microsoft.com/office/drawing/2014/main" id="{FF9BF36D-DE3D-8D8B-A514-44ADF9F44044}"/>
                    </a:ext>
                  </a:extLst>
                </p:cNvPr>
                <p:cNvSpPr txBox="1"/>
                <p:nvPr userDrawn="1"/>
              </p:nvSpPr>
              <p:spPr>
                <a:xfrm>
                  <a:off x="-938434" y="4824764"/>
                  <a:ext cx="627798" cy="32223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grpSp>
        <p:grpSp>
          <p:nvGrpSpPr>
            <p:cNvPr id="94" name="Groep 93">
              <a:extLst>
                <a:ext uri="{FF2B5EF4-FFF2-40B4-BE49-F238E27FC236}">
                  <a16:creationId xmlns:a16="http://schemas.microsoft.com/office/drawing/2014/main" id="{62C10834-E850-E2AF-C864-730029A1D800}"/>
                </a:ext>
              </a:extLst>
            </p:cNvPr>
            <p:cNvGrpSpPr/>
            <p:nvPr userDrawn="1"/>
          </p:nvGrpSpPr>
          <p:grpSpPr>
            <a:xfrm>
              <a:off x="-3426806" y="5129582"/>
              <a:ext cx="514284" cy="506545"/>
              <a:chOff x="12617641" y="3403239"/>
              <a:chExt cx="752963" cy="741634"/>
            </a:xfrm>
          </p:grpSpPr>
          <p:grpSp>
            <p:nvGrpSpPr>
              <p:cNvPr id="105" name="Groep 104">
                <a:extLst>
                  <a:ext uri="{FF2B5EF4-FFF2-40B4-BE49-F238E27FC236}">
                    <a16:creationId xmlns:a16="http://schemas.microsoft.com/office/drawing/2014/main" id="{10EF3C23-E070-74D0-83D7-6E229E657D0C}"/>
                  </a:ext>
                </a:extLst>
              </p:cNvPr>
              <p:cNvGrpSpPr/>
              <p:nvPr userDrawn="1"/>
            </p:nvGrpSpPr>
            <p:grpSpPr>
              <a:xfrm>
                <a:off x="12771530" y="3403239"/>
                <a:ext cx="467176" cy="448491"/>
                <a:chOff x="12782157" y="3403239"/>
                <a:chExt cx="467176" cy="448491"/>
              </a:xfrm>
            </p:grpSpPr>
            <p:grpSp>
              <p:nvGrpSpPr>
                <p:cNvPr id="108" name="Groep 107">
                  <a:extLst>
                    <a:ext uri="{FF2B5EF4-FFF2-40B4-BE49-F238E27FC236}">
                      <a16:creationId xmlns:a16="http://schemas.microsoft.com/office/drawing/2014/main" id="{D8D80824-3641-538A-27F0-AA145F3BF2FD}"/>
                    </a:ext>
                  </a:extLst>
                </p:cNvPr>
                <p:cNvGrpSpPr/>
                <p:nvPr userDrawn="1"/>
              </p:nvGrpSpPr>
              <p:grpSpPr>
                <a:xfrm>
                  <a:off x="12782157" y="3403239"/>
                  <a:ext cx="412976" cy="396132"/>
                  <a:chOff x="13554906" y="3320109"/>
                  <a:chExt cx="443917" cy="425811"/>
                </a:xfrm>
              </p:grpSpPr>
              <p:grpSp>
                <p:nvGrpSpPr>
                  <p:cNvPr id="115" name="Groep 114">
                    <a:extLst>
                      <a:ext uri="{FF2B5EF4-FFF2-40B4-BE49-F238E27FC236}">
                        <a16:creationId xmlns:a16="http://schemas.microsoft.com/office/drawing/2014/main" id="{9DCCDB47-19B1-49EF-D699-2A26C8AF55DE}"/>
                      </a:ext>
                    </a:extLst>
                  </p:cNvPr>
                  <p:cNvGrpSpPr/>
                  <p:nvPr userDrawn="1"/>
                </p:nvGrpSpPr>
                <p:grpSpPr>
                  <a:xfrm>
                    <a:off x="13554906" y="3320109"/>
                    <a:ext cx="443917" cy="425811"/>
                    <a:chOff x="12909684" y="1276143"/>
                    <a:chExt cx="443917" cy="425811"/>
                  </a:xfrm>
                </p:grpSpPr>
                <p:sp>
                  <p:nvSpPr>
                    <p:cNvPr id="118" name="Rechthoek 117">
                      <a:extLst>
                        <a:ext uri="{FF2B5EF4-FFF2-40B4-BE49-F238E27FC236}">
                          <a16:creationId xmlns:a16="http://schemas.microsoft.com/office/drawing/2014/main" id="{8D7AF03C-5ED2-A8C3-13A6-220E07E8261D}"/>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119" name="Rechthoek 118">
                      <a:extLst>
                        <a:ext uri="{FF2B5EF4-FFF2-40B4-BE49-F238E27FC236}">
                          <a16:creationId xmlns:a16="http://schemas.microsoft.com/office/drawing/2014/main" id="{7EFBEB2D-8F06-F546-6803-6C2B26BF8BE1}"/>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120" name="Ovaal 119">
                      <a:extLst>
                        <a:ext uri="{FF2B5EF4-FFF2-40B4-BE49-F238E27FC236}">
                          <a16:creationId xmlns:a16="http://schemas.microsoft.com/office/drawing/2014/main" id="{81AE6F84-80BC-804F-A5AB-72BDB8FD79B2}"/>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pic>
                <p:nvPicPr>
                  <p:cNvPr id="116" name="Afbeelding 115">
                    <a:extLst>
                      <a:ext uri="{FF2B5EF4-FFF2-40B4-BE49-F238E27FC236}">
                        <a16:creationId xmlns:a16="http://schemas.microsoft.com/office/drawing/2014/main" id="{4A2DAF85-3539-604C-6247-322DDD154726}"/>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a:off x="13567296" y="3424991"/>
                    <a:ext cx="173367" cy="140220"/>
                  </a:xfrm>
                  <a:prstGeom prst="rect">
                    <a:avLst/>
                  </a:prstGeom>
                </p:spPr>
              </p:pic>
              <p:pic>
                <p:nvPicPr>
                  <p:cNvPr id="117" name="Afbeelding 116">
                    <a:extLst>
                      <a:ext uri="{FF2B5EF4-FFF2-40B4-BE49-F238E27FC236}">
                        <a16:creationId xmlns:a16="http://schemas.microsoft.com/office/drawing/2014/main" id="{063CD94F-E1E4-BE78-9700-1613594DE968}"/>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109" name="Groep 108">
                  <a:extLst>
                    <a:ext uri="{FF2B5EF4-FFF2-40B4-BE49-F238E27FC236}">
                      <a16:creationId xmlns:a16="http://schemas.microsoft.com/office/drawing/2014/main" id="{B2936B82-A285-59FC-C0E4-2B76D864291D}"/>
                    </a:ext>
                  </a:extLst>
                </p:cNvPr>
                <p:cNvGrpSpPr/>
                <p:nvPr userDrawn="1"/>
              </p:nvGrpSpPr>
              <p:grpSpPr>
                <a:xfrm>
                  <a:off x="13103513" y="3705268"/>
                  <a:ext cx="145820" cy="146462"/>
                  <a:chOff x="13096169" y="3602278"/>
                  <a:chExt cx="145820" cy="146462"/>
                </a:xfrm>
              </p:grpSpPr>
              <p:sp>
                <p:nvSpPr>
                  <p:cNvPr id="113" name="Rechthoek 112">
                    <a:extLst>
                      <a:ext uri="{FF2B5EF4-FFF2-40B4-BE49-F238E27FC236}">
                        <a16:creationId xmlns:a16="http://schemas.microsoft.com/office/drawing/2014/main" id="{86B52D1B-015E-8BF8-6B88-ED6B40CB321D}"/>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14" name="Rechthoek 113">
                    <a:extLst>
                      <a:ext uri="{FF2B5EF4-FFF2-40B4-BE49-F238E27FC236}">
                        <a16:creationId xmlns:a16="http://schemas.microsoft.com/office/drawing/2014/main" id="{BBF9BECD-B461-A866-B746-30B72F9B317D}"/>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110" name="Groep 109">
                  <a:extLst>
                    <a:ext uri="{FF2B5EF4-FFF2-40B4-BE49-F238E27FC236}">
                      <a16:creationId xmlns:a16="http://schemas.microsoft.com/office/drawing/2014/main" id="{3041923D-F8BD-65D6-B6B2-99A634560077}"/>
                    </a:ext>
                  </a:extLst>
                </p:cNvPr>
                <p:cNvGrpSpPr/>
                <p:nvPr userDrawn="1"/>
              </p:nvGrpSpPr>
              <p:grpSpPr>
                <a:xfrm rot="10800000">
                  <a:off x="13061402" y="3665637"/>
                  <a:ext cx="145820" cy="146462"/>
                  <a:chOff x="13096169" y="3602278"/>
                  <a:chExt cx="145820" cy="146462"/>
                </a:xfrm>
              </p:grpSpPr>
              <p:sp>
                <p:nvSpPr>
                  <p:cNvPr id="111" name="Rechthoek 110">
                    <a:extLst>
                      <a:ext uri="{FF2B5EF4-FFF2-40B4-BE49-F238E27FC236}">
                        <a16:creationId xmlns:a16="http://schemas.microsoft.com/office/drawing/2014/main" id="{A8FA6EF4-EFCD-03EE-1E60-923EA48DE1F6}"/>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12" name="Rechthoek 111">
                    <a:extLst>
                      <a:ext uri="{FF2B5EF4-FFF2-40B4-BE49-F238E27FC236}">
                        <a16:creationId xmlns:a16="http://schemas.microsoft.com/office/drawing/2014/main" id="{24D2D25E-DD4D-B282-1EEF-23ADDB65A003}"/>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sp>
            <p:nvSpPr>
              <p:cNvPr id="106" name="Rechthoek 105">
                <a:extLst>
                  <a:ext uri="{FF2B5EF4-FFF2-40B4-BE49-F238E27FC236}">
                    <a16:creationId xmlns:a16="http://schemas.microsoft.com/office/drawing/2014/main" id="{A8799E50-6A1E-5DFE-7FAC-79B2636E9BA2}"/>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900" b="0" noProof="0" dirty="0">
                    <a:solidFill>
                      <a:srgbClr val="211F26"/>
                    </a:solidFill>
                    <a:latin typeface="Calibri" panose="020F0502020204030204" pitchFamily="34" charset="0"/>
                    <a:cs typeface="Calibri" panose="020F0502020204030204" pitchFamily="34" charset="0"/>
                  </a:rPr>
                  <a:t>Crop</a:t>
                </a:r>
              </a:p>
            </p:txBody>
          </p:sp>
          <p:sp>
            <p:nvSpPr>
              <p:cNvPr id="107" name="Gelijkbenige driehoek 106">
                <a:extLst>
                  <a:ext uri="{FF2B5EF4-FFF2-40B4-BE49-F238E27FC236}">
                    <a16:creationId xmlns:a16="http://schemas.microsoft.com/office/drawing/2014/main" id="{832AC579-6DED-F7D4-2167-02164A03AAEA}"/>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sp>
          <p:nvSpPr>
            <p:cNvPr id="95" name="Ovaal 94">
              <a:extLst>
                <a:ext uri="{FF2B5EF4-FFF2-40B4-BE49-F238E27FC236}">
                  <a16:creationId xmlns:a16="http://schemas.microsoft.com/office/drawing/2014/main" id="{D2324287-62C9-A1F0-FC2D-5C6429FD393B}"/>
                </a:ext>
              </a:extLst>
            </p:cNvPr>
            <p:cNvSpPr/>
            <p:nvPr userDrawn="1"/>
          </p:nvSpPr>
          <p:spPr>
            <a:xfrm>
              <a:off x="-3603587" y="18111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96" name="Rechthoek 95">
              <a:extLst>
                <a:ext uri="{FF2B5EF4-FFF2-40B4-BE49-F238E27FC236}">
                  <a16:creationId xmlns:a16="http://schemas.microsoft.com/office/drawing/2014/main" id="{51EB588A-AB08-816D-A6C3-2FD559EE269F}"/>
                </a:ext>
              </a:extLst>
            </p:cNvPr>
            <p:cNvSpPr/>
            <p:nvPr userDrawn="1"/>
          </p:nvSpPr>
          <p:spPr>
            <a:xfrm>
              <a:off x="-3319415" y="1811185"/>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 the preferred category and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and click 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‘Insert’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97" name="Rechthoek 96">
              <a:extLst>
                <a:ext uri="{FF2B5EF4-FFF2-40B4-BE49-F238E27FC236}">
                  <a16:creationId xmlns:a16="http://schemas.microsoft.com/office/drawing/2014/main" id="{1C465F6F-4E5A-1F0B-D07D-B51A988FAACA}"/>
                </a:ext>
              </a:extLst>
            </p:cNvPr>
            <p:cNvSpPr/>
            <p:nvPr userDrawn="1"/>
          </p:nvSpPr>
          <p:spPr>
            <a:xfrm>
              <a:off x="-3319415" y="2245760"/>
              <a:ext cx="825500" cy="209550"/>
            </a:xfrm>
            <a:prstGeom prst="rect">
              <a:avLst/>
            </a:prstGeom>
            <a:solidFill>
              <a:srgbClr val="1FF52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1000" b="1" noProof="0" dirty="0">
                  <a:solidFill>
                    <a:srgbClr val="211F26"/>
                  </a:solidFill>
                  <a:latin typeface="Calibri" panose="020F0502020204030204" pitchFamily="34" charset="0"/>
                  <a:cs typeface="Calibri" panose="020F0502020204030204" pitchFamily="34" charset="0"/>
                </a:rPr>
                <a:t>Insert</a:t>
              </a:r>
            </a:p>
          </p:txBody>
        </p:sp>
        <p:grpSp>
          <p:nvGrpSpPr>
            <p:cNvPr id="98" name="Groep 97">
              <a:extLst>
                <a:ext uri="{FF2B5EF4-FFF2-40B4-BE49-F238E27FC236}">
                  <a16:creationId xmlns:a16="http://schemas.microsoft.com/office/drawing/2014/main" id="{F2DBA7EC-9F0D-7BFB-75DA-258D035FD2D9}"/>
                </a:ext>
              </a:extLst>
            </p:cNvPr>
            <p:cNvGrpSpPr/>
            <p:nvPr userDrawn="1"/>
          </p:nvGrpSpPr>
          <p:grpSpPr>
            <a:xfrm>
              <a:off x="-3365484" y="1226982"/>
              <a:ext cx="446937" cy="406485"/>
              <a:chOff x="-3563526" y="1409294"/>
              <a:chExt cx="354190" cy="322133"/>
            </a:xfrm>
          </p:grpSpPr>
          <p:grpSp>
            <p:nvGrpSpPr>
              <p:cNvPr id="99" name="Groep 98">
                <a:extLst>
                  <a:ext uri="{FF2B5EF4-FFF2-40B4-BE49-F238E27FC236}">
                    <a16:creationId xmlns:a16="http://schemas.microsoft.com/office/drawing/2014/main" id="{F4425EC9-7BF7-5605-128B-37C078FC47C3}"/>
                  </a:ext>
                </a:extLst>
              </p:cNvPr>
              <p:cNvGrpSpPr/>
              <p:nvPr userDrawn="1"/>
            </p:nvGrpSpPr>
            <p:grpSpPr>
              <a:xfrm>
                <a:off x="-3499992" y="1409294"/>
                <a:ext cx="225195" cy="195499"/>
                <a:chOff x="8987389" y="1361199"/>
                <a:chExt cx="2200275" cy="1914525"/>
              </a:xfrm>
            </p:grpSpPr>
            <p:sp>
              <p:nvSpPr>
                <p:cNvPr id="101" name="Vrije vorm: vorm 100">
                  <a:extLst>
                    <a:ext uri="{FF2B5EF4-FFF2-40B4-BE49-F238E27FC236}">
                      <a16:creationId xmlns:a16="http://schemas.microsoft.com/office/drawing/2014/main" id="{D0CEF8D7-F560-2C3F-EBD4-A55265C5960B}"/>
                    </a:ext>
                  </a:extLst>
                </p:cNvPr>
                <p:cNvSpPr/>
                <p:nvPr/>
              </p:nvSpPr>
              <p:spPr>
                <a:xfrm>
                  <a:off x="9363620" y="1831738"/>
                  <a:ext cx="371477" cy="371472"/>
                </a:xfrm>
                <a:custGeom>
                  <a:avLst/>
                  <a:gdLst>
                    <a:gd name="connsiteX0" fmla="*/ 369094 w 371475"/>
                    <a:gd name="connsiteY0" fmla="*/ 188119 h 371475"/>
                    <a:gd name="connsiteX1" fmla="*/ 188119 w 371475"/>
                    <a:gd name="connsiteY1" fmla="*/ 369094 h 371475"/>
                    <a:gd name="connsiteX2" fmla="*/ 7144 w 371475"/>
                    <a:gd name="connsiteY2" fmla="*/ 188119 h 371475"/>
                    <a:gd name="connsiteX3" fmla="*/ 188119 w 371475"/>
                    <a:gd name="connsiteY3" fmla="*/ 7144 h 371475"/>
                    <a:gd name="connsiteX4" fmla="*/ 369094 w 371475"/>
                    <a:gd name="connsiteY4" fmla="*/ 188119 h 371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 h="371475">
                      <a:moveTo>
                        <a:pt x="369094" y="188119"/>
                      </a:moveTo>
                      <a:cubicBezTo>
                        <a:pt x="369094" y="288068"/>
                        <a:pt x="288068" y="369094"/>
                        <a:pt x="188119" y="369094"/>
                      </a:cubicBezTo>
                      <a:cubicBezTo>
                        <a:pt x="88169" y="369094"/>
                        <a:pt x="7144" y="288068"/>
                        <a:pt x="7144" y="188119"/>
                      </a:cubicBezTo>
                      <a:cubicBezTo>
                        <a:pt x="7144" y="88169"/>
                        <a:pt x="88169" y="7144"/>
                        <a:pt x="188119" y="7144"/>
                      </a:cubicBezTo>
                      <a:cubicBezTo>
                        <a:pt x="288068" y="7144"/>
                        <a:pt x="369094" y="88169"/>
                        <a:pt x="369094" y="188119"/>
                      </a:cubicBezTo>
                      <a:close/>
                    </a:path>
                  </a:pathLst>
                </a:custGeom>
                <a:solidFill>
                  <a:srgbClr val="1FF524"/>
                </a:solidFill>
                <a:ln w="9525" cap="flat">
                  <a:noFill/>
                  <a:prstDash val="solid"/>
                  <a:miter/>
                </a:ln>
              </p:spPr>
              <p:txBody>
                <a:bodyPr rtlCol="0" anchor="ctr"/>
                <a:lstStyle/>
                <a:p>
                  <a:pPr defTabSz="995469"/>
                  <a:endParaRPr lang="en-GB" sz="7200" noProof="0" dirty="0">
                    <a:solidFill>
                      <a:srgbClr val="211F26"/>
                    </a:solidFill>
                    <a:latin typeface="+mn-lt"/>
                  </a:endParaRPr>
                </a:p>
              </p:txBody>
            </p:sp>
            <p:grpSp>
              <p:nvGrpSpPr>
                <p:cNvPr id="102" name="Groep 101">
                  <a:extLst>
                    <a:ext uri="{FF2B5EF4-FFF2-40B4-BE49-F238E27FC236}">
                      <a16:creationId xmlns:a16="http://schemas.microsoft.com/office/drawing/2014/main" id="{B5D0A59C-11E7-DEDB-343F-ADA8AE2FD1C4}"/>
                    </a:ext>
                  </a:extLst>
                </p:cNvPr>
                <p:cNvGrpSpPr/>
                <p:nvPr/>
              </p:nvGrpSpPr>
              <p:grpSpPr>
                <a:xfrm>
                  <a:off x="8987389" y="1361199"/>
                  <a:ext cx="2200275" cy="1914525"/>
                  <a:chOff x="8987389" y="1361199"/>
                  <a:chExt cx="2200275" cy="1914525"/>
                </a:xfrm>
                <a:gradFill>
                  <a:gsLst>
                    <a:gs pos="0">
                      <a:srgbClr val="9D9FA1"/>
                    </a:gs>
                    <a:gs pos="70000">
                      <a:srgbClr val="211F26"/>
                    </a:gs>
                  </a:gsLst>
                  <a:lin ang="2700000" scaled="0"/>
                </a:gradFill>
              </p:grpSpPr>
              <p:sp>
                <p:nvSpPr>
                  <p:cNvPr id="103" name="Vrije vorm: vorm 102">
                    <a:extLst>
                      <a:ext uri="{FF2B5EF4-FFF2-40B4-BE49-F238E27FC236}">
                        <a16:creationId xmlns:a16="http://schemas.microsoft.com/office/drawing/2014/main" id="{17BCEF51-6EB2-17FD-1C06-346362FEF9FF}"/>
                      </a:ext>
                    </a:extLst>
                  </p:cNvPr>
                  <p:cNvSpPr/>
                  <p:nvPr/>
                </p:nvSpPr>
                <p:spPr>
                  <a:xfrm>
                    <a:off x="8987389" y="1361199"/>
                    <a:ext cx="2200275" cy="1914525"/>
                  </a:xfrm>
                  <a:custGeom>
                    <a:avLst/>
                    <a:gdLst>
                      <a:gd name="connsiteX0" fmla="*/ 7144 w 2200275"/>
                      <a:gd name="connsiteY0" fmla="*/ 7144 h 1914525"/>
                      <a:gd name="connsiteX1" fmla="*/ 7144 w 2200275"/>
                      <a:gd name="connsiteY1" fmla="*/ 245269 h 1914525"/>
                      <a:gd name="connsiteX2" fmla="*/ 432911 w 2200275"/>
                      <a:gd name="connsiteY2" fmla="*/ 245269 h 1914525"/>
                      <a:gd name="connsiteX3" fmla="*/ 432911 w 2200275"/>
                      <a:gd name="connsiteY3" fmla="*/ 245269 h 1914525"/>
                      <a:gd name="connsiteX4" fmla="*/ 1959769 w 2200275"/>
                      <a:gd name="connsiteY4" fmla="*/ 245269 h 1914525"/>
                      <a:gd name="connsiteX5" fmla="*/ 1959769 w 2200275"/>
                      <a:gd name="connsiteY5" fmla="*/ 1674019 h 1914525"/>
                      <a:gd name="connsiteX6" fmla="*/ 245269 w 2200275"/>
                      <a:gd name="connsiteY6" fmla="*/ 1674019 h 1914525"/>
                      <a:gd name="connsiteX7" fmla="*/ 245269 w 2200275"/>
                      <a:gd name="connsiteY7" fmla="*/ 350044 h 1914525"/>
                      <a:gd name="connsiteX8" fmla="*/ 7144 w 2200275"/>
                      <a:gd name="connsiteY8" fmla="*/ 350044 h 1914525"/>
                      <a:gd name="connsiteX9" fmla="*/ 7144 w 2200275"/>
                      <a:gd name="connsiteY9" fmla="*/ 1912144 h 1914525"/>
                      <a:gd name="connsiteX10" fmla="*/ 2197894 w 2200275"/>
                      <a:gd name="connsiteY10" fmla="*/ 1912144 h 1914525"/>
                      <a:gd name="connsiteX11" fmla="*/ 2197894 w 2200275"/>
                      <a:gd name="connsiteY11" fmla="*/ 7144 h 1914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0275" h="1914525">
                        <a:moveTo>
                          <a:pt x="7144" y="7144"/>
                        </a:moveTo>
                        <a:lnTo>
                          <a:pt x="7144" y="245269"/>
                        </a:lnTo>
                        <a:lnTo>
                          <a:pt x="432911" y="245269"/>
                        </a:lnTo>
                        <a:lnTo>
                          <a:pt x="432911" y="245269"/>
                        </a:lnTo>
                        <a:lnTo>
                          <a:pt x="1959769" y="245269"/>
                        </a:lnTo>
                        <a:lnTo>
                          <a:pt x="1959769" y="1674019"/>
                        </a:lnTo>
                        <a:lnTo>
                          <a:pt x="245269" y="1674019"/>
                        </a:lnTo>
                        <a:lnTo>
                          <a:pt x="245269" y="350044"/>
                        </a:lnTo>
                        <a:lnTo>
                          <a:pt x="7144" y="350044"/>
                        </a:lnTo>
                        <a:lnTo>
                          <a:pt x="7144" y="1912144"/>
                        </a:lnTo>
                        <a:lnTo>
                          <a:pt x="2197894" y="1912144"/>
                        </a:lnTo>
                        <a:lnTo>
                          <a:pt x="2197894" y="7144"/>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sp>
                <p:nvSpPr>
                  <p:cNvPr id="104" name="Vrije vorm: vorm 103">
                    <a:extLst>
                      <a:ext uri="{FF2B5EF4-FFF2-40B4-BE49-F238E27FC236}">
                        <a16:creationId xmlns:a16="http://schemas.microsoft.com/office/drawing/2014/main" id="{CA09521B-74E4-3240-53A1-C4A91709674A}"/>
                      </a:ext>
                    </a:extLst>
                  </p:cNvPr>
                  <p:cNvSpPr/>
                  <p:nvPr/>
                </p:nvSpPr>
                <p:spPr>
                  <a:xfrm>
                    <a:off x="9362668" y="1953652"/>
                    <a:ext cx="1438273" cy="885828"/>
                  </a:xfrm>
                  <a:custGeom>
                    <a:avLst/>
                    <a:gdLst>
                      <a:gd name="connsiteX0" fmla="*/ 1070134 w 1438275"/>
                      <a:gd name="connsiteY0" fmla="*/ 7144 h 885825"/>
                      <a:gd name="connsiteX1" fmla="*/ 801529 w 1438275"/>
                      <a:gd name="connsiteY1" fmla="*/ 275749 h 885825"/>
                      <a:gd name="connsiteX2" fmla="*/ 662464 w 1438275"/>
                      <a:gd name="connsiteY2" fmla="*/ 137636 h 885825"/>
                      <a:gd name="connsiteX3" fmla="*/ 7144 w 1438275"/>
                      <a:gd name="connsiteY3" fmla="*/ 784384 h 885825"/>
                      <a:gd name="connsiteX4" fmla="*/ 108109 w 1438275"/>
                      <a:gd name="connsiteY4" fmla="*/ 885349 h 885825"/>
                      <a:gd name="connsiteX5" fmla="*/ 662464 w 1438275"/>
                      <a:gd name="connsiteY5" fmla="*/ 338614 h 885825"/>
                      <a:gd name="connsiteX6" fmla="*/ 928211 w 1438275"/>
                      <a:gd name="connsiteY6" fmla="*/ 605314 h 885825"/>
                      <a:gd name="connsiteX7" fmla="*/ 1029176 w 1438275"/>
                      <a:gd name="connsiteY7" fmla="*/ 503396 h 885825"/>
                      <a:gd name="connsiteX8" fmla="*/ 902494 w 1438275"/>
                      <a:gd name="connsiteY8" fmla="*/ 376714 h 885825"/>
                      <a:gd name="connsiteX9" fmla="*/ 1070134 w 1438275"/>
                      <a:gd name="connsiteY9" fmla="*/ 209074 h 885825"/>
                      <a:gd name="connsiteX10" fmla="*/ 1337786 w 1438275"/>
                      <a:gd name="connsiteY10" fmla="*/ 480536 h 885825"/>
                      <a:gd name="connsiteX11" fmla="*/ 1438751 w 1438275"/>
                      <a:gd name="connsiteY11" fmla="*/ 378619 h 885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38275" h="885825">
                        <a:moveTo>
                          <a:pt x="1070134" y="7144"/>
                        </a:moveTo>
                        <a:lnTo>
                          <a:pt x="801529" y="275749"/>
                        </a:lnTo>
                        <a:lnTo>
                          <a:pt x="662464" y="137636"/>
                        </a:lnTo>
                        <a:lnTo>
                          <a:pt x="7144" y="784384"/>
                        </a:lnTo>
                        <a:lnTo>
                          <a:pt x="108109" y="885349"/>
                        </a:lnTo>
                        <a:lnTo>
                          <a:pt x="662464" y="338614"/>
                        </a:lnTo>
                        <a:lnTo>
                          <a:pt x="928211" y="605314"/>
                        </a:lnTo>
                        <a:lnTo>
                          <a:pt x="1029176" y="503396"/>
                        </a:lnTo>
                        <a:lnTo>
                          <a:pt x="902494" y="376714"/>
                        </a:lnTo>
                        <a:lnTo>
                          <a:pt x="1070134" y="209074"/>
                        </a:lnTo>
                        <a:lnTo>
                          <a:pt x="1337786" y="480536"/>
                        </a:lnTo>
                        <a:lnTo>
                          <a:pt x="1438751" y="378619"/>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grpSp>
          </p:grpSp>
          <p:sp>
            <p:nvSpPr>
              <p:cNvPr id="100" name="Tekstvak 99">
                <a:extLst>
                  <a:ext uri="{FF2B5EF4-FFF2-40B4-BE49-F238E27FC236}">
                    <a16:creationId xmlns:a16="http://schemas.microsoft.com/office/drawing/2014/main" id="{600E0002-C4B5-BB83-0991-54BC74D25B9D}"/>
                  </a:ext>
                </a:extLst>
              </p:cNvPr>
              <p:cNvSpPr txBox="1"/>
              <p:nvPr userDrawn="1"/>
            </p:nvSpPr>
            <p:spPr>
              <a:xfrm>
                <a:off x="-3563526" y="1617700"/>
                <a:ext cx="354190" cy="113727"/>
              </a:xfrm>
              <a:prstGeom prst="rect">
                <a:avLst/>
              </a:prstGeom>
              <a:noFill/>
            </p:spPr>
            <p:txBody>
              <a:bodyPr wrap="square" lIns="0" tIns="18000" rIns="0" bIns="0" rtlCol="0" anchor="t">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Images</a:t>
                </a:r>
              </a:p>
            </p:txBody>
          </p:sp>
        </p:grpSp>
      </p:grpSp>
      <p:sp>
        <p:nvSpPr>
          <p:cNvPr id="153" name="Rectangle 152">
            <a:extLst>
              <a:ext uri="{FF2B5EF4-FFF2-40B4-BE49-F238E27FC236}">
                <a16:creationId xmlns:a16="http://schemas.microsoft.com/office/drawing/2014/main" id="{4C472BBB-67CD-A7C5-B3B2-5D0EB61AFCB4}"/>
              </a:ext>
            </a:extLst>
          </p:cNvPr>
          <p:cNvSpPr/>
          <p:nvPr userDrawn="1"/>
        </p:nvSpPr>
        <p:spPr>
          <a:xfrm>
            <a:off x="718666" y="-1"/>
            <a:ext cx="10751096" cy="3736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r>
              <a:rPr lang="en-US" sz="1600" dirty="0"/>
              <a:t>Objective | Background | Methods | Results | Conclusions</a:t>
            </a:r>
            <a:endParaRPr lang="LID4096" sz="1600" dirty="0" err="1"/>
          </a:p>
        </p:txBody>
      </p:sp>
    </p:spTree>
    <p:extLst>
      <p:ext uri="{BB962C8B-B14F-4D97-AF65-F5344CB8AC3E}">
        <p14:creationId xmlns:p14="http://schemas.microsoft.com/office/powerpoint/2010/main" val="2331693809"/>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mage (S) + text | dark mode">
    <p:bg>
      <p:bgPr>
        <a:solidFill>
          <a:schemeClr val="accent2"/>
        </a:solidFill>
        <a:effectLst/>
      </p:bgPr>
    </p:bg>
    <p:spTree>
      <p:nvGrpSpPr>
        <p:cNvPr id="1" name=""/>
        <p:cNvGrpSpPr/>
        <p:nvPr/>
      </p:nvGrpSpPr>
      <p:grpSpPr>
        <a:xfrm>
          <a:off x="0" y="0"/>
          <a:ext cx="0" cy="0"/>
          <a:chOff x="0" y="0"/>
          <a:chExt cx="0" cy="0"/>
        </a:xfrm>
      </p:grpSpPr>
      <p:sp>
        <p:nvSpPr>
          <p:cNvPr id="7" name="Tijdelijke aanduiding voor afbeelding 16">
            <a:extLst>
              <a:ext uri="{FF2B5EF4-FFF2-40B4-BE49-F238E27FC236}">
                <a16:creationId xmlns:a16="http://schemas.microsoft.com/office/drawing/2014/main" id="{998950D4-3158-5AF8-50A9-B3ED06B5711D}"/>
              </a:ext>
            </a:extLst>
          </p:cNvPr>
          <p:cNvSpPr>
            <a:spLocks noGrp="1"/>
          </p:cNvSpPr>
          <p:nvPr>
            <p:ph type="pic" sz="quarter" idx="13" hasCustomPrompt="1"/>
          </p:nvPr>
        </p:nvSpPr>
        <p:spPr>
          <a:xfrm>
            <a:off x="-1" y="0"/>
            <a:ext cx="3735859" cy="6858000"/>
          </a:xfrm>
          <a:pattFill prst="pct60">
            <a:fgClr>
              <a:schemeClr val="bg1">
                <a:lumMod val="95000"/>
              </a:schemeClr>
            </a:fgClr>
            <a:bgClr>
              <a:schemeClr val="bg1">
                <a:lumMod val="85000"/>
              </a:schemeClr>
            </a:bgClr>
          </a:patt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the tab </a:t>
            </a:r>
            <a:br>
              <a:rPr lang="en-GB" noProof="0" dirty="0"/>
            </a:br>
            <a:r>
              <a:rPr lang="en-GB" noProof="0" dirty="0"/>
              <a:t>‘</a:t>
            </a:r>
            <a:r>
              <a:rPr lang="en-GB" noProof="0" dirty="0" err="1"/>
              <a:t>Slidebuilder</a:t>
            </a:r>
            <a:r>
              <a:rPr lang="en-GB" noProof="0" dirty="0"/>
              <a:t>’, click on ‘</a:t>
            </a:r>
            <a:r>
              <a:rPr lang="en-GB" noProof="0" dirty="0" err="1"/>
              <a:t>Images’,select</a:t>
            </a:r>
            <a:r>
              <a:rPr lang="en-GB" noProof="0" dirty="0"/>
              <a:t> </a:t>
            </a:r>
            <a:br>
              <a:rPr lang="en-GB" noProof="0" dirty="0"/>
            </a:br>
            <a:r>
              <a:rPr lang="en-GB" noProof="0" dirty="0"/>
              <a:t>the preferred image and click on ‘Insert’.</a:t>
            </a:r>
          </a:p>
        </p:txBody>
      </p:sp>
      <p:sp>
        <p:nvSpPr>
          <p:cNvPr id="10" name="Tijdelijke aanduiding voor tekst 18">
            <a:extLst>
              <a:ext uri="{FF2B5EF4-FFF2-40B4-BE49-F238E27FC236}">
                <a16:creationId xmlns:a16="http://schemas.microsoft.com/office/drawing/2014/main" id="{B08C0826-31A1-3DEF-7271-51202B96A14E}"/>
              </a:ext>
            </a:extLst>
          </p:cNvPr>
          <p:cNvSpPr>
            <a:spLocks noGrp="1"/>
          </p:cNvSpPr>
          <p:nvPr>
            <p:ph type="body" sz="quarter" idx="18" hasCustomPrompt="1"/>
          </p:nvPr>
        </p:nvSpPr>
        <p:spPr>
          <a:xfrm>
            <a:off x="-1" y="4094329"/>
            <a:ext cx="3735859" cy="2763672"/>
          </a:xfrm>
          <a:gradFill flip="none" rotWithShape="1">
            <a:gsLst>
              <a:gs pos="0">
                <a:schemeClr val="tx1">
                  <a:alpha val="29000"/>
                </a:schemeClr>
              </a:gs>
              <a:gs pos="48000">
                <a:schemeClr val="tx1">
                  <a:alpha val="0"/>
                </a:schemeClr>
              </a:gs>
            </a:gsLst>
            <a:lin ang="16200000" scaled="1"/>
            <a:tileRect/>
          </a:gradFill>
        </p:spPr>
        <p:txBody>
          <a:bodyPr/>
          <a:lstStyle>
            <a:lvl1pPr marL="0" indent="0">
              <a:buNone/>
              <a:defRPr sz="100">
                <a:solidFill>
                  <a:schemeClr val="tx2">
                    <a:alpha val="0"/>
                  </a:schemeClr>
                </a:solidFill>
              </a:defRPr>
            </a:lvl1pPr>
          </a:lstStyle>
          <a:p>
            <a:pPr lvl="0"/>
            <a:r>
              <a:rPr lang="en-GB" dirty="0"/>
              <a:t> </a:t>
            </a:r>
          </a:p>
        </p:txBody>
      </p:sp>
      <p:sp>
        <p:nvSpPr>
          <p:cNvPr id="3" name="Tijdelijke aanduiding voor verticale tekst 2">
            <a:extLst>
              <a:ext uri="{FF2B5EF4-FFF2-40B4-BE49-F238E27FC236}">
                <a16:creationId xmlns:a16="http://schemas.microsoft.com/office/drawing/2014/main" id="{3B184817-515D-4870-8CED-0DECE6FF2FC8}"/>
              </a:ext>
            </a:extLst>
          </p:cNvPr>
          <p:cNvSpPr>
            <a:spLocks noGrp="1"/>
          </p:cNvSpPr>
          <p:nvPr>
            <p:ph type="body" orient="vert" idx="1" hasCustomPrompt="1"/>
          </p:nvPr>
        </p:nvSpPr>
        <p:spPr>
          <a:xfrm>
            <a:off x="4453623" y="1569104"/>
            <a:ext cx="7016140" cy="4431646"/>
          </a:xfrm>
        </p:spPr>
        <p:txBody>
          <a:bodyPr vert="horz"/>
          <a:lstStyle>
            <a:lvl1pPr>
              <a:buClr>
                <a:schemeClr val="bg1"/>
              </a:buClr>
              <a:defRPr>
                <a:solidFill>
                  <a:schemeClr val="bg1"/>
                </a:solidFill>
              </a:defRPr>
            </a:lvl1pPr>
            <a:lvl2pPr>
              <a:buClr>
                <a:schemeClr val="bg1"/>
              </a:buClr>
              <a:defRPr>
                <a:solidFill>
                  <a:schemeClr val="bg1"/>
                </a:solidFill>
              </a:defRPr>
            </a:lvl2pPr>
            <a:lvl3pPr>
              <a:defRPr>
                <a:solidFill>
                  <a:schemeClr val="bg1"/>
                </a:solidFill>
              </a:defRPr>
            </a:lvl3pPr>
            <a:lvl4pPr>
              <a:defRPr>
                <a:solidFill>
                  <a:schemeClr val="bg1"/>
                </a:solidFill>
              </a:defRPr>
            </a:lvl4pPr>
            <a:lvl5pPr>
              <a:defRPr b="0">
                <a:solidFill>
                  <a:schemeClr val="bg1"/>
                </a:solidFill>
              </a:defRPr>
            </a:lvl5pPr>
            <a:lvl6pPr>
              <a:defRPr b="0">
                <a:solidFill>
                  <a:schemeClr val="bg1"/>
                </a:solidFill>
              </a:defRPr>
            </a:lvl6pPr>
            <a:lvl7pPr>
              <a:buClr>
                <a:schemeClr val="bg1"/>
              </a:buClr>
              <a:defRPr>
                <a:solidFill>
                  <a:schemeClr val="bg1"/>
                </a:solidFill>
              </a:defRPr>
            </a:lvl7pPr>
            <a:lvl8pPr>
              <a:buClr>
                <a:schemeClr val="bg2"/>
              </a:buClr>
              <a:defRPr>
                <a:solidFill>
                  <a:schemeClr val="bg1"/>
                </a:solidFill>
              </a:defRPr>
            </a:lvl8pPr>
            <a:lvl9pPr>
              <a:defRPr>
                <a:solidFill>
                  <a:schemeClr val="bg1"/>
                </a:solidFill>
              </a:defRPr>
            </a:lvl9pPr>
          </a:lstStyle>
          <a:p>
            <a:pPr lvl="0"/>
            <a:r>
              <a:rPr lang="en-GB" noProof="0" dirty="0"/>
              <a:t>Bullet</a:t>
            </a:r>
          </a:p>
          <a:p>
            <a:pPr lvl="1"/>
            <a:r>
              <a:rPr lang="en-GB" noProof="0" dirty="0"/>
              <a:t>Sub-bullet </a:t>
            </a:r>
          </a:p>
          <a:p>
            <a:pPr lvl="2"/>
            <a:r>
              <a:rPr lang="en-GB" noProof="0" dirty="0"/>
              <a:t>Default text</a:t>
            </a:r>
            <a:br>
              <a:rPr lang="en-GB" noProof="0" dirty="0"/>
            </a:br>
            <a:endParaRPr lang="en-GB" noProof="0" dirty="0"/>
          </a:p>
          <a:p>
            <a:pPr lvl="3"/>
            <a:r>
              <a:rPr lang="en-GB" noProof="0" dirty="0"/>
              <a:t>Title/Quote</a:t>
            </a:r>
          </a:p>
          <a:p>
            <a:pPr lvl="4"/>
            <a:r>
              <a:rPr lang="en-GB" noProof="0" dirty="0"/>
              <a:t>Subtitle</a:t>
            </a:r>
          </a:p>
          <a:p>
            <a:pPr lvl="5"/>
            <a:r>
              <a:rPr lang="en-GB" noProof="0" dirty="0"/>
              <a:t>Default text</a:t>
            </a:r>
            <a:br>
              <a:rPr lang="en-GB" noProof="0" dirty="0"/>
            </a:br>
            <a:endParaRPr lang="en-GB" noProof="0" dirty="0"/>
          </a:p>
          <a:p>
            <a:pPr lvl="6"/>
            <a:r>
              <a:rPr lang="en-GB" noProof="0" dirty="0"/>
              <a:t>Numerical bullet</a:t>
            </a:r>
          </a:p>
          <a:p>
            <a:pPr lvl="7"/>
            <a:r>
              <a:rPr lang="en-GB" noProof="0" dirty="0"/>
              <a:t>Alphabetical bullet</a:t>
            </a:r>
          </a:p>
          <a:p>
            <a:pPr lvl="8"/>
            <a:r>
              <a:rPr lang="en-GB" noProof="0" dirty="0"/>
              <a:t>Source</a:t>
            </a:r>
          </a:p>
          <a:p>
            <a:pPr lvl="8"/>
            <a:endParaRPr lang="en-GB" noProof="0" dirty="0"/>
          </a:p>
        </p:txBody>
      </p:sp>
      <p:sp>
        <p:nvSpPr>
          <p:cNvPr id="8" name="Rechthoek 7">
            <a:extLst>
              <a:ext uri="{FF2B5EF4-FFF2-40B4-BE49-F238E27FC236}">
                <a16:creationId xmlns:a16="http://schemas.microsoft.com/office/drawing/2014/main" id="{0F5F4741-7E9A-4CAB-94EB-11EAC243E80F}"/>
              </a:ext>
            </a:extLst>
          </p:cNvPr>
          <p:cNvSpPr/>
          <p:nvPr userDrawn="1"/>
        </p:nvSpPr>
        <p:spPr>
          <a:xfrm>
            <a:off x="0" y="-441330"/>
            <a:ext cx="3109826"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fr-FR" sz="1800" b="1" cap="none" baseline="0" noProof="0" dirty="0">
                <a:solidFill>
                  <a:schemeClr val="accent1"/>
                </a:solidFill>
                <a:latin typeface="+mj-lt"/>
              </a:rPr>
              <a:t>Image (S) + text | dark mode</a:t>
            </a:r>
            <a:endParaRPr lang="en-GB" sz="1800" b="1" cap="none" baseline="0" noProof="0" dirty="0">
              <a:solidFill>
                <a:schemeClr val="accent1"/>
              </a:solidFill>
              <a:latin typeface="+mj-lt"/>
            </a:endParaRPr>
          </a:p>
        </p:txBody>
      </p:sp>
      <p:sp>
        <p:nvSpPr>
          <p:cNvPr id="2" name="Tijdelijke aanduiding voor datum 1">
            <a:extLst>
              <a:ext uri="{FF2B5EF4-FFF2-40B4-BE49-F238E27FC236}">
                <a16:creationId xmlns:a16="http://schemas.microsoft.com/office/drawing/2014/main" id="{D2CC7142-B29C-44C0-A766-50C559F83F0D}"/>
              </a:ext>
            </a:extLst>
          </p:cNvPr>
          <p:cNvSpPr>
            <a:spLocks noGrp="1"/>
          </p:cNvSpPr>
          <p:nvPr>
            <p:ph type="dt" sz="half" idx="14"/>
          </p:nvPr>
        </p:nvSpPr>
        <p:spPr>
          <a:xfrm>
            <a:off x="10215497" y="6405669"/>
            <a:ext cx="697307" cy="184666"/>
          </a:xfrm>
        </p:spPr>
        <p:txBody>
          <a:bodyPr/>
          <a:lstStyle>
            <a:lvl1pPr>
              <a:defRPr>
                <a:solidFill>
                  <a:schemeClr val="bg1"/>
                </a:solidFill>
              </a:defRPr>
            </a:lvl1pPr>
          </a:lstStyle>
          <a:p>
            <a:r>
              <a:rPr lang="LID4096"/>
              <a:t>08/30/2024</a:t>
            </a:r>
            <a:endParaRPr lang="en-GB" dirty="0"/>
          </a:p>
        </p:txBody>
      </p:sp>
      <p:sp>
        <p:nvSpPr>
          <p:cNvPr id="5" name="Tijdelijke aanduiding voor dianummer 4">
            <a:extLst>
              <a:ext uri="{FF2B5EF4-FFF2-40B4-BE49-F238E27FC236}">
                <a16:creationId xmlns:a16="http://schemas.microsoft.com/office/drawing/2014/main" id="{CA4D5831-898C-467F-9278-A1AE8AFEACB0}"/>
              </a:ext>
            </a:extLst>
          </p:cNvPr>
          <p:cNvSpPr>
            <a:spLocks noGrp="1"/>
          </p:cNvSpPr>
          <p:nvPr>
            <p:ph type="sldNum" sz="quarter" idx="16"/>
          </p:nvPr>
        </p:nvSpPr>
        <p:spPr/>
        <p:txBody>
          <a:bodyPr/>
          <a:lstStyle>
            <a:lvl1pPr>
              <a:defRPr>
                <a:solidFill>
                  <a:schemeClr val="bg1"/>
                </a:solidFill>
              </a:defRPr>
            </a:lvl1pPr>
          </a:lstStyle>
          <a:p>
            <a:fld id="{9E843DB9-9987-4157-AB9C-CEA8D7D910BB}" type="slidenum">
              <a:rPr lang="en-GB" smtClean="0"/>
              <a:pPr/>
              <a:t>‹#›</a:t>
            </a:fld>
            <a:endParaRPr lang="en-GB" dirty="0"/>
          </a:p>
        </p:txBody>
      </p:sp>
      <p:sp>
        <p:nvSpPr>
          <p:cNvPr id="6" name="Titel 5">
            <a:extLst>
              <a:ext uri="{FF2B5EF4-FFF2-40B4-BE49-F238E27FC236}">
                <a16:creationId xmlns:a16="http://schemas.microsoft.com/office/drawing/2014/main" id="{E05E34B7-2C9E-9A98-E207-B06777DF2086}"/>
              </a:ext>
            </a:extLst>
          </p:cNvPr>
          <p:cNvSpPr>
            <a:spLocks noGrp="1"/>
          </p:cNvSpPr>
          <p:nvPr>
            <p:ph type="title" hasCustomPrompt="1"/>
          </p:nvPr>
        </p:nvSpPr>
        <p:spPr>
          <a:xfrm>
            <a:off x="4453622" y="722454"/>
            <a:ext cx="7016140" cy="323709"/>
          </a:xfrm>
        </p:spPr>
        <p:txBody>
          <a:bodyPr/>
          <a:lstStyle>
            <a:lvl1pPr>
              <a:defRPr>
                <a:solidFill>
                  <a:schemeClr val="bg1"/>
                </a:solidFill>
              </a:defRPr>
            </a:lvl1pPr>
          </a:lstStyle>
          <a:p>
            <a:r>
              <a:rPr lang="en-GB" noProof="0" dirty="0"/>
              <a:t>Title goes here</a:t>
            </a:r>
            <a:endParaRPr lang="en-GB" dirty="0"/>
          </a:p>
        </p:txBody>
      </p:sp>
      <p:sp>
        <p:nvSpPr>
          <p:cNvPr id="19" name="Tijdelijke aanduiding voor tekst 18">
            <a:extLst>
              <a:ext uri="{FF2B5EF4-FFF2-40B4-BE49-F238E27FC236}">
                <a16:creationId xmlns:a16="http://schemas.microsoft.com/office/drawing/2014/main" id="{BE9B9236-02AD-4FF6-37E4-BA4CB5E71A38}"/>
              </a:ext>
            </a:extLst>
          </p:cNvPr>
          <p:cNvSpPr>
            <a:spLocks noGrp="1" noRot="1" noMove="1" noResize="1" noEditPoints="1" noAdjustHandles="1" noChangeArrowheads="1" noChangeShapeType="1"/>
          </p:cNvSpPr>
          <p:nvPr>
            <p:ph type="body" sz="quarter" idx="17" hasCustomPrompt="1"/>
          </p:nvPr>
        </p:nvSpPr>
        <p:spPr>
          <a:xfrm>
            <a:off x="720362" y="6216736"/>
            <a:ext cx="961200" cy="381600"/>
          </a:xfrm>
          <a:blipFill>
            <a:blip r:embed="rId2">
              <a:lum bright="100000"/>
              <a:extLst>
                <a:ext uri="{96DAC541-7B7A-43D3-8B79-37D633B846F1}">
                  <asvg:svgBlip xmlns:asvg="http://schemas.microsoft.com/office/drawing/2016/SVG/main" r:embed="rId3"/>
                </a:ext>
              </a:extLst>
            </a:blip>
            <a:srcRect/>
            <a:stretch>
              <a:fillRect t="53" b="53"/>
            </a:stretch>
          </a:blipFill>
        </p:spPr>
        <p:txBody>
          <a:bodyPr/>
          <a:lstStyle>
            <a:lvl1pPr marL="0" indent="0">
              <a:buNone/>
              <a:defRPr sz="100">
                <a:solidFill>
                  <a:schemeClr val="tx2">
                    <a:alpha val="0"/>
                  </a:schemeClr>
                </a:solidFill>
              </a:defRPr>
            </a:lvl1pPr>
          </a:lstStyle>
          <a:p>
            <a:pPr lvl="0"/>
            <a:r>
              <a:rPr lang="en-GB" dirty="0"/>
              <a:t> </a:t>
            </a:r>
          </a:p>
        </p:txBody>
      </p:sp>
      <p:grpSp>
        <p:nvGrpSpPr>
          <p:cNvPr id="4" name="INSTRUCTION">
            <a:extLst>
              <a:ext uri="{FF2B5EF4-FFF2-40B4-BE49-F238E27FC236}">
                <a16:creationId xmlns:a16="http://schemas.microsoft.com/office/drawing/2014/main" id="{029F8F8E-B66F-D84A-81C1-DBDA4B71F05C}"/>
              </a:ext>
            </a:extLst>
          </p:cNvPr>
          <p:cNvGrpSpPr/>
          <p:nvPr userDrawn="1"/>
        </p:nvGrpSpPr>
        <p:grpSpPr>
          <a:xfrm>
            <a:off x="12377595" y="0"/>
            <a:ext cx="3693386" cy="5359349"/>
            <a:chOff x="-3786437" y="0"/>
            <a:chExt cx="3693386" cy="5359349"/>
          </a:xfrm>
        </p:grpSpPr>
        <p:sp>
          <p:nvSpPr>
            <p:cNvPr id="9" name="Rechthoek 8">
              <a:extLst>
                <a:ext uri="{FF2B5EF4-FFF2-40B4-BE49-F238E27FC236}">
                  <a16:creationId xmlns:a16="http://schemas.microsoft.com/office/drawing/2014/main" id="{7ADF48FA-05FC-DF57-4E09-928C2BA513F5}"/>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Choosing text levels</a:t>
              </a:r>
            </a:p>
          </p:txBody>
        </p:sp>
        <p:sp>
          <p:nvSpPr>
            <p:cNvPr id="11" name="Rechthoek 10">
              <a:extLst>
                <a:ext uri="{FF2B5EF4-FFF2-40B4-BE49-F238E27FC236}">
                  <a16:creationId xmlns:a16="http://schemas.microsoft.com/office/drawing/2014/main" id="{424E496F-C327-0011-F410-E6438146CA9B}"/>
                </a:ext>
              </a:extLst>
            </p:cNvPr>
            <p:cNvSpPr/>
            <p:nvPr userDrawn="1"/>
          </p:nvSpPr>
          <p:spPr>
            <a:xfrm>
              <a:off x="-3786165" y="1707400"/>
              <a:ext cx="3593091" cy="2836018"/>
            </a:xfrm>
            <a:prstGeom prst="rect">
              <a:avLst/>
            </a:prstGeom>
            <a:solidFill>
              <a:schemeClr val="accent2"/>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 </a:t>
              </a:r>
            </a:p>
          </p:txBody>
        </p:sp>
        <p:sp>
          <p:nvSpPr>
            <p:cNvPr id="12" name="Ovaal 11">
              <a:extLst>
                <a:ext uri="{FF2B5EF4-FFF2-40B4-BE49-F238E27FC236}">
                  <a16:creationId xmlns:a16="http://schemas.microsoft.com/office/drawing/2014/main" id="{F2155647-28C0-F888-EE81-A099B769859D}"/>
                </a:ext>
              </a:extLst>
            </p:cNvPr>
            <p:cNvSpPr/>
            <p:nvPr userDrawn="1"/>
          </p:nvSpPr>
          <p:spPr>
            <a:xfrm>
              <a:off x="-3604183" y="1837484"/>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1</a:t>
              </a:r>
            </a:p>
          </p:txBody>
        </p:sp>
        <p:sp>
          <p:nvSpPr>
            <p:cNvPr id="13" name="Rechthoek 12">
              <a:extLst>
                <a:ext uri="{FF2B5EF4-FFF2-40B4-BE49-F238E27FC236}">
                  <a16:creationId xmlns:a16="http://schemas.microsoft.com/office/drawing/2014/main" id="{B59057CE-9262-6BC0-323C-A78F545C1658}"/>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357188" marR="0" lvl="0" indent="-357188" defTabSz="914400" eaLnBrk="1" fontAlgn="auto" latinLnBrk="0" hangingPunct="1">
                <a:lnSpc>
                  <a:spcPct val="100000"/>
                </a:lnSpc>
                <a:spcBef>
                  <a:spcPts val="600"/>
                </a:spcBef>
                <a:spcAft>
                  <a:spcPts val="600"/>
                </a:spcAft>
                <a:buClr>
                  <a:schemeClr val="bg1"/>
                </a:buClr>
                <a:buSzTx/>
                <a:buFont typeface="Calibri" panose="020F0502020204030204" pitchFamily="34" charset="0"/>
                <a:buChar char="•"/>
                <a:tabLst/>
                <a:defRPr/>
              </a:pPr>
              <a:r>
                <a:rPr kumimoji="0" lang="en-GB" sz="1400" b="0" i="0" u="none" strike="noStrike" kern="0" cap="none" spc="0" normalizeH="0" baseline="0" noProof="0" dirty="0">
                  <a:ln>
                    <a:noFill/>
                  </a:ln>
                  <a:solidFill>
                    <a:schemeClr val="bg1"/>
                  </a:solidFill>
                  <a:effectLst/>
                  <a:uLnTx/>
                  <a:uFillTx/>
                  <a:latin typeface="+mj-lt"/>
                  <a:cs typeface="Calibri" panose="020F0502020204030204" pitchFamily="34" charset="0"/>
                </a:rPr>
                <a:t>Bullet</a:t>
              </a:r>
            </a:p>
          </p:txBody>
        </p:sp>
        <p:sp>
          <p:nvSpPr>
            <p:cNvPr id="14" name="Ovaal 13">
              <a:extLst>
                <a:ext uri="{FF2B5EF4-FFF2-40B4-BE49-F238E27FC236}">
                  <a16:creationId xmlns:a16="http://schemas.microsoft.com/office/drawing/2014/main" id="{4EF1168F-E89C-E8BB-3E6F-F99E7A4F3BC7}"/>
                </a:ext>
              </a:extLst>
            </p:cNvPr>
            <p:cNvSpPr/>
            <p:nvPr userDrawn="1"/>
          </p:nvSpPr>
          <p:spPr>
            <a:xfrm>
              <a:off x="-3604183" y="2128768"/>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2</a:t>
              </a:r>
            </a:p>
          </p:txBody>
        </p:sp>
        <p:sp>
          <p:nvSpPr>
            <p:cNvPr id="15" name="Rechthoek 14">
              <a:extLst>
                <a:ext uri="{FF2B5EF4-FFF2-40B4-BE49-F238E27FC236}">
                  <a16:creationId xmlns:a16="http://schemas.microsoft.com/office/drawing/2014/main" id="{13D57669-F1E3-9778-8B1C-EEB64916CAA8}"/>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Under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‘Home’</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use the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list level-buttons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to choose a text level. </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Choose from:</a:t>
              </a:r>
            </a:p>
          </p:txBody>
        </p:sp>
        <p:sp>
          <p:nvSpPr>
            <p:cNvPr id="16" name="Rechthoek 15">
              <a:extLst>
                <a:ext uri="{FF2B5EF4-FFF2-40B4-BE49-F238E27FC236}">
                  <a16:creationId xmlns:a16="http://schemas.microsoft.com/office/drawing/2014/main" id="{45F2691A-894C-0BAD-A64E-90BF94FDFBD8}"/>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715963" marR="0" lvl="0" indent="-358775" defTabSz="914400" eaLnBrk="1" fontAlgn="auto" latinLnBrk="0" hangingPunct="1">
                <a:lnSpc>
                  <a:spcPct val="100000"/>
                </a:lnSpc>
                <a:spcBef>
                  <a:spcPts val="600"/>
                </a:spcBef>
                <a:spcAft>
                  <a:spcPts val="600"/>
                </a:spcAft>
                <a:buClr>
                  <a:schemeClr val="bg1"/>
                </a:buClr>
                <a:buSzTx/>
                <a:buFont typeface="Calibri" panose="020F0502020204030204" pitchFamily="34" charset="0"/>
                <a:buChar char="•"/>
                <a:tabLst/>
                <a:defRPr/>
              </a:pPr>
              <a:r>
                <a:rPr kumimoji="0" lang="en-GB" sz="1400" b="0" i="0" u="none" strike="noStrike" kern="0" cap="none" spc="0" normalizeH="0" baseline="0" noProof="0" dirty="0">
                  <a:ln>
                    <a:noFill/>
                  </a:ln>
                  <a:solidFill>
                    <a:schemeClr val="bg1"/>
                  </a:solidFill>
                  <a:effectLst/>
                  <a:uLnTx/>
                  <a:uFillTx/>
                  <a:latin typeface="+mj-lt"/>
                  <a:cs typeface="Calibri" panose="020F0502020204030204" pitchFamily="34" charset="0"/>
                </a:rPr>
                <a:t>Sub-bullet </a:t>
              </a:r>
            </a:p>
          </p:txBody>
        </p:sp>
        <p:sp>
          <p:nvSpPr>
            <p:cNvPr id="17" name="Ovaal 16">
              <a:extLst>
                <a:ext uri="{FF2B5EF4-FFF2-40B4-BE49-F238E27FC236}">
                  <a16:creationId xmlns:a16="http://schemas.microsoft.com/office/drawing/2014/main" id="{7B72370B-63C0-3FF6-CBA0-D0218F4DEB95}"/>
                </a:ext>
              </a:extLst>
            </p:cNvPr>
            <p:cNvSpPr/>
            <p:nvPr userDrawn="1"/>
          </p:nvSpPr>
          <p:spPr>
            <a:xfrm>
              <a:off x="-3604183" y="2420052"/>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3</a:t>
              </a:r>
            </a:p>
          </p:txBody>
        </p:sp>
        <p:sp>
          <p:nvSpPr>
            <p:cNvPr id="18" name="Rechthoek 17">
              <a:extLst>
                <a:ext uri="{FF2B5EF4-FFF2-40B4-BE49-F238E27FC236}">
                  <a16:creationId xmlns:a16="http://schemas.microsoft.com/office/drawing/2014/main" id="{008892AF-36E8-A4BF-34DF-E574D7DED7EF}"/>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1400" b="0" i="0" u="none" strike="noStrike" kern="0" cap="none" spc="0" normalizeH="0" baseline="0" noProof="0" dirty="0">
                  <a:ln>
                    <a:noFill/>
                  </a:ln>
                  <a:solidFill>
                    <a:schemeClr val="bg1"/>
                  </a:solidFill>
                  <a:effectLst/>
                  <a:uLnTx/>
                  <a:uFillTx/>
                  <a:latin typeface="+mj-lt"/>
                  <a:cs typeface="Calibri" panose="020F0502020204030204" pitchFamily="34" charset="0"/>
                </a:rPr>
                <a:t>Default text</a:t>
              </a:r>
            </a:p>
          </p:txBody>
        </p:sp>
        <p:sp>
          <p:nvSpPr>
            <p:cNvPr id="20" name="Ovaal 19">
              <a:extLst>
                <a:ext uri="{FF2B5EF4-FFF2-40B4-BE49-F238E27FC236}">
                  <a16:creationId xmlns:a16="http://schemas.microsoft.com/office/drawing/2014/main" id="{AF9529F5-90D9-81C2-6542-EBD5AAF673CF}"/>
                </a:ext>
              </a:extLst>
            </p:cNvPr>
            <p:cNvSpPr/>
            <p:nvPr userDrawn="1"/>
          </p:nvSpPr>
          <p:spPr>
            <a:xfrm>
              <a:off x="-3604183" y="2711336"/>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4</a:t>
              </a:r>
            </a:p>
          </p:txBody>
        </p:sp>
        <p:sp>
          <p:nvSpPr>
            <p:cNvPr id="21" name="Rechthoek 20">
              <a:extLst>
                <a:ext uri="{FF2B5EF4-FFF2-40B4-BE49-F238E27FC236}">
                  <a16:creationId xmlns:a16="http://schemas.microsoft.com/office/drawing/2014/main" id="{B2668A43-8FB8-75AA-5B87-1040304E7DF1}"/>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2400" b="1" i="0" u="none" strike="noStrike" kern="0" cap="none" spc="0" normalizeH="0" baseline="0" noProof="0" dirty="0">
                  <a:ln>
                    <a:noFill/>
                  </a:ln>
                  <a:solidFill>
                    <a:schemeClr val="bg1"/>
                  </a:solidFill>
                  <a:effectLst/>
                  <a:uLnTx/>
                  <a:uFillTx/>
                  <a:latin typeface="+mj-lt"/>
                  <a:cs typeface="Calibri" panose="020F0502020204030204" pitchFamily="34" charset="0"/>
                </a:rPr>
                <a:t>Title/Quote</a:t>
              </a:r>
            </a:p>
          </p:txBody>
        </p:sp>
        <p:sp>
          <p:nvSpPr>
            <p:cNvPr id="22" name="Ovaal 21">
              <a:extLst>
                <a:ext uri="{FF2B5EF4-FFF2-40B4-BE49-F238E27FC236}">
                  <a16:creationId xmlns:a16="http://schemas.microsoft.com/office/drawing/2014/main" id="{D75DEDC8-9AC6-A76C-074D-95E1A9147B8D}"/>
                </a:ext>
              </a:extLst>
            </p:cNvPr>
            <p:cNvSpPr/>
            <p:nvPr userDrawn="1"/>
          </p:nvSpPr>
          <p:spPr>
            <a:xfrm>
              <a:off x="-3604183" y="3002620"/>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5</a:t>
              </a:r>
            </a:p>
          </p:txBody>
        </p:sp>
        <p:sp>
          <p:nvSpPr>
            <p:cNvPr id="23" name="Rechthoek 22">
              <a:extLst>
                <a:ext uri="{FF2B5EF4-FFF2-40B4-BE49-F238E27FC236}">
                  <a16:creationId xmlns:a16="http://schemas.microsoft.com/office/drawing/2014/main" id="{D2D235DA-4BB4-6C21-1050-E849F54C28AD}"/>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1800" b="0" i="0" u="none" strike="noStrike" kern="0" cap="none" spc="0" normalizeH="0" baseline="0" noProof="0" dirty="0">
                  <a:ln>
                    <a:noFill/>
                  </a:ln>
                  <a:solidFill>
                    <a:schemeClr val="bg1"/>
                  </a:solidFill>
                  <a:effectLst/>
                  <a:uLnTx/>
                  <a:uFillTx/>
                  <a:latin typeface="+mj-lt"/>
                  <a:cs typeface="Calibri" panose="020F0502020204030204" pitchFamily="34" charset="0"/>
                </a:rPr>
                <a:t>Subtitle</a:t>
              </a:r>
            </a:p>
          </p:txBody>
        </p:sp>
        <p:sp>
          <p:nvSpPr>
            <p:cNvPr id="24" name="Ovaal 23">
              <a:extLst>
                <a:ext uri="{FF2B5EF4-FFF2-40B4-BE49-F238E27FC236}">
                  <a16:creationId xmlns:a16="http://schemas.microsoft.com/office/drawing/2014/main" id="{CA6F3E0C-DE5B-050C-2EA7-D80262B0D1F3}"/>
                </a:ext>
              </a:extLst>
            </p:cNvPr>
            <p:cNvSpPr/>
            <p:nvPr userDrawn="1"/>
          </p:nvSpPr>
          <p:spPr>
            <a:xfrm>
              <a:off x="-3604183" y="3293904"/>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6</a:t>
              </a:r>
            </a:p>
          </p:txBody>
        </p:sp>
        <p:sp>
          <p:nvSpPr>
            <p:cNvPr id="25" name="Rechthoek 24">
              <a:extLst>
                <a:ext uri="{FF2B5EF4-FFF2-40B4-BE49-F238E27FC236}">
                  <a16:creationId xmlns:a16="http://schemas.microsoft.com/office/drawing/2014/main" id="{023CB4A1-6963-FFA0-E469-F920BA155149}"/>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357188" marR="0" lvl="0" indent="-357188" defTabSz="914400" eaLnBrk="1" fontAlgn="auto" latinLnBrk="0" hangingPunct="1">
                <a:lnSpc>
                  <a:spcPct val="100000"/>
                </a:lnSpc>
                <a:spcBef>
                  <a:spcPts val="600"/>
                </a:spcBef>
                <a:spcAft>
                  <a:spcPts val="600"/>
                </a:spcAft>
                <a:buClr>
                  <a:schemeClr val="bg1"/>
                </a:buClr>
                <a:buSzTx/>
                <a:buFont typeface="+mj-lt"/>
                <a:buAutoNum type="arabicPeriod"/>
                <a:tabLst/>
                <a:defRPr/>
              </a:pPr>
              <a:r>
                <a:rPr kumimoji="0" lang="en-GB" sz="1400" b="0" i="0" u="none" strike="noStrike" kern="0" cap="none" spc="0" normalizeH="0" baseline="0" noProof="0" dirty="0">
                  <a:ln>
                    <a:noFill/>
                  </a:ln>
                  <a:solidFill>
                    <a:schemeClr val="bg1"/>
                  </a:solidFill>
                  <a:effectLst/>
                  <a:uLnTx/>
                  <a:uFillTx/>
                  <a:latin typeface="+mj-lt"/>
                  <a:cs typeface="Calibri" panose="020F0502020204030204" pitchFamily="34" charset="0"/>
                </a:rPr>
                <a:t>Numerical bullet</a:t>
              </a:r>
            </a:p>
          </p:txBody>
        </p:sp>
        <p:sp>
          <p:nvSpPr>
            <p:cNvPr id="26" name="Ovaal 25">
              <a:extLst>
                <a:ext uri="{FF2B5EF4-FFF2-40B4-BE49-F238E27FC236}">
                  <a16:creationId xmlns:a16="http://schemas.microsoft.com/office/drawing/2014/main" id="{396DA48D-D558-61AF-14C5-38E968D93220}"/>
                </a:ext>
              </a:extLst>
            </p:cNvPr>
            <p:cNvSpPr/>
            <p:nvPr userDrawn="1"/>
          </p:nvSpPr>
          <p:spPr>
            <a:xfrm>
              <a:off x="-3604183" y="3585188"/>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7</a:t>
              </a:r>
            </a:p>
          </p:txBody>
        </p:sp>
        <p:sp>
          <p:nvSpPr>
            <p:cNvPr id="27" name="Rechthoek 26">
              <a:extLst>
                <a:ext uri="{FF2B5EF4-FFF2-40B4-BE49-F238E27FC236}">
                  <a16:creationId xmlns:a16="http://schemas.microsoft.com/office/drawing/2014/main" id="{69DD0256-BC55-70B6-9711-3F06745948A3}"/>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342900" marR="0" lvl="0" indent="-342900" defTabSz="914400" eaLnBrk="1" fontAlgn="auto" latinLnBrk="0" hangingPunct="1">
                <a:lnSpc>
                  <a:spcPct val="100000"/>
                </a:lnSpc>
                <a:spcBef>
                  <a:spcPts val="600"/>
                </a:spcBef>
                <a:spcAft>
                  <a:spcPts val="600"/>
                </a:spcAft>
                <a:buClr>
                  <a:schemeClr val="bg1"/>
                </a:buClr>
                <a:buSzTx/>
                <a:buFont typeface="+mj-lt"/>
                <a:buAutoNum type="alphaLcPeriod"/>
                <a:tabLst/>
                <a:defRPr/>
              </a:pPr>
              <a:r>
                <a:rPr kumimoji="0" lang="en-GB" sz="1400" b="0" i="0" u="none" strike="noStrike" kern="0" cap="none" spc="0" normalizeH="0" baseline="0" noProof="0" dirty="0">
                  <a:ln>
                    <a:noFill/>
                  </a:ln>
                  <a:solidFill>
                    <a:schemeClr val="bg1"/>
                  </a:solidFill>
                  <a:effectLst/>
                  <a:uLnTx/>
                  <a:uFillTx/>
                  <a:latin typeface="+mj-lt"/>
                  <a:cs typeface="Calibri" panose="020F0502020204030204" pitchFamily="34" charset="0"/>
                </a:rPr>
                <a:t>Alphabetical bullet</a:t>
              </a:r>
            </a:p>
          </p:txBody>
        </p:sp>
        <p:sp>
          <p:nvSpPr>
            <p:cNvPr id="28" name="Ovaal 27">
              <a:extLst>
                <a:ext uri="{FF2B5EF4-FFF2-40B4-BE49-F238E27FC236}">
                  <a16:creationId xmlns:a16="http://schemas.microsoft.com/office/drawing/2014/main" id="{2E593191-AEB1-EB79-EE36-D6B345301464}"/>
                </a:ext>
              </a:extLst>
            </p:cNvPr>
            <p:cNvSpPr/>
            <p:nvPr userDrawn="1"/>
          </p:nvSpPr>
          <p:spPr>
            <a:xfrm>
              <a:off x="-3604183" y="3876472"/>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8</a:t>
              </a:r>
            </a:p>
          </p:txBody>
        </p:sp>
        <p:sp>
          <p:nvSpPr>
            <p:cNvPr id="29" name="Rechthoek 28">
              <a:extLst>
                <a:ext uri="{FF2B5EF4-FFF2-40B4-BE49-F238E27FC236}">
                  <a16:creationId xmlns:a16="http://schemas.microsoft.com/office/drawing/2014/main" id="{E8FD4786-60C9-9486-2DC6-3D9B00E1CBEF}"/>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tx1"/>
                </a:buClr>
                <a:buSzTx/>
                <a:buFont typeface="Calibri" panose="020F0502020204030204" pitchFamily="34" charset="0"/>
                <a:buNone/>
                <a:tabLst/>
                <a:defRPr/>
              </a:pPr>
              <a:r>
                <a:rPr kumimoji="0" lang="en-GB" sz="1200" b="0" i="1" u="none" strike="noStrike" kern="0" cap="none" spc="0" normalizeH="0" baseline="0" noProof="0" dirty="0">
                  <a:ln>
                    <a:noFill/>
                  </a:ln>
                  <a:solidFill>
                    <a:schemeClr val="bg1"/>
                  </a:solidFill>
                  <a:effectLst/>
                  <a:uLnTx/>
                  <a:uFillTx/>
                  <a:latin typeface="+mj-lt"/>
                  <a:cs typeface="Calibri" panose="020F0502020204030204" pitchFamily="34" charset="0"/>
                </a:rPr>
                <a:t>Source</a:t>
              </a:r>
            </a:p>
          </p:txBody>
        </p:sp>
        <p:sp>
          <p:nvSpPr>
            <p:cNvPr id="30" name="Ovaal 29">
              <a:extLst>
                <a:ext uri="{FF2B5EF4-FFF2-40B4-BE49-F238E27FC236}">
                  <a16:creationId xmlns:a16="http://schemas.microsoft.com/office/drawing/2014/main" id="{523DA0C7-DBA9-8FE2-B931-01679B902CAC}"/>
                </a:ext>
              </a:extLst>
            </p:cNvPr>
            <p:cNvSpPr/>
            <p:nvPr userDrawn="1"/>
          </p:nvSpPr>
          <p:spPr>
            <a:xfrm>
              <a:off x="-3604183" y="4168594"/>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9</a:t>
              </a:r>
            </a:p>
          </p:txBody>
        </p:sp>
        <p:sp>
          <p:nvSpPr>
            <p:cNvPr id="31" name="Rechthoek 30">
              <a:extLst>
                <a:ext uri="{FF2B5EF4-FFF2-40B4-BE49-F238E27FC236}">
                  <a16:creationId xmlns:a16="http://schemas.microsoft.com/office/drawing/2014/main" id="{BAB3BD5C-FB06-9428-2AA1-20078828C5DC}"/>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1400" b="0" i="0" u="none" strike="noStrike" kern="0" cap="none" spc="0" normalizeH="0" baseline="0" noProof="0" dirty="0">
                  <a:ln>
                    <a:noFill/>
                  </a:ln>
                  <a:solidFill>
                    <a:schemeClr val="bg1"/>
                  </a:solidFill>
                  <a:effectLst/>
                  <a:uLnTx/>
                  <a:uFillTx/>
                  <a:latin typeface="+mj-lt"/>
                  <a:cs typeface="Calibri" panose="020F0502020204030204" pitchFamily="34" charset="0"/>
                </a:rPr>
                <a:t>Default text</a:t>
              </a:r>
            </a:p>
          </p:txBody>
        </p:sp>
        <p:sp>
          <p:nvSpPr>
            <p:cNvPr id="32" name="Rechthoek 31">
              <a:extLst>
                <a:ext uri="{FF2B5EF4-FFF2-40B4-BE49-F238E27FC236}">
                  <a16:creationId xmlns:a16="http://schemas.microsoft.com/office/drawing/2014/main" id="{EAEA86D1-B00E-3D8E-7B2C-0871C7934632}"/>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grpSp>
          <p:nvGrpSpPr>
            <p:cNvPr id="33" name="ICOON_info">
              <a:extLst>
                <a:ext uri="{FF2B5EF4-FFF2-40B4-BE49-F238E27FC236}">
                  <a16:creationId xmlns:a16="http://schemas.microsoft.com/office/drawing/2014/main" id="{2B60D8A9-3310-9810-08D8-CFBD1AC55BDB}"/>
                </a:ext>
              </a:extLst>
            </p:cNvPr>
            <p:cNvGrpSpPr/>
            <p:nvPr userDrawn="1"/>
          </p:nvGrpSpPr>
          <p:grpSpPr>
            <a:xfrm>
              <a:off x="-376736" y="4400186"/>
              <a:ext cx="283685" cy="283685"/>
              <a:chOff x="-510741" y="5913713"/>
              <a:chExt cx="267555" cy="267555"/>
            </a:xfrm>
          </p:grpSpPr>
          <p:sp>
            <p:nvSpPr>
              <p:cNvPr id="81" name="Ovaal 80">
                <a:extLst>
                  <a:ext uri="{FF2B5EF4-FFF2-40B4-BE49-F238E27FC236}">
                    <a16:creationId xmlns:a16="http://schemas.microsoft.com/office/drawing/2014/main" id="{0059BE4F-C466-EDF0-108B-5D92562BDEC0}"/>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82" name="Graphic 163" descr="Informatie">
                <a:extLst>
                  <a:ext uri="{FF2B5EF4-FFF2-40B4-BE49-F238E27FC236}">
                    <a16:creationId xmlns:a16="http://schemas.microsoft.com/office/drawing/2014/main" id="{7921049A-F3B6-D3E0-4073-0B095AA691EB}"/>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34" name="VOORBEELD">
              <a:extLst>
                <a:ext uri="{FF2B5EF4-FFF2-40B4-BE49-F238E27FC236}">
                  <a16:creationId xmlns:a16="http://schemas.microsoft.com/office/drawing/2014/main" id="{5BC10C1D-E1D4-4E29-4C13-249D3D62C253}"/>
                </a:ext>
              </a:extLst>
            </p:cNvPr>
            <p:cNvGrpSpPr/>
            <p:nvPr userDrawn="1"/>
          </p:nvGrpSpPr>
          <p:grpSpPr>
            <a:xfrm>
              <a:off x="-3605171" y="458674"/>
              <a:ext cx="3234311" cy="558875"/>
              <a:chOff x="-3605171" y="458674"/>
              <a:chExt cx="3234311" cy="558875"/>
            </a:xfrm>
          </p:grpSpPr>
          <p:sp>
            <p:nvSpPr>
              <p:cNvPr id="41" name="Rechthoek 40">
                <a:extLst>
                  <a:ext uri="{FF2B5EF4-FFF2-40B4-BE49-F238E27FC236}">
                    <a16:creationId xmlns:a16="http://schemas.microsoft.com/office/drawing/2014/main" id="{AF3EC131-7E63-C06C-7917-A3FF8A41114E}"/>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en-GB" sz="900" b="1" noProof="0" dirty="0">
                    <a:solidFill>
                      <a:srgbClr val="211F26"/>
                    </a:solidFill>
                    <a:latin typeface="Calibri" panose="020F0502020204030204" pitchFamily="34" charset="0"/>
                    <a:cs typeface="Calibri" panose="020F0502020204030204" pitchFamily="34" charset="0"/>
                  </a:rPr>
                  <a:t>Home</a:t>
                </a:r>
              </a:p>
            </p:txBody>
          </p:sp>
          <p:sp>
            <p:nvSpPr>
              <p:cNvPr id="42" name="Rechthoek 41">
                <a:extLst>
                  <a:ext uri="{FF2B5EF4-FFF2-40B4-BE49-F238E27FC236}">
                    <a16:creationId xmlns:a16="http://schemas.microsoft.com/office/drawing/2014/main" id="{914610E8-B757-0A30-9B28-61396977CD48}"/>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nvGrpSpPr>
              <p:cNvPr id="43" name="Groep 42">
                <a:extLst>
                  <a:ext uri="{FF2B5EF4-FFF2-40B4-BE49-F238E27FC236}">
                    <a16:creationId xmlns:a16="http://schemas.microsoft.com/office/drawing/2014/main" id="{EB4E2AC5-D400-8328-C7B2-BAE358134C1C}"/>
                  </a:ext>
                </a:extLst>
              </p:cNvPr>
              <p:cNvGrpSpPr/>
              <p:nvPr userDrawn="1"/>
            </p:nvGrpSpPr>
            <p:grpSpPr>
              <a:xfrm>
                <a:off x="-3386247" y="830871"/>
                <a:ext cx="139423" cy="109566"/>
                <a:chOff x="-2866744" y="827071"/>
                <a:chExt cx="168701" cy="132575"/>
              </a:xfrm>
            </p:grpSpPr>
            <p:grpSp>
              <p:nvGrpSpPr>
                <p:cNvPr id="74" name="Groep 73">
                  <a:extLst>
                    <a:ext uri="{FF2B5EF4-FFF2-40B4-BE49-F238E27FC236}">
                      <a16:creationId xmlns:a16="http://schemas.microsoft.com/office/drawing/2014/main" id="{BC3576CF-A7B1-17B1-D984-90AFF95BFE45}"/>
                    </a:ext>
                  </a:extLst>
                </p:cNvPr>
                <p:cNvGrpSpPr/>
                <p:nvPr userDrawn="1"/>
              </p:nvGrpSpPr>
              <p:grpSpPr>
                <a:xfrm>
                  <a:off x="-2866744" y="827071"/>
                  <a:ext cx="168701" cy="132575"/>
                  <a:chOff x="-2866744" y="827071"/>
                  <a:chExt cx="168701" cy="132575"/>
                </a:xfrm>
              </p:grpSpPr>
              <p:cxnSp>
                <p:nvCxnSpPr>
                  <p:cNvPr id="76" name="Rechte verbindingslijn 75">
                    <a:extLst>
                      <a:ext uri="{FF2B5EF4-FFF2-40B4-BE49-F238E27FC236}">
                        <a16:creationId xmlns:a16="http://schemas.microsoft.com/office/drawing/2014/main" id="{823F07FA-3156-C421-3B03-3B64529D97AD}"/>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7" name="Rechte verbindingslijn 76">
                    <a:extLst>
                      <a:ext uri="{FF2B5EF4-FFF2-40B4-BE49-F238E27FC236}">
                        <a16:creationId xmlns:a16="http://schemas.microsoft.com/office/drawing/2014/main" id="{ABD2612A-2576-8DF0-3F4D-08534B6182CD}"/>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8" name="Rechte verbindingslijn 77">
                    <a:extLst>
                      <a:ext uri="{FF2B5EF4-FFF2-40B4-BE49-F238E27FC236}">
                        <a16:creationId xmlns:a16="http://schemas.microsoft.com/office/drawing/2014/main" id="{60EBB61E-1F76-853D-41A6-484939521A51}"/>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9" name="Rechte verbindingslijn 78">
                    <a:extLst>
                      <a:ext uri="{FF2B5EF4-FFF2-40B4-BE49-F238E27FC236}">
                        <a16:creationId xmlns:a16="http://schemas.microsoft.com/office/drawing/2014/main" id="{2073D5CB-EA62-759E-CC40-FDA085CC43A3}"/>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80" name="Rechte verbindingslijn 79">
                    <a:extLst>
                      <a:ext uri="{FF2B5EF4-FFF2-40B4-BE49-F238E27FC236}">
                        <a16:creationId xmlns:a16="http://schemas.microsoft.com/office/drawing/2014/main" id="{3C80278B-8737-7B3C-1EF7-7047527172B0}"/>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5" name="Pijl: rechts 74">
                  <a:extLst>
                    <a:ext uri="{FF2B5EF4-FFF2-40B4-BE49-F238E27FC236}">
                      <a16:creationId xmlns:a16="http://schemas.microsoft.com/office/drawing/2014/main" id="{701C7CFA-4BFB-5C65-2BF2-90987071C9FB}"/>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44" name="Groep 43">
                <a:extLst>
                  <a:ext uri="{FF2B5EF4-FFF2-40B4-BE49-F238E27FC236}">
                    <a16:creationId xmlns:a16="http://schemas.microsoft.com/office/drawing/2014/main" id="{5D5AD55C-1878-1FBA-8585-25AFE3AF720B}"/>
                  </a:ext>
                </a:extLst>
              </p:cNvPr>
              <p:cNvGrpSpPr/>
              <p:nvPr userDrawn="1"/>
            </p:nvGrpSpPr>
            <p:grpSpPr>
              <a:xfrm>
                <a:off x="-3605171" y="830871"/>
                <a:ext cx="139423" cy="109566"/>
                <a:chOff x="-2866744" y="518074"/>
                <a:chExt cx="168701" cy="132575"/>
              </a:xfrm>
            </p:grpSpPr>
            <p:grpSp>
              <p:nvGrpSpPr>
                <p:cNvPr id="67" name="Groep 66">
                  <a:extLst>
                    <a:ext uri="{FF2B5EF4-FFF2-40B4-BE49-F238E27FC236}">
                      <a16:creationId xmlns:a16="http://schemas.microsoft.com/office/drawing/2014/main" id="{BC8A942C-6950-44FB-3A9D-068C5E9A0FA4}"/>
                    </a:ext>
                  </a:extLst>
                </p:cNvPr>
                <p:cNvGrpSpPr/>
                <p:nvPr userDrawn="1"/>
              </p:nvGrpSpPr>
              <p:grpSpPr>
                <a:xfrm>
                  <a:off x="-2866744" y="518074"/>
                  <a:ext cx="168701" cy="132575"/>
                  <a:chOff x="-2866744" y="518074"/>
                  <a:chExt cx="168701" cy="132575"/>
                </a:xfrm>
              </p:grpSpPr>
              <p:cxnSp>
                <p:nvCxnSpPr>
                  <p:cNvPr id="69" name="Rechte verbindingslijn 68">
                    <a:extLst>
                      <a:ext uri="{FF2B5EF4-FFF2-40B4-BE49-F238E27FC236}">
                        <a16:creationId xmlns:a16="http://schemas.microsoft.com/office/drawing/2014/main" id="{82A6C3D0-6C85-9B31-38A7-88C4338A1D5D}"/>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70" name="Rechte verbindingslijn 69">
                    <a:extLst>
                      <a:ext uri="{FF2B5EF4-FFF2-40B4-BE49-F238E27FC236}">
                        <a16:creationId xmlns:a16="http://schemas.microsoft.com/office/drawing/2014/main" id="{8FC8623B-CEAE-E9A5-2244-112541F95239}"/>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71" name="Rechte verbindingslijn 70">
                    <a:extLst>
                      <a:ext uri="{FF2B5EF4-FFF2-40B4-BE49-F238E27FC236}">
                        <a16:creationId xmlns:a16="http://schemas.microsoft.com/office/drawing/2014/main" id="{46281FFE-331A-6BB8-A841-0F767919C62C}"/>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72" name="Rechte verbindingslijn 71">
                    <a:extLst>
                      <a:ext uri="{FF2B5EF4-FFF2-40B4-BE49-F238E27FC236}">
                        <a16:creationId xmlns:a16="http://schemas.microsoft.com/office/drawing/2014/main" id="{F6B4E5CF-4D15-7FF7-A8D5-04A688445D4B}"/>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73" name="Rechte verbindingslijn 72">
                    <a:extLst>
                      <a:ext uri="{FF2B5EF4-FFF2-40B4-BE49-F238E27FC236}">
                        <a16:creationId xmlns:a16="http://schemas.microsoft.com/office/drawing/2014/main" id="{8C263B9C-331C-8048-E4FF-8B47D9B15101}"/>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8" name="Pijl: rechts 67">
                  <a:extLst>
                    <a:ext uri="{FF2B5EF4-FFF2-40B4-BE49-F238E27FC236}">
                      <a16:creationId xmlns:a16="http://schemas.microsoft.com/office/drawing/2014/main" id="{B49CE55E-69FB-B9CC-001D-9F1F9BF19013}"/>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cxnSp>
            <p:nvCxnSpPr>
              <p:cNvPr id="45" name="Rechte verbindingslijn 44">
                <a:extLst>
                  <a:ext uri="{FF2B5EF4-FFF2-40B4-BE49-F238E27FC236}">
                    <a16:creationId xmlns:a16="http://schemas.microsoft.com/office/drawing/2014/main" id="{9E585861-F94E-CD59-2EB9-5F485F3F4D4C}"/>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46" name="Rechte verbindingslijn 45">
                <a:extLst>
                  <a:ext uri="{FF2B5EF4-FFF2-40B4-BE49-F238E27FC236}">
                    <a16:creationId xmlns:a16="http://schemas.microsoft.com/office/drawing/2014/main" id="{9310290C-4527-DDE5-98F2-0BBE8E329976}"/>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47" name="Rechthoek 46">
                <a:extLst>
                  <a:ext uri="{FF2B5EF4-FFF2-40B4-BE49-F238E27FC236}">
                    <a16:creationId xmlns:a16="http://schemas.microsoft.com/office/drawing/2014/main" id="{D91BCBE2-245D-6BEA-3A96-F2069FCF2720}"/>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Text level down</a:t>
                </a:r>
              </a:p>
            </p:txBody>
          </p:sp>
          <p:sp>
            <p:nvSpPr>
              <p:cNvPr id="48" name="Rechthoek 47">
                <a:extLst>
                  <a:ext uri="{FF2B5EF4-FFF2-40B4-BE49-F238E27FC236}">
                    <a16:creationId xmlns:a16="http://schemas.microsoft.com/office/drawing/2014/main" id="{15E977E5-EF26-3107-BA42-02048DB28539}"/>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Text level up</a:t>
                </a:r>
              </a:p>
            </p:txBody>
          </p:sp>
          <p:grpSp>
            <p:nvGrpSpPr>
              <p:cNvPr id="49" name="Groep 48">
                <a:extLst>
                  <a:ext uri="{FF2B5EF4-FFF2-40B4-BE49-F238E27FC236}">
                    <a16:creationId xmlns:a16="http://schemas.microsoft.com/office/drawing/2014/main" id="{1D24D345-7F5E-C4F9-ED55-D6B041C68DB6}"/>
                  </a:ext>
                </a:extLst>
              </p:cNvPr>
              <p:cNvGrpSpPr/>
              <p:nvPr userDrawn="1"/>
            </p:nvGrpSpPr>
            <p:grpSpPr>
              <a:xfrm>
                <a:off x="-2916763" y="769168"/>
                <a:ext cx="268738" cy="248381"/>
                <a:chOff x="-2916763" y="769168"/>
                <a:chExt cx="268738" cy="248381"/>
              </a:xfrm>
            </p:grpSpPr>
            <p:sp>
              <p:nvSpPr>
                <p:cNvPr id="59" name="Rechthoek 58">
                  <a:extLst>
                    <a:ext uri="{FF2B5EF4-FFF2-40B4-BE49-F238E27FC236}">
                      <a16:creationId xmlns:a16="http://schemas.microsoft.com/office/drawing/2014/main" id="{2AF027B3-D16D-1FC0-7B47-F317342C7981}"/>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en-GB" sz="1050" b="0" noProof="0" dirty="0">
                    <a:solidFill>
                      <a:srgbClr val="211F26"/>
                    </a:solidFill>
                    <a:latin typeface="Calibri" panose="020F0502020204030204" pitchFamily="34" charset="0"/>
                    <a:cs typeface="Calibri" panose="020F0502020204030204" pitchFamily="34" charset="0"/>
                  </a:endParaRPr>
                </a:p>
              </p:txBody>
            </p:sp>
            <p:grpSp>
              <p:nvGrpSpPr>
                <p:cNvPr id="60" name="Groep 59">
                  <a:extLst>
                    <a:ext uri="{FF2B5EF4-FFF2-40B4-BE49-F238E27FC236}">
                      <a16:creationId xmlns:a16="http://schemas.microsoft.com/office/drawing/2014/main" id="{EF0A90F4-444A-4301-846D-7488DD28EA4E}"/>
                    </a:ext>
                  </a:extLst>
                </p:cNvPr>
                <p:cNvGrpSpPr/>
                <p:nvPr userDrawn="1"/>
              </p:nvGrpSpPr>
              <p:grpSpPr>
                <a:xfrm>
                  <a:off x="-2866744" y="827071"/>
                  <a:ext cx="168701" cy="132575"/>
                  <a:chOff x="-2866744" y="827071"/>
                  <a:chExt cx="168701" cy="132575"/>
                </a:xfrm>
              </p:grpSpPr>
              <p:cxnSp>
                <p:nvCxnSpPr>
                  <p:cNvPr id="62" name="Rechte verbindingslijn 61">
                    <a:extLst>
                      <a:ext uri="{FF2B5EF4-FFF2-40B4-BE49-F238E27FC236}">
                        <a16:creationId xmlns:a16="http://schemas.microsoft.com/office/drawing/2014/main" id="{3655EFAD-2E48-28EC-34B0-0E71AA7B03A5}"/>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63" name="Rechte verbindingslijn 62">
                    <a:extLst>
                      <a:ext uri="{FF2B5EF4-FFF2-40B4-BE49-F238E27FC236}">
                        <a16:creationId xmlns:a16="http://schemas.microsoft.com/office/drawing/2014/main" id="{2E740BBE-4ACA-E77D-11F6-E3EC8EFA3249}"/>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64" name="Rechte verbindingslijn 63">
                    <a:extLst>
                      <a:ext uri="{FF2B5EF4-FFF2-40B4-BE49-F238E27FC236}">
                        <a16:creationId xmlns:a16="http://schemas.microsoft.com/office/drawing/2014/main" id="{4CDF5780-534F-AAD2-D80D-B82DF93EAE11}"/>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5" name="Rechte verbindingslijn 64">
                    <a:extLst>
                      <a:ext uri="{FF2B5EF4-FFF2-40B4-BE49-F238E27FC236}">
                        <a16:creationId xmlns:a16="http://schemas.microsoft.com/office/drawing/2014/main" id="{849EABD2-5647-B9AC-2F3B-FF87A99EFD4D}"/>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6" name="Rechte verbindingslijn 65">
                    <a:extLst>
                      <a:ext uri="{FF2B5EF4-FFF2-40B4-BE49-F238E27FC236}">
                        <a16:creationId xmlns:a16="http://schemas.microsoft.com/office/drawing/2014/main" id="{288A1F66-CBE0-5E1D-3BAC-39CCC49BB47D}"/>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61" name="Pijl: rechts 60">
                  <a:extLst>
                    <a:ext uri="{FF2B5EF4-FFF2-40B4-BE49-F238E27FC236}">
                      <a16:creationId xmlns:a16="http://schemas.microsoft.com/office/drawing/2014/main" id="{1A8C63F1-E2B1-4882-2922-F9E134AFF734}"/>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50" name="Groep 49">
                <a:extLst>
                  <a:ext uri="{FF2B5EF4-FFF2-40B4-BE49-F238E27FC236}">
                    <a16:creationId xmlns:a16="http://schemas.microsoft.com/office/drawing/2014/main" id="{BF9ABF3C-8C2D-E4F6-5C27-1B0DC2A7AA39}"/>
                  </a:ext>
                </a:extLst>
              </p:cNvPr>
              <p:cNvGrpSpPr/>
              <p:nvPr userDrawn="1"/>
            </p:nvGrpSpPr>
            <p:grpSpPr>
              <a:xfrm>
                <a:off x="-2916763" y="460171"/>
                <a:ext cx="268738" cy="248381"/>
                <a:chOff x="-2916763" y="460171"/>
                <a:chExt cx="268738" cy="248381"/>
              </a:xfrm>
            </p:grpSpPr>
            <p:sp>
              <p:nvSpPr>
                <p:cNvPr id="51" name="Rechthoek 50">
                  <a:extLst>
                    <a:ext uri="{FF2B5EF4-FFF2-40B4-BE49-F238E27FC236}">
                      <a16:creationId xmlns:a16="http://schemas.microsoft.com/office/drawing/2014/main" id="{08E0DA45-CC90-9315-4654-C1A487262EA1}"/>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en-GB" sz="1050" b="0" noProof="0" dirty="0">
                    <a:solidFill>
                      <a:srgbClr val="211F26"/>
                    </a:solidFill>
                    <a:latin typeface="Calibri" panose="020F0502020204030204" pitchFamily="34" charset="0"/>
                    <a:cs typeface="Calibri" panose="020F0502020204030204" pitchFamily="34" charset="0"/>
                  </a:endParaRPr>
                </a:p>
              </p:txBody>
            </p:sp>
            <p:grpSp>
              <p:nvGrpSpPr>
                <p:cNvPr id="52" name="Groep 51">
                  <a:extLst>
                    <a:ext uri="{FF2B5EF4-FFF2-40B4-BE49-F238E27FC236}">
                      <a16:creationId xmlns:a16="http://schemas.microsoft.com/office/drawing/2014/main" id="{25AA5B83-9366-2167-4789-97722C1A3747}"/>
                    </a:ext>
                  </a:extLst>
                </p:cNvPr>
                <p:cNvGrpSpPr/>
                <p:nvPr userDrawn="1"/>
              </p:nvGrpSpPr>
              <p:grpSpPr>
                <a:xfrm>
                  <a:off x="-2866744" y="518074"/>
                  <a:ext cx="168701" cy="132575"/>
                  <a:chOff x="-2866744" y="518074"/>
                  <a:chExt cx="168701" cy="132575"/>
                </a:xfrm>
              </p:grpSpPr>
              <p:cxnSp>
                <p:nvCxnSpPr>
                  <p:cNvPr id="54" name="Rechte verbindingslijn 53">
                    <a:extLst>
                      <a:ext uri="{FF2B5EF4-FFF2-40B4-BE49-F238E27FC236}">
                        <a16:creationId xmlns:a16="http://schemas.microsoft.com/office/drawing/2014/main" id="{CE0142AE-8E90-944D-CF85-D76224D49DF4}"/>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5" name="Rechte verbindingslijn 54">
                    <a:extLst>
                      <a:ext uri="{FF2B5EF4-FFF2-40B4-BE49-F238E27FC236}">
                        <a16:creationId xmlns:a16="http://schemas.microsoft.com/office/drawing/2014/main" id="{259151C3-DFBE-E5EB-B5B2-0EDE2B8FE137}"/>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6" name="Rechte verbindingslijn 55">
                    <a:extLst>
                      <a:ext uri="{FF2B5EF4-FFF2-40B4-BE49-F238E27FC236}">
                        <a16:creationId xmlns:a16="http://schemas.microsoft.com/office/drawing/2014/main" id="{E83AC589-248C-D47E-FE78-91C446B9CC9C}"/>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7" name="Rechte verbindingslijn 56">
                    <a:extLst>
                      <a:ext uri="{FF2B5EF4-FFF2-40B4-BE49-F238E27FC236}">
                        <a16:creationId xmlns:a16="http://schemas.microsoft.com/office/drawing/2014/main" id="{8F90724F-3E48-75F8-0EE7-4BCDBF76D10F}"/>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8" name="Rechte verbindingslijn 57">
                    <a:extLst>
                      <a:ext uri="{FF2B5EF4-FFF2-40B4-BE49-F238E27FC236}">
                        <a16:creationId xmlns:a16="http://schemas.microsoft.com/office/drawing/2014/main" id="{FB434647-E4C7-E5E7-DAF5-1C1ED4834C04}"/>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53" name="Pijl: rechts 52">
                  <a:extLst>
                    <a:ext uri="{FF2B5EF4-FFF2-40B4-BE49-F238E27FC236}">
                      <a16:creationId xmlns:a16="http://schemas.microsoft.com/office/drawing/2014/main" id="{974723F2-A567-0B2C-1E19-3D58BF5F4EA1}"/>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grpSp>
          <p:nvGrpSpPr>
            <p:cNvPr id="35" name="Groep 34">
              <a:extLst>
                <a:ext uri="{FF2B5EF4-FFF2-40B4-BE49-F238E27FC236}">
                  <a16:creationId xmlns:a16="http://schemas.microsoft.com/office/drawing/2014/main" id="{4E92109E-7049-67B7-E711-D0E3C35FFABF}"/>
                </a:ext>
              </a:extLst>
            </p:cNvPr>
            <p:cNvGrpSpPr/>
            <p:nvPr userDrawn="1"/>
          </p:nvGrpSpPr>
          <p:grpSpPr>
            <a:xfrm>
              <a:off x="-938434" y="4663037"/>
              <a:ext cx="627798" cy="576693"/>
              <a:chOff x="-1753862" y="6112775"/>
              <a:chExt cx="759635" cy="697798"/>
            </a:xfrm>
          </p:grpSpPr>
          <p:grpSp>
            <p:nvGrpSpPr>
              <p:cNvPr id="36" name="Inspireren">
                <a:extLst>
                  <a:ext uri="{FF2B5EF4-FFF2-40B4-BE49-F238E27FC236}">
                    <a16:creationId xmlns:a16="http://schemas.microsoft.com/office/drawing/2014/main" id="{B6BB28E5-FC07-8660-D163-A81A2312AC22}"/>
                  </a:ext>
                </a:extLst>
              </p:cNvPr>
              <p:cNvGrpSpPr>
                <a:grpSpLocks noChangeAspect="1"/>
              </p:cNvGrpSpPr>
              <p:nvPr userDrawn="1"/>
            </p:nvGrpSpPr>
            <p:grpSpPr bwMode="auto">
              <a:xfrm>
                <a:off x="-1484858" y="6112775"/>
                <a:ext cx="205431" cy="293286"/>
                <a:chOff x="4768" y="2783"/>
                <a:chExt cx="788" cy="1125"/>
              </a:xfrm>
              <a:gradFill>
                <a:gsLst>
                  <a:gs pos="0">
                    <a:srgbClr val="9D9FA1"/>
                  </a:gs>
                  <a:gs pos="70000">
                    <a:srgbClr val="211F26"/>
                  </a:gs>
                </a:gsLst>
                <a:lin ang="2700000" scaled="0"/>
              </a:gradFill>
            </p:grpSpPr>
            <p:sp>
              <p:nvSpPr>
                <p:cNvPr id="38" name="Freeform 12">
                  <a:extLst>
                    <a:ext uri="{FF2B5EF4-FFF2-40B4-BE49-F238E27FC236}">
                      <a16:creationId xmlns:a16="http://schemas.microsoft.com/office/drawing/2014/main" id="{DDAE04FD-F181-3949-7D85-58325D157C0A}"/>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39" name="Freeform 13">
                  <a:extLst>
                    <a:ext uri="{FF2B5EF4-FFF2-40B4-BE49-F238E27FC236}">
                      <a16:creationId xmlns:a16="http://schemas.microsoft.com/office/drawing/2014/main" id="{95968914-FEA4-2AE8-E004-E96F339388BE}"/>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40" name="Freeform 14">
                  <a:extLst>
                    <a:ext uri="{FF2B5EF4-FFF2-40B4-BE49-F238E27FC236}">
                      <a16:creationId xmlns:a16="http://schemas.microsoft.com/office/drawing/2014/main" id="{AB79A8C7-FB3C-A442-3338-FC8FB2AE6033}"/>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37" name="Tekstvak 36">
                <a:extLst>
                  <a:ext uri="{FF2B5EF4-FFF2-40B4-BE49-F238E27FC236}">
                    <a16:creationId xmlns:a16="http://schemas.microsoft.com/office/drawing/2014/main" id="{8DF17050-91F9-6EE8-82AF-836B5EC13983}"/>
                  </a:ext>
                </a:extLst>
              </p:cNvPr>
              <p:cNvSpPr txBox="1"/>
              <p:nvPr userDrawn="1"/>
            </p:nvSpPr>
            <p:spPr>
              <a:xfrm>
                <a:off x="-1753862" y="6420664"/>
                <a:ext cx="759635" cy="38990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grpSp>
      <p:grpSp>
        <p:nvGrpSpPr>
          <p:cNvPr id="156" name="INSTRUCTION">
            <a:extLst>
              <a:ext uri="{FF2B5EF4-FFF2-40B4-BE49-F238E27FC236}">
                <a16:creationId xmlns:a16="http://schemas.microsoft.com/office/drawing/2014/main" id="{0F7A56C1-733C-A37F-4D3F-2213F982AE40}"/>
              </a:ext>
            </a:extLst>
          </p:cNvPr>
          <p:cNvGrpSpPr/>
          <p:nvPr userDrawn="1"/>
        </p:nvGrpSpPr>
        <p:grpSpPr>
          <a:xfrm>
            <a:off x="-3786165" y="-1"/>
            <a:ext cx="3693386" cy="6640349"/>
            <a:chOff x="-3786165" y="-1"/>
            <a:chExt cx="3693386" cy="6640349"/>
          </a:xfrm>
        </p:grpSpPr>
        <p:sp>
          <p:nvSpPr>
            <p:cNvPr id="157" name="Rechthoek 156">
              <a:extLst>
                <a:ext uri="{FF2B5EF4-FFF2-40B4-BE49-F238E27FC236}">
                  <a16:creationId xmlns:a16="http://schemas.microsoft.com/office/drawing/2014/main" id="{1CEDD57F-4BB9-FD9F-B3F7-E79C0320BA73}"/>
                </a:ext>
              </a:extLst>
            </p:cNvPr>
            <p:cNvSpPr/>
            <p:nvPr userDrawn="1"/>
          </p:nvSpPr>
          <p:spPr>
            <a:xfrm>
              <a:off x="-3786165" y="-1"/>
              <a:ext cx="3593091" cy="5991727"/>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Insert/edit an image</a:t>
              </a:r>
            </a:p>
          </p:txBody>
        </p:sp>
        <p:sp>
          <p:nvSpPr>
            <p:cNvPr id="158" name="Ovaal 157">
              <a:extLst>
                <a:ext uri="{FF2B5EF4-FFF2-40B4-BE49-F238E27FC236}">
                  <a16:creationId xmlns:a16="http://schemas.microsoft.com/office/drawing/2014/main" id="{DCE54C07-4C43-F9E1-4B83-167B7B088805}"/>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59" name="Rechthoek 158">
              <a:extLst>
                <a:ext uri="{FF2B5EF4-FFF2-40B4-BE49-F238E27FC236}">
                  <a16:creationId xmlns:a16="http://schemas.microsoft.com/office/drawing/2014/main" id="{65886D6B-F586-7823-DBA0-98143291F751}"/>
                </a:ext>
              </a:extLst>
            </p:cNvPr>
            <p:cNvSpPr/>
            <p:nvPr userDrawn="1"/>
          </p:nvSpPr>
          <p:spPr>
            <a:xfrm>
              <a:off x="-3319415" y="465324"/>
              <a:ext cx="2962706" cy="668152"/>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If necessary, delete the existing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by using the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key’</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Select the placeholder,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1" i="0" u="none" strike="noStrike" kern="0" cap="none" spc="0" normalizeH="0" baseline="0" noProof="0" dirty="0" err="1">
                  <a:ln>
                    <a:noFill/>
                  </a:ln>
                  <a:solidFill>
                    <a:srgbClr val="000000"/>
                  </a:solidFill>
                  <a:effectLst/>
                  <a:uLnTx/>
                  <a:uFillTx/>
                  <a:latin typeface="Calibri" panose="020F0502020204030204" pitchFamily="34" charset="0"/>
                  <a:ea typeface="+mn-ea"/>
                  <a:cs typeface="Calibri" panose="020F0502020204030204" pitchFamily="34" charset="0"/>
                </a:rPr>
                <a:t>Slidebuilder</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 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‘Images’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endPar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160" name="Ovaal 159">
              <a:extLst>
                <a:ext uri="{FF2B5EF4-FFF2-40B4-BE49-F238E27FC236}">
                  <a16:creationId xmlns:a16="http://schemas.microsoft.com/office/drawing/2014/main" id="{1E526610-5710-6B63-4E90-4563E7AA859F}"/>
                </a:ext>
              </a:extLst>
            </p:cNvPr>
            <p:cNvSpPr/>
            <p:nvPr userDrawn="1"/>
          </p:nvSpPr>
          <p:spPr>
            <a:xfrm>
              <a:off x="-3603587" y="2633935"/>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161" name="Rechthoek 160">
              <a:extLst>
                <a:ext uri="{FF2B5EF4-FFF2-40B4-BE49-F238E27FC236}">
                  <a16:creationId xmlns:a16="http://schemas.microsoft.com/office/drawing/2014/main" id="{6D115087-3C69-969D-E772-4723287E1F53}"/>
                </a:ext>
              </a:extLst>
            </p:cNvPr>
            <p:cNvSpPr/>
            <p:nvPr userDrawn="1"/>
          </p:nvSpPr>
          <p:spPr>
            <a:xfrm>
              <a:off x="-3319416" y="2633936"/>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Click with the right mouse button on the thumbnail display of the slide on the left side </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of the screen and choose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‘Reset slide’</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162" name="Ovaal 161">
              <a:extLst>
                <a:ext uri="{FF2B5EF4-FFF2-40B4-BE49-F238E27FC236}">
                  <a16:creationId xmlns:a16="http://schemas.microsoft.com/office/drawing/2014/main" id="{8BFA1349-EEE4-A0F0-3A3D-55A8FE8D97A0}"/>
                </a:ext>
              </a:extLst>
            </p:cNvPr>
            <p:cNvSpPr/>
            <p:nvPr userDrawn="1"/>
          </p:nvSpPr>
          <p:spPr>
            <a:xfrm>
              <a:off x="-3603587" y="4226365"/>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163" name="Rechthoek 162">
              <a:extLst>
                <a:ext uri="{FF2B5EF4-FFF2-40B4-BE49-F238E27FC236}">
                  <a16:creationId xmlns:a16="http://schemas.microsoft.com/office/drawing/2014/main" id="{13036124-AFB3-6331-E1AA-99EB524253A2}"/>
                </a:ext>
              </a:extLst>
            </p:cNvPr>
            <p:cNvSpPr/>
            <p:nvPr userDrawn="1"/>
          </p:nvSpPr>
          <p:spPr>
            <a:xfrm>
              <a:off x="-3319416" y="4226366"/>
              <a:ext cx="2944683" cy="820954"/>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To scale or drag the image,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‘Picture Tools - Format’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‘Crop’</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Scale the image itself with</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spheres and scale the image frame with the brackets.</a:t>
              </a:r>
            </a:p>
          </p:txBody>
        </p:sp>
        <p:sp>
          <p:nvSpPr>
            <p:cNvPr id="164" name="Rechthoek 163">
              <a:extLst>
                <a:ext uri="{FF2B5EF4-FFF2-40B4-BE49-F238E27FC236}">
                  <a16:creationId xmlns:a16="http://schemas.microsoft.com/office/drawing/2014/main" id="{92646E72-2021-23E6-3AE0-AE1866ABA24A}"/>
                </a:ext>
              </a:extLst>
            </p:cNvPr>
            <p:cNvSpPr/>
            <p:nvPr userDrawn="1"/>
          </p:nvSpPr>
          <p:spPr>
            <a:xfrm>
              <a:off x="-3316836" y="3200265"/>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en-GB" sz="1000" b="0" i="1" noProof="0" dirty="0">
                <a:solidFill>
                  <a:srgbClr val="211F26"/>
                </a:solidFill>
                <a:latin typeface="Calibri" panose="020F0502020204030204" pitchFamily="34" charset="0"/>
                <a:cs typeface="Calibri" panose="020F0502020204030204" pitchFamily="34" charset="0"/>
              </a:endParaRPr>
            </a:p>
          </p:txBody>
        </p:sp>
        <p:grpSp>
          <p:nvGrpSpPr>
            <p:cNvPr id="165" name="Groep 164">
              <a:extLst>
                <a:ext uri="{FF2B5EF4-FFF2-40B4-BE49-F238E27FC236}">
                  <a16:creationId xmlns:a16="http://schemas.microsoft.com/office/drawing/2014/main" id="{9D68007A-EF83-5BDB-1FE3-3C1FDD8F5F0C}"/>
                </a:ext>
              </a:extLst>
            </p:cNvPr>
            <p:cNvGrpSpPr/>
            <p:nvPr userDrawn="1"/>
          </p:nvGrpSpPr>
          <p:grpSpPr>
            <a:xfrm>
              <a:off x="-2485819" y="3479783"/>
              <a:ext cx="1222990" cy="563933"/>
              <a:chOff x="-2485819" y="3399207"/>
              <a:chExt cx="1222990" cy="563933"/>
            </a:xfrm>
          </p:grpSpPr>
          <p:sp>
            <p:nvSpPr>
              <p:cNvPr id="204" name="Rechthoek 203">
                <a:extLst>
                  <a:ext uri="{FF2B5EF4-FFF2-40B4-BE49-F238E27FC236}">
                    <a16:creationId xmlns:a16="http://schemas.microsoft.com/office/drawing/2014/main" id="{C0C16C9F-8FC4-7BB6-91E2-E51E396E82F8}"/>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205" name="Rechthoek 204">
                <a:extLst>
                  <a:ext uri="{FF2B5EF4-FFF2-40B4-BE49-F238E27FC236}">
                    <a16:creationId xmlns:a16="http://schemas.microsoft.com/office/drawing/2014/main" id="{876A49EE-B34B-CDAF-FFC2-E46719A4C38B}"/>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nvGrpSpPr>
              <p:cNvPr id="206" name="Groep 205">
                <a:extLst>
                  <a:ext uri="{FF2B5EF4-FFF2-40B4-BE49-F238E27FC236}">
                    <a16:creationId xmlns:a16="http://schemas.microsoft.com/office/drawing/2014/main" id="{3D59A685-562C-AF7A-977C-E38B960321BD}"/>
                  </a:ext>
                </a:extLst>
              </p:cNvPr>
              <p:cNvGrpSpPr/>
              <p:nvPr userDrawn="1"/>
            </p:nvGrpSpPr>
            <p:grpSpPr>
              <a:xfrm>
                <a:off x="-2403869" y="3460544"/>
                <a:ext cx="155951" cy="131922"/>
                <a:chOff x="12968836" y="3354170"/>
                <a:chExt cx="404806" cy="342433"/>
              </a:xfrm>
            </p:grpSpPr>
            <p:sp>
              <p:nvSpPr>
                <p:cNvPr id="219" name="Rechthoek: afgeronde hoeken 218">
                  <a:extLst>
                    <a:ext uri="{FF2B5EF4-FFF2-40B4-BE49-F238E27FC236}">
                      <a16:creationId xmlns:a16="http://schemas.microsoft.com/office/drawing/2014/main" id="{5A6F8916-EBA7-660C-5641-28B346646844}"/>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220" name="Rechthoek 219">
                  <a:extLst>
                    <a:ext uri="{FF2B5EF4-FFF2-40B4-BE49-F238E27FC236}">
                      <a16:creationId xmlns:a16="http://schemas.microsoft.com/office/drawing/2014/main" id="{61617C69-A22C-868A-947A-C694ED973DFC}"/>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221" name="Rechthoek 220">
                  <a:extLst>
                    <a:ext uri="{FF2B5EF4-FFF2-40B4-BE49-F238E27FC236}">
                      <a16:creationId xmlns:a16="http://schemas.microsoft.com/office/drawing/2014/main" id="{1C7E5242-C604-56AA-1F4C-F85A67636393}"/>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222" name="Rechthoek 221">
                  <a:extLst>
                    <a:ext uri="{FF2B5EF4-FFF2-40B4-BE49-F238E27FC236}">
                      <a16:creationId xmlns:a16="http://schemas.microsoft.com/office/drawing/2014/main" id="{485EE85A-5C8B-B94B-B308-5C74919257CF}"/>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223" name="Rechthoek 222">
                  <a:extLst>
                    <a:ext uri="{FF2B5EF4-FFF2-40B4-BE49-F238E27FC236}">
                      <a16:creationId xmlns:a16="http://schemas.microsoft.com/office/drawing/2014/main" id="{332D8983-048F-D0D5-2C9C-60488AA4F229}"/>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224" name="Rechthoek 223">
                  <a:extLst>
                    <a:ext uri="{FF2B5EF4-FFF2-40B4-BE49-F238E27FC236}">
                      <a16:creationId xmlns:a16="http://schemas.microsoft.com/office/drawing/2014/main" id="{3CA42B89-B62A-300D-E3E8-03F413847AF2}"/>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207" name="Groep 206">
                <a:extLst>
                  <a:ext uri="{FF2B5EF4-FFF2-40B4-BE49-F238E27FC236}">
                    <a16:creationId xmlns:a16="http://schemas.microsoft.com/office/drawing/2014/main" id="{3A2C2FA6-8A47-3A01-0C10-697B8A1D09E1}"/>
                  </a:ext>
                </a:extLst>
              </p:cNvPr>
              <p:cNvGrpSpPr/>
              <p:nvPr userDrawn="1"/>
            </p:nvGrpSpPr>
            <p:grpSpPr>
              <a:xfrm>
                <a:off x="-2423424" y="3690208"/>
                <a:ext cx="166739" cy="218963"/>
                <a:chOff x="12940828" y="3950597"/>
                <a:chExt cx="432813" cy="568367"/>
              </a:xfrm>
            </p:grpSpPr>
            <p:grpSp>
              <p:nvGrpSpPr>
                <p:cNvPr id="211" name="Groep 210">
                  <a:extLst>
                    <a:ext uri="{FF2B5EF4-FFF2-40B4-BE49-F238E27FC236}">
                      <a16:creationId xmlns:a16="http://schemas.microsoft.com/office/drawing/2014/main" id="{EE17CD81-799C-FE6B-92B6-798E98A75307}"/>
                    </a:ext>
                  </a:extLst>
                </p:cNvPr>
                <p:cNvGrpSpPr/>
                <p:nvPr userDrawn="1"/>
              </p:nvGrpSpPr>
              <p:grpSpPr>
                <a:xfrm>
                  <a:off x="13000382" y="4006891"/>
                  <a:ext cx="373259" cy="315747"/>
                  <a:chOff x="12968836" y="3354170"/>
                  <a:chExt cx="404806" cy="342433"/>
                </a:xfrm>
              </p:grpSpPr>
              <p:sp>
                <p:nvSpPr>
                  <p:cNvPr id="213" name="Rechthoek: afgeronde hoeken 212">
                    <a:extLst>
                      <a:ext uri="{FF2B5EF4-FFF2-40B4-BE49-F238E27FC236}">
                        <a16:creationId xmlns:a16="http://schemas.microsoft.com/office/drawing/2014/main" id="{EFF6AA78-CACC-4F0F-CAC2-1219830951B2}"/>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214" name="Rechthoek 213">
                    <a:extLst>
                      <a:ext uri="{FF2B5EF4-FFF2-40B4-BE49-F238E27FC236}">
                        <a16:creationId xmlns:a16="http://schemas.microsoft.com/office/drawing/2014/main" id="{74088B98-943B-23A9-FBC8-8A71B7633AE6}"/>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215" name="Rechthoek 214">
                    <a:extLst>
                      <a:ext uri="{FF2B5EF4-FFF2-40B4-BE49-F238E27FC236}">
                        <a16:creationId xmlns:a16="http://schemas.microsoft.com/office/drawing/2014/main" id="{7EB6BD8A-A3C2-31C0-5C9E-D72973559CAB}"/>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216" name="Rechthoek 215">
                    <a:extLst>
                      <a:ext uri="{FF2B5EF4-FFF2-40B4-BE49-F238E27FC236}">
                        <a16:creationId xmlns:a16="http://schemas.microsoft.com/office/drawing/2014/main" id="{65A1C915-25F2-4B6A-5B98-41A7621FDDD1}"/>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217" name="Rechthoek 216">
                    <a:extLst>
                      <a:ext uri="{FF2B5EF4-FFF2-40B4-BE49-F238E27FC236}">
                        <a16:creationId xmlns:a16="http://schemas.microsoft.com/office/drawing/2014/main" id="{60EF339A-523B-DC6A-3917-FFA59378E75D}"/>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218" name="Rechthoek 217">
                    <a:extLst>
                      <a:ext uri="{FF2B5EF4-FFF2-40B4-BE49-F238E27FC236}">
                        <a16:creationId xmlns:a16="http://schemas.microsoft.com/office/drawing/2014/main" id="{6B5073AE-2EAD-748F-BFBD-18579C5DCAD9}"/>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sp>
              <p:nvSpPr>
                <p:cNvPr id="212" name="Boog 211">
                  <a:extLst>
                    <a:ext uri="{FF2B5EF4-FFF2-40B4-BE49-F238E27FC236}">
                      <a16:creationId xmlns:a16="http://schemas.microsoft.com/office/drawing/2014/main" id="{20E27356-621D-94D2-EDE8-D27F24BBD1C8}"/>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en-GB" sz="2400" noProof="0" dirty="0">
                    <a:solidFill>
                      <a:srgbClr val="211F26"/>
                    </a:solidFill>
                    <a:latin typeface="Calibri" panose="020F0502020204030204" pitchFamily="34" charset="0"/>
                    <a:cs typeface="Calibri" panose="020F0502020204030204" pitchFamily="34" charset="0"/>
                  </a:endParaRPr>
                </a:p>
              </p:txBody>
            </p:sp>
          </p:grpSp>
          <p:sp>
            <p:nvSpPr>
              <p:cNvPr id="208" name="Tekstvak 207">
                <a:extLst>
                  <a:ext uri="{FF2B5EF4-FFF2-40B4-BE49-F238E27FC236}">
                    <a16:creationId xmlns:a16="http://schemas.microsoft.com/office/drawing/2014/main" id="{90E9C096-24A1-FB55-4B35-19DC3E1E55B1}"/>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Layout</a:t>
                </a:r>
              </a:p>
            </p:txBody>
          </p:sp>
          <p:sp>
            <p:nvSpPr>
              <p:cNvPr id="209" name="Tekstvak 208">
                <a:extLst>
                  <a:ext uri="{FF2B5EF4-FFF2-40B4-BE49-F238E27FC236}">
                    <a16:creationId xmlns:a16="http://schemas.microsoft.com/office/drawing/2014/main" id="{A94BEDA9-24F8-0C29-9889-2B152C522263}"/>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Reset slide</a:t>
                </a:r>
              </a:p>
            </p:txBody>
          </p:sp>
          <p:sp>
            <p:nvSpPr>
              <p:cNvPr id="210" name="Vrije vorm: vorm 209">
                <a:extLst>
                  <a:ext uri="{FF2B5EF4-FFF2-40B4-BE49-F238E27FC236}">
                    <a16:creationId xmlns:a16="http://schemas.microsoft.com/office/drawing/2014/main" id="{C16F6D9D-F4A7-1662-4C7C-9BDC6CAC0204}"/>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grpSp>
        <p:grpSp>
          <p:nvGrpSpPr>
            <p:cNvPr id="166" name="Groep 165">
              <a:extLst>
                <a:ext uri="{FF2B5EF4-FFF2-40B4-BE49-F238E27FC236}">
                  <a16:creationId xmlns:a16="http://schemas.microsoft.com/office/drawing/2014/main" id="{A83BF9D9-BBED-BB51-A3BB-1457D2A9860B}"/>
                </a:ext>
              </a:extLst>
            </p:cNvPr>
            <p:cNvGrpSpPr/>
            <p:nvPr userDrawn="1"/>
          </p:nvGrpSpPr>
          <p:grpSpPr>
            <a:xfrm>
              <a:off x="-3786165" y="5680652"/>
              <a:ext cx="3693386" cy="959696"/>
              <a:chOff x="-3786437" y="6163468"/>
              <a:chExt cx="3693386" cy="959696"/>
            </a:xfrm>
          </p:grpSpPr>
          <p:sp>
            <p:nvSpPr>
              <p:cNvPr id="194" name="Rechthoek 193">
                <a:extLst>
                  <a:ext uri="{FF2B5EF4-FFF2-40B4-BE49-F238E27FC236}">
                    <a16:creationId xmlns:a16="http://schemas.microsoft.com/office/drawing/2014/main" id="{22B995AC-FF24-DC48-5079-8DC2072A6D1A}"/>
                  </a:ext>
                </a:extLst>
              </p:cNvPr>
              <p:cNvSpPr/>
              <p:nvPr userDrawn="1"/>
            </p:nvSpPr>
            <p:spPr>
              <a:xfrm>
                <a:off x="-3786437" y="6295164"/>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grpSp>
            <p:nvGrpSpPr>
              <p:cNvPr id="195" name="ICOON_info">
                <a:extLst>
                  <a:ext uri="{FF2B5EF4-FFF2-40B4-BE49-F238E27FC236}">
                    <a16:creationId xmlns:a16="http://schemas.microsoft.com/office/drawing/2014/main" id="{1D839DD9-0867-9C00-4164-7543DBB7184E}"/>
                  </a:ext>
                </a:extLst>
              </p:cNvPr>
              <p:cNvGrpSpPr/>
              <p:nvPr userDrawn="1"/>
            </p:nvGrpSpPr>
            <p:grpSpPr>
              <a:xfrm>
                <a:off x="-376736" y="6163468"/>
                <a:ext cx="283685" cy="283685"/>
                <a:chOff x="-510741" y="5913713"/>
                <a:chExt cx="267555" cy="267555"/>
              </a:xfrm>
            </p:grpSpPr>
            <p:sp>
              <p:nvSpPr>
                <p:cNvPr id="202" name="Ovaal 201">
                  <a:extLst>
                    <a:ext uri="{FF2B5EF4-FFF2-40B4-BE49-F238E27FC236}">
                      <a16:creationId xmlns:a16="http://schemas.microsoft.com/office/drawing/2014/main" id="{86C3C913-1270-0A5E-1F69-702A8485F551}"/>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203" name="Graphic 163" descr="Informatie">
                  <a:extLst>
                    <a:ext uri="{FF2B5EF4-FFF2-40B4-BE49-F238E27FC236}">
                      <a16:creationId xmlns:a16="http://schemas.microsoft.com/office/drawing/2014/main" id="{8FD71EF2-9010-01D8-5D23-49C4D81FA1A4}"/>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196" name="Groep 195">
                <a:extLst>
                  <a:ext uri="{FF2B5EF4-FFF2-40B4-BE49-F238E27FC236}">
                    <a16:creationId xmlns:a16="http://schemas.microsoft.com/office/drawing/2014/main" id="{0A6C9D97-FC75-2636-CDB7-A2A1867268A2}"/>
                  </a:ext>
                </a:extLst>
              </p:cNvPr>
              <p:cNvGrpSpPr/>
              <p:nvPr userDrawn="1"/>
            </p:nvGrpSpPr>
            <p:grpSpPr>
              <a:xfrm>
                <a:off x="-938434" y="6420818"/>
                <a:ext cx="627798" cy="576693"/>
                <a:chOff x="-938434" y="4570310"/>
                <a:chExt cx="627798" cy="576693"/>
              </a:xfrm>
            </p:grpSpPr>
            <p:grpSp>
              <p:nvGrpSpPr>
                <p:cNvPr id="197" name="Inspireren">
                  <a:extLst>
                    <a:ext uri="{FF2B5EF4-FFF2-40B4-BE49-F238E27FC236}">
                      <a16:creationId xmlns:a16="http://schemas.microsoft.com/office/drawing/2014/main" id="{822A0246-33A0-71F3-0945-019F96E0C1AE}"/>
                    </a:ext>
                  </a:extLst>
                </p:cNvPr>
                <p:cNvGrpSpPr>
                  <a:grpSpLocks noChangeAspect="1"/>
                </p:cNvGrpSpPr>
                <p:nvPr userDrawn="1"/>
              </p:nvGrpSpPr>
              <p:grpSpPr bwMode="auto">
                <a:xfrm>
                  <a:off x="-716116" y="4570310"/>
                  <a:ext cx="169778" cy="242385"/>
                  <a:chOff x="4768" y="2783"/>
                  <a:chExt cx="788" cy="1125"/>
                </a:xfrm>
                <a:gradFill>
                  <a:gsLst>
                    <a:gs pos="0">
                      <a:srgbClr val="9D9FA1"/>
                    </a:gs>
                    <a:gs pos="70000">
                      <a:srgbClr val="211F26"/>
                    </a:gs>
                  </a:gsLst>
                  <a:lin ang="2700000" scaled="0"/>
                </a:gradFill>
              </p:grpSpPr>
              <p:sp>
                <p:nvSpPr>
                  <p:cNvPr id="199" name="Freeform 12">
                    <a:extLst>
                      <a:ext uri="{FF2B5EF4-FFF2-40B4-BE49-F238E27FC236}">
                        <a16:creationId xmlns:a16="http://schemas.microsoft.com/office/drawing/2014/main" id="{0139CC9F-B0DF-CC2B-51B1-25447EFDB01D}"/>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200" name="Freeform 13">
                    <a:extLst>
                      <a:ext uri="{FF2B5EF4-FFF2-40B4-BE49-F238E27FC236}">
                        <a16:creationId xmlns:a16="http://schemas.microsoft.com/office/drawing/2014/main" id="{CA484941-AA5F-7570-708B-BF034C3440F6}"/>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201" name="Freeform 14">
                    <a:extLst>
                      <a:ext uri="{FF2B5EF4-FFF2-40B4-BE49-F238E27FC236}">
                        <a16:creationId xmlns:a16="http://schemas.microsoft.com/office/drawing/2014/main" id="{73E6621C-5BD3-1722-8ADE-5F69230B3553}"/>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198" name="Tekstvak 197">
                  <a:extLst>
                    <a:ext uri="{FF2B5EF4-FFF2-40B4-BE49-F238E27FC236}">
                      <a16:creationId xmlns:a16="http://schemas.microsoft.com/office/drawing/2014/main" id="{9FD00A1B-8E3B-6F8B-1D63-BA6F2AF629CA}"/>
                    </a:ext>
                  </a:extLst>
                </p:cNvPr>
                <p:cNvSpPr txBox="1"/>
                <p:nvPr userDrawn="1"/>
              </p:nvSpPr>
              <p:spPr>
                <a:xfrm>
                  <a:off x="-938434" y="4824764"/>
                  <a:ext cx="627798" cy="32223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grpSp>
        <p:grpSp>
          <p:nvGrpSpPr>
            <p:cNvPr id="167" name="Groep 166">
              <a:extLst>
                <a:ext uri="{FF2B5EF4-FFF2-40B4-BE49-F238E27FC236}">
                  <a16:creationId xmlns:a16="http://schemas.microsoft.com/office/drawing/2014/main" id="{5C816F21-6B48-6FEA-AE3A-6691608C2123}"/>
                </a:ext>
              </a:extLst>
            </p:cNvPr>
            <p:cNvGrpSpPr/>
            <p:nvPr userDrawn="1"/>
          </p:nvGrpSpPr>
          <p:grpSpPr>
            <a:xfrm>
              <a:off x="-3426806" y="5129582"/>
              <a:ext cx="514284" cy="506545"/>
              <a:chOff x="12617641" y="3403239"/>
              <a:chExt cx="752963" cy="741634"/>
            </a:xfrm>
          </p:grpSpPr>
          <p:grpSp>
            <p:nvGrpSpPr>
              <p:cNvPr id="178" name="Groep 177">
                <a:extLst>
                  <a:ext uri="{FF2B5EF4-FFF2-40B4-BE49-F238E27FC236}">
                    <a16:creationId xmlns:a16="http://schemas.microsoft.com/office/drawing/2014/main" id="{DFFEEFB8-5FCE-DB39-6265-B0A69794AD63}"/>
                  </a:ext>
                </a:extLst>
              </p:cNvPr>
              <p:cNvGrpSpPr/>
              <p:nvPr userDrawn="1"/>
            </p:nvGrpSpPr>
            <p:grpSpPr>
              <a:xfrm>
                <a:off x="12771530" y="3403239"/>
                <a:ext cx="467176" cy="448491"/>
                <a:chOff x="12782157" y="3403239"/>
                <a:chExt cx="467176" cy="448491"/>
              </a:xfrm>
            </p:grpSpPr>
            <p:grpSp>
              <p:nvGrpSpPr>
                <p:cNvPr id="181" name="Groep 180">
                  <a:extLst>
                    <a:ext uri="{FF2B5EF4-FFF2-40B4-BE49-F238E27FC236}">
                      <a16:creationId xmlns:a16="http://schemas.microsoft.com/office/drawing/2014/main" id="{0C7575CB-EC62-A457-D471-9CD8F6D79E87}"/>
                    </a:ext>
                  </a:extLst>
                </p:cNvPr>
                <p:cNvGrpSpPr/>
                <p:nvPr userDrawn="1"/>
              </p:nvGrpSpPr>
              <p:grpSpPr>
                <a:xfrm>
                  <a:off x="12782157" y="3403239"/>
                  <a:ext cx="412976" cy="396132"/>
                  <a:chOff x="13554906" y="3320109"/>
                  <a:chExt cx="443917" cy="425811"/>
                </a:xfrm>
              </p:grpSpPr>
              <p:grpSp>
                <p:nvGrpSpPr>
                  <p:cNvPr id="188" name="Groep 187">
                    <a:extLst>
                      <a:ext uri="{FF2B5EF4-FFF2-40B4-BE49-F238E27FC236}">
                        <a16:creationId xmlns:a16="http://schemas.microsoft.com/office/drawing/2014/main" id="{8D47A38F-770D-2EBB-E2EA-2B406EA2D9BD}"/>
                      </a:ext>
                    </a:extLst>
                  </p:cNvPr>
                  <p:cNvGrpSpPr/>
                  <p:nvPr userDrawn="1"/>
                </p:nvGrpSpPr>
                <p:grpSpPr>
                  <a:xfrm>
                    <a:off x="13554906" y="3320109"/>
                    <a:ext cx="443917" cy="425811"/>
                    <a:chOff x="12909684" y="1276143"/>
                    <a:chExt cx="443917" cy="425811"/>
                  </a:xfrm>
                </p:grpSpPr>
                <p:sp>
                  <p:nvSpPr>
                    <p:cNvPr id="191" name="Rechthoek 190">
                      <a:extLst>
                        <a:ext uri="{FF2B5EF4-FFF2-40B4-BE49-F238E27FC236}">
                          <a16:creationId xmlns:a16="http://schemas.microsoft.com/office/drawing/2014/main" id="{3E346608-E17B-5B8A-A58A-DC6A512AF78E}"/>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192" name="Rechthoek 191">
                      <a:extLst>
                        <a:ext uri="{FF2B5EF4-FFF2-40B4-BE49-F238E27FC236}">
                          <a16:creationId xmlns:a16="http://schemas.microsoft.com/office/drawing/2014/main" id="{CEEA1F7C-0170-71FD-F67E-C23D0A490DCD}"/>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193" name="Ovaal 192">
                      <a:extLst>
                        <a:ext uri="{FF2B5EF4-FFF2-40B4-BE49-F238E27FC236}">
                          <a16:creationId xmlns:a16="http://schemas.microsoft.com/office/drawing/2014/main" id="{4464906B-E2FE-3DBB-7B17-D31B07FFB84F}"/>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pic>
                <p:nvPicPr>
                  <p:cNvPr id="189" name="Afbeelding 188">
                    <a:extLst>
                      <a:ext uri="{FF2B5EF4-FFF2-40B4-BE49-F238E27FC236}">
                        <a16:creationId xmlns:a16="http://schemas.microsoft.com/office/drawing/2014/main" id="{A7FD7A29-A34B-5458-B542-4FD8E5D93E51}"/>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a:off x="13567296" y="3424991"/>
                    <a:ext cx="173367" cy="140220"/>
                  </a:xfrm>
                  <a:prstGeom prst="rect">
                    <a:avLst/>
                  </a:prstGeom>
                </p:spPr>
              </p:pic>
              <p:pic>
                <p:nvPicPr>
                  <p:cNvPr id="190" name="Afbeelding 189">
                    <a:extLst>
                      <a:ext uri="{FF2B5EF4-FFF2-40B4-BE49-F238E27FC236}">
                        <a16:creationId xmlns:a16="http://schemas.microsoft.com/office/drawing/2014/main" id="{3B707343-9074-784D-8A4C-D52A1A147D80}"/>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182" name="Groep 181">
                  <a:extLst>
                    <a:ext uri="{FF2B5EF4-FFF2-40B4-BE49-F238E27FC236}">
                      <a16:creationId xmlns:a16="http://schemas.microsoft.com/office/drawing/2014/main" id="{70E78859-0741-ECDC-9D92-6101C0DEC963}"/>
                    </a:ext>
                  </a:extLst>
                </p:cNvPr>
                <p:cNvGrpSpPr/>
                <p:nvPr userDrawn="1"/>
              </p:nvGrpSpPr>
              <p:grpSpPr>
                <a:xfrm>
                  <a:off x="13103513" y="3705268"/>
                  <a:ext cx="145820" cy="146462"/>
                  <a:chOff x="13096169" y="3602278"/>
                  <a:chExt cx="145820" cy="146462"/>
                </a:xfrm>
              </p:grpSpPr>
              <p:sp>
                <p:nvSpPr>
                  <p:cNvPr id="186" name="Rechthoek 185">
                    <a:extLst>
                      <a:ext uri="{FF2B5EF4-FFF2-40B4-BE49-F238E27FC236}">
                        <a16:creationId xmlns:a16="http://schemas.microsoft.com/office/drawing/2014/main" id="{92B4EF0B-CE70-BB6F-2977-DFE82704C02D}"/>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87" name="Rechthoek 186">
                    <a:extLst>
                      <a:ext uri="{FF2B5EF4-FFF2-40B4-BE49-F238E27FC236}">
                        <a16:creationId xmlns:a16="http://schemas.microsoft.com/office/drawing/2014/main" id="{93306CB3-E3DF-AD8A-E4EB-6F05CAA19B7E}"/>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183" name="Groep 182">
                  <a:extLst>
                    <a:ext uri="{FF2B5EF4-FFF2-40B4-BE49-F238E27FC236}">
                      <a16:creationId xmlns:a16="http://schemas.microsoft.com/office/drawing/2014/main" id="{E96BFF7F-C3C8-8E94-EB57-BA957750B5D7}"/>
                    </a:ext>
                  </a:extLst>
                </p:cNvPr>
                <p:cNvGrpSpPr/>
                <p:nvPr userDrawn="1"/>
              </p:nvGrpSpPr>
              <p:grpSpPr>
                <a:xfrm rot="10800000">
                  <a:off x="13061402" y="3665637"/>
                  <a:ext cx="145820" cy="146462"/>
                  <a:chOff x="13096169" y="3602278"/>
                  <a:chExt cx="145820" cy="146462"/>
                </a:xfrm>
              </p:grpSpPr>
              <p:sp>
                <p:nvSpPr>
                  <p:cNvPr id="184" name="Rechthoek 183">
                    <a:extLst>
                      <a:ext uri="{FF2B5EF4-FFF2-40B4-BE49-F238E27FC236}">
                        <a16:creationId xmlns:a16="http://schemas.microsoft.com/office/drawing/2014/main" id="{D886EE0D-0BA6-363B-1BEF-C2EAE61C2C85}"/>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85" name="Rechthoek 184">
                    <a:extLst>
                      <a:ext uri="{FF2B5EF4-FFF2-40B4-BE49-F238E27FC236}">
                        <a16:creationId xmlns:a16="http://schemas.microsoft.com/office/drawing/2014/main" id="{CDFC80A7-CBCA-4182-032F-879647C6990F}"/>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sp>
            <p:nvSpPr>
              <p:cNvPr id="179" name="Rechthoek 178">
                <a:extLst>
                  <a:ext uri="{FF2B5EF4-FFF2-40B4-BE49-F238E27FC236}">
                    <a16:creationId xmlns:a16="http://schemas.microsoft.com/office/drawing/2014/main" id="{F6E7E734-3097-A12E-3909-A0D45DCDC1D1}"/>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900" b="0" noProof="0" dirty="0">
                    <a:solidFill>
                      <a:srgbClr val="211F26"/>
                    </a:solidFill>
                    <a:latin typeface="Calibri" panose="020F0502020204030204" pitchFamily="34" charset="0"/>
                    <a:cs typeface="Calibri" panose="020F0502020204030204" pitchFamily="34" charset="0"/>
                  </a:rPr>
                  <a:t>Crop</a:t>
                </a:r>
              </a:p>
            </p:txBody>
          </p:sp>
          <p:sp>
            <p:nvSpPr>
              <p:cNvPr id="180" name="Gelijkbenige driehoek 179">
                <a:extLst>
                  <a:ext uri="{FF2B5EF4-FFF2-40B4-BE49-F238E27FC236}">
                    <a16:creationId xmlns:a16="http://schemas.microsoft.com/office/drawing/2014/main" id="{827F8E60-A265-0DF6-23B7-9F78BFEE5CE0}"/>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sp>
          <p:nvSpPr>
            <p:cNvPr id="168" name="Ovaal 167">
              <a:extLst>
                <a:ext uri="{FF2B5EF4-FFF2-40B4-BE49-F238E27FC236}">
                  <a16:creationId xmlns:a16="http://schemas.microsoft.com/office/drawing/2014/main" id="{F418584F-4DED-9ADC-9501-F914575960E8}"/>
                </a:ext>
              </a:extLst>
            </p:cNvPr>
            <p:cNvSpPr/>
            <p:nvPr userDrawn="1"/>
          </p:nvSpPr>
          <p:spPr>
            <a:xfrm>
              <a:off x="-3603587" y="18111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69" name="Rechthoek 168">
              <a:extLst>
                <a:ext uri="{FF2B5EF4-FFF2-40B4-BE49-F238E27FC236}">
                  <a16:creationId xmlns:a16="http://schemas.microsoft.com/office/drawing/2014/main" id="{AD3C003F-6AAA-FE9D-E939-362E5036891C}"/>
                </a:ext>
              </a:extLst>
            </p:cNvPr>
            <p:cNvSpPr/>
            <p:nvPr userDrawn="1"/>
          </p:nvSpPr>
          <p:spPr>
            <a:xfrm>
              <a:off x="-3319415" y="1811185"/>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 the preferred category and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and click 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‘Insert’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170" name="Rechthoek 169">
              <a:extLst>
                <a:ext uri="{FF2B5EF4-FFF2-40B4-BE49-F238E27FC236}">
                  <a16:creationId xmlns:a16="http://schemas.microsoft.com/office/drawing/2014/main" id="{A6EF58C4-75E4-7404-778D-92D22FFC5DA8}"/>
                </a:ext>
              </a:extLst>
            </p:cNvPr>
            <p:cNvSpPr/>
            <p:nvPr userDrawn="1"/>
          </p:nvSpPr>
          <p:spPr>
            <a:xfrm>
              <a:off x="-3319415" y="2245760"/>
              <a:ext cx="825500" cy="209550"/>
            </a:xfrm>
            <a:prstGeom prst="rect">
              <a:avLst/>
            </a:prstGeom>
            <a:solidFill>
              <a:srgbClr val="1FF52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1000" b="1" noProof="0" dirty="0">
                  <a:solidFill>
                    <a:srgbClr val="211F26"/>
                  </a:solidFill>
                  <a:latin typeface="Calibri" panose="020F0502020204030204" pitchFamily="34" charset="0"/>
                  <a:cs typeface="Calibri" panose="020F0502020204030204" pitchFamily="34" charset="0"/>
                </a:rPr>
                <a:t>Insert</a:t>
              </a:r>
            </a:p>
          </p:txBody>
        </p:sp>
        <p:grpSp>
          <p:nvGrpSpPr>
            <p:cNvPr id="171" name="Groep 170">
              <a:extLst>
                <a:ext uri="{FF2B5EF4-FFF2-40B4-BE49-F238E27FC236}">
                  <a16:creationId xmlns:a16="http://schemas.microsoft.com/office/drawing/2014/main" id="{C7DD37FF-5836-948B-2A50-3E4C24626716}"/>
                </a:ext>
              </a:extLst>
            </p:cNvPr>
            <p:cNvGrpSpPr/>
            <p:nvPr userDrawn="1"/>
          </p:nvGrpSpPr>
          <p:grpSpPr>
            <a:xfrm>
              <a:off x="-3365484" y="1226982"/>
              <a:ext cx="446937" cy="406485"/>
              <a:chOff x="-3563526" y="1409294"/>
              <a:chExt cx="354190" cy="322133"/>
            </a:xfrm>
          </p:grpSpPr>
          <p:grpSp>
            <p:nvGrpSpPr>
              <p:cNvPr id="172" name="Groep 171">
                <a:extLst>
                  <a:ext uri="{FF2B5EF4-FFF2-40B4-BE49-F238E27FC236}">
                    <a16:creationId xmlns:a16="http://schemas.microsoft.com/office/drawing/2014/main" id="{86CF1ED7-3D62-E1ED-DA23-6BDB4FFEEA8C}"/>
                  </a:ext>
                </a:extLst>
              </p:cNvPr>
              <p:cNvGrpSpPr/>
              <p:nvPr userDrawn="1"/>
            </p:nvGrpSpPr>
            <p:grpSpPr>
              <a:xfrm>
                <a:off x="-3499992" y="1409294"/>
                <a:ext cx="225195" cy="195499"/>
                <a:chOff x="8987389" y="1361199"/>
                <a:chExt cx="2200275" cy="1914525"/>
              </a:xfrm>
            </p:grpSpPr>
            <p:sp>
              <p:nvSpPr>
                <p:cNvPr id="174" name="Vrije vorm: vorm 173">
                  <a:extLst>
                    <a:ext uri="{FF2B5EF4-FFF2-40B4-BE49-F238E27FC236}">
                      <a16:creationId xmlns:a16="http://schemas.microsoft.com/office/drawing/2014/main" id="{65E308BB-4A40-0395-52E1-2A5F39437A8F}"/>
                    </a:ext>
                  </a:extLst>
                </p:cNvPr>
                <p:cNvSpPr/>
                <p:nvPr/>
              </p:nvSpPr>
              <p:spPr>
                <a:xfrm>
                  <a:off x="9363620" y="1831738"/>
                  <a:ext cx="371477" cy="371472"/>
                </a:xfrm>
                <a:custGeom>
                  <a:avLst/>
                  <a:gdLst>
                    <a:gd name="connsiteX0" fmla="*/ 369094 w 371475"/>
                    <a:gd name="connsiteY0" fmla="*/ 188119 h 371475"/>
                    <a:gd name="connsiteX1" fmla="*/ 188119 w 371475"/>
                    <a:gd name="connsiteY1" fmla="*/ 369094 h 371475"/>
                    <a:gd name="connsiteX2" fmla="*/ 7144 w 371475"/>
                    <a:gd name="connsiteY2" fmla="*/ 188119 h 371475"/>
                    <a:gd name="connsiteX3" fmla="*/ 188119 w 371475"/>
                    <a:gd name="connsiteY3" fmla="*/ 7144 h 371475"/>
                    <a:gd name="connsiteX4" fmla="*/ 369094 w 371475"/>
                    <a:gd name="connsiteY4" fmla="*/ 188119 h 371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 h="371475">
                      <a:moveTo>
                        <a:pt x="369094" y="188119"/>
                      </a:moveTo>
                      <a:cubicBezTo>
                        <a:pt x="369094" y="288068"/>
                        <a:pt x="288068" y="369094"/>
                        <a:pt x="188119" y="369094"/>
                      </a:cubicBezTo>
                      <a:cubicBezTo>
                        <a:pt x="88169" y="369094"/>
                        <a:pt x="7144" y="288068"/>
                        <a:pt x="7144" y="188119"/>
                      </a:cubicBezTo>
                      <a:cubicBezTo>
                        <a:pt x="7144" y="88169"/>
                        <a:pt x="88169" y="7144"/>
                        <a:pt x="188119" y="7144"/>
                      </a:cubicBezTo>
                      <a:cubicBezTo>
                        <a:pt x="288068" y="7144"/>
                        <a:pt x="369094" y="88169"/>
                        <a:pt x="369094" y="188119"/>
                      </a:cubicBezTo>
                      <a:close/>
                    </a:path>
                  </a:pathLst>
                </a:custGeom>
                <a:solidFill>
                  <a:srgbClr val="1FF524"/>
                </a:solidFill>
                <a:ln w="9525" cap="flat">
                  <a:noFill/>
                  <a:prstDash val="solid"/>
                  <a:miter/>
                </a:ln>
              </p:spPr>
              <p:txBody>
                <a:bodyPr rtlCol="0" anchor="ctr"/>
                <a:lstStyle/>
                <a:p>
                  <a:pPr defTabSz="995469"/>
                  <a:endParaRPr lang="en-GB" sz="7200" noProof="0" dirty="0">
                    <a:solidFill>
                      <a:srgbClr val="211F26"/>
                    </a:solidFill>
                    <a:latin typeface="+mn-lt"/>
                  </a:endParaRPr>
                </a:p>
              </p:txBody>
            </p:sp>
            <p:grpSp>
              <p:nvGrpSpPr>
                <p:cNvPr id="175" name="Groep 174">
                  <a:extLst>
                    <a:ext uri="{FF2B5EF4-FFF2-40B4-BE49-F238E27FC236}">
                      <a16:creationId xmlns:a16="http://schemas.microsoft.com/office/drawing/2014/main" id="{9A027C3F-9E31-5DED-F93E-17BCB0AD0F9E}"/>
                    </a:ext>
                  </a:extLst>
                </p:cNvPr>
                <p:cNvGrpSpPr/>
                <p:nvPr/>
              </p:nvGrpSpPr>
              <p:grpSpPr>
                <a:xfrm>
                  <a:off x="8987389" y="1361199"/>
                  <a:ext cx="2200275" cy="1914525"/>
                  <a:chOff x="8987389" y="1361199"/>
                  <a:chExt cx="2200275" cy="1914525"/>
                </a:xfrm>
                <a:gradFill>
                  <a:gsLst>
                    <a:gs pos="0">
                      <a:srgbClr val="9D9FA1"/>
                    </a:gs>
                    <a:gs pos="70000">
                      <a:srgbClr val="211F26"/>
                    </a:gs>
                  </a:gsLst>
                  <a:lin ang="2700000" scaled="0"/>
                </a:gradFill>
              </p:grpSpPr>
              <p:sp>
                <p:nvSpPr>
                  <p:cNvPr id="176" name="Vrije vorm: vorm 175">
                    <a:extLst>
                      <a:ext uri="{FF2B5EF4-FFF2-40B4-BE49-F238E27FC236}">
                        <a16:creationId xmlns:a16="http://schemas.microsoft.com/office/drawing/2014/main" id="{134521F5-E6AC-A8DE-5045-9E936F752F56}"/>
                      </a:ext>
                    </a:extLst>
                  </p:cNvPr>
                  <p:cNvSpPr/>
                  <p:nvPr/>
                </p:nvSpPr>
                <p:spPr>
                  <a:xfrm>
                    <a:off x="8987389" y="1361199"/>
                    <a:ext cx="2200275" cy="1914525"/>
                  </a:xfrm>
                  <a:custGeom>
                    <a:avLst/>
                    <a:gdLst>
                      <a:gd name="connsiteX0" fmla="*/ 7144 w 2200275"/>
                      <a:gd name="connsiteY0" fmla="*/ 7144 h 1914525"/>
                      <a:gd name="connsiteX1" fmla="*/ 7144 w 2200275"/>
                      <a:gd name="connsiteY1" fmla="*/ 245269 h 1914525"/>
                      <a:gd name="connsiteX2" fmla="*/ 432911 w 2200275"/>
                      <a:gd name="connsiteY2" fmla="*/ 245269 h 1914525"/>
                      <a:gd name="connsiteX3" fmla="*/ 432911 w 2200275"/>
                      <a:gd name="connsiteY3" fmla="*/ 245269 h 1914525"/>
                      <a:gd name="connsiteX4" fmla="*/ 1959769 w 2200275"/>
                      <a:gd name="connsiteY4" fmla="*/ 245269 h 1914525"/>
                      <a:gd name="connsiteX5" fmla="*/ 1959769 w 2200275"/>
                      <a:gd name="connsiteY5" fmla="*/ 1674019 h 1914525"/>
                      <a:gd name="connsiteX6" fmla="*/ 245269 w 2200275"/>
                      <a:gd name="connsiteY6" fmla="*/ 1674019 h 1914525"/>
                      <a:gd name="connsiteX7" fmla="*/ 245269 w 2200275"/>
                      <a:gd name="connsiteY7" fmla="*/ 350044 h 1914525"/>
                      <a:gd name="connsiteX8" fmla="*/ 7144 w 2200275"/>
                      <a:gd name="connsiteY8" fmla="*/ 350044 h 1914525"/>
                      <a:gd name="connsiteX9" fmla="*/ 7144 w 2200275"/>
                      <a:gd name="connsiteY9" fmla="*/ 1912144 h 1914525"/>
                      <a:gd name="connsiteX10" fmla="*/ 2197894 w 2200275"/>
                      <a:gd name="connsiteY10" fmla="*/ 1912144 h 1914525"/>
                      <a:gd name="connsiteX11" fmla="*/ 2197894 w 2200275"/>
                      <a:gd name="connsiteY11" fmla="*/ 7144 h 1914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0275" h="1914525">
                        <a:moveTo>
                          <a:pt x="7144" y="7144"/>
                        </a:moveTo>
                        <a:lnTo>
                          <a:pt x="7144" y="245269"/>
                        </a:lnTo>
                        <a:lnTo>
                          <a:pt x="432911" y="245269"/>
                        </a:lnTo>
                        <a:lnTo>
                          <a:pt x="432911" y="245269"/>
                        </a:lnTo>
                        <a:lnTo>
                          <a:pt x="1959769" y="245269"/>
                        </a:lnTo>
                        <a:lnTo>
                          <a:pt x="1959769" y="1674019"/>
                        </a:lnTo>
                        <a:lnTo>
                          <a:pt x="245269" y="1674019"/>
                        </a:lnTo>
                        <a:lnTo>
                          <a:pt x="245269" y="350044"/>
                        </a:lnTo>
                        <a:lnTo>
                          <a:pt x="7144" y="350044"/>
                        </a:lnTo>
                        <a:lnTo>
                          <a:pt x="7144" y="1912144"/>
                        </a:lnTo>
                        <a:lnTo>
                          <a:pt x="2197894" y="1912144"/>
                        </a:lnTo>
                        <a:lnTo>
                          <a:pt x="2197894" y="7144"/>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sp>
                <p:nvSpPr>
                  <p:cNvPr id="177" name="Vrije vorm: vorm 176">
                    <a:extLst>
                      <a:ext uri="{FF2B5EF4-FFF2-40B4-BE49-F238E27FC236}">
                        <a16:creationId xmlns:a16="http://schemas.microsoft.com/office/drawing/2014/main" id="{BE4E9C39-1E7E-6981-2C84-C91390723352}"/>
                      </a:ext>
                    </a:extLst>
                  </p:cNvPr>
                  <p:cNvSpPr/>
                  <p:nvPr/>
                </p:nvSpPr>
                <p:spPr>
                  <a:xfrm>
                    <a:off x="9362668" y="1953652"/>
                    <a:ext cx="1438273" cy="885828"/>
                  </a:xfrm>
                  <a:custGeom>
                    <a:avLst/>
                    <a:gdLst>
                      <a:gd name="connsiteX0" fmla="*/ 1070134 w 1438275"/>
                      <a:gd name="connsiteY0" fmla="*/ 7144 h 885825"/>
                      <a:gd name="connsiteX1" fmla="*/ 801529 w 1438275"/>
                      <a:gd name="connsiteY1" fmla="*/ 275749 h 885825"/>
                      <a:gd name="connsiteX2" fmla="*/ 662464 w 1438275"/>
                      <a:gd name="connsiteY2" fmla="*/ 137636 h 885825"/>
                      <a:gd name="connsiteX3" fmla="*/ 7144 w 1438275"/>
                      <a:gd name="connsiteY3" fmla="*/ 784384 h 885825"/>
                      <a:gd name="connsiteX4" fmla="*/ 108109 w 1438275"/>
                      <a:gd name="connsiteY4" fmla="*/ 885349 h 885825"/>
                      <a:gd name="connsiteX5" fmla="*/ 662464 w 1438275"/>
                      <a:gd name="connsiteY5" fmla="*/ 338614 h 885825"/>
                      <a:gd name="connsiteX6" fmla="*/ 928211 w 1438275"/>
                      <a:gd name="connsiteY6" fmla="*/ 605314 h 885825"/>
                      <a:gd name="connsiteX7" fmla="*/ 1029176 w 1438275"/>
                      <a:gd name="connsiteY7" fmla="*/ 503396 h 885825"/>
                      <a:gd name="connsiteX8" fmla="*/ 902494 w 1438275"/>
                      <a:gd name="connsiteY8" fmla="*/ 376714 h 885825"/>
                      <a:gd name="connsiteX9" fmla="*/ 1070134 w 1438275"/>
                      <a:gd name="connsiteY9" fmla="*/ 209074 h 885825"/>
                      <a:gd name="connsiteX10" fmla="*/ 1337786 w 1438275"/>
                      <a:gd name="connsiteY10" fmla="*/ 480536 h 885825"/>
                      <a:gd name="connsiteX11" fmla="*/ 1438751 w 1438275"/>
                      <a:gd name="connsiteY11" fmla="*/ 378619 h 885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38275" h="885825">
                        <a:moveTo>
                          <a:pt x="1070134" y="7144"/>
                        </a:moveTo>
                        <a:lnTo>
                          <a:pt x="801529" y="275749"/>
                        </a:lnTo>
                        <a:lnTo>
                          <a:pt x="662464" y="137636"/>
                        </a:lnTo>
                        <a:lnTo>
                          <a:pt x="7144" y="784384"/>
                        </a:lnTo>
                        <a:lnTo>
                          <a:pt x="108109" y="885349"/>
                        </a:lnTo>
                        <a:lnTo>
                          <a:pt x="662464" y="338614"/>
                        </a:lnTo>
                        <a:lnTo>
                          <a:pt x="928211" y="605314"/>
                        </a:lnTo>
                        <a:lnTo>
                          <a:pt x="1029176" y="503396"/>
                        </a:lnTo>
                        <a:lnTo>
                          <a:pt x="902494" y="376714"/>
                        </a:lnTo>
                        <a:lnTo>
                          <a:pt x="1070134" y="209074"/>
                        </a:lnTo>
                        <a:lnTo>
                          <a:pt x="1337786" y="480536"/>
                        </a:lnTo>
                        <a:lnTo>
                          <a:pt x="1438751" y="378619"/>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grpSp>
          </p:grpSp>
          <p:sp>
            <p:nvSpPr>
              <p:cNvPr id="173" name="Tekstvak 172">
                <a:extLst>
                  <a:ext uri="{FF2B5EF4-FFF2-40B4-BE49-F238E27FC236}">
                    <a16:creationId xmlns:a16="http://schemas.microsoft.com/office/drawing/2014/main" id="{3D4A21A9-9684-1D46-0D3D-B60A1401B530}"/>
                  </a:ext>
                </a:extLst>
              </p:cNvPr>
              <p:cNvSpPr txBox="1"/>
              <p:nvPr userDrawn="1"/>
            </p:nvSpPr>
            <p:spPr>
              <a:xfrm>
                <a:off x="-3563526" y="1617700"/>
                <a:ext cx="354190" cy="113727"/>
              </a:xfrm>
              <a:prstGeom prst="rect">
                <a:avLst/>
              </a:prstGeom>
              <a:noFill/>
            </p:spPr>
            <p:txBody>
              <a:bodyPr wrap="square" lIns="0" tIns="18000" rIns="0" bIns="0" rtlCol="0" anchor="t">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Images</a:t>
                </a:r>
              </a:p>
            </p:txBody>
          </p:sp>
        </p:grpSp>
      </p:grpSp>
      <p:sp>
        <p:nvSpPr>
          <p:cNvPr id="84" name="Rectangle 83">
            <a:extLst>
              <a:ext uri="{FF2B5EF4-FFF2-40B4-BE49-F238E27FC236}">
                <a16:creationId xmlns:a16="http://schemas.microsoft.com/office/drawing/2014/main" id="{A5EA3FD0-6F7B-00F6-DEFA-C51CFAD1330B}"/>
              </a:ext>
            </a:extLst>
          </p:cNvPr>
          <p:cNvSpPr/>
          <p:nvPr userDrawn="1"/>
        </p:nvSpPr>
        <p:spPr>
          <a:xfrm>
            <a:off x="718666" y="-1"/>
            <a:ext cx="10751096" cy="3736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r>
              <a:rPr lang="en-US" sz="1600" dirty="0"/>
              <a:t>Objective | Background | Methods | Results | Conclusions</a:t>
            </a:r>
            <a:endParaRPr lang="LID4096" sz="1600" dirty="0" err="1"/>
          </a:p>
        </p:txBody>
      </p:sp>
    </p:spTree>
    <p:extLst>
      <p:ext uri="{BB962C8B-B14F-4D97-AF65-F5344CB8AC3E}">
        <p14:creationId xmlns:p14="http://schemas.microsoft.com/office/powerpoint/2010/main" val="3425461100"/>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 (M) + text | light mode">
    <p:bg>
      <p:bgPr>
        <a:solidFill>
          <a:schemeClr val="bg1"/>
        </a:solidFill>
        <a:effectLst/>
      </p:bgPr>
    </p:bg>
    <p:spTree>
      <p:nvGrpSpPr>
        <p:cNvPr id="1" name=""/>
        <p:cNvGrpSpPr/>
        <p:nvPr/>
      </p:nvGrpSpPr>
      <p:grpSpPr>
        <a:xfrm>
          <a:off x="0" y="0"/>
          <a:ext cx="0" cy="0"/>
          <a:chOff x="0" y="0"/>
          <a:chExt cx="0" cy="0"/>
        </a:xfrm>
      </p:grpSpPr>
      <p:sp>
        <p:nvSpPr>
          <p:cNvPr id="9" name="Tijdelijke aanduiding voor afbeelding 16">
            <a:extLst>
              <a:ext uri="{FF2B5EF4-FFF2-40B4-BE49-F238E27FC236}">
                <a16:creationId xmlns:a16="http://schemas.microsoft.com/office/drawing/2014/main" id="{01448C0E-861A-455D-A196-874AFA9BF79C}"/>
              </a:ext>
            </a:extLst>
          </p:cNvPr>
          <p:cNvSpPr>
            <a:spLocks noGrp="1" noRot="1" noMove="1" noResize="1" noEditPoints="1" noAdjustHandles="1" noChangeArrowheads="1" noChangeShapeType="1"/>
          </p:cNvSpPr>
          <p:nvPr>
            <p:ph type="pic" sz="quarter" idx="13" hasCustomPrompt="1"/>
          </p:nvPr>
        </p:nvSpPr>
        <p:spPr>
          <a:xfrm>
            <a:off x="0" y="0"/>
            <a:ext cx="6096000" cy="6858000"/>
          </a:xfrm>
          <a:pattFill prst="pct60">
            <a:fgClr>
              <a:schemeClr val="bg1">
                <a:lumMod val="95000"/>
              </a:schemeClr>
            </a:fgClr>
            <a:bgClr>
              <a:schemeClr val="bg1">
                <a:lumMod val="85000"/>
              </a:schemeClr>
            </a:bgClr>
          </a:patt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the tab ‘</a:t>
            </a:r>
            <a:r>
              <a:rPr lang="en-GB" noProof="0" dirty="0" err="1"/>
              <a:t>Slidebuilder</a:t>
            </a:r>
            <a:r>
              <a:rPr lang="en-GB" noProof="0" dirty="0"/>
              <a:t>’, click on ‘Images’,</a:t>
            </a:r>
            <a:br>
              <a:rPr lang="en-GB" noProof="0" dirty="0"/>
            </a:br>
            <a:r>
              <a:rPr lang="en-GB" noProof="0" dirty="0"/>
              <a:t>select the preferred image and click on ‘Insert’.</a:t>
            </a:r>
          </a:p>
        </p:txBody>
      </p:sp>
      <p:sp>
        <p:nvSpPr>
          <p:cNvPr id="3" name="Tijdelijke aanduiding voor verticale tekst 2">
            <a:extLst>
              <a:ext uri="{FF2B5EF4-FFF2-40B4-BE49-F238E27FC236}">
                <a16:creationId xmlns:a16="http://schemas.microsoft.com/office/drawing/2014/main" id="{3B184817-515D-4870-8CED-0DECE6FF2FC8}"/>
              </a:ext>
            </a:extLst>
          </p:cNvPr>
          <p:cNvSpPr>
            <a:spLocks noGrp="1"/>
          </p:cNvSpPr>
          <p:nvPr>
            <p:ph type="body" orient="vert" idx="1" hasCustomPrompt="1"/>
          </p:nvPr>
        </p:nvSpPr>
        <p:spPr>
          <a:xfrm>
            <a:off x="6813763" y="1569104"/>
            <a:ext cx="4655999" cy="4431646"/>
          </a:xfrm>
        </p:spPr>
        <p:txBody>
          <a:bodyPr vert="horz"/>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noProof="0" dirty="0"/>
              <a:t>Bullet</a:t>
            </a:r>
          </a:p>
          <a:p>
            <a:pPr lvl="1"/>
            <a:r>
              <a:rPr lang="en-GB" noProof="0" dirty="0"/>
              <a:t>Sub-bullet </a:t>
            </a:r>
          </a:p>
          <a:p>
            <a:pPr lvl="2"/>
            <a:r>
              <a:rPr lang="en-GB" noProof="0" dirty="0"/>
              <a:t>Default text</a:t>
            </a:r>
            <a:br>
              <a:rPr lang="en-GB" noProof="0" dirty="0"/>
            </a:br>
            <a:endParaRPr lang="en-GB" noProof="0" dirty="0"/>
          </a:p>
          <a:p>
            <a:pPr lvl="3"/>
            <a:r>
              <a:rPr lang="en-GB" noProof="0" dirty="0"/>
              <a:t>Title/Quote</a:t>
            </a:r>
          </a:p>
          <a:p>
            <a:pPr lvl="4"/>
            <a:r>
              <a:rPr lang="en-GB" noProof="0" dirty="0"/>
              <a:t>Subtitle</a:t>
            </a:r>
          </a:p>
          <a:p>
            <a:pPr lvl="5"/>
            <a:r>
              <a:rPr lang="en-GB" noProof="0" dirty="0"/>
              <a:t>Default text</a:t>
            </a:r>
            <a:br>
              <a:rPr lang="en-GB" noProof="0" dirty="0"/>
            </a:br>
            <a:endParaRPr lang="en-GB" noProof="0" dirty="0"/>
          </a:p>
          <a:p>
            <a:pPr lvl="6"/>
            <a:r>
              <a:rPr lang="en-GB" noProof="0" dirty="0"/>
              <a:t>Numerical bullet</a:t>
            </a:r>
          </a:p>
          <a:p>
            <a:pPr lvl="7"/>
            <a:r>
              <a:rPr lang="en-GB" noProof="0" dirty="0"/>
              <a:t>Alphabetical bullet</a:t>
            </a:r>
          </a:p>
          <a:p>
            <a:pPr lvl="8"/>
            <a:r>
              <a:rPr lang="en-GB" noProof="0" dirty="0"/>
              <a:t>Source</a:t>
            </a:r>
          </a:p>
          <a:p>
            <a:pPr lvl="8"/>
            <a:endParaRPr lang="en-GB" noProof="0" dirty="0"/>
          </a:p>
        </p:txBody>
      </p:sp>
      <p:sp>
        <p:nvSpPr>
          <p:cNvPr id="8" name="Rechthoek 7">
            <a:extLst>
              <a:ext uri="{FF2B5EF4-FFF2-40B4-BE49-F238E27FC236}">
                <a16:creationId xmlns:a16="http://schemas.microsoft.com/office/drawing/2014/main" id="{0F5F4741-7E9A-4CAB-94EB-11EAC243E80F}"/>
              </a:ext>
            </a:extLst>
          </p:cNvPr>
          <p:cNvSpPr/>
          <p:nvPr userDrawn="1"/>
        </p:nvSpPr>
        <p:spPr>
          <a:xfrm>
            <a:off x="0" y="-441330"/>
            <a:ext cx="3109826"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en-GB" sz="1800" b="1" cap="none" baseline="0" noProof="0" dirty="0">
                <a:solidFill>
                  <a:schemeClr val="accent1"/>
                </a:solidFill>
                <a:latin typeface="+mj-lt"/>
              </a:rPr>
              <a:t>Image (M) + text | light mode</a:t>
            </a:r>
          </a:p>
        </p:txBody>
      </p:sp>
      <p:sp>
        <p:nvSpPr>
          <p:cNvPr id="2" name="Tijdelijke aanduiding voor datum 1">
            <a:extLst>
              <a:ext uri="{FF2B5EF4-FFF2-40B4-BE49-F238E27FC236}">
                <a16:creationId xmlns:a16="http://schemas.microsoft.com/office/drawing/2014/main" id="{D2CC7142-B29C-44C0-A766-50C559F83F0D}"/>
              </a:ext>
            </a:extLst>
          </p:cNvPr>
          <p:cNvSpPr>
            <a:spLocks noGrp="1"/>
          </p:cNvSpPr>
          <p:nvPr>
            <p:ph type="dt" sz="half" idx="14"/>
          </p:nvPr>
        </p:nvSpPr>
        <p:spPr>
          <a:xfrm>
            <a:off x="10215497" y="6405669"/>
            <a:ext cx="697307" cy="184666"/>
          </a:xfrm>
        </p:spPr>
        <p:txBody>
          <a:bodyPr/>
          <a:lstStyle>
            <a:lvl1pPr>
              <a:defRPr>
                <a:solidFill>
                  <a:schemeClr val="tx2"/>
                </a:solidFill>
              </a:defRPr>
            </a:lvl1pPr>
          </a:lstStyle>
          <a:p>
            <a:r>
              <a:rPr lang="LID4096"/>
              <a:t>08/30/2024</a:t>
            </a:r>
            <a:endParaRPr lang="en-GB" dirty="0"/>
          </a:p>
        </p:txBody>
      </p:sp>
      <p:sp>
        <p:nvSpPr>
          <p:cNvPr id="5" name="Tijdelijke aanduiding voor dianummer 4">
            <a:extLst>
              <a:ext uri="{FF2B5EF4-FFF2-40B4-BE49-F238E27FC236}">
                <a16:creationId xmlns:a16="http://schemas.microsoft.com/office/drawing/2014/main" id="{CA4D5831-898C-467F-9278-A1AE8AFEACB0}"/>
              </a:ext>
            </a:extLst>
          </p:cNvPr>
          <p:cNvSpPr>
            <a:spLocks noGrp="1"/>
          </p:cNvSpPr>
          <p:nvPr>
            <p:ph type="sldNum" sz="quarter" idx="16"/>
          </p:nvPr>
        </p:nvSpPr>
        <p:spPr/>
        <p:txBody>
          <a:bodyPr/>
          <a:lstStyle>
            <a:lvl1pPr>
              <a:defRPr>
                <a:solidFill>
                  <a:schemeClr val="tx2"/>
                </a:solidFill>
              </a:defRPr>
            </a:lvl1pPr>
          </a:lstStyle>
          <a:p>
            <a:fld id="{9E843DB9-9987-4157-AB9C-CEA8D7D910BB}" type="slidenum">
              <a:rPr lang="en-GB" smtClean="0"/>
              <a:pPr/>
              <a:t>‹#›</a:t>
            </a:fld>
            <a:endParaRPr lang="en-GB" dirty="0"/>
          </a:p>
        </p:txBody>
      </p:sp>
      <p:sp>
        <p:nvSpPr>
          <p:cNvPr id="6" name="Titel 5">
            <a:extLst>
              <a:ext uri="{FF2B5EF4-FFF2-40B4-BE49-F238E27FC236}">
                <a16:creationId xmlns:a16="http://schemas.microsoft.com/office/drawing/2014/main" id="{E05E34B7-2C9E-9A98-E207-B06777DF2086}"/>
              </a:ext>
            </a:extLst>
          </p:cNvPr>
          <p:cNvSpPr>
            <a:spLocks noGrp="1"/>
          </p:cNvSpPr>
          <p:nvPr>
            <p:ph type="title" hasCustomPrompt="1"/>
          </p:nvPr>
        </p:nvSpPr>
        <p:spPr>
          <a:xfrm>
            <a:off x="6814198" y="722454"/>
            <a:ext cx="4655564" cy="323709"/>
          </a:xfrm>
        </p:spPr>
        <p:txBody>
          <a:bodyPr/>
          <a:lstStyle/>
          <a:p>
            <a:r>
              <a:rPr lang="en-GB" noProof="0" dirty="0"/>
              <a:t>Title goes here</a:t>
            </a:r>
            <a:endParaRPr lang="en-GB" dirty="0"/>
          </a:p>
        </p:txBody>
      </p:sp>
      <p:sp>
        <p:nvSpPr>
          <p:cNvPr id="20" name="Tijdelijke aanduiding voor tekst 18">
            <a:extLst>
              <a:ext uri="{FF2B5EF4-FFF2-40B4-BE49-F238E27FC236}">
                <a16:creationId xmlns:a16="http://schemas.microsoft.com/office/drawing/2014/main" id="{D67C0CDF-DF54-BAD6-CE34-0D10178A4EC3}"/>
              </a:ext>
            </a:extLst>
          </p:cNvPr>
          <p:cNvSpPr>
            <a:spLocks noGrp="1" noRot="1" noMove="1" noResize="1" noEditPoints="1" noAdjustHandles="1" noChangeArrowheads="1" noChangeShapeType="1"/>
          </p:cNvSpPr>
          <p:nvPr>
            <p:ph type="body" sz="quarter" idx="18" hasCustomPrompt="1"/>
          </p:nvPr>
        </p:nvSpPr>
        <p:spPr>
          <a:xfrm>
            <a:off x="0" y="4094329"/>
            <a:ext cx="6096000" cy="2763672"/>
          </a:xfrm>
          <a:gradFill flip="none" rotWithShape="1">
            <a:gsLst>
              <a:gs pos="0">
                <a:schemeClr val="tx1">
                  <a:alpha val="29000"/>
                </a:schemeClr>
              </a:gs>
              <a:gs pos="48000">
                <a:schemeClr val="tx1">
                  <a:alpha val="0"/>
                </a:schemeClr>
              </a:gs>
            </a:gsLst>
            <a:lin ang="16200000" scaled="1"/>
            <a:tileRect/>
          </a:gradFill>
        </p:spPr>
        <p:txBody>
          <a:bodyPr/>
          <a:lstStyle>
            <a:lvl1pPr marL="0" indent="0">
              <a:buNone/>
              <a:defRPr sz="100">
                <a:solidFill>
                  <a:schemeClr val="tx2">
                    <a:alpha val="0"/>
                  </a:schemeClr>
                </a:solidFill>
              </a:defRPr>
            </a:lvl1pPr>
          </a:lstStyle>
          <a:p>
            <a:pPr lvl="0"/>
            <a:r>
              <a:rPr lang="en-GB" dirty="0"/>
              <a:t> </a:t>
            </a:r>
          </a:p>
        </p:txBody>
      </p:sp>
      <p:sp>
        <p:nvSpPr>
          <p:cNvPr id="19" name="Tijdelijke aanduiding voor tekst 18">
            <a:extLst>
              <a:ext uri="{FF2B5EF4-FFF2-40B4-BE49-F238E27FC236}">
                <a16:creationId xmlns:a16="http://schemas.microsoft.com/office/drawing/2014/main" id="{BE9B9236-02AD-4FF6-37E4-BA4CB5E71A38}"/>
              </a:ext>
            </a:extLst>
          </p:cNvPr>
          <p:cNvSpPr>
            <a:spLocks noGrp="1" noRot="1" noMove="1" noResize="1" noEditPoints="1" noAdjustHandles="1" noChangeArrowheads="1" noChangeShapeType="1"/>
          </p:cNvSpPr>
          <p:nvPr>
            <p:ph type="body" sz="quarter" idx="17" hasCustomPrompt="1"/>
          </p:nvPr>
        </p:nvSpPr>
        <p:spPr>
          <a:xfrm>
            <a:off x="720362" y="6216736"/>
            <a:ext cx="961200" cy="381600"/>
          </a:xfrm>
          <a:blipFill>
            <a:blip r:embed="rId2">
              <a:lum bright="100000"/>
              <a:extLst>
                <a:ext uri="{96DAC541-7B7A-43D3-8B79-37D633B846F1}">
                  <asvg:svgBlip xmlns:asvg="http://schemas.microsoft.com/office/drawing/2016/SVG/main" r:embed="rId3"/>
                </a:ext>
              </a:extLst>
            </a:blip>
            <a:srcRect/>
            <a:stretch>
              <a:fillRect t="53" b="53"/>
            </a:stretch>
          </a:blipFill>
        </p:spPr>
        <p:txBody>
          <a:bodyPr/>
          <a:lstStyle>
            <a:lvl1pPr marL="0" indent="0">
              <a:buNone/>
              <a:defRPr sz="100">
                <a:solidFill>
                  <a:schemeClr val="tx2">
                    <a:alpha val="0"/>
                  </a:schemeClr>
                </a:solidFill>
              </a:defRPr>
            </a:lvl1pPr>
          </a:lstStyle>
          <a:p>
            <a:pPr lvl="0"/>
            <a:r>
              <a:rPr lang="en-GB" dirty="0"/>
              <a:t> </a:t>
            </a:r>
          </a:p>
        </p:txBody>
      </p:sp>
      <p:grpSp>
        <p:nvGrpSpPr>
          <p:cNvPr id="4" name="INSTRUCTION">
            <a:extLst>
              <a:ext uri="{FF2B5EF4-FFF2-40B4-BE49-F238E27FC236}">
                <a16:creationId xmlns:a16="http://schemas.microsoft.com/office/drawing/2014/main" id="{0DB32FCA-E550-678D-CF29-07E1060D4802}"/>
              </a:ext>
            </a:extLst>
          </p:cNvPr>
          <p:cNvGrpSpPr/>
          <p:nvPr userDrawn="1"/>
        </p:nvGrpSpPr>
        <p:grpSpPr>
          <a:xfrm>
            <a:off x="12377595" y="0"/>
            <a:ext cx="3693386" cy="5359349"/>
            <a:chOff x="-3786437" y="0"/>
            <a:chExt cx="3693386" cy="5359349"/>
          </a:xfrm>
        </p:grpSpPr>
        <p:sp>
          <p:nvSpPr>
            <p:cNvPr id="7" name="Rechthoek 6">
              <a:extLst>
                <a:ext uri="{FF2B5EF4-FFF2-40B4-BE49-F238E27FC236}">
                  <a16:creationId xmlns:a16="http://schemas.microsoft.com/office/drawing/2014/main" id="{70FB3601-1E60-220C-7581-69D819FC46B0}"/>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Choosing text levels</a:t>
              </a:r>
            </a:p>
          </p:txBody>
        </p:sp>
        <p:sp>
          <p:nvSpPr>
            <p:cNvPr id="10" name="Ovaal 9">
              <a:extLst>
                <a:ext uri="{FF2B5EF4-FFF2-40B4-BE49-F238E27FC236}">
                  <a16:creationId xmlns:a16="http://schemas.microsoft.com/office/drawing/2014/main" id="{71D8B121-5210-8C15-AA18-37FFDEEB248C}"/>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1" name="Rechthoek 10">
              <a:extLst>
                <a:ext uri="{FF2B5EF4-FFF2-40B4-BE49-F238E27FC236}">
                  <a16:creationId xmlns:a16="http://schemas.microsoft.com/office/drawing/2014/main" id="{D9C13F65-6DDE-4DD8-476E-5EA81B7D885A}"/>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357188" marR="0" lvl="0" indent="-357188"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en-GB" sz="1400" b="0" i="0" u="none" strike="noStrike" kern="0" cap="none" spc="0" normalizeH="0" baseline="0" noProof="0" dirty="0">
                  <a:ln>
                    <a:noFill/>
                  </a:ln>
                  <a:solidFill>
                    <a:srgbClr val="000000"/>
                  </a:solidFill>
                  <a:effectLst/>
                  <a:uLnTx/>
                  <a:uFillTx/>
                  <a:latin typeface="+mj-lt"/>
                  <a:cs typeface="Calibri" panose="020F0502020204030204" pitchFamily="34" charset="0"/>
                </a:rPr>
                <a:t>Bullet</a:t>
              </a:r>
            </a:p>
          </p:txBody>
        </p:sp>
        <p:sp>
          <p:nvSpPr>
            <p:cNvPr id="12" name="Ovaal 11">
              <a:extLst>
                <a:ext uri="{FF2B5EF4-FFF2-40B4-BE49-F238E27FC236}">
                  <a16:creationId xmlns:a16="http://schemas.microsoft.com/office/drawing/2014/main" id="{5A9AA05E-B0AE-6D4B-EC93-B908D2128AD5}"/>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3" name="Rechthoek 12">
              <a:extLst>
                <a:ext uri="{FF2B5EF4-FFF2-40B4-BE49-F238E27FC236}">
                  <a16:creationId xmlns:a16="http://schemas.microsoft.com/office/drawing/2014/main" id="{5282CB00-7F3D-EE85-7D92-1E30A45E7FB8}"/>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Under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‘Home’</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use the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list level-buttons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to choose a text level. </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Choose from:</a:t>
              </a:r>
            </a:p>
          </p:txBody>
        </p:sp>
        <p:sp>
          <p:nvSpPr>
            <p:cNvPr id="14" name="Rechthoek 13">
              <a:extLst>
                <a:ext uri="{FF2B5EF4-FFF2-40B4-BE49-F238E27FC236}">
                  <a16:creationId xmlns:a16="http://schemas.microsoft.com/office/drawing/2014/main" id="{211A7D4B-73CA-787D-069A-3EEB3A93FC94}"/>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715963" marR="0" lvl="0" indent="-358775"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en-GB" sz="1400" b="0" i="0" u="none" strike="noStrike" kern="0" cap="none" spc="0" normalizeH="0" baseline="0" noProof="0" dirty="0">
                  <a:ln>
                    <a:noFill/>
                  </a:ln>
                  <a:solidFill>
                    <a:srgbClr val="000000"/>
                  </a:solidFill>
                  <a:effectLst/>
                  <a:uLnTx/>
                  <a:uFillTx/>
                  <a:latin typeface="+mj-lt"/>
                  <a:cs typeface="Calibri" panose="020F0502020204030204" pitchFamily="34" charset="0"/>
                </a:rPr>
                <a:t>Sub-bullet </a:t>
              </a:r>
            </a:p>
          </p:txBody>
        </p:sp>
        <p:sp>
          <p:nvSpPr>
            <p:cNvPr id="15" name="Ovaal 14">
              <a:extLst>
                <a:ext uri="{FF2B5EF4-FFF2-40B4-BE49-F238E27FC236}">
                  <a16:creationId xmlns:a16="http://schemas.microsoft.com/office/drawing/2014/main" id="{CC7B17D2-0DEB-5C89-FA07-0D4035F657B5}"/>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16" name="Rechthoek 15">
              <a:extLst>
                <a:ext uri="{FF2B5EF4-FFF2-40B4-BE49-F238E27FC236}">
                  <a16:creationId xmlns:a16="http://schemas.microsoft.com/office/drawing/2014/main" id="{FD769579-5678-82F8-5EC7-C1EC5A7BD46A}"/>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1400" b="0" i="0" u="none" strike="noStrike" kern="0" cap="none" spc="0" normalizeH="0" baseline="0" noProof="0" dirty="0">
                  <a:ln>
                    <a:noFill/>
                  </a:ln>
                  <a:solidFill>
                    <a:srgbClr val="000000"/>
                  </a:solidFill>
                  <a:effectLst/>
                  <a:uLnTx/>
                  <a:uFillTx/>
                  <a:latin typeface="+mj-lt"/>
                  <a:cs typeface="Calibri" panose="020F0502020204030204" pitchFamily="34" charset="0"/>
                </a:rPr>
                <a:t>Default text</a:t>
              </a:r>
            </a:p>
          </p:txBody>
        </p:sp>
        <p:sp>
          <p:nvSpPr>
            <p:cNvPr id="17" name="Ovaal 16">
              <a:extLst>
                <a:ext uri="{FF2B5EF4-FFF2-40B4-BE49-F238E27FC236}">
                  <a16:creationId xmlns:a16="http://schemas.microsoft.com/office/drawing/2014/main" id="{CE9C8560-B90F-ACEF-D1B1-E81433E3EA14}"/>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18" name="Rechthoek 17">
              <a:extLst>
                <a:ext uri="{FF2B5EF4-FFF2-40B4-BE49-F238E27FC236}">
                  <a16:creationId xmlns:a16="http://schemas.microsoft.com/office/drawing/2014/main" id="{E8B53E7C-BE59-376C-9884-925677BC533D}"/>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2400" b="1" i="0" u="none" strike="noStrike" kern="0" cap="none" spc="0" normalizeH="0" baseline="0" noProof="0" dirty="0">
                  <a:ln>
                    <a:noFill/>
                  </a:ln>
                  <a:solidFill>
                    <a:schemeClr val="tx1"/>
                  </a:solidFill>
                  <a:effectLst/>
                  <a:uLnTx/>
                  <a:uFillTx/>
                  <a:latin typeface="+mj-lt"/>
                  <a:cs typeface="Calibri" panose="020F0502020204030204" pitchFamily="34" charset="0"/>
                </a:rPr>
                <a:t>Title/Quote</a:t>
              </a:r>
            </a:p>
          </p:txBody>
        </p:sp>
        <p:sp>
          <p:nvSpPr>
            <p:cNvPr id="21" name="Ovaal 20">
              <a:extLst>
                <a:ext uri="{FF2B5EF4-FFF2-40B4-BE49-F238E27FC236}">
                  <a16:creationId xmlns:a16="http://schemas.microsoft.com/office/drawing/2014/main" id="{5E00AF43-1C11-1106-6CBF-B8AA5236ADF7}"/>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5</a:t>
              </a:r>
            </a:p>
          </p:txBody>
        </p:sp>
        <p:sp>
          <p:nvSpPr>
            <p:cNvPr id="22" name="Rechthoek 21">
              <a:extLst>
                <a:ext uri="{FF2B5EF4-FFF2-40B4-BE49-F238E27FC236}">
                  <a16:creationId xmlns:a16="http://schemas.microsoft.com/office/drawing/2014/main" id="{F109EDA6-3938-D36D-5BF1-CEB04833B91A}"/>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1800" b="0" i="0" u="none" strike="noStrike" kern="0" cap="none" spc="0" normalizeH="0" baseline="0" noProof="0" dirty="0">
                  <a:ln>
                    <a:noFill/>
                  </a:ln>
                  <a:solidFill>
                    <a:schemeClr val="accent1"/>
                  </a:solidFill>
                  <a:effectLst/>
                  <a:uLnTx/>
                  <a:uFillTx/>
                  <a:latin typeface="+mj-lt"/>
                  <a:cs typeface="Calibri" panose="020F0502020204030204" pitchFamily="34" charset="0"/>
                </a:rPr>
                <a:t>Subtitle</a:t>
              </a:r>
            </a:p>
          </p:txBody>
        </p:sp>
        <p:sp>
          <p:nvSpPr>
            <p:cNvPr id="23" name="Ovaal 22">
              <a:extLst>
                <a:ext uri="{FF2B5EF4-FFF2-40B4-BE49-F238E27FC236}">
                  <a16:creationId xmlns:a16="http://schemas.microsoft.com/office/drawing/2014/main" id="{743929D9-5074-28C7-430E-06A5121E3CC7}"/>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6</a:t>
              </a:r>
            </a:p>
          </p:txBody>
        </p:sp>
        <p:sp>
          <p:nvSpPr>
            <p:cNvPr id="24" name="Rechthoek 23">
              <a:extLst>
                <a:ext uri="{FF2B5EF4-FFF2-40B4-BE49-F238E27FC236}">
                  <a16:creationId xmlns:a16="http://schemas.microsoft.com/office/drawing/2014/main" id="{21E2D10A-DC67-DC90-9506-D766E6CDA211}"/>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357188" marR="0" lvl="0" indent="-357188" defTabSz="914400" eaLnBrk="1" fontAlgn="auto" latinLnBrk="0" hangingPunct="1">
                <a:lnSpc>
                  <a:spcPct val="100000"/>
                </a:lnSpc>
                <a:spcBef>
                  <a:spcPts val="600"/>
                </a:spcBef>
                <a:spcAft>
                  <a:spcPts val="600"/>
                </a:spcAft>
                <a:buClr>
                  <a:schemeClr val="accent1"/>
                </a:buClr>
                <a:buSzTx/>
                <a:buFont typeface="+mj-lt"/>
                <a:buAutoNum type="arabicPeriod"/>
                <a:tabLst/>
                <a:defRPr/>
              </a:pPr>
              <a:r>
                <a:rPr kumimoji="0" lang="en-GB" sz="1400" b="0" i="0" u="none" strike="noStrike" kern="0" cap="none" spc="0" normalizeH="0" baseline="0" noProof="0" dirty="0">
                  <a:ln>
                    <a:noFill/>
                  </a:ln>
                  <a:solidFill>
                    <a:schemeClr val="tx1"/>
                  </a:solidFill>
                  <a:effectLst/>
                  <a:uLnTx/>
                  <a:uFillTx/>
                  <a:latin typeface="+mj-lt"/>
                  <a:cs typeface="Calibri" panose="020F0502020204030204" pitchFamily="34" charset="0"/>
                </a:rPr>
                <a:t>Numerical bullet</a:t>
              </a:r>
            </a:p>
          </p:txBody>
        </p:sp>
        <p:sp>
          <p:nvSpPr>
            <p:cNvPr id="25" name="Ovaal 24">
              <a:extLst>
                <a:ext uri="{FF2B5EF4-FFF2-40B4-BE49-F238E27FC236}">
                  <a16:creationId xmlns:a16="http://schemas.microsoft.com/office/drawing/2014/main" id="{2F4E4954-1BA9-85AB-1D34-B263CCDED7EC}"/>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7</a:t>
              </a:r>
            </a:p>
          </p:txBody>
        </p:sp>
        <p:sp>
          <p:nvSpPr>
            <p:cNvPr id="26" name="Rechthoek 25">
              <a:extLst>
                <a:ext uri="{FF2B5EF4-FFF2-40B4-BE49-F238E27FC236}">
                  <a16:creationId xmlns:a16="http://schemas.microsoft.com/office/drawing/2014/main" id="{6D620A53-1453-46B1-28A7-A0765808D19C}"/>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342900" marR="0" lvl="0" indent="-342900" defTabSz="914400" eaLnBrk="1" fontAlgn="auto" latinLnBrk="0" hangingPunct="1">
                <a:lnSpc>
                  <a:spcPct val="100000"/>
                </a:lnSpc>
                <a:spcBef>
                  <a:spcPts val="600"/>
                </a:spcBef>
                <a:spcAft>
                  <a:spcPts val="600"/>
                </a:spcAft>
                <a:buClr>
                  <a:schemeClr val="accent1"/>
                </a:buClr>
                <a:buSzTx/>
                <a:buFont typeface="+mj-lt"/>
                <a:buAutoNum type="alphaLcPeriod"/>
                <a:tabLst/>
                <a:defRPr/>
              </a:pPr>
              <a:r>
                <a:rPr kumimoji="0" lang="en-GB" sz="1400" b="0" i="0" u="none" strike="noStrike" kern="0" cap="none" spc="0" normalizeH="0" baseline="0" noProof="0" dirty="0">
                  <a:ln>
                    <a:noFill/>
                  </a:ln>
                  <a:solidFill>
                    <a:schemeClr val="tx1"/>
                  </a:solidFill>
                  <a:effectLst/>
                  <a:uLnTx/>
                  <a:uFillTx/>
                  <a:latin typeface="+mj-lt"/>
                  <a:cs typeface="Calibri" panose="020F0502020204030204" pitchFamily="34" charset="0"/>
                </a:rPr>
                <a:t>Alphabetical bullet</a:t>
              </a:r>
            </a:p>
          </p:txBody>
        </p:sp>
        <p:sp>
          <p:nvSpPr>
            <p:cNvPr id="27" name="Ovaal 26">
              <a:extLst>
                <a:ext uri="{FF2B5EF4-FFF2-40B4-BE49-F238E27FC236}">
                  <a16:creationId xmlns:a16="http://schemas.microsoft.com/office/drawing/2014/main" id="{D6EFEEDF-39B5-378C-1FB5-52E661BCC7C9}"/>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8</a:t>
              </a:r>
            </a:p>
          </p:txBody>
        </p:sp>
        <p:sp>
          <p:nvSpPr>
            <p:cNvPr id="28" name="Rechthoek 27">
              <a:extLst>
                <a:ext uri="{FF2B5EF4-FFF2-40B4-BE49-F238E27FC236}">
                  <a16:creationId xmlns:a16="http://schemas.microsoft.com/office/drawing/2014/main" id="{F8DC04CC-6C90-E8A5-378B-4335C3F9132A}"/>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tx1"/>
                </a:buClr>
                <a:buSzTx/>
                <a:buFont typeface="Calibri" panose="020F0502020204030204" pitchFamily="34" charset="0"/>
                <a:buNone/>
                <a:tabLst/>
                <a:defRPr/>
              </a:pPr>
              <a:r>
                <a:rPr kumimoji="0" lang="en-GB" sz="1200" b="0" i="1" u="none" strike="noStrike" kern="0" cap="none" spc="0" normalizeH="0" baseline="0" noProof="0" dirty="0">
                  <a:ln>
                    <a:noFill/>
                  </a:ln>
                  <a:solidFill>
                    <a:srgbClr val="000000"/>
                  </a:solidFill>
                  <a:effectLst/>
                  <a:uLnTx/>
                  <a:uFillTx/>
                  <a:latin typeface="+mj-lt"/>
                  <a:cs typeface="Calibri" panose="020F0502020204030204" pitchFamily="34" charset="0"/>
                </a:rPr>
                <a:t>Source</a:t>
              </a:r>
            </a:p>
          </p:txBody>
        </p:sp>
        <p:sp>
          <p:nvSpPr>
            <p:cNvPr id="29" name="Ovaal 28">
              <a:extLst>
                <a:ext uri="{FF2B5EF4-FFF2-40B4-BE49-F238E27FC236}">
                  <a16:creationId xmlns:a16="http://schemas.microsoft.com/office/drawing/2014/main" id="{31508442-3451-A1C1-0A08-3F9935F706A6}"/>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9</a:t>
              </a:r>
            </a:p>
          </p:txBody>
        </p:sp>
        <p:sp>
          <p:nvSpPr>
            <p:cNvPr id="30" name="Rechthoek 29">
              <a:extLst>
                <a:ext uri="{FF2B5EF4-FFF2-40B4-BE49-F238E27FC236}">
                  <a16:creationId xmlns:a16="http://schemas.microsoft.com/office/drawing/2014/main" id="{5220192E-8E83-E907-758F-39627DE3B731}"/>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1400" b="0" i="0" u="none" strike="noStrike" kern="0" cap="none" spc="0" normalizeH="0" baseline="0" noProof="0" dirty="0">
                  <a:ln>
                    <a:noFill/>
                  </a:ln>
                  <a:solidFill>
                    <a:srgbClr val="000000"/>
                  </a:solidFill>
                  <a:effectLst/>
                  <a:uLnTx/>
                  <a:uFillTx/>
                  <a:latin typeface="+mj-lt"/>
                  <a:cs typeface="Calibri" panose="020F0502020204030204" pitchFamily="34" charset="0"/>
                </a:rPr>
                <a:t>Default text</a:t>
              </a:r>
            </a:p>
          </p:txBody>
        </p:sp>
        <p:sp>
          <p:nvSpPr>
            <p:cNvPr id="31" name="Rechthoek 30">
              <a:extLst>
                <a:ext uri="{FF2B5EF4-FFF2-40B4-BE49-F238E27FC236}">
                  <a16:creationId xmlns:a16="http://schemas.microsoft.com/office/drawing/2014/main" id="{D0BE4A20-EDE2-77B5-0B21-4B55E3737042}"/>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grpSp>
          <p:nvGrpSpPr>
            <p:cNvPr id="32" name="ICOON_info">
              <a:extLst>
                <a:ext uri="{FF2B5EF4-FFF2-40B4-BE49-F238E27FC236}">
                  <a16:creationId xmlns:a16="http://schemas.microsoft.com/office/drawing/2014/main" id="{B9E6C526-E226-7062-4FA5-FDE523F0E4E3}"/>
                </a:ext>
              </a:extLst>
            </p:cNvPr>
            <p:cNvGrpSpPr/>
            <p:nvPr userDrawn="1"/>
          </p:nvGrpSpPr>
          <p:grpSpPr>
            <a:xfrm>
              <a:off x="-376736" y="4400186"/>
              <a:ext cx="283685" cy="283685"/>
              <a:chOff x="-510741" y="5913713"/>
              <a:chExt cx="267555" cy="267555"/>
            </a:xfrm>
          </p:grpSpPr>
          <p:sp>
            <p:nvSpPr>
              <p:cNvPr id="80" name="Ovaal 79">
                <a:extLst>
                  <a:ext uri="{FF2B5EF4-FFF2-40B4-BE49-F238E27FC236}">
                    <a16:creationId xmlns:a16="http://schemas.microsoft.com/office/drawing/2014/main" id="{492BC0A2-A027-6F99-157C-600972DF19BD}"/>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81" name="Graphic 163" descr="Informatie">
                <a:extLst>
                  <a:ext uri="{FF2B5EF4-FFF2-40B4-BE49-F238E27FC236}">
                    <a16:creationId xmlns:a16="http://schemas.microsoft.com/office/drawing/2014/main" id="{232FD5CC-0243-0F69-31C4-0320883883B6}"/>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33" name="VOORBEELD">
              <a:extLst>
                <a:ext uri="{FF2B5EF4-FFF2-40B4-BE49-F238E27FC236}">
                  <a16:creationId xmlns:a16="http://schemas.microsoft.com/office/drawing/2014/main" id="{8E631805-BF1F-022D-4F32-299C5BF2CC17}"/>
                </a:ext>
              </a:extLst>
            </p:cNvPr>
            <p:cNvGrpSpPr/>
            <p:nvPr userDrawn="1"/>
          </p:nvGrpSpPr>
          <p:grpSpPr>
            <a:xfrm>
              <a:off x="-3605171" y="458674"/>
              <a:ext cx="3234311" cy="558875"/>
              <a:chOff x="-3605171" y="458674"/>
              <a:chExt cx="3234311" cy="558875"/>
            </a:xfrm>
          </p:grpSpPr>
          <p:sp>
            <p:nvSpPr>
              <p:cNvPr id="40" name="Rechthoek 39">
                <a:extLst>
                  <a:ext uri="{FF2B5EF4-FFF2-40B4-BE49-F238E27FC236}">
                    <a16:creationId xmlns:a16="http://schemas.microsoft.com/office/drawing/2014/main" id="{95004DF6-4CCD-CD81-E05B-F9930250D172}"/>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en-GB" sz="900" b="1" noProof="0" dirty="0">
                    <a:solidFill>
                      <a:srgbClr val="211F26"/>
                    </a:solidFill>
                    <a:latin typeface="Calibri" panose="020F0502020204030204" pitchFamily="34" charset="0"/>
                    <a:cs typeface="Calibri" panose="020F0502020204030204" pitchFamily="34" charset="0"/>
                  </a:rPr>
                  <a:t>Home</a:t>
                </a:r>
              </a:p>
            </p:txBody>
          </p:sp>
          <p:sp>
            <p:nvSpPr>
              <p:cNvPr id="41" name="Rechthoek 40">
                <a:extLst>
                  <a:ext uri="{FF2B5EF4-FFF2-40B4-BE49-F238E27FC236}">
                    <a16:creationId xmlns:a16="http://schemas.microsoft.com/office/drawing/2014/main" id="{78ACA381-CDD2-252D-2C13-0AC2A20E726D}"/>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nvGrpSpPr>
              <p:cNvPr id="42" name="Groep 41">
                <a:extLst>
                  <a:ext uri="{FF2B5EF4-FFF2-40B4-BE49-F238E27FC236}">
                    <a16:creationId xmlns:a16="http://schemas.microsoft.com/office/drawing/2014/main" id="{CCF3B4E6-0A43-D6BB-12AD-B7D4034FB0B9}"/>
                  </a:ext>
                </a:extLst>
              </p:cNvPr>
              <p:cNvGrpSpPr/>
              <p:nvPr userDrawn="1"/>
            </p:nvGrpSpPr>
            <p:grpSpPr>
              <a:xfrm>
                <a:off x="-3386247" y="830871"/>
                <a:ext cx="139423" cy="109566"/>
                <a:chOff x="-2866744" y="827071"/>
                <a:chExt cx="168701" cy="132575"/>
              </a:xfrm>
            </p:grpSpPr>
            <p:grpSp>
              <p:nvGrpSpPr>
                <p:cNvPr id="73" name="Groep 72">
                  <a:extLst>
                    <a:ext uri="{FF2B5EF4-FFF2-40B4-BE49-F238E27FC236}">
                      <a16:creationId xmlns:a16="http://schemas.microsoft.com/office/drawing/2014/main" id="{A0C37986-45EC-482E-C898-0A79F2C86AE6}"/>
                    </a:ext>
                  </a:extLst>
                </p:cNvPr>
                <p:cNvGrpSpPr/>
                <p:nvPr userDrawn="1"/>
              </p:nvGrpSpPr>
              <p:grpSpPr>
                <a:xfrm>
                  <a:off x="-2866744" y="827071"/>
                  <a:ext cx="168701" cy="132575"/>
                  <a:chOff x="-2866744" y="827071"/>
                  <a:chExt cx="168701" cy="132575"/>
                </a:xfrm>
              </p:grpSpPr>
              <p:cxnSp>
                <p:nvCxnSpPr>
                  <p:cNvPr id="75" name="Rechte verbindingslijn 74">
                    <a:extLst>
                      <a:ext uri="{FF2B5EF4-FFF2-40B4-BE49-F238E27FC236}">
                        <a16:creationId xmlns:a16="http://schemas.microsoft.com/office/drawing/2014/main" id="{50BC636F-1661-59C1-A5AE-E7A1034C228C}"/>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6" name="Rechte verbindingslijn 75">
                    <a:extLst>
                      <a:ext uri="{FF2B5EF4-FFF2-40B4-BE49-F238E27FC236}">
                        <a16:creationId xmlns:a16="http://schemas.microsoft.com/office/drawing/2014/main" id="{94BAA4BF-F7EC-F1B4-C8B8-FBDC3319C584}"/>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7" name="Rechte verbindingslijn 76">
                    <a:extLst>
                      <a:ext uri="{FF2B5EF4-FFF2-40B4-BE49-F238E27FC236}">
                        <a16:creationId xmlns:a16="http://schemas.microsoft.com/office/drawing/2014/main" id="{4F88B24B-B6B7-EFDC-1A2C-F98102436640}"/>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8" name="Rechte verbindingslijn 77">
                    <a:extLst>
                      <a:ext uri="{FF2B5EF4-FFF2-40B4-BE49-F238E27FC236}">
                        <a16:creationId xmlns:a16="http://schemas.microsoft.com/office/drawing/2014/main" id="{375FDF19-0D72-6419-6380-AECECFC0B85F}"/>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9" name="Rechte verbindingslijn 78">
                    <a:extLst>
                      <a:ext uri="{FF2B5EF4-FFF2-40B4-BE49-F238E27FC236}">
                        <a16:creationId xmlns:a16="http://schemas.microsoft.com/office/drawing/2014/main" id="{B7F08EC6-23C0-B4EE-E424-C8961354B184}"/>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4" name="Pijl: rechts 73">
                  <a:extLst>
                    <a:ext uri="{FF2B5EF4-FFF2-40B4-BE49-F238E27FC236}">
                      <a16:creationId xmlns:a16="http://schemas.microsoft.com/office/drawing/2014/main" id="{A872E16C-844D-4471-B55F-C71F1EBE7088}"/>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43" name="Groep 42">
                <a:extLst>
                  <a:ext uri="{FF2B5EF4-FFF2-40B4-BE49-F238E27FC236}">
                    <a16:creationId xmlns:a16="http://schemas.microsoft.com/office/drawing/2014/main" id="{89C2E7DD-AE84-2079-452A-FFDDAC68154B}"/>
                  </a:ext>
                </a:extLst>
              </p:cNvPr>
              <p:cNvGrpSpPr/>
              <p:nvPr userDrawn="1"/>
            </p:nvGrpSpPr>
            <p:grpSpPr>
              <a:xfrm>
                <a:off x="-3605171" y="830871"/>
                <a:ext cx="139423" cy="109566"/>
                <a:chOff x="-2866744" y="518074"/>
                <a:chExt cx="168701" cy="132575"/>
              </a:xfrm>
            </p:grpSpPr>
            <p:grpSp>
              <p:nvGrpSpPr>
                <p:cNvPr id="66" name="Groep 65">
                  <a:extLst>
                    <a:ext uri="{FF2B5EF4-FFF2-40B4-BE49-F238E27FC236}">
                      <a16:creationId xmlns:a16="http://schemas.microsoft.com/office/drawing/2014/main" id="{79E99FA6-537E-D80C-D8D5-CDDBD46AC959}"/>
                    </a:ext>
                  </a:extLst>
                </p:cNvPr>
                <p:cNvGrpSpPr/>
                <p:nvPr userDrawn="1"/>
              </p:nvGrpSpPr>
              <p:grpSpPr>
                <a:xfrm>
                  <a:off x="-2866744" y="518074"/>
                  <a:ext cx="168701" cy="132575"/>
                  <a:chOff x="-2866744" y="518074"/>
                  <a:chExt cx="168701" cy="132575"/>
                </a:xfrm>
              </p:grpSpPr>
              <p:cxnSp>
                <p:nvCxnSpPr>
                  <p:cNvPr id="68" name="Rechte verbindingslijn 67">
                    <a:extLst>
                      <a:ext uri="{FF2B5EF4-FFF2-40B4-BE49-F238E27FC236}">
                        <a16:creationId xmlns:a16="http://schemas.microsoft.com/office/drawing/2014/main" id="{135E801A-BCF6-F674-B601-7141177006A8}"/>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9" name="Rechte verbindingslijn 68">
                    <a:extLst>
                      <a:ext uri="{FF2B5EF4-FFF2-40B4-BE49-F238E27FC236}">
                        <a16:creationId xmlns:a16="http://schemas.microsoft.com/office/drawing/2014/main" id="{B4C5379B-1527-592A-717E-1DD6F07FF92B}"/>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70" name="Rechte verbindingslijn 69">
                    <a:extLst>
                      <a:ext uri="{FF2B5EF4-FFF2-40B4-BE49-F238E27FC236}">
                        <a16:creationId xmlns:a16="http://schemas.microsoft.com/office/drawing/2014/main" id="{D6926521-3B5E-06B7-5AEE-B4FEC956D51B}"/>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71" name="Rechte verbindingslijn 70">
                    <a:extLst>
                      <a:ext uri="{FF2B5EF4-FFF2-40B4-BE49-F238E27FC236}">
                        <a16:creationId xmlns:a16="http://schemas.microsoft.com/office/drawing/2014/main" id="{0DA13AD7-50DA-676E-3F6B-AAA45A8721A9}"/>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72" name="Rechte verbindingslijn 71">
                    <a:extLst>
                      <a:ext uri="{FF2B5EF4-FFF2-40B4-BE49-F238E27FC236}">
                        <a16:creationId xmlns:a16="http://schemas.microsoft.com/office/drawing/2014/main" id="{0DB6173F-542F-C87E-AE88-5E7D261E1002}"/>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7" name="Pijl: rechts 66">
                  <a:extLst>
                    <a:ext uri="{FF2B5EF4-FFF2-40B4-BE49-F238E27FC236}">
                      <a16:creationId xmlns:a16="http://schemas.microsoft.com/office/drawing/2014/main" id="{2991704C-3BCE-212F-10CD-AC9DEB4133EA}"/>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cxnSp>
            <p:nvCxnSpPr>
              <p:cNvPr id="44" name="Rechte verbindingslijn 43">
                <a:extLst>
                  <a:ext uri="{FF2B5EF4-FFF2-40B4-BE49-F238E27FC236}">
                    <a16:creationId xmlns:a16="http://schemas.microsoft.com/office/drawing/2014/main" id="{E046524F-60C1-C37F-7304-AA4E426E80F6}"/>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45" name="Rechte verbindingslijn 44">
                <a:extLst>
                  <a:ext uri="{FF2B5EF4-FFF2-40B4-BE49-F238E27FC236}">
                    <a16:creationId xmlns:a16="http://schemas.microsoft.com/office/drawing/2014/main" id="{47C64CD2-99EF-66A0-1837-D9D53EE87C24}"/>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46" name="Rechthoek 45">
                <a:extLst>
                  <a:ext uri="{FF2B5EF4-FFF2-40B4-BE49-F238E27FC236}">
                    <a16:creationId xmlns:a16="http://schemas.microsoft.com/office/drawing/2014/main" id="{ED4E9734-AE6E-1E15-782B-32F1F17261E0}"/>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Text level down</a:t>
                </a:r>
              </a:p>
            </p:txBody>
          </p:sp>
          <p:sp>
            <p:nvSpPr>
              <p:cNvPr id="47" name="Rechthoek 46">
                <a:extLst>
                  <a:ext uri="{FF2B5EF4-FFF2-40B4-BE49-F238E27FC236}">
                    <a16:creationId xmlns:a16="http://schemas.microsoft.com/office/drawing/2014/main" id="{0CD2390B-E0AD-AA53-1B11-30DA66FDF9CA}"/>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Text level up</a:t>
                </a:r>
              </a:p>
            </p:txBody>
          </p:sp>
          <p:grpSp>
            <p:nvGrpSpPr>
              <p:cNvPr id="48" name="Groep 47">
                <a:extLst>
                  <a:ext uri="{FF2B5EF4-FFF2-40B4-BE49-F238E27FC236}">
                    <a16:creationId xmlns:a16="http://schemas.microsoft.com/office/drawing/2014/main" id="{E3B2991A-4A48-F510-013D-6C29FE1B1DF4}"/>
                  </a:ext>
                </a:extLst>
              </p:cNvPr>
              <p:cNvGrpSpPr/>
              <p:nvPr userDrawn="1"/>
            </p:nvGrpSpPr>
            <p:grpSpPr>
              <a:xfrm>
                <a:off x="-2916763" y="769168"/>
                <a:ext cx="268738" cy="248381"/>
                <a:chOff x="-2916763" y="769168"/>
                <a:chExt cx="268738" cy="248381"/>
              </a:xfrm>
            </p:grpSpPr>
            <p:sp>
              <p:nvSpPr>
                <p:cNvPr id="58" name="Rechthoek 57">
                  <a:extLst>
                    <a:ext uri="{FF2B5EF4-FFF2-40B4-BE49-F238E27FC236}">
                      <a16:creationId xmlns:a16="http://schemas.microsoft.com/office/drawing/2014/main" id="{91842888-6B47-88B0-9BCA-966039FF2C0D}"/>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en-GB" sz="1050" b="0" noProof="0" dirty="0">
                    <a:solidFill>
                      <a:srgbClr val="211F26"/>
                    </a:solidFill>
                    <a:latin typeface="Calibri" panose="020F0502020204030204" pitchFamily="34" charset="0"/>
                    <a:cs typeface="Calibri" panose="020F0502020204030204" pitchFamily="34" charset="0"/>
                  </a:endParaRPr>
                </a:p>
              </p:txBody>
            </p:sp>
            <p:grpSp>
              <p:nvGrpSpPr>
                <p:cNvPr id="59" name="Groep 58">
                  <a:extLst>
                    <a:ext uri="{FF2B5EF4-FFF2-40B4-BE49-F238E27FC236}">
                      <a16:creationId xmlns:a16="http://schemas.microsoft.com/office/drawing/2014/main" id="{9920054C-DF7F-E48D-91D2-BED4B8106BBE}"/>
                    </a:ext>
                  </a:extLst>
                </p:cNvPr>
                <p:cNvGrpSpPr/>
                <p:nvPr userDrawn="1"/>
              </p:nvGrpSpPr>
              <p:grpSpPr>
                <a:xfrm>
                  <a:off x="-2866744" y="827071"/>
                  <a:ext cx="168701" cy="132575"/>
                  <a:chOff x="-2866744" y="827071"/>
                  <a:chExt cx="168701" cy="132575"/>
                </a:xfrm>
              </p:grpSpPr>
              <p:cxnSp>
                <p:nvCxnSpPr>
                  <p:cNvPr id="61" name="Rechte verbindingslijn 60">
                    <a:extLst>
                      <a:ext uri="{FF2B5EF4-FFF2-40B4-BE49-F238E27FC236}">
                        <a16:creationId xmlns:a16="http://schemas.microsoft.com/office/drawing/2014/main" id="{AFB89B83-4270-7694-5945-9A4A8CBD6993}"/>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62" name="Rechte verbindingslijn 61">
                    <a:extLst>
                      <a:ext uri="{FF2B5EF4-FFF2-40B4-BE49-F238E27FC236}">
                        <a16:creationId xmlns:a16="http://schemas.microsoft.com/office/drawing/2014/main" id="{33922D41-2612-0A94-1D20-67550EEF5F29}"/>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63" name="Rechte verbindingslijn 62">
                    <a:extLst>
                      <a:ext uri="{FF2B5EF4-FFF2-40B4-BE49-F238E27FC236}">
                        <a16:creationId xmlns:a16="http://schemas.microsoft.com/office/drawing/2014/main" id="{36C16A11-600E-2DDB-317F-7E4210BAEA64}"/>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4" name="Rechte verbindingslijn 63">
                    <a:extLst>
                      <a:ext uri="{FF2B5EF4-FFF2-40B4-BE49-F238E27FC236}">
                        <a16:creationId xmlns:a16="http://schemas.microsoft.com/office/drawing/2014/main" id="{081697E8-AC25-2F2A-1799-B96E728CC127}"/>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5" name="Rechte verbindingslijn 64">
                    <a:extLst>
                      <a:ext uri="{FF2B5EF4-FFF2-40B4-BE49-F238E27FC236}">
                        <a16:creationId xmlns:a16="http://schemas.microsoft.com/office/drawing/2014/main" id="{FF4D805A-82B8-A9F4-2620-BA315E11B890}"/>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60" name="Pijl: rechts 59">
                  <a:extLst>
                    <a:ext uri="{FF2B5EF4-FFF2-40B4-BE49-F238E27FC236}">
                      <a16:creationId xmlns:a16="http://schemas.microsoft.com/office/drawing/2014/main" id="{E9BAB2AE-16B8-24C9-758A-3568412C118F}"/>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49" name="Groep 48">
                <a:extLst>
                  <a:ext uri="{FF2B5EF4-FFF2-40B4-BE49-F238E27FC236}">
                    <a16:creationId xmlns:a16="http://schemas.microsoft.com/office/drawing/2014/main" id="{77A2D103-6AEF-5D08-B65A-B11D0FB36A26}"/>
                  </a:ext>
                </a:extLst>
              </p:cNvPr>
              <p:cNvGrpSpPr/>
              <p:nvPr userDrawn="1"/>
            </p:nvGrpSpPr>
            <p:grpSpPr>
              <a:xfrm>
                <a:off x="-2916763" y="460171"/>
                <a:ext cx="268738" cy="248381"/>
                <a:chOff x="-2916763" y="460171"/>
                <a:chExt cx="268738" cy="248381"/>
              </a:xfrm>
            </p:grpSpPr>
            <p:sp>
              <p:nvSpPr>
                <p:cNvPr id="50" name="Rechthoek 49">
                  <a:extLst>
                    <a:ext uri="{FF2B5EF4-FFF2-40B4-BE49-F238E27FC236}">
                      <a16:creationId xmlns:a16="http://schemas.microsoft.com/office/drawing/2014/main" id="{1D5EE45A-686B-6217-63BC-D51496974F02}"/>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en-GB" sz="1050" b="0" noProof="0" dirty="0">
                    <a:solidFill>
                      <a:srgbClr val="211F26"/>
                    </a:solidFill>
                    <a:latin typeface="Calibri" panose="020F0502020204030204" pitchFamily="34" charset="0"/>
                    <a:cs typeface="Calibri" panose="020F0502020204030204" pitchFamily="34" charset="0"/>
                  </a:endParaRPr>
                </a:p>
              </p:txBody>
            </p:sp>
            <p:grpSp>
              <p:nvGrpSpPr>
                <p:cNvPr id="51" name="Groep 50">
                  <a:extLst>
                    <a:ext uri="{FF2B5EF4-FFF2-40B4-BE49-F238E27FC236}">
                      <a16:creationId xmlns:a16="http://schemas.microsoft.com/office/drawing/2014/main" id="{C7108246-2366-5C2E-E2D5-4BE669C54C9C}"/>
                    </a:ext>
                  </a:extLst>
                </p:cNvPr>
                <p:cNvGrpSpPr/>
                <p:nvPr userDrawn="1"/>
              </p:nvGrpSpPr>
              <p:grpSpPr>
                <a:xfrm>
                  <a:off x="-2866744" y="518074"/>
                  <a:ext cx="168701" cy="132575"/>
                  <a:chOff x="-2866744" y="518074"/>
                  <a:chExt cx="168701" cy="132575"/>
                </a:xfrm>
              </p:grpSpPr>
              <p:cxnSp>
                <p:nvCxnSpPr>
                  <p:cNvPr id="53" name="Rechte verbindingslijn 52">
                    <a:extLst>
                      <a:ext uri="{FF2B5EF4-FFF2-40B4-BE49-F238E27FC236}">
                        <a16:creationId xmlns:a16="http://schemas.microsoft.com/office/drawing/2014/main" id="{DD059F9B-A4E4-A14B-0DAE-A27D49D5D486}"/>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4" name="Rechte verbindingslijn 53">
                    <a:extLst>
                      <a:ext uri="{FF2B5EF4-FFF2-40B4-BE49-F238E27FC236}">
                        <a16:creationId xmlns:a16="http://schemas.microsoft.com/office/drawing/2014/main" id="{72B1BB2D-E47E-E183-9314-997CDD8311E3}"/>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5" name="Rechte verbindingslijn 54">
                    <a:extLst>
                      <a:ext uri="{FF2B5EF4-FFF2-40B4-BE49-F238E27FC236}">
                        <a16:creationId xmlns:a16="http://schemas.microsoft.com/office/drawing/2014/main" id="{02DA1A32-F58C-FB87-69C4-A458E6139AD4}"/>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6" name="Rechte verbindingslijn 55">
                    <a:extLst>
                      <a:ext uri="{FF2B5EF4-FFF2-40B4-BE49-F238E27FC236}">
                        <a16:creationId xmlns:a16="http://schemas.microsoft.com/office/drawing/2014/main" id="{9A84228E-0F3E-D61F-2C71-35EB949E8231}"/>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7" name="Rechte verbindingslijn 56">
                    <a:extLst>
                      <a:ext uri="{FF2B5EF4-FFF2-40B4-BE49-F238E27FC236}">
                        <a16:creationId xmlns:a16="http://schemas.microsoft.com/office/drawing/2014/main" id="{443DD438-A49B-6FC7-1D25-11636878B648}"/>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52" name="Pijl: rechts 51">
                  <a:extLst>
                    <a:ext uri="{FF2B5EF4-FFF2-40B4-BE49-F238E27FC236}">
                      <a16:creationId xmlns:a16="http://schemas.microsoft.com/office/drawing/2014/main" id="{B9E01507-7E8C-CCBF-5A64-88C5585E5A43}"/>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grpSp>
          <p:nvGrpSpPr>
            <p:cNvPr id="34" name="Groep 33">
              <a:extLst>
                <a:ext uri="{FF2B5EF4-FFF2-40B4-BE49-F238E27FC236}">
                  <a16:creationId xmlns:a16="http://schemas.microsoft.com/office/drawing/2014/main" id="{B81333CC-EF49-40D9-E6FE-15D63A161871}"/>
                </a:ext>
              </a:extLst>
            </p:cNvPr>
            <p:cNvGrpSpPr/>
            <p:nvPr userDrawn="1"/>
          </p:nvGrpSpPr>
          <p:grpSpPr>
            <a:xfrm>
              <a:off x="-938434" y="4663037"/>
              <a:ext cx="627798" cy="576693"/>
              <a:chOff x="-1753862" y="6112775"/>
              <a:chExt cx="759635" cy="697798"/>
            </a:xfrm>
          </p:grpSpPr>
          <p:grpSp>
            <p:nvGrpSpPr>
              <p:cNvPr id="35" name="Inspireren">
                <a:extLst>
                  <a:ext uri="{FF2B5EF4-FFF2-40B4-BE49-F238E27FC236}">
                    <a16:creationId xmlns:a16="http://schemas.microsoft.com/office/drawing/2014/main" id="{1649ACFD-637A-E926-DD5C-3CCA606E3361}"/>
                  </a:ext>
                </a:extLst>
              </p:cNvPr>
              <p:cNvGrpSpPr>
                <a:grpSpLocks noChangeAspect="1"/>
              </p:cNvGrpSpPr>
              <p:nvPr userDrawn="1"/>
            </p:nvGrpSpPr>
            <p:grpSpPr bwMode="auto">
              <a:xfrm>
                <a:off x="-1484858" y="6112775"/>
                <a:ext cx="205431" cy="293286"/>
                <a:chOff x="4768" y="2783"/>
                <a:chExt cx="788" cy="1125"/>
              </a:xfrm>
              <a:gradFill>
                <a:gsLst>
                  <a:gs pos="0">
                    <a:srgbClr val="9D9FA1"/>
                  </a:gs>
                  <a:gs pos="70000">
                    <a:srgbClr val="211F26"/>
                  </a:gs>
                </a:gsLst>
                <a:lin ang="2700000" scaled="0"/>
              </a:gradFill>
            </p:grpSpPr>
            <p:sp>
              <p:nvSpPr>
                <p:cNvPr id="37" name="Freeform 12">
                  <a:extLst>
                    <a:ext uri="{FF2B5EF4-FFF2-40B4-BE49-F238E27FC236}">
                      <a16:creationId xmlns:a16="http://schemas.microsoft.com/office/drawing/2014/main" id="{7F60C42A-E814-D8B8-D340-F7334AC0B60A}"/>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38" name="Freeform 13">
                  <a:extLst>
                    <a:ext uri="{FF2B5EF4-FFF2-40B4-BE49-F238E27FC236}">
                      <a16:creationId xmlns:a16="http://schemas.microsoft.com/office/drawing/2014/main" id="{7017D67F-17BF-B95B-30CD-0FA8A5D61DBA}"/>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39" name="Freeform 14">
                  <a:extLst>
                    <a:ext uri="{FF2B5EF4-FFF2-40B4-BE49-F238E27FC236}">
                      <a16:creationId xmlns:a16="http://schemas.microsoft.com/office/drawing/2014/main" id="{0E0611DC-F7C9-75A2-C88E-FCAA598AEB22}"/>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36" name="Tekstvak 35">
                <a:extLst>
                  <a:ext uri="{FF2B5EF4-FFF2-40B4-BE49-F238E27FC236}">
                    <a16:creationId xmlns:a16="http://schemas.microsoft.com/office/drawing/2014/main" id="{14E04E60-514C-2FE7-A094-A5203B48C74C}"/>
                  </a:ext>
                </a:extLst>
              </p:cNvPr>
              <p:cNvSpPr txBox="1"/>
              <p:nvPr userDrawn="1"/>
            </p:nvSpPr>
            <p:spPr>
              <a:xfrm>
                <a:off x="-1753862" y="6420664"/>
                <a:ext cx="759635" cy="38990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grpSp>
      <p:grpSp>
        <p:nvGrpSpPr>
          <p:cNvPr id="82" name="INSTRUCTION">
            <a:extLst>
              <a:ext uri="{FF2B5EF4-FFF2-40B4-BE49-F238E27FC236}">
                <a16:creationId xmlns:a16="http://schemas.microsoft.com/office/drawing/2014/main" id="{4C2089C0-B2AC-E696-5A8E-6A8B8C42167D}"/>
              </a:ext>
            </a:extLst>
          </p:cNvPr>
          <p:cNvGrpSpPr/>
          <p:nvPr userDrawn="1"/>
        </p:nvGrpSpPr>
        <p:grpSpPr>
          <a:xfrm>
            <a:off x="-3786165" y="-1"/>
            <a:ext cx="3693386" cy="6640349"/>
            <a:chOff x="-3786165" y="-1"/>
            <a:chExt cx="3693386" cy="6640349"/>
          </a:xfrm>
        </p:grpSpPr>
        <p:sp>
          <p:nvSpPr>
            <p:cNvPr id="83" name="Rechthoek 82">
              <a:extLst>
                <a:ext uri="{FF2B5EF4-FFF2-40B4-BE49-F238E27FC236}">
                  <a16:creationId xmlns:a16="http://schemas.microsoft.com/office/drawing/2014/main" id="{EDBFA259-3300-B065-B510-8B891F784307}"/>
                </a:ext>
              </a:extLst>
            </p:cNvPr>
            <p:cNvSpPr/>
            <p:nvPr userDrawn="1"/>
          </p:nvSpPr>
          <p:spPr>
            <a:xfrm>
              <a:off x="-3786165" y="-1"/>
              <a:ext cx="3593091" cy="5991727"/>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Insert/edit an image</a:t>
              </a:r>
            </a:p>
          </p:txBody>
        </p:sp>
        <p:sp>
          <p:nvSpPr>
            <p:cNvPr id="84" name="Ovaal 83">
              <a:extLst>
                <a:ext uri="{FF2B5EF4-FFF2-40B4-BE49-F238E27FC236}">
                  <a16:creationId xmlns:a16="http://schemas.microsoft.com/office/drawing/2014/main" id="{00E57904-8A79-7AAD-C778-24BC09FE7DD9}"/>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85" name="Rechthoek 84">
              <a:extLst>
                <a:ext uri="{FF2B5EF4-FFF2-40B4-BE49-F238E27FC236}">
                  <a16:creationId xmlns:a16="http://schemas.microsoft.com/office/drawing/2014/main" id="{22D6E0BB-AA43-3466-9879-A10C8B472936}"/>
                </a:ext>
              </a:extLst>
            </p:cNvPr>
            <p:cNvSpPr/>
            <p:nvPr userDrawn="1"/>
          </p:nvSpPr>
          <p:spPr>
            <a:xfrm>
              <a:off x="-3319415" y="465324"/>
              <a:ext cx="2962706" cy="668152"/>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If necessary, delete the existing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by using the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key’</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Select the placeholder,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1" i="0" u="none" strike="noStrike" kern="0" cap="none" spc="0" normalizeH="0" baseline="0" noProof="0" dirty="0" err="1">
                  <a:ln>
                    <a:noFill/>
                  </a:ln>
                  <a:solidFill>
                    <a:srgbClr val="000000"/>
                  </a:solidFill>
                  <a:effectLst/>
                  <a:uLnTx/>
                  <a:uFillTx/>
                  <a:latin typeface="Calibri" panose="020F0502020204030204" pitchFamily="34" charset="0"/>
                  <a:ea typeface="+mn-ea"/>
                  <a:cs typeface="Calibri" panose="020F0502020204030204" pitchFamily="34" charset="0"/>
                </a:rPr>
                <a:t>Slidebuilder</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 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‘Images’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endPar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86" name="Ovaal 85">
              <a:extLst>
                <a:ext uri="{FF2B5EF4-FFF2-40B4-BE49-F238E27FC236}">
                  <a16:creationId xmlns:a16="http://schemas.microsoft.com/office/drawing/2014/main" id="{049C766C-863D-202C-344D-827AF0E42934}"/>
                </a:ext>
              </a:extLst>
            </p:cNvPr>
            <p:cNvSpPr/>
            <p:nvPr userDrawn="1"/>
          </p:nvSpPr>
          <p:spPr>
            <a:xfrm>
              <a:off x="-3603587" y="2633935"/>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87" name="Rechthoek 86">
              <a:extLst>
                <a:ext uri="{FF2B5EF4-FFF2-40B4-BE49-F238E27FC236}">
                  <a16:creationId xmlns:a16="http://schemas.microsoft.com/office/drawing/2014/main" id="{9980DF71-F498-2CF9-3E80-B8BCD6D04B87}"/>
                </a:ext>
              </a:extLst>
            </p:cNvPr>
            <p:cNvSpPr/>
            <p:nvPr userDrawn="1"/>
          </p:nvSpPr>
          <p:spPr>
            <a:xfrm>
              <a:off x="-3319416" y="2633936"/>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Click with the right mouse button on the thumbnail display of the slide on the left side </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of the screen and choose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‘Reset slide’</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88" name="Ovaal 87">
              <a:extLst>
                <a:ext uri="{FF2B5EF4-FFF2-40B4-BE49-F238E27FC236}">
                  <a16:creationId xmlns:a16="http://schemas.microsoft.com/office/drawing/2014/main" id="{46A91D5A-69C2-0976-98D1-92D5F7FB36B5}"/>
                </a:ext>
              </a:extLst>
            </p:cNvPr>
            <p:cNvSpPr/>
            <p:nvPr userDrawn="1"/>
          </p:nvSpPr>
          <p:spPr>
            <a:xfrm>
              <a:off x="-3603587" y="4226365"/>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89" name="Rechthoek 88">
              <a:extLst>
                <a:ext uri="{FF2B5EF4-FFF2-40B4-BE49-F238E27FC236}">
                  <a16:creationId xmlns:a16="http://schemas.microsoft.com/office/drawing/2014/main" id="{EA2FA2F3-7E9B-4DDB-5600-55FBEBAE39E8}"/>
                </a:ext>
              </a:extLst>
            </p:cNvPr>
            <p:cNvSpPr/>
            <p:nvPr userDrawn="1"/>
          </p:nvSpPr>
          <p:spPr>
            <a:xfrm>
              <a:off x="-3319416" y="4226366"/>
              <a:ext cx="2944683" cy="820954"/>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To scale or drag the image,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‘Picture Tools - Format’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‘Crop’</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Scale the image itself with</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spheres and scale the image frame with the brackets.</a:t>
              </a:r>
            </a:p>
          </p:txBody>
        </p:sp>
        <p:sp>
          <p:nvSpPr>
            <p:cNvPr id="90" name="Rechthoek 89">
              <a:extLst>
                <a:ext uri="{FF2B5EF4-FFF2-40B4-BE49-F238E27FC236}">
                  <a16:creationId xmlns:a16="http://schemas.microsoft.com/office/drawing/2014/main" id="{71A8E870-C918-CCE2-70FC-FBA9EBCE0D99}"/>
                </a:ext>
              </a:extLst>
            </p:cNvPr>
            <p:cNvSpPr/>
            <p:nvPr userDrawn="1"/>
          </p:nvSpPr>
          <p:spPr>
            <a:xfrm>
              <a:off x="-3316836" y="3200265"/>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en-GB" sz="1000" b="0" i="1" noProof="0" dirty="0">
                <a:solidFill>
                  <a:srgbClr val="211F26"/>
                </a:solidFill>
                <a:latin typeface="Calibri" panose="020F0502020204030204" pitchFamily="34" charset="0"/>
                <a:cs typeface="Calibri" panose="020F0502020204030204" pitchFamily="34" charset="0"/>
              </a:endParaRPr>
            </a:p>
          </p:txBody>
        </p:sp>
        <p:grpSp>
          <p:nvGrpSpPr>
            <p:cNvPr id="91" name="Groep 90">
              <a:extLst>
                <a:ext uri="{FF2B5EF4-FFF2-40B4-BE49-F238E27FC236}">
                  <a16:creationId xmlns:a16="http://schemas.microsoft.com/office/drawing/2014/main" id="{A026C58A-7588-E764-F83A-1D56887006E9}"/>
                </a:ext>
              </a:extLst>
            </p:cNvPr>
            <p:cNvGrpSpPr/>
            <p:nvPr userDrawn="1"/>
          </p:nvGrpSpPr>
          <p:grpSpPr>
            <a:xfrm>
              <a:off x="-2485819" y="3479783"/>
              <a:ext cx="1222990" cy="563933"/>
              <a:chOff x="-2485819" y="3399207"/>
              <a:chExt cx="1222990" cy="563933"/>
            </a:xfrm>
          </p:grpSpPr>
          <p:sp>
            <p:nvSpPr>
              <p:cNvPr id="130" name="Rechthoek 129">
                <a:extLst>
                  <a:ext uri="{FF2B5EF4-FFF2-40B4-BE49-F238E27FC236}">
                    <a16:creationId xmlns:a16="http://schemas.microsoft.com/office/drawing/2014/main" id="{7C07B5C8-1636-4DE7-0BD5-B6C4511F7FE8}"/>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131" name="Rechthoek 130">
                <a:extLst>
                  <a:ext uri="{FF2B5EF4-FFF2-40B4-BE49-F238E27FC236}">
                    <a16:creationId xmlns:a16="http://schemas.microsoft.com/office/drawing/2014/main" id="{11F8AD69-1B3B-4086-B3C4-0B0E6DFC2F6A}"/>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nvGrpSpPr>
              <p:cNvPr id="132" name="Groep 131">
                <a:extLst>
                  <a:ext uri="{FF2B5EF4-FFF2-40B4-BE49-F238E27FC236}">
                    <a16:creationId xmlns:a16="http://schemas.microsoft.com/office/drawing/2014/main" id="{E12D28B5-79BD-D0C1-673E-6FAE85B50A54}"/>
                  </a:ext>
                </a:extLst>
              </p:cNvPr>
              <p:cNvGrpSpPr/>
              <p:nvPr userDrawn="1"/>
            </p:nvGrpSpPr>
            <p:grpSpPr>
              <a:xfrm>
                <a:off x="-2403869" y="3460544"/>
                <a:ext cx="155951" cy="131922"/>
                <a:chOff x="12968836" y="3354170"/>
                <a:chExt cx="404806" cy="342433"/>
              </a:xfrm>
            </p:grpSpPr>
            <p:sp>
              <p:nvSpPr>
                <p:cNvPr id="145" name="Rechthoek: afgeronde hoeken 144">
                  <a:extLst>
                    <a:ext uri="{FF2B5EF4-FFF2-40B4-BE49-F238E27FC236}">
                      <a16:creationId xmlns:a16="http://schemas.microsoft.com/office/drawing/2014/main" id="{6B3E1899-75C5-2B15-FC88-8B704EB50E7D}"/>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146" name="Rechthoek 145">
                  <a:extLst>
                    <a:ext uri="{FF2B5EF4-FFF2-40B4-BE49-F238E27FC236}">
                      <a16:creationId xmlns:a16="http://schemas.microsoft.com/office/drawing/2014/main" id="{E3C2167C-C4F4-BD6B-F4DF-DED0307D32CD}"/>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47" name="Rechthoek 146">
                  <a:extLst>
                    <a:ext uri="{FF2B5EF4-FFF2-40B4-BE49-F238E27FC236}">
                      <a16:creationId xmlns:a16="http://schemas.microsoft.com/office/drawing/2014/main" id="{D84B6B35-D9F4-68C8-7F69-9AC0D898F6A6}"/>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48" name="Rechthoek 147">
                  <a:extLst>
                    <a:ext uri="{FF2B5EF4-FFF2-40B4-BE49-F238E27FC236}">
                      <a16:creationId xmlns:a16="http://schemas.microsoft.com/office/drawing/2014/main" id="{65285791-DA80-619E-F7C7-D4DC1A1AAF3F}"/>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49" name="Rechthoek 148">
                  <a:extLst>
                    <a:ext uri="{FF2B5EF4-FFF2-40B4-BE49-F238E27FC236}">
                      <a16:creationId xmlns:a16="http://schemas.microsoft.com/office/drawing/2014/main" id="{B92C0E2C-5E48-7F80-3312-1DCC47C08328}"/>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50" name="Rechthoek 149">
                  <a:extLst>
                    <a:ext uri="{FF2B5EF4-FFF2-40B4-BE49-F238E27FC236}">
                      <a16:creationId xmlns:a16="http://schemas.microsoft.com/office/drawing/2014/main" id="{9CE35A5B-7572-4AA5-9096-BD6A1AE6F9E0}"/>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133" name="Groep 132">
                <a:extLst>
                  <a:ext uri="{FF2B5EF4-FFF2-40B4-BE49-F238E27FC236}">
                    <a16:creationId xmlns:a16="http://schemas.microsoft.com/office/drawing/2014/main" id="{A93164CF-47C6-1308-0CE3-AF492E1C5599}"/>
                  </a:ext>
                </a:extLst>
              </p:cNvPr>
              <p:cNvGrpSpPr/>
              <p:nvPr userDrawn="1"/>
            </p:nvGrpSpPr>
            <p:grpSpPr>
              <a:xfrm>
                <a:off x="-2423424" y="3690208"/>
                <a:ext cx="166739" cy="218963"/>
                <a:chOff x="12940828" y="3950597"/>
                <a:chExt cx="432813" cy="568367"/>
              </a:xfrm>
            </p:grpSpPr>
            <p:grpSp>
              <p:nvGrpSpPr>
                <p:cNvPr id="137" name="Groep 136">
                  <a:extLst>
                    <a:ext uri="{FF2B5EF4-FFF2-40B4-BE49-F238E27FC236}">
                      <a16:creationId xmlns:a16="http://schemas.microsoft.com/office/drawing/2014/main" id="{74DDB3DA-955E-C73B-633A-C29D94DEC990}"/>
                    </a:ext>
                  </a:extLst>
                </p:cNvPr>
                <p:cNvGrpSpPr/>
                <p:nvPr userDrawn="1"/>
              </p:nvGrpSpPr>
              <p:grpSpPr>
                <a:xfrm>
                  <a:off x="13000382" y="4006891"/>
                  <a:ext cx="373259" cy="315747"/>
                  <a:chOff x="12968836" y="3354170"/>
                  <a:chExt cx="404806" cy="342433"/>
                </a:xfrm>
              </p:grpSpPr>
              <p:sp>
                <p:nvSpPr>
                  <p:cNvPr id="139" name="Rechthoek: afgeronde hoeken 138">
                    <a:extLst>
                      <a:ext uri="{FF2B5EF4-FFF2-40B4-BE49-F238E27FC236}">
                        <a16:creationId xmlns:a16="http://schemas.microsoft.com/office/drawing/2014/main" id="{B6C671DF-2B2A-7CEB-A7D2-EB308E4309F8}"/>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140" name="Rechthoek 139">
                    <a:extLst>
                      <a:ext uri="{FF2B5EF4-FFF2-40B4-BE49-F238E27FC236}">
                        <a16:creationId xmlns:a16="http://schemas.microsoft.com/office/drawing/2014/main" id="{8C581F6A-8E37-A90D-7CC5-7F5A650CE1EB}"/>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41" name="Rechthoek 140">
                    <a:extLst>
                      <a:ext uri="{FF2B5EF4-FFF2-40B4-BE49-F238E27FC236}">
                        <a16:creationId xmlns:a16="http://schemas.microsoft.com/office/drawing/2014/main" id="{95B09599-CD9A-3034-7EE0-61697A9FA7E7}"/>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42" name="Rechthoek 141">
                    <a:extLst>
                      <a:ext uri="{FF2B5EF4-FFF2-40B4-BE49-F238E27FC236}">
                        <a16:creationId xmlns:a16="http://schemas.microsoft.com/office/drawing/2014/main" id="{B90F0AD5-E400-7C3D-E353-5E4A6D5C46CE}"/>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43" name="Rechthoek 142">
                    <a:extLst>
                      <a:ext uri="{FF2B5EF4-FFF2-40B4-BE49-F238E27FC236}">
                        <a16:creationId xmlns:a16="http://schemas.microsoft.com/office/drawing/2014/main" id="{B2B2704C-F08B-30FC-C3B4-6D61221BE3A4}"/>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44" name="Rechthoek 143">
                    <a:extLst>
                      <a:ext uri="{FF2B5EF4-FFF2-40B4-BE49-F238E27FC236}">
                        <a16:creationId xmlns:a16="http://schemas.microsoft.com/office/drawing/2014/main" id="{EA26EDFB-03C0-F0D8-D04F-6A24AD02EA57}"/>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sp>
              <p:nvSpPr>
                <p:cNvPr id="138" name="Boog 137">
                  <a:extLst>
                    <a:ext uri="{FF2B5EF4-FFF2-40B4-BE49-F238E27FC236}">
                      <a16:creationId xmlns:a16="http://schemas.microsoft.com/office/drawing/2014/main" id="{18A7D5F9-1FDF-AADC-7682-144A43CDF8DC}"/>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en-GB" sz="2400" noProof="0" dirty="0">
                    <a:solidFill>
                      <a:srgbClr val="211F26"/>
                    </a:solidFill>
                    <a:latin typeface="Calibri" panose="020F0502020204030204" pitchFamily="34" charset="0"/>
                    <a:cs typeface="Calibri" panose="020F0502020204030204" pitchFamily="34" charset="0"/>
                  </a:endParaRPr>
                </a:p>
              </p:txBody>
            </p:sp>
          </p:grpSp>
          <p:sp>
            <p:nvSpPr>
              <p:cNvPr id="134" name="Tekstvak 133">
                <a:extLst>
                  <a:ext uri="{FF2B5EF4-FFF2-40B4-BE49-F238E27FC236}">
                    <a16:creationId xmlns:a16="http://schemas.microsoft.com/office/drawing/2014/main" id="{76CF95F6-E18C-6BFA-3930-451D17467ADC}"/>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Layout</a:t>
                </a:r>
              </a:p>
            </p:txBody>
          </p:sp>
          <p:sp>
            <p:nvSpPr>
              <p:cNvPr id="135" name="Tekstvak 134">
                <a:extLst>
                  <a:ext uri="{FF2B5EF4-FFF2-40B4-BE49-F238E27FC236}">
                    <a16:creationId xmlns:a16="http://schemas.microsoft.com/office/drawing/2014/main" id="{F8ABEB76-F339-5EF1-AC6E-0D5AE2DACDF3}"/>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Reset slide</a:t>
                </a:r>
              </a:p>
            </p:txBody>
          </p:sp>
          <p:sp>
            <p:nvSpPr>
              <p:cNvPr id="136" name="Vrije vorm: vorm 135">
                <a:extLst>
                  <a:ext uri="{FF2B5EF4-FFF2-40B4-BE49-F238E27FC236}">
                    <a16:creationId xmlns:a16="http://schemas.microsoft.com/office/drawing/2014/main" id="{2E6FDD78-3B75-C101-12EF-5FF35FF3BA76}"/>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grpSp>
        <p:grpSp>
          <p:nvGrpSpPr>
            <p:cNvPr id="92" name="Groep 91">
              <a:extLst>
                <a:ext uri="{FF2B5EF4-FFF2-40B4-BE49-F238E27FC236}">
                  <a16:creationId xmlns:a16="http://schemas.microsoft.com/office/drawing/2014/main" id="{2BCB3FD2-467B-0B48-0D5B-8BA7B4AF0FAA}"/>
                </a:ext>
              </a:extLst>
            </p:cNvPr>
            <p:cNvGrpSpPr/>
            <p:nvPr userDrawn="1"/>
          </p:nvGrpSpPr>
          <p:grpSpPr>
            <a:xfrm>
              <a:off x="-3786165" y="5680652"/>
              <a:ext cx="3693386" cy="959696"/>
              <a:chOff x="-3786437" y="6163468"/>
              <a:chExt cx="3693386" cy="959696"/>
            </a:xfrm>
          </p:grpSpPr>
          <p:sp>
            <p:nvSpPr>
              <p:cNvPr id="120" name="Rechthoek 119">
                <a:extLst>
                  <a:ext uri="{FF2B5EF4-FFF2-40B4-BE49-F238E27FC236}">
                    <a16:creationId xmlns:a16="http://schemas.microsoft.com/office/drawing/2014/main" id="{D15FDBCD-9C14-ABB9-F89A-D4F719A5FE30}"/>
                  </a:ext>
                </a:extLst>
              </p:cNvPr>
              <p:cNvSpPr/>
              <p:nvPr userDrawn="1"/>
            </p:nvSpPr>
            <p:spPr>
              <a:xfrm>
                <a:off x="-3786437" y="6295164"/>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grpSp>
            <p:nvGrpSpPr>
              <p:cNvPr id="121" name="ICOON_info">
                <a:extLst>
                  <a:ext uri="{FF2B5EF4-FFF2-40B4-BE49-F238E27FC236}">
                    <a16:creationId xmlns:a16="http://schemas.microsoft.com/office/drawing/2014/main" id="{C7242B07-B1BB-3F07-0238-E96F0FF53879}"/>
                  </a:ext>
                </a:extLst>
              </p:cNvPr>
              <p:cNvGrpSpPr/>
              <p:nvPr userDrawn="1"/>
            </p:nvGrpSpPr>
            <p:grpSpPr>
              <a:xfrm>
                <a:off x="-376736" y="6163468"/>
                <a:ext cx="283685" cy="283685"/>
                <a:chOff x="-510741" y="5913713"/>
                <a:chExt cx="267555" cy="267555"/>
              </a:xfrm>
            </p:grpSpPr>
            <p:sp>
              <p:nvSpPr>
                <p:cNvPr id="128" name="Ovaal 127">
                  <a:extLst>
                    <a:ext uri="{FF2B5EF4-FFF2-40B4-BE49-F238E27FC236}">
                      <a16:creationId xmlns:a16="http://schemas.microsoft.com/office/drawing/2014/main" id="{2F426854-D00B-F45D-B955-86FAEC9E5763}"/>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129" name="Graphic 163" descr="Informatie">
                  <a:extLst>
                    <a:ext uri="{FF2B5EF4-FFF2-40B4-BE49-F238E27FC236}">
                      <a16:creationId xmlns:a16="http://schemas.microsoft.com/office/drawing/2014/main" id="{B4AA01CD-2285-7CA1-30D2-16B914FD3FCA}"/>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122" name="Groep 121">
                <a:extLst>
                  <a:ext uri="{FF2B5EF4-FFF2-40B4-BE49-F238E27FC236}">
                    <a16:creationId xmlns:a16="http://schemas.microsoft.com/office/drawing/2014/main" id="{2AB54ED2-EDD2-2105-7B7B-3117B7C95B83}"/>
                  </a:ext>
                </a:extLst>
              </p:cNvPr>
              <p:cNvGrpSpPr/>
              <p:nvPr userDrawn="1"/>
            </p:nvGrpSpPr>
            <p:grpSpPr>
              <a:xfrm>
                <a:off x="-938434" y="6420818"/>
                <a:ext cx="627798" cy="576693"/>
                <a:chOff x="-938434" y="4570310"/>
                <a:chExt cx="627798" cy="576693"/>
              </a:xfrm>
            </p:grpSpPr>
            <p:grpSp>
              <p:nvGrpSpPr>
                <p:cNvPr id="123" name="Inspireren">
                  <a:extLst>
                    <a:ext uri="{FF2B5EF4-FFF2-40B4-BE49-F238E27FC236}">
                      <a16:creationId xmlns:a16="http://schemas.microsoft.com/office/drawing/2014/main" id="{2A5FD0E5-835F-21BE-5661-5CFC500E0979}"/>
                    </a:ext>
                  </a:extLst>
                </p:cNvPr>
                <p:cNvGrpSpPr>
                  <a:grpSpLocks noChangeAspect="1"/>
                </p:cNvGrpSpPr>
                <p:nvPr userDrawn="1"/>
              </p:nvGrpSpPr>
              <p:grpSpPr bwMode="auto">
                <a:xfrm>
                  <a:off x="-716116" y="4570310"/>
                  <a:ext cx="169778" cy="242385"/>
                  <a:chOff x="4768" y="2783"/>
                  <a:chExt cx="788" cy="1125"/>
                </a:xfrm>
                <a:gradFill>
                  <a:gsLst>
                    <a:gs pos="0">
                      <a:srgbClr val="9D9FA1"/>
                    </a:gs>
                    <a:gs pos="70000">
                      <a:srgbClr val="211F26"/>
                    </a:gs>
                  </a:gsLst>
                  <a:lin ang="2700000" scaled="0"/>
                </a:gradFill>
              </p:grpSpPr>
              <p:sp>
                <p:nvSpPr>
                  <p:cNvPr id="125" name="Freeform 12">
                    <a:extLst>
                      <a:ext uri="{FF2B5EF4-FFF2-40B4-BE49-F238E27FC236}">
                        <a16:creationId xmlns:a16="http://schemas.microsoft.com/office/drawing/2014/main" id="{7D8C4D80-1012-DAB6-3741-11759AECB82C}"/>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126" name="Freeform 13">
                    <a:extLst>
                      <a:ext uri="{FF2B5EF4-FFF2-40B4-BE49-F238E27FC236}">
                        <a16:creationId xmlns:a16="http://schemas.microsoft.com/office/drawing/2014/main" id="{2FC65B57-49F0-1EA3-9C02-606F7637A67F}"/>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127" name="Freeform 14">
                    <a:extLst>
                      <a:ext uri="{FF2B5EF4-FFF2-40B4-BE49-F238E27FC236}">
                        <a16:creationId xmlns:a16="http://schemas.microsoft.com/office/drawing/2014/main" id="{01D73EF9-1110-0BDA-8CFC-6FFF57242E76}"/>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124" name="Tekstvak 123">
                  <a:extLst>
                    <a:ext uri="{FF2B5EF4-FFF2-40B4-BE49-F238E27FC236}">
                      <a16:creationId xmlns:a16="http://schemas.microsoft.com/office/drawing/2014/main" id="{6A890629-80E9-574C-1DBD-CC14AF254554}"/>
                    </a:ext>
                  </a:extLst>
                </p:cNvPr>
                <p:cNvSpPr txBox="1"/>
                <p:nvPr userDrawn="1"/>
              </p:nvSpPr>
              <p:spPr>
                <a:xfrm>
                  <a:off x="-938434" y="4824764"/>
                  <a:ext cx="627798" cy="32223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grpSp>
        <p:grpSp>
          <p:nvGrpSpPr>
            <p:cNvPr id="93" name="Groep 92">
              <a:extLst>
                <a:ext uri="{FF2B5EF4-FFF2-40B4-BE49-F238E27FC236}">
                  <a16:creationId xmlns:a16="http://schemas.microsoft.com/office/drawing/2014/main" id="{20F5000D-B3D2-2845-E515-75E5583BFF2A}"/>
                </a:ext>
              </a:extLst>
            </p:cNvPr>
            <p:cNvGrpSpPr/>
            <p:nvPr userDrawn="1"/>
          </p:nvGrpSpPr>
          <p:grpSpPr>
            <a:xfrm>
              <a:off x="-3426806" y="5129582"/>
              <a:ext cx="514284" cy="506545"/>
              <a:chOff x="12617641" y="3403239"/>
              <a:chExt cx="752963" cy="741634"/>
            </a:xfrm>
          </p:grpSpPr>
          <p:grpSp>
            <p:nvGrpSpPr>
              <p:cNvPr id="104" name="Groep 103">
                <a:extLst>
                  <a:ext uri="{FF2B5EF4-FFF2-40B4-BE49-F238E27FC236}">
                    <a16:creationId xmlns:a16="http://schemas.microsoft.com/office/drawing/2014/main" id="{D85893EE-32BD-7246-C0F1-5D0AB8A6321E}"/>
                  </a:ext>
                </a:extLst>
              </p:cNvPr>
              <p:cNvGrpSpPr/>
              <p:nvPr userDrawn="1"/>
            </p:nvGrpSpPr>
            <p:grpSpPr>
              <a:xfrm>
                <a:off x="12771530" y="3403239"/>
                <a:ext cx="467176" cy="448491"/>
                <a:chOff x="12782157" y="3403239"/>
                <a:chExt cx="467176" cy="448491"/>
              </a:xfrm>
            </p:grpSpPr>
            <p:grpSp>
              <p:nvGrpSpPr>
                <p:cNvPr id="107" name="Groep 106">
                  <a:extLst>
                    <a:ext uri="{FF2B5EF4-FFF2-40B4-BE49-F238E27FC236}">
                      <a16:creationId xmlns:a16="http://schemas.microsoft.com/office/drawing/2014/main" id="{95F95942-17DE-CE98-689A-11927E3F514E}"/>
                    </a:ext>
                  </a:extLst>
                </p:cNvPr>
                <p:cNvGrpSpPr/>
                <p:nvPr userDrawn="1"/>
              </p:nvGrpSpPr>
              <p:grpSpPr>
                <a:xfrm>
                  <a:off x="12782157" y="3403239"/>
                  <a:ext cx="412976" cy="396132"/>
                  <a:chOff x="13554906" y="3320109"/>
                  <a:chExt cx="443917" cy="425811"/>
                </a:xfrm>
              </p:grpSpPr>
              <p:grpSp>
                <p:nvGrpSpPr>
                  <p:cNvPr id="114" name="Groep 113">
                    <a:extLst>
                      <a:ext uri="{FF2B5EF4-FFF2-40B4-BE49-F238E27FC236}">
                        <a16:creationId xmlns:a16="http://schemas.microsoft.com/office/drawing/2014/main" id="{E2CC32E2-7CF1-DD85-D240-81FDE0BFCB81}"/>
                      </a:ext>
                    </a:extLst>
                  </p:cNvPr>
                  <p:cNvGrpSpPr/>
                  <p:nvPr userDrawn="1"/>
                </p:nvGrpSpPr>
                <p:grpSpPr>
                  <a:xfrm>
                    <a:off x="13554906" y="3320109"/>
                    <a:ext cx="443917" cy="425811"/>
                    <a:chOff x="12909684" y="1276143"/>
                    <a:chExt cx="443917" cy="425811"/>
                  </a:xfrm>
                </p:grpSpPr>
                <p:sp>
                  <p:nvSpPr>
                    <p:cNvPr id="117" name="Rechthoek 116">
                      <a:extLst>
                        <a:ext uri="{FF2B5EF4-FFF2-40B4-BE49-F238E27FC236}">
                          <a16:creationId xmlns:a16="http://schemas.microsoft.com/office/drawing/2014/main" id="{820CD70B-BAEC-7668-55DB-51F0AF826DB3}"/>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118" name="Rechthoek 117">
                      <a:extLst>
                        <a:ext uri="{FF2B5EF4-FFF2-40B4-BE49-F238E27FC236}">
                          <a16:creationId xmlns:a16="http://schemas.microsoft.com/office/drawing/2014/main" id="{56291531-E9BE-0722-F707-DB44F8937F1C}"/>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119" name="Ovaal 118">
                      <a:extLst>
                        <a:ext uri="{FF2B5EF4-FFF2-40B4-BE49-F238E27FC236}">
                          <a16:creationId xmlns:a16="http://schemas.microsoft.com/office/drawing/2014/main" id="{C11268D5-9CBE-B938-9B16-2F1C7EEB2000}"/>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pic>
                <p:nvPicPr>
                  <p:cNvPr id="115" name="Afbeelding 114">
                    <a:extLst>
                      <a:ext uri="{FF2B5EF4-FFF2-40B4-BE49-F238E27FC236}">
                        <a16:creationId xmlns:a16="http://schemas.microsoft.com/office/drawing/2014/main" id="{BA381BF8-ED12-400C-D3D9-62BCDBCA1A15}"/>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a:off x="13567296" y="3424991"/>
                    <a:ext cx="173367" cy="140220"/>
                  </a:xfrm>
                  <a:prstGeom prst="rect">
                    <a:avLst/>
                  </a:prstGeom>
                </p:spPr>
              </p:pic>
              <p:pic>
                <p:nvPicPr>
                  <p:cNvPr id="116" name="Afbeelding 115">
                    <a:extLst>
                      <a:ext uri="{FF2B5EF4-FFF2-40B4-BE49-F238E27FC236}">
                        <a16:creationId xmlns:a16="http://schemas.microsoft.com/office/drawing/2014/main" id="{FA450C4F-7440-1438-66AA-970705FA3487}"/>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108" name="Groep 107">
                  <a:extLst>
                    <a:ext uri="{FF2B5EF4-FFF2-40B4-BE49-F238E27FC236}">
                      <a16:creationId xmlns:a16="http://schemas.microsoft.com/office/drawing/2014/main" id="{91ED5AA9-DA63-940D-CA85-F38B2B95FFE0}"/>
                    </a:ext>
                  </a:extLst>
                </p:cNvPr>
                <p:cNvGrpSpPr/>
                <p:nvPr userDrawn="1"/>
              </p:nvGrpSpPr>
              <p:grpSpPr>
                <a:xfrm>
                  <a:off x="13103513" y="3705268"/>
                  <a:ext cx="145820" cy="146462"/>
                  <a:chOff x="13096169" y="3602278"/>
                  <a:chExt cx="145820" cy="146462"/>
                </a:xfrm>
              </p:grpSpPr>
              <p:sp>
                <p:nvSpPr>
                  <p:cNvPr id="112" name="Rechthoek 111">
                    <a:extLst>
                      <a:ext uri="{FF2B5EF4-FFF2-40B4-BE49-F238E27FC236}">
                        <a16:creationId xmlns:a16="http://schemas.microsoft.com/office/drawing/2014/main" id="{FC86B387-74FD-2253-E65B-55CA2835127E}"/>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13" name="Rechthoek 112">
                    <a:extLst>
                      <a:ext uri="{FF2B5EF4-FFF2-40B4-BE49-F238E27FC236}">
                        <a16:creationId xmlns:a16="http://schemas.microsoft.com/office/drawing/2014/main" id="{4C42A54C-E400-A3B9-DAD0-06BE2CB5DE7A}"/>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109" name="Groep 108">
                  <a:extLst>
                    <a:ext uri="{FF2B5EF4-FFF2-40B4-BE49-F238E27FC236}">
                      <a16:creationId xmlns:a16="http://schemas.microsoft.com/office/drawing/2014/main" id="{C11A1D3D-5BA8-7C2B-609D-7E1F87328CB9}"/>
                    </a:ext>
                  </a:extLst>
                </p:cNvPr>
                <p:cNvGrpSpPr/>
                <p:nvPr userDrawn="1"/>
              </p:nvGrpSpPr>
              <p:grpSpPr>
                <a:xfrm rot="10800000">
                  <a:off x="13061402" y="3665637"/>
                  <a:ext cx="145820" cy="146462"/>
                  <a:chOff x="13096169" y="3602278"/>
                  <a:chExt cx="145820" cy="146462"/>
                </a:xfrm>
              </p:grpSpPr>
              <p:sp>
                <p:nvSpPr>
                  <p:cNvPr id="110" name="Rechthoek 109">
                    <a:extLst>
                      <a:ext uri="{FF2B5EF4-FFF2-40B4-BE49-F238E27FC236}">
                        <a16:creationId xmlns:a16="http://schemas.microsoft.com/office/drawing/2014/main" id="{7F02C236-FAB5-B0A1-CBE0-867BED1DBE1E}"/>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11" name="Rechthoek 110">
                    <a:extLst>
                      <a:ext uri="{FF2B5EF4-FFF2-40B4-BE49-F238E27FC236}">
                        <a16:creationId xmlns:a16="http://schemas.microsoft.com/office/drawing/2014/main" id="{2E37AAF6-7B6D-5DCD-C9C3-5B6853D42873}"/>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sp>
            <p:nvSpPr>
              <p:cNvPr id="105" name="Rechthoek 104">
                <a:extLst>
                  <a:ext uri="{FF2B5EF4-FFF2-40B4-BE49-F238E27FC236}">
                    <a16:creationId xmlns:a16="http://schemas.microsoft.com/office/drawing/2014/main" id="{A5A931BD-69DB-3529-DD1A-FAD0EAA5D24E}"/>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900" b="0" noProof="0" dirty="0">
                    <a:solidFill>
                      <a:srgbClr val="211F26"/>
                    </a:solidFill>
                    <a:latin typeface="Calibri" panose="020F0502020204030204" pitchFamily="34" charset="0"/>
                    <a:cs typeface="Calibri" panose="020F0502020204030204" pitchFamily="34" charset="0"/>
                  </a:rPr>
                  <a:t>Crop</a:t>
                </a:r>
              </a:p>
            </p:txBody>
          </p:sp>
          <p:sp>
            <p:nvSpPr>
              <p:cNvPr id="106" name="Gelijkbenige driehoek 105">
                <a:extLst>
                  <a:ext uri="{FF2B5EF4-FFF2-40B4-BE49-F238E27FC236}">
                    <a16:creationId xmlns:a16="http://schemas.microsoft.com/office/drawing/2014/main" id="{CB763C0D-F836-5AB1-EBFC-B919C60E2EFF}"/>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sp>
          <p:nvSpPr>
            <p:cNvPr id="94" name="Ovaal 93">
              <a:extLst>
                <a:ext uri="{FF2B5EF4-FFF2-40B4-BE49-F238E27FC236}">
                  <a16:creationId xmlns:a16="http://schemas.microsoft.com/office/drawing/2014/main" id="{53CB1E9B-68E5-C1B8-AD9E-8774515695D7}"/>
                </a:ext>
              </a:extLst>
            </p:cNvPr>
            <p:cNvSpPr/>
            <p:nvPr userDrawn="1"/>
          </p:nvSpPr>
          <p:spPr>
            <a:xfrm>
              <a:off x="-3603587" y="18111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95" name="Rechthoek 94">
              <a:extLst>
                <a:ext uri="{FF2B5EF4-FFF2-40B4-BE49-F238E27FC236}">
                  <a16:creationId xmlns:a16="http://schemas.microsoft.com/office/drawing/2014/main" id="{8E237388-CA38-9E57-06EF-EA587EA132BA}"/>
                </a:ext>
              </a:extLst>
            </p:cNvPr>
            <p:cNvSpPr/>
            <p:nvPr userDrawn="1"/>
          </p:nvSpPr>
          <p:spPr>
            <a:xfrm>
              <a:off x="-3319415" y="1811185"/>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 the preferred category and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and click 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‘Insert’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96" name="Rechthoek 95">
              <a:extLst>
                <a:ext uri="{FF2B5EF4-FFF2-40B4-BE49-F238E27FC236}">
                  <a16:creationId xmlns:a16="http://schemas.microsoft.com/office/drawing/2014/main" id="{7D474CE2-B7DB-9EFA-0C1D-6773A522CDC3}"/>
                </a:ext>
              </a:extLst>
            </p:cNvPr>
            <p:cNvSpPr/>
            <p:nvPr userDrawn="1"/>
          </p:nvSpPr>
          <p:spPr>
            <a:xfrm>
              <a:off x="-3319415" y="2245760"/>
              <a:ext cx="825500" cy="209550"/>
            </a:xfrm>
            <a:prstGeom prst="rect">
              <a:avLst/>
            </a:prstGeom>
            <a:solidFill>
              <a:srgbClr val="1FF52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1000" b="1" noProof="0" dirty="0">
                  <a:solidFill>
                    <a:srgbClr val="211F26"/>
                  </a:solidFill>
                  <a:latin typeface="Calibri" panose="020F0502020204030204" pitchFamily="34" charset="0"/>
                  <a:cs typeface="Calibri" panose="020F0502020204030204" pitchFamily="34" charset="0"/>
                </a:rPr>
                <a:t>Insert</a:t>
              </a:r>
            </a:p>
          </p:txBody>
        </p:sp>
        <p:grpSp>
          <p:nvGrpSpPr>
            <p:cNvPr id="97" name="Groep 96">
              <a:extLst>
                <a:ext uri="{FF2B5EF4-FFF2-40B4-BE49-F238E27FC236}">
                  <a16:creationId xmlns:a16="http://schemas.microsoft.com/office/drawing/2014/main" id="{95495BD3-F248-6C1C-C6A4-9D089109A69C}"/>
                </a:ext>
              </a:extLst>
            </p:cNvPr>
            <p:cNvGrpSpPr/>
            <p:nvPr userDrawn="1"/>
          </p:nvGrpSpPr>
          <p:grpSpPr>
            <a:xfrm>
              <a:off x="-3365484" y="1226982"/>
              <a:ext cx="446937" cy="406485"/>
              <a:chOff x="-3563526" y="1409294"/>
              <a:chExt cx="354190" cy="322133"/>
            </a:xfrm>
          </p:grpSpPr>
          <p:grpSp>
            <p:nvGrpSpPr>
              <p:cNvPr id="98" name="Groep 97">
                <a:extLst>
                  <a:ext uri="{FF2B5EF4-FFF2-40B4-BE49-F238E27FC236}">
                    <a16:creationId xmlns:a16="http://schemas.microsoft.com/office/drawing/2014/main" id="{A0500E96-1499-9A2E-AC79-D820D7E0D0A4}"/>
                  </a:ext>
                </a:extLst>
              </p:cNvPr>
              <p:cNvGrpSpPr/>
              <p:nvPr userDrawn="1"/>
            </p:nvGrpSpPr>
            <p:grpSpPr>
              <a:xfrm>
                <a:off x="-3499992" y="1409294"/>
                <a:ext cx="225195" cy="195499"/>
                <a:chOff x="8987389" y="1361199"/>
                <a:chExt cx="2200275" cy="1914525"/>
              </a:xfrm>
            </p:grpSpPr>
            <p:sp>
              <p:nvSpPr>
                <p:cNvPr id="100" name="Vrije vorm: vorm 99">
                  <a:extLst>
                    <a:ext uri="{FF2B5EF4-FFF2-40B4-BE49-F238E27FC236}">
                      <a16:creationId xmlns:a16="http://schemas.microsoft.com/office/drawing/2014/main" id="{D9F6402A-F56A-F9F2-66EA-18B82F678F39}"/>
                    </a:ext>
                  </a:extLst>
                </p:cNvPr>
                <p:cNvSpPr/>
                <p:nvPr/>
              </p:nvSpPr>
              <p:spPr>
                <a:xfrm>
                  <a:off x="9363620" y="1831738"/>
                  <a:ext cx="371477" cy="371472"/>
                </a:xfrm>
                <a:custGeom>
                  <a:avLst/>
                  <a:gdLst>
                    <a:gd name="connsiteX0" fmla="*/ 369094 w 371475"/>
                    <a:gd name="connsiteY0" fmla="*/ 188119 h 371475"/>
                    <a:gd name="connsiteX1" fmla="*/ 188119 w 371475"/>
                    <a:gd name="connsiteY1" fmla="*/ 369094 h 371475"/>
                    <a:gd name="connsiteX2" fmla="*/ 7144 w 371475"/>
                    <a:gd name="connsiteY2" fmla="*/ 188119 h 371475"/>
                    <a:gd name="connsiteX3" fmla="*/ 188119 w 371475"/>
                    <a:gd name="connsiteY3" fmla="*/ 7144 h 371475"/>
                    <a:gd name="connsiteX4" fmla="*/ 369094 w 371475"/>
                    <a:gd name="connsiteY4" fmla="*/ 188119 h 371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 h="371475">
                      <a:moveTo>
                        <a:pt x="369094" y="188119"/>
                      </a:moveTo>
                      <a:cubicBezTo>
                        <a:pt x="369094" y="288068"/>
                        <a:pt x="288068" y="369094"/>
                        <a:pt x="188119" y="369094"/>
                      </a:cubicBezTo>
                      <a:cubicBezTo>
                        <a:pt x="88169" y="369094"/>
                        <a:pt x="7144" y="288068"/>
                        <a:pt x="7144" y="188119"/>
                      </a:cubicBezTo>
                      <a:cubicBezTo>
                        <a:pt x="7144" y="88169"/>
                        <a:pt x="88169" y="7144"/>
                        <a:pt x="188119" y="7144"/>
                      </a:cubicBezTo>
                      <a:cubicBezTo>
                        <a:pt x="288068" y="7144"/>
                        <a:pt x="369094" y="88169"/>
                        <a:pt x="369094" y="188119"/>
                      </a:cubicBezTo>
                      <a:close/>
                    </a:path>
                  </a:pathLst>
                </a:custGeom>
                <a:solidFill>
                  <a:srgbClr val="1FF524"/>
                </a:solidFill>
                <a:ln w="9525" cap="flat">
                  <a:noFill/>
                  <a:prstDash val="solid"/>
                  <a:miter/>
                </a:ln>
              </p:spPr>
              <p:txBody>
                <a:bodyPr rtlCol="0" anchor="ctr"/>
                <a:lstStyle/>
                <a:p>
                  <a:pPr defTabSz="995469"/>
                  <a:endParaRPr lang="en-GB" sz="7200" noProof="0" dirty="0">
                    <a:solidFill>
                      <a:srgbClr val="211F26"/>
                    </a:solidFill>
                    <a:latin typeface="+mn-lt"/>
                  </a:endParaRPr>
                </a:p>
              </p:txBody>
            </p:sp>
            <p:grpSp>
              <p:nvGrpSpPr>
                <p:cNvPr id="101" name="Groep 100">
                  <a:extLst>
                    <a:ext uri="{FF2B5EF4-FFF2-40B4-BE49-F238E27FC236}">
                      <a16:creationId xmlns:a16="http://schemas.microsoft.com/office/drawing/2014/main" id="{759801F8-B618-F37B-E778-FA732E5F30A4}"/>
                    </a:ext>
                  </a:extLst>
                </p:cNvPr>
                <p:cNvGrpSpPr/>
                <p:nvPr/>
              </p:nvGrpSpPr>
              <p:grpSpPr>
                <a:xfrm>
                  <a:off x="8987389" y="1361199"/>
                  <a:ext cx="2200275" cy="1914525"/>
                  <a:chOff x="8987389" y="1361199"/>
                  <a:chExt cx="2200275" cy="1914525"/>
                </a:xfrm>
                <a:gradFill>
                  <a:gsLst>
                    <a:gs pos="0">
                      <a:srgbClr val="9D9FA1"/>
                    </a:gs>
                    <a:gs pos="70000">
                      <a:srgbClr val="211F26"/>
                    </a:gs>
                  </a:gsLst>
                  <a:lin ang="2700000" scaled="0"/>
                </a:gradFill>
              </p:grpSpPr>
              <p:sp>
                <p:nvSpPr>
                  <p:cNvPr id="102" name="Vrije vorm: vorm 101">
                    <a:extLst>
                      <a:ext uri="{FF2B5EF4-FFF2-40B4-BE49-F238E27FC236}">
                        <a16:creationId xmlns:a16="http://schemas.microsoft.com/office/drawing/2014/main" id="{FAC99742-CB6B-E29B-1E35-833A0E15B11E}"/>
                      </a:ext>
                    </a:extLst>
                  </p:cNvPr>
                  <p:cNvSpPr/>
                  <p:nvPr/>
                </p:nvSpPr>
                <p:spPr>
                  <a:xfrm>
                    <a:off x="8987389" y="1361199"/>
                    <a:ext cx="2200275" cy="1914525"/>
                  </a:xfrm>
                  <a:custGeom>
                    <a:avLst/>
                    <a:gdLst>
                      <a:gd name="connsiteX0" fmla="*/ 7144 w 2200275"/>
                      <a:gd name="connsiteY0" fmla="*/ 7144 h 1914525"/>
                      <a:gd name="connsiteX1" fmla="*/ 7144 w 2200275"/>
                      <a:gd name="connsiteY1" fmla="*/ 245269 h 1914525"/>
                      <a:gd name="connsiteX2" fmla="*/ 432911 w 2200275"/>
                      <a:gd name="connsiteY2" fmla="*/ 245269 h 1914525"/>
                      <a:gd name="connsiteX3" fmla="*/ 432911 w 2200275"/>
                      <a:gd name="connsiteY3" fmla="*/ 245269 h 1914525"/>
                      <a:gd name="connsiteX4" fmla="*/ 1959769 w 2200275"/>
                      <a:gd name="connsiteY4" fmla="*/ 245269 h 1914525"/>
                      <a:gd name="connsiteX5" fmla="*/ 1959769 w 2200275"/>
                      <a:gd name="connsiteY5" fmla="*/ 1674019 h 1914525"/>
                      <a:gd name="connsiteX6" fmla="*/ 245269 w 2200275"/>
                      <a:gd name="connsiteY6" fmla="*/ 1674019 h 1914525"/>
                      <a:gd name="connsiteX7" fmla="*/ 245269 w 2200275"/>
                      <a:gd name="connsiteY7" fmla="*/ 350044 h 1914525"/>
                      <a:gd name="connsiteX8" fmla="*/ 7144 w 2200275"/>
                      <a:gd name="connsiteY8" fmla="*/ 350044 h 1914525"/>
                      <a:gd name="connsiteX9" fmla="*/ 7144 w 2200275"/>
                      <a:gd name="connsiteY9" fmla="*/ 1912144 h 1914525"/>
                      <a:gd name="connsiteX10" fmla="*/ 2197894 w 2200275"/>
                      <a:gd name="connsiteY10" fmla="*/ 1912144 h 1914525"/>
                      <a:gd name="connsiteX11" fmla="*/ 2197894 w 2200275"/>
                      <a:gd name="connsiteY11" fmla="*/ 7144 h 1914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0275" h="1914525">
                        <a:moveTo>
                          <a:pt x="7144" y="7144"/>
                        </a:moveTo>
                        <a:lnTo>
                          <a:pt x="7144" y="245269"/>
                        </a:lnTo>
                        <a:lnTo>
                          <a:pt x="432911" y="245269"/>
                        </a:lnTo>
                        <a:lnTo>
                          <a:pt x="432911" y="245269"/>
                        </a:lnTo>
                        <a:lnTo>
                          <a:pt x="1959769" y="245269"/>
                        </a:lnTo>
                        <a:lnTo>
                          <a:pt x="1959769" y="1674019"/>
                        </a:lnTo>
                        <a:lnTo>
                          <a:pt x="245269" y="1674019"/>
                        </a:lnTo>
                        <a:lnTo>
                          <a:pt x="245269" y="350044"/>
                        </a:lnTo>
                        <a:lnTo>
                          <a:pt x="7144" y="350044"/>
                        </a:lnTo>
                        <a:lnTo>
                          <a:pt x="7144" y="1912144"/>
                        </a:lnTo>
                        <a:lnTo>
                          <a:pt x="2197894" y="1912144"/>
                        </a:lnTo>
                        <a:lnTo>
                          <a:pt x="2197894" y="7144"/>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sp>
                <p:nvSpPr>
                  <p:cNvPr id="103" name="Vrije vorm: vorm 102">
                    <a:extLst>
                      <a:ext uri="{FF2B5EF4-FFF2-40B4-BE49-F238E27FC236}">
                        <a16:creationId xmlns:a16="http://schemas.microsoft.com/office/drawing/2014/main" id="{B80AED1A-9DF9-9BA0-DCF0-D602ADC3556B}"/>
                      </a:ext>
                    </a:extLst>
                  </p:cNvPr>
                  <p:cNvSpPr/>
                  <p:nvPr/>
                </p:nvSpPr>
                <p:spPr>
                  <a:xfrm>
                    <a:off x="9362668" y="1953652"/>
                    <a:ext cx="1438273" cy="885828"/>
                  </a:xfrm>
                  <a:custGeom>
                    <a:avLst/>
                    <a:gdLst>
                      <a:gd name="connsiteX0" fmla="*/ 1070134 w 1438275"/>
                      <a:gd name="connsiteY0" fmla="*/ 7144 h 885825"/>
                      <a:gd name="connsiteX1" fmla="*/ 801529 w 1438275"/>
                      <a:gd name="connsiteY1" fmla="*/ 275749 h 885825"/>
                      <a:gd name="connsiteX2" fmla="*/ 662464 w 1438275"/>
                      <a:gd name="connsiteY2" fmla="*/ 137636 h 885825"/>
                      <a:gd name="connsiteX3" fmla="*/ 7144 w 1438275"/>
                      <a:gd name="connsiteY3" fmla="*/ 784384 h 885825"/>
                      <a:gd name="connsiteX4" fmla="*/ 108109 w 1438275"/>
                      <a:gd name="connsiteY4" fmla="*/ 885349 h 885825"/>
                      <a:gd name="connsiteX5" fmla="*/ 662464 w 1438275"/>
                      <a:gd name="connsiteY5" fmla="*/ 338614 h 885825"/>
                      <a:gd name="connsiteX6" fmla="*/ 928211 w 1438275"/>
                      <a:gd name="connsiteY6" fmla="*/ 605314 h 885825"/>
                      <a:gd name="connsiteX7" fmla="*/ 1029176 w 1438275"/>
                      <a:gd name="connsiteY7" fmla="*/ 503396 h 885825"/>
                      <a:gd name="connsiteX8" fmla="*/ 902494 w 1438275"/>
                      <a:gd name="connsiteY8" fmla="*/ 376714 h 885825"/>
                      <a:gd name="connsiteX9" fmla="*/ 1070134 w 1438275"/>
                      <a:gd name="connsiteY9" fmla="*/ 209074 h 885825"/>
                      <a:gd name="connsiteX10" fmla="*/ 1337786 w 1438275"/>
                      <a:gd name="connsiteY10" fmla="*/ 480536 h 885825"/>
                      <a:gd name="connsiteX11" fmla="*/ 1438751 w 1438275"/>
                      <a:gd name="connsiteY11" fmla="*/ 378619 h 885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38275" h="885825">
                        <a:moveTo>
                          <a:pt x="1070134" y="7144"/>
                        </a:moveTo>
                        <a:lnTo>
                          <a:pt x="801529" y="275749"/>
                        </a:lnTo>
                        <a:lnTo>
                          <a:pt x="662464" y="137636"/>
                        </a:lnTo>
                        <a:lnTo>
                          <a:pt x="7144" y="784384"/>
                        </a:lnTo>
                        <a:lnTo>
                          <a:pt x="108109" y="885349"/>
                        </a:lnTo>
                        <a:lnTo>
                          <a:pt x="662464" y="338614"/>
                        </a:lnTo>
                        <a:lnTo>
                          <a:pt x="928211" y="605314"/>
                        </a:lnTo>
                        <a:lnTo>
                          <a:pt x="1029176" y="503396"/>
                        </a:lnTo>
                        <a:lnTo>
                          <a:pt x="902494" y="376714"/>
                        </a:lnTo>
                        <a:lnTo>
                          <a:pt x="1070134" y="209074"/>
                        </a:lnTo>
                        <a:lnTo>
                          <a:pt x="1337786" y="480536"/>
                        </a:lnTo>
                        <a:lnTo>
                          <a:pt x="1438751" y="378619"/>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grpSp>
          </p:grpSp>
          <p:sp>
            <p:nvSpPr>
              <p:cNvPr id="99" name="Tekstvak 98">
                <a:extLst>
                  <a:ext uri="{FF2B5EF4-FFF2-40B4-BE49-F238E27FC236}">
                    <a16:creationId xmlns:a16="http://schemas.microsoft.com/office/drawing/2014/main" id="{6A8401AF-3FEB-44A1-E123-5CBDAFF7C100}"/>
                  </a:ext>
                </a:extLst>
              </p:cNvPr>
              <p:cNvSpPr txBox="1"/>
              <p:nvPr userDrawn="1"/>
            </p:nvSpPr>
            <p:spPr>
              <a:xfrm>
                <a:off x="-3563526" y="1617700"/>
                <a:ext cx="354190" cy="113727"/>
              </a:xfrm>
              <a:prstGeom prst="rect">
                <a:avLst/>
              </a:prstGeom>
              <a:noFill/>
            </p:spPr>
            <p:txBody>
              <a:bodyPr wrap="square" lIns="0" tIns="18000" rIns="0" bIns="0" rtlCol="0" anchor="t">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Images</a:t>
                </a:r>
              </a:p>
            </p:txBody>
          </p:sp>
        </p:grpSp>
      </p:grpSp>
      <p:sp>
        <p:nvSpPr>
          <p:cNvPr id="152" name="Rectangle 151">
            <a:extLst>
              <a:ext uri="{FF2B5EF4-FFF2-40B4-BE49-F238E27FC236}">
                <a16:creationId xmlns:a16="http://schemas.microsoft.com/office/drawing/2014/main" id="{C7CCF1BF-493A-181A-6BAD-F5DB85DDD664}"/>
              </a:ext>
            </a:extLst>
          </p:cNvPr>
          <p:cNvSpPr/>
          <p:nvPr userDrawn="1"/>
        </p:nvSpPr>
        <p:spPr>
          <a:xfrm>
            <a:off x="718666" y="-1"/>
            <a:ext cx="10751096" cy="3736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r>
              <a:rPr lang="en-US" sz="1600" dirty="0"/>
              <a:t>Objective | Background | Methods | Results | Conclusions</a:t>
            </a:r>
            <a:endParaRPr lang="LID4096" sz="1600" dirty="0" err="1"/>
          </a:p>
        </p:txBody>
      </p:sp>
    </p:spTree>
    <p:extLst>
      <p:ext uri="{BB962C8B-B14F-4D97-AF65-F5344CB8AC3E}">
        <p14:creationId xmlns:p14="http://schemas.microsoft.com/office/powerpoint/2010/main" val="2352863019"/>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mage (M) + text | blue mode">
    <p:bg>
      <p:bgPr>
        <a:solidFill>
          <a:schemeClr val="accent1"/>
        </a:solidFill>
        <a:effectLst/>
      </p:bgPr>
    </p:bg>
    <p:spTree>
      <p:nvGrpSpPr>
        <p:cNvPr id="1" name=""/>
        <p:cNvGrpSpPr/>
        <p:nvPr/>
      </p:nvGrpSpPr>
      <p:grpSpPr>
        <a:xfrm>
          <a:off x="0" y="0"/>
          <a:ext cx="0" cy="0"/>
          <a:chOff x="0" y="0"/>
          <a:chExt cx="0" cy="0"/>
        </a:xfrm>
      </p:grpSpPr>
      <p:sp>
        <p:nvSpPr>
          <p:cNvPr id="9" name="Tijdelijke aanduiding voor afbeelding 16">
            <a:extLst>
              <a:ext uri="{FF2B5EF4-FFF2-40B4-BE49-F238E27FC236}">
                <a16:creationId xmlns:a16="http://schemas.microsoft.com/office/drawing/2014/main" id="{01448C0E-861A-455D-A196-874AFA9BF79C}"/>
              </a:ext>
            </a:extLst>
          </p:cNvPr>
          <p:cNvSpPr>
            <a:spLocks noGrp="1" noRot="1" noMove="1" noResize="1" noEditPoints="1" noAdjustHandles="1" noChangeArrowheads="1" noChangeShapeType="1"/>
          </p:cNvSpPr>
          <p:nvPr>
            <p:ph type="pic" sz="quarter" idx="13" hasCustomPrompt="1"/>
          </p:nvPr>
        </p:nvSpPr>
        <p:spPr>
          <a:xfrm>
            <a:off x="0" y="0"/>
            <a:ext cx="6096000" cy="6858000"/>
          </a:xfrm>
          <a:pattFill prst="pct60">
            <a:fgClr>
              <a:schemeClr val="bg1">
                <a:lumMod val="95000"/>
              </a:schemeClr>
            </a:fgClr>
            <a:bgClr>
              <a:schemeClr val="bg1">
                <a:lumMod val="85000"/>
              </a:schemeClr>
            </a:bgClr>
          </a:patt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the tab ‘</a:t>
            </a:r>
            <a:r>
              <a:rPr lang="en-GB" noProof="0" dirty="0" err="1"/>
              <a:t>Slidebuilder</a:t>
            </a:r>
            <a:r>
              <a:rPr lang="en-GB" noProof="0" dirty="0"/>
              <a:t>’, click on ‘Images’,</a:t>
            </a:r>
            <a:br>
              <a:rPr lang="en-GB" noProof="0" dirty="0"/>
            </a:br>
            <a:r>
              <a:rPr lang="en-GB" noProof="0" dirty="0"/>
              <a:t>select the preferred image and click on ‘Insert’.</a:t>
            </a:r>
          </a:p>
        </p:txBody>
      </p:sp>
      <p:sp>
        <p:nvSpPr>
          <p:cNvPr id="3" name="Tijdelijke aanduiding voor verticale tekst 2">
            <a:extLst>
              <a:ext uri="{FF2B5EF4-FFF2-40B4-BE49-F238E27FC236}">
                <a16:creationId xmlns:a16="http://schemas.microsoft.com/office/drawing/2014/main" id="{3B184817-515D-4870-8CED-0DECE6FF2FC8}"/>
              </a:ext>
            </a:extLst>
          </p:cNvPr>
          <p:cNvSpPr>
            <a:spLocks noGrp="1"/>
          </p:cNvSpPr>
          <p:nvPr>
            <p:ph type="body" orient="vert" idx="1" hasCustomPrompt="1"/>
          </p:nvPr>
        </p:nvSpPr>
        <p:spPr>
          <a:xfrm>
            <a:off x="6813763" y="1569104"/>
            <a:ext cx="4655999" cy="4431646"/>
          </a:xfrm>
        </p:spPr>
        <p:txBody>
          <a:bodyPr vert="horz"/>
          <a:lstStyle>
            <a:lvl1pPr>
              <a:buClr>
                <a:schemeClr val="bg1"/>
              </a:buClr>
              <a:defRPr>
                <a:solidFill>
                  <a:schemeClr val="bg1"/>
                </a:solidFill>
              </a:defRPr>
            </a:lvl1pPr>
            <a:lvl2pPr>
              <a:buClr>
                <a:schemeClr val="bg1"/>
              </a:buClr>
              <a:defRPr>
                <a:solidFill>
                  <a:schemeClr val="bg1"/>
                </a:solidFill>
              </a:defRPr>
            </a:lvl2pPr>
            <a:lvl3pPr>
              <a:defRPr>
                <a:solidFill>
                  <a:schemeClr val="bg1"/>
                </a:solidFill>
              </a:defRPr>
            </a:lvl3pPr>
            <a:lvl4pPr>
              <a:defRPr>
                <a:solidFill>
                  <a:schemeClr val="tx2"/>
                </a:solidFill>
              </a:defRPr>
            </a:lvl4pPr>
            <a:lvl5pPr>
              <a:defRPr b="0">
                <a:solidFill>
                  <a:schemeClr val="tx2"/>
                </a:solidFill>
              </a:defRPr>
            </a:lvl5pPr>
            <a:lvl6pPr>
              <a:defRPr b="0">
                <a:solidFill>
                  <a:schemeClr val="bg1"/>
                </a:solidFill>
              </a:defRPr>
            </a:lvl6pPr>
            <a:lvl7pPr>
              <a:buClr>
                <a:schemeClr val="bg1"/>
              </a:buClr>
              <a:defRPr>
                <a:solidFill>
                  <a:schemeClr val="bg1"/>
                </a:solidFill>
              </a:defRPr>
            </a:lvl7pPr>
            <a:lvl8pPr>
              <a:buClr>
                <a:schemeClr val="bg2"/>
              </a:buClr>
              <a:defRPr>
                <a:solidFill>
                  <a:schemeClr val="bg1"/>
                </a:solidFill>
              </a:defRPr>
            </a:lvl8pPr>
            <a:lvl9pPr>
              <a:defRPr>
                <a:solidFill>
                  <a:schemeClr val="bg1"/>
                </a:solidFill>
              </a:defRPr>
            </a:lvl9pPr>
          </a:lstStyle>
          <a:p>
            <a:pPr lvl="0"/>
            <a:r>
              <a:rPr lang="en-GB" noProof="0" dirty="0"/>
              <a:t>Bullet</a:t>
            </a:r>
          </a:p>
          <a:p>
            <a:pPr lvl="1"/>
            <a:r>
              <a:rPr lang="en-GB" noProof="0" dirty="0"/>
              <a:t>Sub-bullet </a:t>
            </a:r>
          </a:p>
          <a:p>
            <a:pPr lvl="2"/>
            <a:r>
              <a:rPr lang="en-GB" noProof="0" dirty="0"/>
              <a:t>Default text</a:t>
            </a:r>
            <a:br>
              <a:rPr lang="en-GB" noProof="0" dirty="0"/>
            </a:br>
            <a:endParaRPr lang="en-GB" noProof="0" dirty="0"/>
          </a:p>
          <a:p>
            <a:pPr lvl="3"/>
            <a:r>
              <a:rPr lang="en-GB" noProof="0" dirty="0"/>
              <a:t>Title/Quote</a:t>
            </a:r>
          </a:p>
          <a:p>
            <a:pPr lvl="4"/>
            <a:r>
              <a:rPr lang="en-GB" noProof="0" dirty="0"/>
              <a:t>Subtitle</a:t>
            </a:r>
          </a:p>
          <a:p>
            <a:pPr lvl="5"/>
            <a:r>
              <a:rPr lang="en-GB" noProof="0" dirty="0"/>
              <a:t>Default text</a:t>
            </a:r>
            <a:br>
              <a:rPr lang="en-GB" noProof="0" dirty="0"/>
            </a:br>
            <a:endParaRPr lang="en-GB" noProof="0" dirty="0"/>
          </a:p>
          <a:p>
            <a:pPr lvl="6"/>
            <a:r>
              <a:rPr lang="en-GB" noProof="0" dirty="0"/>
              <a:t>Numerical bullet</a:t>
            </a:r>
          </a:p>
          <a:p>
            <a:pPr lvl="7"/>
            <a:r>
              <a:rPr lang="en-GB" noProof="0" dirty="0"/>
              <a:t>Alphabetical bullet</a:t>
            </a:r>
          </a:p>
          <a:p>
            <a:pPr lvl="8"/>
            <a:r>
              <a:rPr lang="en-GB" noProof="0" dirty="0"/>
              <a:t>Source</a:t>
            </a:r>
          </a:p>
        </p:txBody>
      </p:sp>
      <p:sp>
        <p:nvSpPr>
          <p:cNvPr id="8" name="Rechthoek 7">
            <a:extLst>
              <a:ext uri="{FF2B5EF4-FFF2-40B4-BE49-F238E27FC236}">
                <a16:creationId xmlns:a16="http://schemas.microsoft.com/office/drawing/2014/main" id="{0F5F4741-7E9A-4CAB-94EB-11EAC243E80F}"/>
              </a:ext>
            </a:extLst>
          </p:cNvPr>
          <p:cNvSpPr/>
          <p:nvPr userDrawn="1"/>
        </p:nvSpPr>
        <p:spPr>
          <a:xfrm>
            <a:off x="0" y="-441330"/>
            <a:ext cx="3097002"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en-GB" sz="1800" b="1" cap="none" baseline="0" noProof="0" dirty="0">
                <a:solidFill>
                  <a:schemeClr val="accent1"/>
                </a:solidFill>
                <a:latin typeface="+mj-lt"/>
              </a:rPr>
              <a:t>Image (M) + text | blue mode</a:t>
            </a:r>
          </a:p>
        </p:txBody>
      </p:sp>
      <p:sp>
        <p:nvSpPr>
          <p:cNvPr id="2" name="Tijdelijke aanduiding voor datum 1">
            <a:extLst>
              <a:ext uri="{FF2B5EF4-FFF2-40B4-BE49-F238E27FC236}">
                <a16:creationId xmlns:a16="http://schemas.microsoft.com/office/drawing/2014/main" id="{D2CC7142-B29C-44C0-A766-50C559F83F0D}"/>
              </a:ext>
            </a:extLst>
          </p:cNvPr>
          <p:cNvSpPr>
            <a:spLocks noGrp="1"/>
          </p:cNvSpPr>
          <p:nvPr>
            <p:ph type="dt" sz="half" idx="14"/>
          </p:nvPr>
        </p:nvSpPr>
        <p:spPr/>
        <p:txBody>
          <a:bodyPr/>
          <a:lstStyle>
            <a:lvl1pPr>
              <a:defRPr>
                <a:solidFill>
                  <a:schemeClr val="bg1"/>
                </a:solidFill>
              </a:defRPr>
            </a:lvl1pPr>
          </a:lstStyle>
          <a:p>
            <a:r>
              <a:rPr lang="LID4096"/>
              <a:t>08/30/2024</a:t>
            </a:r>
            <a:endParaRPr lang="en-GB" dirty="0"/>
          </a:p>
        </p:txBody>
      </p:sp>
      <p:sp>
        <p:nvSpPr>
          <p:cNvPr id="5" name="Tijdelijke aanduiding voor dianummer 4">
            <a:extLst>
              <a:ext uri="{FF2B5EF4-FFF2-40B4-BE49-F238E27FC236}">
                <a16:creationId xmlns:a16="http://schemas.microsoft.com/office/drawing/2014/main" id="{CA4D5831-898C-467F-9278-A1AE8AFEACB0}"/>
              </a:ext>
            </a:extLst>
          </p:cNvPr>
          <p:cNvSpPr>
            <a:spLocks noGrp="1"/>
          </p:cNvSpPr>
          <p:nvPr>
            <p:ph type="sldNum" sz="quarter" idx="16"/>
          </p:nvPr>
        </p:nvSpPr>
        <p:spPr/>
        <p:txBody>
          <a:bodyPr/>
          <a:lstStyle>
            <a:lvl1pPr>
              <a:defRPr>
                <a:solidFill>
                  <a:schemeClr val="bg1"/>
                </a:solidFill>
              </a:defRPr>
            </a:lvl1pPr>
          </a:lstStyle>
          <a:p>
            <a:fld id="{9E843DB9-9987-4157-AB9C-CEA8D7D910BB}" type="slidenum">
              <a:rPr lang="en-GB" smtClean="0"/>
              <a:pPr/>
              <a:t>‹#›</a:t>
            </a:fld>
            <a:endParaRPr lang="en-GB" dirty="0"/>
          </a:p>
        </p:txBody>
      </p:sp>
      <p:sp>
        <p:nvSpPr>
          <p:cNvPr id="6" name="Titel 5">
            <a:extLst>
              <a:ext uri="{FF2B5EF4-FFF2-40B4-BE49-F238E27FC236}">
                <a16:creationId xmlns:a16="http://schemas.microsoft.com/office/drawing/2014/main" id="{E05E34B7-2C9E-9A98-E207-B06777DF2086}"/>
              </a:ext>
            </a:extLst>
          </p:cNvPr>
          <p:cNvSpPr>
            <a:spLocks noGrp="1"/>
          </p:cNvSpPr>
          <p:nvPr>
            <p:ph type="title" hasCustomPrompt="1"/>
          </p:nvPr>
        </p:nvSpPr>
        <p:spPr>
          <a:xfrm>
            <a:off x="6814198" y="722454"/>
            <a:ext cx="4655564" cy="323709"/>
          </a:xfrm>
        </p:spPr>
        <p:txBody>
          <a:bodyPr/>
          <a:lstStyle>
            <a:lvl1pPr>
              <a:defRPr>
                <a:solidFill>
                  <a:schemeClr val="tx2"/>
                </a:solidFill>
              </a:defRPr>
            </a:lvl1pPr>
          </a:lstStyle>
          <a:p>
            <a:r>
              <a:rPr lang="en-GB" noProof="0" dirty="0"/>
              <a:t>Title goes here</a:t>
            </a:r>
            <a:endParaRPr lang="en-GB" dirty="0"/>
          </a:p>
        </p:txBody>
      </p:sp>
      <p:sp>
        <p:nvSpPr>
          <p:cNvPr id="20" name="Tijdelijke aanduiding voor tekst 18">
            <a:extLst>
              <a:ext uri="{FF2B5EF4-FFF2-40B4-BE49-F238E27FC236}">
                <a16:creationId xmlns:a16="http://schemas.microsoft.com/office/drawing/2014/main" id="{D67C0CDF-DF54-BAD6-CE34-0D10178A4EC3}"/>
              </a:ext>
            </a:extLst>
          </p:cNvPr>
          <p:cNvSpPr>
            <a:spLocks noGrp="1" noRot="1" noMove="1" noResize="1" noEditPoints="1" noAdjustHandles="1" noChangeArrowheads="1" noChangeShapeType="1"/>
          </p:cNvSpPr>
          <p:nvPr>
            <p:ph type="body" sz="quarter" idx="18" hasCustomPrompt="1"/>
          </p:nvPr>
        </p:nvSpPr>
        <p:spPr>
          <a:xfrm>
            <a:off x="0" y="4094329"/>
            <a:ext cx="6096000" cy="2763672"/>
          </a:xfrm>
          <a:gradFill flip="none" rotWithShape="1">
            <a:gsLst>
              <a:gs pos="0">
                <a:schemeClr val="tx1">
                  <a:alpha val="29000"/>
                </a:schemeClr>
              </a:gs>
              <a:gs pos="48000">
                <a:schemeClr val="tx1">
                  <a:alpha val="0"/>
                </a:schemeClr>
              </a:gs>
            </a:gsLst>
            <a:lin ang="16200000" scaled="1"/>
            <a:tileRect/>
          </a:gradFill>
        </p:spPr>
        <p:txBody>
          <a:bodyPr/>
          <a:lstStyle>
            <a:lvl1pPr marL="0" indent="0">
              <a:buNone/>
              <a:defRPr sz="100">
                <a:solidFill>
                  <a:schemeClr val="tx2">
                    <a:alpha val="0"/>
                  </a:schemeClr>
                </a:solidFill>
              </a:defRPr>
            </a:lvl1pPr>
          </a:lstStyle>
          <a:p>
            <a:pPr lvl="0"/>
            <a:r>
              <a:rPr lang="en-GB" dirty="0"/>
              <a:t> </a:t>
            </a:r>
          </a:p>
        </p:txBody>
      </p:sp>
      <p:sp>
        <p:nvSpPr>
          <p:cNvPr id="19" name="Tijdelijke aanduiding voor tekst 18">
            <a:extLst>
              <a:ext uri="{FF2B5EF4-FFF2-40B4-BE49-F238E27FC236}">
                <a16:creationId xmlns:a16="http://schemas.microsoft.com/office/drawing/2014/main" id="{BE9B9236-02AD-4FF6-37E4-BA4CB5E71A38}"/>
              </a:ext>
            </a:extLst>
          </p:cNvPr>
          <p:cNvSpPr>
            <a:spLocks noGrp="1" noRot="1" noMove="1" noResize="1" noEditPoints="1" noAdjustHandles="1" noChangeArrowheads="1" noChangeShapeType="1"/>
          </p:cNvSpPr>
          <p:nvPr>
            <p:ph type="body" sz="quarter" idx="17" hasCustomPrompt="1"/>
          </p:nvPr>
        </p:nvSpPr>
        <p:spPr>
          <a:xfrm>
            <a:off x="720362" y="6216736"/>
            <a:ext cx="961200" cy="381600"/>
          </a:xfrm>
          <a:blipFill>
            <a:blip r:embed="rId2">
              <a:lum bright="100000"/>
              <a:extLst>
                <a:ext uri="{96DAC541-7B7A-43D3-8B79-37D633B846F1}">
                  <asvg:svgBlip xmlns:asvg="http://schemas.microsoft.com/office/drawing/2016/SVG/main" r:embed="rId3"/>
                </a:ext>
              </a:extLst>
            </a:blip>
            <a:srcRect/>
            <a:stretch>
              <a:fillRect t="53" b="53"/>
            </a:stretch>
          </a:blipFill>
        </p:spPr>
        <p:txBody>
          <a:bodyPr/>
          <a:lstStyle>
            <a:lvl1pPr marL="0" indent="0">
              <a:buNone/>
              <a:defRPr sz="100">
                <a:solidFill>
                  <a:schemeClr val="tx2">
                    <a:alpha val="0"/>
                  </a:schemeClr>
                </a:solidFill>
              </a:defRPr>
            </a:lvl1pPr>
          </a:lstStyle>
          <a:p>
            <a:pPr lvl="0"/>
            <a:r>
              <a:rPr lang="en-GB" dirty="0"/>
              <a:t> </a:t>
            </a:r>
          </a:p>
        </p:txBody>
      </p:sp>
      <p:grpSp>
        <p:nvGrpSpPr>
          <p:cNvPr id="4" name="INSTRUCTION">
            <a:extLst>
              <a:ext uri="{FF2B5EF4-FFF2-40B4-BE49-F238E27FC236}">
                <a16:creationId xmlns:a16="http://schemas.microsoft.com/office/drawing/2014/main" id="{ECAE8F50-ED3B-331B-6EDF-C516BCBE04F2}"/>
              </a:ext>
            </a:extLst>
          </p:cNvPr>
          <p:cNvGrpSpPr/>
          <p:nvPr userDrawn="1"/>
        </p:nvGrpSpPr>
        <p:grpSpPr>
          <a:xfrm>
            <a:off x="12377595" y="0"/>
            <a:ext cx="3693386" cy="5359349"/>
            <a:chOff x="-3786437" y="0"/>
            <a:chExt cx="3693386" cy="5359349"/>
          </a:xfrm>
        </p:grpSpPr>
        <p:sp>
          <p:nvSpPr>
            <p:cNvPr id="7" name="Rechthoek 6">
              <a:extLst>
                <a:ext uri="{FF2B5EF4-FFF2-40B4-BE49-F238E27FC236}">
                  <a16:creationId xmlns:a16="http://schemas.microsoft.com/office/drawing/2014/main" id="{541A9AE1-FDCE-9C4A-ABB3-985C50871DF3}"/>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Choosing text levels</a:t>
              </a:r>
            </a:p>
          </p:txBody>
        </p:sp>
        <p:sp>
          <p:nvSpPr>
            <p:cNvPr id="10" name="Rechthoek 9">
              <a:extLst>
                <a:ext uri="{FF2B5EF4-FFF2-40B4-BE49-F238E27FC236}">
                  <a16:creationId xmlns:a16="http://schemas.microsoft.com/office/drawing/2014/main" id="{AA53428D-ECF3-2B69-4E88-0FAF6F52BC86}"/>
                </a:ext>
              </a:extLst>
            </p:cNvPr>
            <p:cNvSpPr/>
            <p:nvPr userDrawn="1"/>
          </p:nvSpPr>
          <p:spPr>
            <a:xfrm>
              <a:off x="-3786165" y="1707400"/>
              <a:ext cx="3593091" cy="2836018"/>
            </a:xfrm>
            <a:prstGeom prst="rect">
              <a:avLst/>
            </a:prstGeom>
            <a:solidFill>
              <a:schemeClr val="accent1"/>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 </a:t>
              </a:r>
            </a:p>
          </p:txBody>
        </p:sp>
        <p:sp>
          <p:nvSpPr>
            <p:cNvPr id="11" name="Ovaal 10">
              <a:extLst>
                <a:ext uri="{FF2B5EF4-FFF2-40B4-BE49-F238E27FC236}">
                  <a16:creationId xmlns:a16="http://schemas.microsoft.com/office/drawing/2014/main" id="{BCCE85D3-726B-79FC-9D08-E084E057D342}"/>
                </a:ext>
              </a:extLst>
            </p:cNvPr>
            <p:cNvSpPr/>
            <p:nvPr userDrawn="1"/>
          </p:nvSpPr>
          <p:spPr>
            <a:xfrm>
              <a:off x="-3604183" y="1837484"/>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1</a:t>
              </a:r>
            </a:p>
          </p:txBody>
        </p:sp>
        <p:sp>
          <p:nvSpPr>
            <p:cNvPr id="12" name="Rechthoek 11">
              <a:extLst>
                <a:ext uri="{FF2B5EF4-FFF2-40B4-BE49-F238E27FC236}">
                  <a16:creationId xmlns:a16="http://schemas.microsoft.com/office/drawing/2014/main" id="{F8782DE7-6714-D963-7384-9274D987F5B3}"/>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357188" marR="0" lvl="0" indent="-357188" defTabSz="914400" eaLnBrk="1" fontAlgn="auto" latinLnBrk="0" hangingPunct="1">
                <a:lnSpc>
                  <a:spcPct val="100000"/>
                </a:lnSpc>
                <a:spcBef>
                  <a:spcPts val="600"/>
                </a:spcBef>
                <a:spcAft>
                  <a:spcPts val="600"/>
                </a:spcAft>
                <a:buClr>
                  <a:schemeClr val="bg1"/>
                </a:buClr>
                <a:buSzTx/>
                <a:buFont typeface="Calibri" panose="020F0502020204030204" pitchFamily="34" charset="0"/>
                <a:buChar char="•"/>
                <a:tabLst/>
                <a:defRPr/>
              </a:pPr>
              <a:r>
                <a:rPr kumimoji="0" lang="en-GB" sz="1400" b="0" i="0" u="none" strike="noStrike" kern="0" cap="none" spc="0" normalizeH="0" baseline="0" noProof="0" dirty="0">
                  <a:ln>
                    <a:noFill/>
                  </a:ln>
                  <a:solidFill>
                    <a:schemeClr val="bg1"/>
                  </a:solidFill>
                  <a:effectLst/>
                  <a:uLnTx/>
                  <a:uFillTx/>
                  <a:latin typeface="+mj-lt"/>
                  <a:cs typeface="Calibri" panose="020F0502020204030204" pitchFamily="34" charset="0"/>
                </a:rPr>
                <a:t>Bullet</a:t>
              </a:r>
            </a:p>
          </p:txBody>
        </p:sp>
        <p:sp>
          <p:nvSpPr>
            <p:cNvPr id="13" name="Ovaal 12">
              <a:extLst>
                <a:ext uri="{FF2B5EF4-FFF2-40B4-BE49-F238E27FC236}">
                  <a16:creationId xmlns:a16="http://schemas.microsoft.com/office/drawing/2014/main" id="{54A562D5-48B6-EAA7-A12C-968EF910751D}"/>
                </a:ext>
              </a:extLst>
            </p:cNvPr>
            <p:cNvSpPr/>
            <p:nvPr userDrawn="1"/>
          </p:nvSpPr>
          <p:spPr>
            <a:xfrm>
              <a:off x="-3604183" y="2128768"/>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2</a:t>
              </a:r>
            </a:p>
          </p:txBody>
        </p:sp>
        <p:sp>
          <p:nvSpPr>
            <p:cNvPr id="14" name="Rechthoek 13">
              <a:extLst>
                <a:ext uri="{FF2B5EF4-FFF2-40B4-BE49-F238E27FC236}">
                  <a16:creationId xmlns:a16="http://schemas.microsoft.com/office/drawing/2014/main" id="{508E3EC8-3868-4ACA-5F1D-2D52EB800838}"/>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Under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‘Home’</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use the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list level-buttons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to choose a text level. </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Choose from:</a:t>
              </a:r>
            </a:p>
          </p:txBody>
        </p:sp>
        <p:sp>
          <p:nvSpPr>
            <p:cNvPr id="15" name="Rechthoek 14">
              <a:extLst>
                <a:ext uri="{FF2B5EF4-FFF2-40B4-BE49-F238E27FC236}">
                  <a16:creationId xmlns:a16="http://schemas.microsoft.com/office/drawing/2014/main" id="{D467C121-5EF3-17F0-A6CA-E0FDCFB3290A}"/>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715963" marR="0" lvl="0" indent="-358775" defTabSz="914400" eaLnBrk="1" fontAlgn="auto" latinLnBrk="0" hangingPunct="1">
                <a:lnSpc>
                  <a:spcPct val="100000"/>
                </a:lnSpc>
                <a:spcBef>
                  <a:spcPts val="600"/>
                </a:spcBef>
                <a:spcAft>
                  <a:spcPts val="600"/>
                </a:spcAft>
                <a:buClr>
                  <a:schemeClr val="bg1"/>
                </a:buClr>
                <a:buSzTx/>
                <a:buFont typeface="Calibri" panose="020F0502020204030204" pitchFamily="34" charset="0"/>
                <a:buChar char="•"/>
                <a:tabLst/>
                <a:defRPr/>
              </a:pPr>
              <a:r>
                <a:rPr kumimoji="0" lang="en-GB" sz="1400" b="0" i="0" u="none" strike="noStrike" kern="0" cap="none" spc="0" normalizeH="0" baseline="0" noProof="0" dirty="0">
                  <a:ln>
                    <a:noFill/>
                  </a:ln>
                  <a:solidFill>
                    <a:schemeClr val="bg1"/>
                  </a:solidFill>
                  <a:effectLst/>
                  <a:uLnTx/>
                  <a:uFillTx/>
                  <a:latin typeface="+mj-lt"/>
                  <a:cs typeface="Calibri" panose="020F0502020204030204" pitchFamily="34" charset="0"/>
                </a:rPr>
                <a:t>Sub-bullet </a:t>
              </a:r>
            </a:p>
          </p:txBody>
        </p:sp>
        <p:sp>
          <p:nvSpPr>
            <p:cNvPr id="16" name="Ovaal 15">
              <a:extLst>
                <a:ext uri="{FF2B5EF4-FFF2-40B4-BE49-F238E27FC236}">
                  <a16:creationId xmlns:a16="http://schemas.microsoft.com/office/drawing/2014/main" id="{6263BC64-4A4A-745A-97F5-DCFA632696AE}"/>
                </a:ext>
              </a:extLst>
            </p:cNvPr>
            <p:cNvSpPr/>
            <p:nvPr userDrawn="1"/>
          </p:nvSpPr>
          <p:spPr>
            <a:xfrm>
              <a:off x="-3604183" y="2420052"/>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3</a:t>
              </a:r>
            </a:p>
          </p:txBody>
        </p:sp>
        <p:sp>
          <p:nvSpPr>
            <p:cNvPr id="17" name="Rechthoek 16">
              <a:extLst>
                <a:ext uri="{FF2B5EF4-FFF2-40B4-BE49-F238E27FC236}">
                  <a16:creationId xmlns:a16="http://schemas.microsoft.com/office/drawing/2014/main" id="{4B8AF6B3-B43D-17F1-6112-7D0E6411B3D7}"/>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1400" b="0" i="0" u="none" strike="noStrike" kern="0" cap="none" spc="0" normalizeH="0" baseline="0" noProof="0" dirty="0">
                  <a:ln>
                    <a:noFill/>
                  </a:ln>
                  <a:solidFill>
                    <a:schemeClr val="bg1"/>
                  </a:solidFill>
                  <a:effectLst/>
                  <a:uLnTx/>
                  <a:uFillTx/>
                  <a:latin typeface="+mj-lt"/>
                  <a:cs typeface="Calibri" panose="020F0502020204030204" pitchFamily="34" charset="0"/>
                </a:rPr>
                <a:t>Default text</a:t>
              </a:r>
            </a:p>
          </p:txBody>
        </p:sp>
        <p:sp>
          <p:nvSpPr>
            <p:cNvPr id="18" name="Ovaal 17">
              <a:extLst>
                <a:ext uri="{FF2B5EF4-FFF2-40B4-BE49-F238E27FC236}">
                  <a16:creationId xmlns:a16="http://schemas.microsoft.com/office/drawing/2014/main" id="{5E57F296-8989-D3D3-69B4-4A5A3EFB3781}"/>
                </a:ext>
              </a:extLst>
            </p:cNvPr>
            <p:cNvSpPr/>
            <p:nvPr userDrawn="1"/>
          </p:nvSpPr>
          <p:spPr>
            <a:xfrm>
              <a:off x="-3604183" y="2711336"/>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4</a:t>
              </a:r>
            </a:p>
          </p:txBody>
        </p:sp>
        <p:sp>
          <p:nvSpPr>
            <p:cNvPr id="21" name="Rechthoek 20">
              <a:extLst>
                <a:ext uri="{FF2B5EF4-FFF2-40B4-BE49-F238E27FC236}">
                  <a16:creationId xmlns:a16="http://schemas.microsoft.com/office/drawing/2014/main" id="{89FDF4BB-7875-F011-9873-5BBAE4BAF38B}"/>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2400" b="1" i="0" u="none" strike="noStrike" kern="0" cap="none" spc="0" normalizeH="0" baseline="0" noProof="0" dirty="0">
                  <a:ln>
                    <a:noFill/>
                  </a:ln>
                  <a:solidFill>
                    <a:schemeClr val="tx1"/>
                  </a:solidFill>
                  <a:effectLst/>
                  <a:uLnTx/>
                  <a:uFillTx/>
                  <a:latin typeface="+mj-lt"/>
                  <a:cs typeface="Calibri" panose="020F0502020204030204" pitchFamily="34" charset="0"/>
                </a:rPr>
                <a:t>Title/Quote</a:t>
              </a:r>
            </a:p>
          </p:txBody>
        </p:sp>
        <p:sp>
          <p:nvSpPr>
            <p:cNvPr id="22" name="Ovaal 21">
              <a:extLst>
                <a:ext uri="{FF2B5EF4-FFF2-40B4-BE49-F238E27FC236}">
                  <a16:creationId xmlns:a16="http://schemas.microsoft.com/office/drawing/2014/main" id="{A410F7E0-6C4A-906E-47AA-68BA759B4FF1}"/>
                </a:ext>
              </a:extLst>
            </p:cNvPr>
            <p:cNvSpPr/>
            <p:nvPr userDrawn="1"/>
          </p:nvSpPr>
          <p:spPr>
            <a:xfrm>
              <a:off x="-3604183" y="3002620"/>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5</a:t>
              </a:r>
            </a:p>
          </p:txBody>
        </p:sp>
        <p:sp>
          <p:nvSpPr>
            <p:cNvPr id="23" name="Rechthoek 22">
              <a:extLst>
                <a:ext uri="{FF2B5EF4-FFF2-40B4-BE49-F238E27FC236}">
                  <a16:creationId xmlns:a16="http://schemas.microsoft.com/office/drawing/2014/main" id="{6AA7F113-B635-90B0-8769-CAD9D480ED66}"/>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1800" b="0" i="0" u="none" strike="noStrike" kern="0" cap="none" spc="0" normalizeH="0" baseline="0" noProof="0" dirty="0">
                  <a:ln>
                    <a:noFill/>
                  </a:ln>
                  <a:solidFill>
                    <a:schemeClr val="tx1"/>
                  </a:solidFill>
                  <a:effectLst/>
                  <a:uLnTx/>
                  <a:uFillTx/>
                  <a:latin typeface="+mj-lt"/>
                  <a:cs typeface="Calibri" panose="020F0502020204030204" pitchFamily="34" charset="0"/>
                </a:rPr>
                <a:t>Subtitle</a:t>
              </a:r>
            </a:p>
          </p:txBody>
        </p:sp>
        <p:sp>
          <p:nvSpPr>
            <p:cNvPr id="24" name="Ovaal 23">
              <a:extLst>
                <a:ext uri="{FF2B5EF4-FFF2-40B4-BE49-F238E27FC236}">
                  <a16:creationId xmlns:a16="http://schemas.microsoft.com/office/drawing/2014/main" id="{2380A194-D5F8-CB43-80B1-5E9867967C94}"/>
                </a:ext>
              </a:extLst>
            </p:cNvPr>
            <p:cNvSpPr/>
            <p:nvPr userDrawn="1"/>
          </p:nvSpPr>
          <p:spPr>
            <a:xfrm>
              <a:off x="-3604183" y="3293904"/>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6</a:t>
              </a:r>
            </a:p>
          </p:txBody>
        </p:sp>
        <p:sp>
          <p:nvSpPr>
            <p:cNvPr id="25" name="Rechthoek 24">
              <a:extLst>
                <a:ext uri="{FF2B5EF4-FFF2-40B4-BE49-F238E27FC236}">
                  <a16:creationId xmlns:a16="http://schemas.microsoft.com/office/drawing/2014/main" id="{ED8AFD61-6500-DDE1-059C-A7EB1965AD9C}"/>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357188" marR="0" lvl="0" indent="-357188" defTabSz="914400" eaLnBrk="1" fontAlgn="auto" latinLnBrk="0" hangingPunct="1">
                <a:lnSpc>
                  <a:spcPct val="100000"/>
                </a:lnSpc>
                <a:spcBef>
                  <a:spcPts val="600"/>
                </a:spcBef>
                <a:spcAft>
                  <a:spcPts val="600"/>
                </a:spcAft>
                <a:buClr>
                  <a:schemeClr val="bg1"/>
                </a:buClr>
                <a:buSzTx/>
                <a:buFont typeface="+mj-lt"/>
                <a:buAutoNum type="arabicPeriod"/>
                <a:tabLst/>
                <a:defRPr/>
              </a:pPr>
              <a:r>
                <a:rPr kumimoji="0" lang="en-GB" sz="1400" b="0" i="0" u="none" strike="noStrike" kern="0" cap="none" spc="0" normalizeH="0" baseline="0" noProof="0" dirty="0">
                  <a:ln>
                    <a:noFill/>
                  </a:ln>
                  <a:solidFill>
                    <a:schemeClr val="bg1"/>
                  </a:solidFill>
                  <a:effectLst/>
                  <a:uLnTx/>
                  <a:uFillTx/>
                  <a:latin typeface="+mj-lt"/>
                  <a:cs typeface="Calibri" panose="020F0502020204030204" pitchFamily="34" charset="0"/>
                </a:rPr>
                <a:t>Numerical bullet</a:t>
              </a:r>
            </a:p>
          </p:txBody>
        </p:sp>
        <p:sp>
          <p:nvSpPr>
            <p:cNvPr id="26" name="Ovaal 25">
              <a:extLst>
                <a:ext uri="{FF2B5EF4-FFF2-40B4-BE49-F238E27FC236}">
                  <a16:creationId xmlns:a16="http://schemas.microsoft.com/office/drawing/2014/main" id="{388B32FF-A6AD-AA31-F50E-5DB2EC119E2E}"/>
                </a:ext>
              </a:extLst>
            </p:cNvPr>
            <p:cNvSpPr/>
            <p:nvPr userDrawn="1"/>
          </p:nvSpPr>
          <p:spPr>
            <a:xfrm>
              <a:off x="-3604183" y="3585188"/>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7</a:t>
              </a:r>
            </a:p>
          </p:txBody>
        </p:sp>
        <p:sp>
          <p:nvSpPr>
            <p:cNvPr id="27" name="Rechthoek 26">
              <a:extLst>
                <a:ext uri="{FF2B5EF4-FFF2-40B4-BE49-F238E27FC236}">
                  <a16:creationId xmlns:a16="http://schemas.microsoft.com/office/drawing/2014/main" id="{7D2817CF-8F72-4931-9D5D-9BD4BA12A5F5}"/>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342900" marR="0" lvl="0" indent="-342900" defTabSz="914400" eaLnBrk="1" fontAlgn="auto" latinLnBrk="0" hangingPunct="1">
                <a:lnSpc>
                  <a:spcPct val="100000"/>
                </a:lnSpc>
                <a:spcBef>
                  <a:spcPts val="600"/>
                </a:spcBef>
                <a:spcAft>
                  <a:spcPts val="600"/>
                </a:spcAft>
                <a:buClr>
                  <a:schemeClr val="bg1"/>
                </a:buClr>
                <a:buSzTx/>
                <a:buFont typeface="+mj-lt"/>
                <a:buAutoNum type="alphaLcPeriod"/>
                <a:tabLst/>
                <a:defRPr/>
              </a:pPr>
              <a:r>
                <a:rPr kumimoji="0" lang="en-GB" sz="1400" b="0" i="0" u="none" strike="noStrike" kern="0" cap="none" spc="0" normalizeH="0" baseline="0" noProof="0" dirty="0">
                  <a:ln>
                    <a:noFill/>
                  </a:ln>
                  <a:solidFill>
                    <a:schemeClr val="bg1"/>
                  </a:solidFill>
                  <a:effectLst/>
                  <a:uLnTx/>
                  <a:uFillTx/>
                  <a:latin typeface="+mj-lt"/>
                  <a:cs typeface="Calibri" panose="020F0502020204030204" pitchFamily="34" charset="0"/>
                </a:rPr>
                <a:t>Alphabetical bullet</a:t>
              </a:r>
            </a:p>
          </p:txBody>
        </p:sp>
        <p:sp>
          <p:nvSpPr>
            <p:cNvPr id="28" name="Ovaal 27">
              <a:extLst>
                <a:ext uri="{FF2B5EF4-FFF2-40B4-BE49-F238E27FC236}">
                  <a16:creationId xmlns:a16="http://schemas.microsoft.com/office/drawing/2014/main" id="{6C1FC193-7166-88A5-F529-2B5AB454A5A4}"/>
                </a:ext>
              </a:extLst>
            </p:cNvPr>
            <p:cNvSpPr/>
            <p:nvPr userDrawn="1"/>
          </p:nvSpPr>
          <p:spPr>
            <a:xfrm>
              <a:off x="-3604183" y="3876472"/>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8</a:t>
              </a:r>
            </a:p>
          </p:txBody>
        </p:sp>
        <p:sp>
          <p:nvSpPr>
            <p:cNvPr id="29" name="Rechthoek 28">
              <a:extLst>
                <a:ext uri="{FF2B5EF4-FFF2-40B4-BE49-F238E27FC236}">
                  <a16:creationId xmlns:a16="http://schemas.microsoft.com/office/drawing/2014/main" id="{1B2D8DD6-459C-5EED-C6FF-68CEE0A03B48}"/>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tx1"/>
                </a:buClr>
                <a:buSzTx/>
                <a:buFont typeface="Calibri" panose="020F0502020204030204" pitchFamily="34" charset="0"/>
                <a:buNone/>
                <a:tabLst/>
                <a:defRPr/>
              </a:pPr>
              <a:r>
                <a:rPr kumimoji="0" lang="en-GB" sz="1200" b="0" i="1" u="none" strike="noStrike" kern="0" cap="none" spc="0" normalizeH="0" baseline="0" noProof="0" dirty="0">
                  <a:ln>
                    <a:noFill/>
                  </a:ln>
                  <a:solidFill>
                    <a:schemeClr val="bg1"/>
                  </a:solidFill>
                  <a:effectLst/>
                  <a:uLnTx/>
                  <a:uFillTx/>
                  <a:latin typeface="+mj-lt"/>
                  <a:cs typeface="Calibri" panose="020F0502020204030204" pitchFamily="34" charset="0"/>
                </a:rPr>
                <a:t>Source</a:t>
              </a:r>
            </a:p>
          </p:txBody>
        </p:sp>
        <p:sp>
          <p:nvSpPr>
            <p:cNvPr id="30" name="Ovaal 29">
              <a:extLst>
                <a:ext uri="{FF2B5EF4-FFF2-40B4-BE49-F238E27FC236}">
                  <a16:creationId xmlns:a16="http://schemas.microsoft.com/office/drawing/2014/main" id="{D12A6833-C02A-0D9C-1717-49F90818FC11}"/>
                </a:ext>
              </a:extLst>
            </p:cNvPr>
            <p:cNvSpPr/>
            <p:nvPr userDrawn="1"/>
          </p:nvSpPr>
          <p:spPr>
            <a:xfrm>
              <a:off x="-3604183" y="4168594"/>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9</a:t>
              </a:r>
            </a:p>
          </p:txBody>
        </p:sp>
        <p:sp>
          <p:nvSpPr>
            <p:cNvPr id="31" name="Rechthoek 30">
              <a:extLst>
                <a:ext uri="{FF2B5EF4-FFF2-40B4-BE49-F238E27FC236}">
                  <a16:creationId xmlns:a16="http://schemas.microsoft.com/office/drawing/2014/main" id="{758E9712-5196-D0C0-221F-46DAC1604FD6}"/>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1400" b="0" i="0" u="none" strike="noStrike" kern="0" cap="none" spc="0" normalizeH="0" baseline="0" noProof="0" dirty="0">
                  <a:ln>
                    <a:noFill/>
                  </a:ln>
                  <a:solidFill>
                    <a:schemeClr val="bg1"/>
                  </a:solidFill>
                  <a:effectLst/>
                  <a:uLnTx/>
                  <a:uFillTx/>
                  <a:latin typeface="+mj-lt"/>
                  <a:cs typeface="Calibri" panose="020F0502020204030204" pitchFamily="34" charset="0"/>
                </a:rPr>
                <a:t>Default text</a:t>
              </a:r>
            </a:p>
          </p:txBody>
        </p:sp>
        <p:sp>
          <p:nvSpPr>
            <p:cNvPr id="32" name="Rechthoek 31">
              <a:extLst>
                <a:ext uri="{FF2B5EF4-FFF2-40B4-BE49-F238E27FC236}">
                  <a16:creationId xmlns:a16="http://schemas.microsoft.com/office/drawing/2014/main" id="{042D9C72-60C8-3DB4-EDE0-68FA3653B4E9}"/>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grpSp>
          <p:nvGrpSpPr>
            <p:cNvPr id="33" name="ICOON_info">
              <a:extLst>
                <a:ext uri="{FF2B5EF4-FFF2-40B4-BE49-F238E27FC236}">
                  <a16:creationId xmlns:a16="http://schemas.microsoft.com/office/drawing/2014/main" id="{5AD6B587-3A12-394F-9570-65F9A31E3494}"/>
                </a:ext>
              </a:extLst>
            </p:cNvPr>
            <p:cNvGrpSpPr/>
            <p:nvPr userDrawn="1"/>
          </p:nvGrpSpPr>
          <p:grpSpPr>
            <a:xfrm>
              <a:off x="-376736" y="4400186"/>
              <a:ext cx="283685" cy="283685"/>
              <a:chOff x="-510741" y="5913713"/>
              <a:chExt cx="267555" cy="267555"/>
            </a:xfrm>
          </p:grpSpPr>
          <p:sp>
            <p:nvSpPr>
              <p:cNvPr id="81" name="Ovaal 80">
                <a:extLst>
                  <a:ext uri="{FF2B5EF4-FFF2-40B4-BE49-F238E27FC236}">
                    <a16:creationId xmlns:a16="http://schemas.microsoft.com/office/drawing/2014/main" id="{95E89583-59D7-1FBC-2194-19480CC5ECEC}"/>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82" name="Graphic 163" descr="Informatie">
                <a:extLst>
                  <a:ext uri="{FF2B5EF4-FFF2-40B4-BE49-F238E27FC236}">
                    <a16:creationId xmlns:a16="http://schemas.microsoft.com/office/drawing/2014/main" id="{6FD11870-6DBA-3782-903B-CAF3446C7ECB}"/>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34" name="VOORBEELD">
              <a:extLst>
                <a:ext uri="{FF2B5EF4-FFF2-40B4-BE49-F238E27FC236}">
                  <a16:creationId xmlns:a16="http://schemas.microsoft.com/office/drawing/2014/main" id="{77DBD3D2-5227-9378-A3BC-4A94C5222797}"/>
                </a:ext>
              </a:extLst>
            </p:cNvPr>
            <p:cNvGrpSpPr/>
            <p:nvPr userDrawn="1"/>
          </p:nvGrpSpPr>
          <p:grpSpPr>
            <a:xfrm>
              <a:off x="-3605171" y="458674"/>
              <a:ext cx="3234311" cy="558875"/>
              <a:chOff x="-3605171" y="458674"/>
              <a:chExt cx="3234311" cy="558875"/>
            </a:xfrm>
          </p:grpSpPr>
          <p:sp>
            <p:nvSpPr>
              <p:cNvPr id="41" name="Rechthoek 40">
                <a:extLst>
                  <a:ext uri="{FF2B5EF4-FFF2-40B4-BE49-F238E27FC236}">
                    <a16:creationId xmlns:a16="http://schemas.microsoft.com/office/drawing/2014/main" id="{D4AA3FAF-4A8E-CE1C-22AF-519004EBB71E}"/>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en-GB" sz="900" b="1" noProof="0" dirty="0">
                    <a:solidFill>
                      <a:srgbClr val="211F26"/>
                    </a:solidFill>
                    <a:latin typeface="Calibri" panose="020F0502020204030204" pitchFamily="34" charset="0"/>
                    <a:cs typeface="Calibri" panose="020F0502020204030204" pitchFamily="34" charset="0"/>
                  </a:rPr>
                  <a:t>Home</a:t>
                </a:r>
              </a:p>
            </p:txBody>
          </p:sp>
          <p:sp>
            <p:nvSpPr>
              <p:cNvPr id="42" name="Rechthoek 41">
                <a:extLst>
                  <a:ext uri="{FF2B5EF4-FFF2-40B4-BE49-F238E27FC236}">
                    <a16:creationId xmlns:a16="http://schemas.microsoft.com/office/drawing/2014/main" id="{6BD68FAB-566B-7CB1-B240-EC2C4E3262C7}"/>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nvGrpSpPr>
              <p:cNvPr id="43" name="Groep 42">
                <a:extLst>
                  <a:ext uri="{FF2B5EF4-FFF2-40B4-BE49-F238E27FC236}">
                    <a16:creationId xmlns:a16="http://schemas.microsoft.com/office/drawing/2014/main" id="{85258AF1-36FB-508F-33C8-ED74B428D0A1}"/>
                  </a:ext>
                </a:extLst>
              </p:cNvPr>
              <p:cNvGrpSpPr/>
              <p:nvPr userDrawn="1"/>
            </p:nvGrpSpPr>
            <p:grpSpPr>
              <a:xfrm>
                <a:off x="-3386247" y="830871"/>
                <a:ext cx="139423" cy="109566"/>
                <a:chOff x="-2866744" y="827071"/>
                <a:chExt cx="168701" cy="132575"/>
              </a:xfrm>
            </p:grpSpPr>
            <p:grpSp>
              <p:nvGrpSpPr>
                <p:cNvPr id="74" name="Groep 73">
                  <a:extLst>
                    <a:ext uri="{FF2B5EF4-FFF2-40B4-BE49-F238E27FC236}">
                      <a16:creationId xmlns:a16="http://schemas.microsoft.com/office/drawing/2014/main" id="{A60DDBFA-B5C9-D794-069A-808942BEAB9B}"/>
                    </a:ext>
                  </a:extLst>
                </p:cNvPr>
                <p:cNvGrpSpPr/>
                <p:nvPr userDrawn="1"/>
              </p:nvGrpSpPr>
              <p:grpSpPr>
                <a:xfrm>
                  <a:off x="-2866744" y="827071"/>
                  <a:ext cx="168701" cy="132575"/>
                  <a:chOff x="-2866744" y="827071"/>
                  <a:chExt cx="168701" cy="132575"/>
                </a:xfrm>
              </p:grpSpPr>
              <p:cxnSp>
                <p:nvCxnSpPr>
                  <p:cNvPr id="76" name="Rechte verbindingslijn 75">
                    <a:extLst>
                      <a:ext uri="{FF2B5EF4-FFF2-40B4-BE49-F238E27FC236}">
                        <a16:creationId xmlns:a16="http://schemas.microsoft.com/office/drawing/2014/main" id="{BF27C5F2-B7A6-A0EA-819B-2CEAD59F0726}"/>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7" name="Rechte verbindingslijn 76">
                    <a:extLst>
                      <a:ext uri="{FF2B5EF4-FFF2-40B4-BE49-F238E27FC236}">
                        <a16:creationId xmlns:a16="http://schemas.microsoft.com/office/drawing/2014/main" id="{54679592-39C7-859A-7FCB-9294A67116C9}"/>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8" name="Rechte verbindingslijn 77">
                    <a:extLst>
                      <a:ext uri="{FF2B5EF4-FFF2-40B4-BE49-F238E27FC236}">
                        <a16:creationId xmlns:a16="http://schemas.microsoft.com/office/drawing/2014/main" id="{BD1ED5AA-10F8-CA5A-DDB4-5C9AD8AF9948}"/>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9" name="Rechte verbindingslijn 78">
                    <a:extLst>
                      <a:ext uri="{FF2B5EF4-FFF2-40B4-BE49-F238E27FC236}">
                        <a16:creationId xmlns:a16="http://schemas.microsoft.com/office/drawing/2014/main" id="{AF64222F-D623-6926-1869-183B2FD5EC6B}"/>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80" name="Rechte verbindingslijn 79">
                    <a:extLst>
                      <a:ext uri="{FF2B5EF4-FFF2-40B4-BE49-F238E27FC236}">
                        <a16:creationId xmlns:a16="http://schemas.microsoft.com/office/drawing/2014/main" id="{3E8AEE8E-D547-3832-6DEB-67E7968CE41A}"/>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5" name="Pijl: rechts 74">
                  <a:extLst>
                    <a:ext uri="{FF2B5EF4-FFF2-40B4-BE49-F238E27FC236}">
                      <a16:creationId xmlns:a16="http://schemas.microsoft.com/office/drawing/2014/main" id="{4886A281-AB3B-8EA5-3B79-561D44488A81}"/>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44" name="Groep 43">
                <a:extLst>
                  <a:ext uri="{FF2B5EF4-FFF2-40B4-BE49-F238E27FC236}">
                    <a16:creationId xmlns:a16="http://schemas.microsoft.com/office/drawing/2014/main" id="{B2148450-1553-44DD-F6BC-8A24FD6C741C}"/>
                  </a:ext>
                </a:extLst>
              </p:cNvPr>
              <p:cNvGrpSpPr/>
              <p:nvPr userDrawn="1"/>
            </p:nvGrpSpPr>
            <p:grpSpPr>
              <a:xfrm>
                <a:off x="-3605171" y="830871"/>
                <a:ext cx="139423" cy="109566"/>
                <a:chOff x="-2866744" y="518074"/>
                <a:chExt cx="168701" cy="132575"/>
              </a:xfrm>
            </p:grpSpPr>
            <p:grpSp>
              <p:nvGrpSpPr>
                <p:cNvPr id="67" name="Groep 66">
                  <a:extLst>
                    <a:ext uri="{FF2B5EF4-FFF2-40B4-BE49-F238E27FC236}">
                      <a16:creationId xmlns:a16="http://schemas.microsoft.com/office/drawing/2014/main" id="{5EEE16C5-1F5B-77E6-B519-B8EA5DD64DA3}"/>
                    </a:ext>
                  </a:extLst>
                </p:cNvPr>
                <p:cNvGrpSpPr/>
                <p:nvPr userDrawn="1"/>
              </p:nvGrpSpPr>
              <p:grpSpPr>
                <a:xfrm>
                  <a:off x="-2866744" y="518074"/>
                  <a:ext cx="168701" cy="132575"/>
                  <a:chOff x="-2866744" y="518074"/>
                  <a:chExt cx="168701" cy="132575"/>
                </a:xfrm>
              </p:grpSpPr>
              <p:cxnSp>
                <p:nvCxnSpPr>
                  <p:cNvPr id="69" name="Rechte verbindingslijn 68">
                    <a:extLst>
                      <a:ext uri="{FF2B5EF4-FFF2-40B4-BE49-F238E27FC236}">
                        <a16:creationId xmlns:a16="http://schemas.microsoft.com/office/drawing/2014/main" id="{4C3E980F-9D49-AD64-977C-07FD2DA627E5}"/>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70" name="Rechte verbindingslijn 69">
                    <a:extLst>
                      <a:ext uri="{FF2B5EF4-FFF2-40B4-BE49-F238E27FC236}">
                        <a16:creationId xmlns:a16="http://schemas.microsoft.com/office/drawing/2014/main" id="{F2348E5E-A204-9326-9AD5-FF468929B1E4}"/>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71" name="Rechte verbindingslijn 70">
                    <a:extLst>
                      <a:ext uri="{FF2B5EF4-FFF2-40B4-BE49-F238E27FC236}">
                        <a16:creationId xmlns:a16="http://schemas.microsoft.com/office/drawing/2014/main" id="{EF1D2D29-43CD-F88E-EDEB-82C61AF2FD7E}"/>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72" name="Rechte verbindingslijn 71">
                    <a:extLst>
                      <a:ext uri="{FF2B5EF4-FFF2-40B4-BE49-F238E27FC236}">
                        <a16:creationId xmlns:a16="http://schemas.microsoft.com/office/drawing/2014/main" id="{737D0449-8549-41C0-358D-B21650C5DE70}"/>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73" name="Rechte verbindingslijn 72">
                    <a:extLst>
                      <a:ext uri="{FF2B5EF4-FFF2-40B4-BE49-F238E27FC236}">
                        <a16:creationId xmlns:a16="http://schemas.microsoft.com/office/drawing/2014/main" id="{4CD6AFD2-FD76-06CE-0B33-9983FC461B15}"/>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8" name="Pijl: rechts 67">
                  <a:extLst>
                    <a:ext uri="{FF2B5EF4-FFF2-40B4-BE49-F238E27FC236}">
                      <a16:creationId xmlns:a16="http://schemas.microsoft.com/office/drawing/2014/main" id="{98179507-58E2-BEEA-7969-715E36BAB0EA}"/>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cxnSp>
            <p:nvCxnSpPr>
              <p:cNvPr id="45" name="Rechte verbindingslijn 44">
                <a:extLst>
                  <a:ext uri="{FF2B5EF4-FFF2-40B4-BE49-F238E27FC236}">
                    <a16:creationId xmlns:a16="http://schemas.microsoft.com/office/drawing/2014/main" id="{DB410B63-6EEE-3F71-5F6D-AFD29A121913}"/>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46" name="Rechte verbindingslijn 45">
                <a:extLst>
                  <a:ext uri="{FF2B5EF4-FFF2-40B4-BE49-F238E27FC236}">
                    <a16:creationId xmlns:a16="http://schemas.microsoft.com/office/drawing/2014/main" id="{0AFFB209-BED1-C088-A1BF-174BBCCD887F}"/>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47" name="Rechthoek 46">
                <a:extLst>
                  <a:ext uri="{FF2B5EF4-FFF2-40B4-BE49-F238E27FC236}">
                    <a16:creationId xmlns:a16="http://schemas.microsoft.com/office/drawing/2014/main" id="{FEEFE8A6-D308-6A37-DD1D-558BA7397BB0}"/>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Text level down</a:t>
                </a:r>
              </a:p>
            </p:txBody>
          </p:sp>
          <p:sp>
            <p:nvSpPr>
              <p:cNvPr id="48" name="Rechthoek 47">
                <a:extLst>
                  <a:ext uri="{FF2B5EF4-FFF2-40B4-BE49-F238E27FC236}">
                    <a16:creationId xmlns:a16="http://schemas.microsoft.com/office/drawing/2014/main" id="{036CB7DD-D3E3-CF10-0EDD-CB3CECBF8CB7}"/>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Text level up</a:t>
                </a:r>
              </a:p>
            </p:txBody>
          </p:sp>
          <p:grpSp>
            <p:nvGrpSpPr>
              <p:cNvPr id="49" name="Groep 48">
                <a:extLst>
                  <a:ext uri="{FF2B5EF4-FFF2-40B4-BE49-F238E27FC236}">
                    <a16:creationId xmlns:a16="http://schemas.microsoft.com/office/drawing/2014/main" id="{7FE597D9-5CC2-2DB6-963E-3A6B5782B6AB}"/>
                  </a:ext>
                </a:extLst>
              </p:cNvPr>
              <p:cNvGrpSpPr/>
              <p:nvPr userDrawn="1"/>
            </p:nvGrpSpPr>
            <p:grpSpPr>
              <a:xfrm>
                <a:off x="-2916763" y="769168"/>
                <a:ext cx="268738" cy="248381"/>
                <a:chOff x="-2916763" y="769168"/>
                <a:chExt cx="268738" cy="248381"/>
              </a:xfrm>
            </p:grpSpPr>
            <p:sp>
              <p:nvSpPr>
                <p:cNvPr id="59" name="Rechthoek 58">
                  <a:extLst>
                    <a:ext uri="{FF2B5EF4-FFF2-40B4-BE49-F238E27FC236}">
                      <a16:creationId xmlns:a16="http://schemas.microsoft.com/office/drawing/2014/main" id="{6CA3F92A-F207-1B11-B719-BAA0950F8480}"/>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en-GB" sz="1050" b="0" noProof="0" dirty="0">
                    <a:solidFill>
                      <a:srgbClr val="211F26"/>
                    </a:solidFill>
                    <a:latin typeface="Calibri" panose="020F0502020204030204" pitchFamily="34" charset="0"/>
                    <a:cs typeface="Calibri" panose="020F0502020204030204" pitchFamily="34" charset="0"/>
                  </a:endParaRPr>
                </a:p>
              </p:txBody>
            </p:sp>
            <p:grpSp>
              <p:nvGrpSpPr>
                <p:cNvPr id="60" name="Groep 59">
                  <a:extLst>
                    <a:ext uri="{FF2B5EF4-FFF2-40B4-BE49-F238E27FC236}">
                      <a16:creationId xmlns:a16="http://schemas.microsoft.com/office/drawing/2014/main" id="{DCF2BE17-5726-EC84-C4BD-4872B636746E}"/>
                    </a:ext>
                  </a:extLst>
                </p:cNvPr>
                <p:cNvGrpSpPr/>
                <p:nvPr userDrawn="1"/>
              </p:nvGrpSpPr>
              <p:grpSpPr>
                <a:xfrm>
                  <a:off x="-2866744" y="827071"/>
                  <a:ext cx="168701" cy="132575"/>
                  <a:chOff x="-2866744" y="827071"/>
                  <a:chExt cx="168701" cy="132575"/>
                </a:xfrm>
              </p:grpSpPr>
              <p:cxnSp>
                <p:nvCxnSpPr>
                  <p:cNvPr id="62" name="Rechte verbindingslijn 61">
                    <a:extLst>
                      <a:ext uri="{FF2B5EF4-FFF2-40B4-BE49-F238E27FC236}">
                        <a16:creationId xmlns:a16="http://schemas.microsoft.com/office/drawing/2014/main" id="{1CA4E12F-DD59-7F39-F221-12FB02CA9BC2}"/>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63" name="Rechte verbindingslijn 62">
                    <a:extLst>
                      <a:ext uri="{FF2B5EF4-FFF2-40B4-BE49-F238E27FC236}">
                        <a16:creationId xmlns:a16="http://schemas.microsoft.com/office/drawing/2014/main" id="{7C7CF087-551B-5C37-EFDA-62ACC424F4A5}"/>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64" name="Rechte verbindingslijn 63">
                    <a:extLst>
                      <a:ext uri="{FF2B5EF4-FFF2-40B4-BE49-F238E27FC236}">
                        <a16:creationId xmlns:a16="http://schemas.microsoft.com/office/drawing/2014/main" id="{F6383F1D-11C3-88F8-F35B-320ACBDF67D1}"/>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5" name="Rechte verbindingslijn 64">
                    <a:extLst>
                      <a:ext uri="{FF2B5EF4-FFF2-40B4-BE49-F238E27FC236}">
                        <a16:creationId xmlns:a16="http://schemas.microsoft.com/office/drawing/2014/main" id="{9A04F3A3-93F6-1032-5AA4-E4E9C364FD28}"/>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6" name="Rechte verbindingslijn 65">
                    <a:extLst>
                      <a:ext uri="{FF2B5EF4-FFF2-40B4-BE49-F238E27FC236}">
                        <a16:creationId xmlns:a16="http://schemas.microsoft.com/office/drawing/2014/main" id="{1AA10358-6A17-D5E8-3EBC-EEC7CC449FFC}"/>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61" name="Pijl: rechts 60">
                  <a:extLst>
                    <a:ext uri="{FF2B5EF4-FFF2-40B4-BE49-F238E27FC236}">
                      <a16:creationId xmlns:a16="http://schemas.microsoft.com/office/drawing/2014/main" id="{8FED6B50-47FE-8AC2-703B-0B7C7E3449A1}"/>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50" name="Groep 49">
                <a:extLst>
                  <a:ext uri="{FF2B5EF4-FFF2-40B4-BE49-F238E27FC236}">
                    <a16:creationId xmlns:a16="http://schemas.microsoft.com/office/drawing/2014/main" id="{84A33AE7-2AA0-382B-87C1-1BFDFC15364A}"/>
                  </a:ext>
                </a:extLst>
              </p:cNvPr>
              <p:cNvGrpSpPr/>
              <p:nvPr userDrawn="1"/>
            </p:nvGrpSpPr>
            <p:grpSpPr>
              <a:xfrm>
                <a:off x="-2916763" y="460171"/>
                <a:ext cx="268738" cy="248381"/>
                <a:chOff x="-2916763" y="460171"/>
                <a:chExt cx="268738" cy="248381"/>
              </a:xfrm>
            </p:grpSpPr>
            <p:sp>
              <p:nvSpPr>
                <p:cNvPr id="51" name="Rechthoek 50">
                  <a:extLst>
                    <a:ext uri="{FF2B5EF4-FFF2-40B4-BE49-F238E27FC236}">
                      <a16:creationId xmlns:a16="http://schemas.microsoft.com/office/drawing/2014/main" id="{C57F1C43-3CE1-F890-74E4-CF8AE4A66971}"/>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en-GB" sz="1050" b="0" noProof="0" dirty="0">
                    <a:solidFill>
                      <a:srgbClr val="211F26"/>
                    </a:solidFill>
                    <a:latin typeface="Calibri" panose="020F0502020204030204" pitchFamily="34" charset="0"/>
                    <a:cs typeface="Calibri" panose="020F0502020204030204" pitchFamily="34" charset="0"/>
                  </a:endParaRPr>
                </a:p>
              </p:txBody>
            </p:sp>
            <p:grpSp>
              <p:nvGrpSpPr>
                <p:cNvPr id="52" name="Groep 51">
                  <a:extLst>
                    <a:ext uri="{FF2B5EF4-FFF2-40B4-BE49-F238E27FC236}">
                      <a16:creationId xmlns:a16="http://schemas.microsoft.com/office/drawing/2014/main" id="{63F139E5-2923-4991-197D-6F63D76EEBFF}"/>
                    </a:ext>
                  </a:extLst>
                </p:cNvPr>
                <p:cNvGrpSpPr/>
                <p:nvPr userDrawn="1"/>
              </p:nvGrpSpPr>
              <p:grpSpPr>
                <a:xfrm>
                  <a:off x="-2866744" y="518074"/>
                  <a:ext cx="168701" cy="132575"/>
                  <a:chOff x="-2866744" y="518074"/>
                  <a:chExt cx="168701" cy="132575"/>
                </a:xfrm>
              </p:grpSpPr>
              <p:cxnSp>
                <p:nvCxnSpPr>
                  <p:cNvPr id="54" name="Rechte verbindingslijn 53">
                    <a:extLst>
                      <a:ext uri="{FF2B5EF4-FFF2-40B4-BE49-F238E27FC236}">
                        <a16:creationId xmlns:a16="http://schemas.microsoft.com/office/drawing/2014/main" id="{36FB4E87-994C-EDC0-D5A6-0C545F3FA5E0}"/>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5" name="Rechte verbindingslijn 54">
                    <a:extLst>
                      <a:ext uri="{FF2B5EF4-FFF2-40B4-BE49-F238E27FC236}">
                        <a16:creationId xmlns:a16="http://schemas.microsoft.com/office/drawing/2014/main" id="{8140E44B-F803-277B-8F3D-666E676851C2}"/>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6" name="Rechte verbindingslijn 55">
                    <a:extLst>
                      <a:ext uri="{FF2B5EF4-FFF2-40B4-BE49-F238E27FC236}">
                        <a16:creationId xmlns:a16="http://schemas.microsoft.com/office/drawing/2014/main" id="{CEDEF060-0735-AD50-8CFE-962739394E3B}"/>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7" name="Rechte verbindingslijn 56">
                    <a:extLst>
                      <a:ext uri="{FF2B5EF4-FFF2-40B4-BE49-F238E27FC236}">
                        <a16:creationId xmlns:a16="http://schemas.microsoft.com/office/drawing/2014/main" id="{4A0EC06D-AEB5-E4B3-2F74-6956D6AFBB65}"/>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8" name="Rechte verbindingslijn 57">
                    <a:extLst>
                      <a:ext uri="{FF2B5EF4-FFF2-40B4-BE49-F238E27FC236}">
                        <a16:creationId xmlns:a16="http://schemas.microsoft.com/office/drawing/2014/main" id="{272D7D49-2FA7-7B47-C3CD-1E97DB6A89D1}"/>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53" name="Pijl: rechts 52">
                  <a:extLst>
                    <a:ext uri="{FF2B5EF4-FFF2-40B4-BE49-F238E27FC236}">
                      <a16:creationId xmlns:a16="http://schemas.microsoft.com/office/drawing/2014/main" id="{7623F4C8-D7C5-6B80-07FC-95E28F2816D2}"/>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grpSp>
          <p:nvGrpSpPr>
            <p:cNvPr id="35" name="Groep 34">
              <a:extLst>
                <a:ext uri="{FF2B5EF4-FFF2-40B4-BE49-F238E27FC236}">
                  <a16:creationId xmlns:a16="http://schemas.microsoft.com/office/drawing/2014/main" id="{D23EB3D7-D2D1-A640-A8D7-91646E89EEC1}"/>
                </a:ext>
              </a:extLst>
            </p:cNvPr>
            <p:cNvGrpSpPr/>
            <p:nvPr userDrawn="1"/>
          </p:nvGrpSpPr>
          <p:grpSpPr>
            <a:xfrm>
              <a:off x="-938434" y="4663037"/>
              <a:ext cx="627798" cy="576693"/>
              <a:chOff x="-1753862" y="6112775"/>
              <a:chExt cx="759635" cy="697798"/>
            </a:xfrm>
          </p:grpSpPr>
          <p:grpSp>
            <p:nvGrpSpPr>
              <p:cNvPr id="36" name="Inspireren">
                <a:extLst>
                  <a:ext uri="{FF2B5EF4-FFF2-40B4-BE49-F238E27FC236}">
                    <a16:creationId xmlns:a16="http://schemas.microsoft.com/office/drawing/2014/main" id="{1567F056-12B4-920F-3974-996A7C953227}"/>
                  </a:ext>
                </a:extLst>
              </p:cNvPr>
              <p:cNvGrpSpPr>
                <a:grpSpLocks noChangeAspect="1"/>
              </p:cNvGrpSpPr>
              <p:nvPr userDrawn="1"/>
            </p:nvGrpSpPr>
            <p:grpSpPr bwMode="auto">
              <a:xfrm>
                <a:off x="-1484858" y="6112775"/>
                <a:ext cx="205431" cy="293286"/>
                <a:chOff x="4768" y="2783"/>
                <a:chExt cx="788" cy="1125"/>
              </a:xfrm>
              <a:gradFill>
                <a:gsLst>
                  <a:gs pos="0">
                    <a:srgbClr val="9D9FA1"/>
                  </a:gs>
                  <a:gs pos="70000">
                    <a:srgbClr val="211F26"/>
                  </a:gs>
                </a:gsLst>
                <a:lin ang="2700000" scaled="0"/>
              </a:gradFill>
            </p:grpSpPr>
            <p:sp>
              <p:nvSpPr>
                <p:cNvPr id="38" name="Freeform 12">
                  <a:extLst>
                    <a:ext uri="{FF2B5EF4-FFF2-40B4-BE49-F238E27FC236}">
                      <a16:creationId xmlns:a16="http://schemas.microsoft.com/office/drawing/2014/main" id="{04F86F78-D7B3-3886-10BA-FDA750D9F387}"/>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39" name="Freeform 13">
                  <a:extLst>
                    <a:ext uri="{FF2B5EF4-FFF2-40B4-BE49-F238E27FC236}">
                      <a16:creationId xmlns:a16="http://schemas.microsoft.com/office/drawing/2014/main" id="{8704D9B4-5519-A3AB-B0FA-0F18728818BB}"/>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40" name="Freeform 14">
                  <a:extLst>
                    <a:ext uri="{FF2B5EF4-FFF2-40B4-BE49-F238E27FC236}">
                      <a16:creationId xmlns:a16="http://schemas.microsoft.com/office/drawing/2014/main" id="{52121ADB-E02D-C207-8AC7-739B48DA6588}"/>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37" name="Tekstvak 36">
                <a:extLst>
                  <a:ext uri="{FF2B5EF4-FFF2-40B4-BE49-F238E27FC236}">
                    <a16:creationId xmlns:a16="http://schemas.microsoft.com/office/drawing/2014/main" id="{7347118D-762F-7218-C659-96B631FC4775}"/>
                  </a:ext>
                </a:extLst>
              </p:cNvPr>
              <p:cNvSpPr txBox="1"/>
              <p:nvPr userDrawn="1"/>
            </p:nvSpPr>
            <p:spPr>
              <a:xfrm>
                <a:off x="-1753862" y="6420664"/>
                <a:ext cx="759635" cy="38990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grpSp>
      <p:grpSp>
        <p:nvGrpSpPr>
          <p:cNvPr id="83" name="INSTRUCTION">
            <a:extLst>
              <a:ext uri="{FF2B5EF4-FFF2-40B4-BE49-F238E27FC236}">
                <a16:creationId xmlns:a16="http://schemas.microsoft.com/office/drawing/2014/main" id="{5F585955-C82B-E5E8-02A6-DE7951C28365}"/>
              </a:ext>
            </a:extLst>
          </p:cNvPr>
          <p:cNvGrpSpPr/>
          <p:nvPr userDrawn="1"/>
        </p:nvGrpSpPr>
        <p:grpSpPr>
          <a:xfrm>
            <a:off x="-3786165" y="-1"/>
            <a:ext cx="3693386" cy="6640349"/>
            <a:chOff x="-3786165" y="-1"/>
            <a:chExt cx="3693386" cy="6640349"/>
          </a:xfrm>
        </p:grpSpPr>
        <p:sp>
          <p:nvSpPr>
            <p:cNvPr id="84" name="Rechthoek 83">
              <a:extLst>
                <a:ext uri="{FF2B5EF4-FFF2-40B4-BE49-F238E27FC236}">
                  <a16:creationId xmlns:a16="http://schemas.microsoft.com/office/drawing/2014/main" id="{0B12CA8E-3868-4E86-6765-345CE7E0C400}"/>
                </a:ext>
              </a:extLst>
            </p:cNvPr>
            <p:cNvSpPr/>
            <p:nvPr userDrawn="1"/>
          </p:nvSpPr>
          <p:spPr>
            <a:xfrm>
              <a:off x="-3786165" y="-1"/>
              <a:ext cx="3593091" cy="5991727"/>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Insert/edit an image</a:t>
              </a:r>
            </a:p>
          </p:txBody>
        </p:sp>
        <p:sp>
          <p:nvSpPr>
            <p:cNvPr id="85" name="Ovaal 84">
              <a:extLst>
                <a:ext uri="{FF2B5EF4-FFF2-40B4-BE49-F238E27FC236}">
                  <a16:creationId xmlns:a16="http://schemas.microsoft.com/office/drawing/2014/main" id="{644A43AE-394C-FB42-3A1E-E34BC04338EE}"/>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86" name="Rechthoek 85">
              <a:extLst>
                <a:ext uri="{FF2B5EF4-FFF2-40B4-BE49-F238E27FC236}">
                  <a16:creationId xmlns:a16="http://schemas.microsoft.com/office/drawing/2014/main" id="{7F2739C4-7C27-4B72-0B6F-E14ABD15E714}"/>
                </a:ext>
              </a:extLst>
            </p:cNvPr>
            <p:cNvSpPr/>
            <p:nvPr userDrawn="1"/>
          </p:nvSpPr>
          <p:spPr>
            <a:xfrm>
              <a:off x="-3319415" y="465324"/>
              <a:ext cx="2962706" cy="668152"/>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If necessary, delete the existing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by using the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key’</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Select the placeholder,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1" i="0" u="none" strike="noStrike" kern="0" cap="none" spc="0" normalizeH="0" baseline="0" noProof="0" dirty="0" err="1">
                  <a:ln>
                    <a:noFill/>
                  </a:ln>
                  <a:solidFill>
                    <a:srgbClr val="000000"/>
                  </a:solidFill>
                  <a:effectLst/>
                  <a:uLnTx/>
                  <a:uFillTx/>
                  <a:latin typeface="Calibri" panose="020F0502020204030204" pitchFamily="34" charset="0"/>
                  <a:ea typeface="+mn-ea"/>
                  <a:cs typeface="Calibri" panose="020F0502020204030204" pitchFamily="34" charset="0"/>
                </a:rPr>
                <a:t>Slidebuilder</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 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‘Images’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endPar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87" name="Ovaal 86">
              <a:extLst>
                <a:ext uri="{FF2B5EF4-FFF2-40B4-BE49-F238E27FC236}">
                  <a16:creationId xmlns:a16="http://schemas.microsoft.com/office/drawing/2014/main" id="{5431E20C-7780-F7D3-6104-3CBD394BD59C}"/>
                </a:ext>
              </a:extLst>
            </p:cNvPr>
            <p:cNvSpPr/>
            <p:nvPr userDrawn="1"/>
          </p:nvSpPr>
          <p:spPr>
            <a:xfrm>
              <a:off x="-3603587" y="2633935"/>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88" name="Rechthoek 87">
              <a:extLst>
                <a:ext uri="{FF2B5EF4-FFF2-40B4-BE49-F238E27FC236}">
                  <a16:creationId xmlns:a16="http://schemas.microsoft.com/office/drawing/2014/main" id="{33B63BD8-7191-1156-1CA7-F0BB1586B7EF}"/>
                </a:ext>
              </a:extLst>
            </p:cNvPr>
            <p:cNvSpPr/>
            <p:nvPr userDrawn="1"/>
          </p:nvSpPr>
          <p:spPr>
            <a:xfrm>
              <a:off x="-3319416" y="2633936"/>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Click with the right mouse button on the thumbnail display of the slide on the left side </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of the screen and choose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‘Reset slide’</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89" name="Ovaal 88">
              <a:extLst>
                <a:ext uri="{FF2B5EF4-FFF2-40B4-BE49-F238E27FC236}">
                  <a16:creationId xmlns:a16="http://schemas.microsoft.com/office/drawing/2014/main" id="{9ACBB932-22C1-DA71-FBCB-8D936738D737}"/>
                </a:ext>
              </a:extLst>
            </p:cNvPr>
            <p:cNvSpPr/>
            <p:nvPr userDrawn="1"/>
          </p:nvSpPr>
          <p:spPr>
            <a:xfrm>
              <a:off x="-3603587" y="4226365"/>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90" name="Rechthoek 89">
              <a:extLst>
                <a:ext uri="{FF2B5EF4-FFF2-40B4-BE49-F238E27FC236}">
                  <a16:creationId xmlns:a16="http://schemas.microsoft.com/office/drawing/2014/main" id="{2B986B3E-C592-6BF4-E87F-13A551192F36}"/>
                </a:ext>
              </a:extLst>
            </p:cNvPr>
            <p:cNvSpPr/>
            <p:nvPr userDrawn="1"/>
          </p:nvSpPr>
          <p:spPr>
            <a:xfrm>
              <a:off x="-3319416" y="4226366"/>
              <a:ext cx="2944683" cy="820954"/>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To scale or drag the image,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‘Picture Tools - Format’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‘Crop’</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Scale the image itself with</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spheres and scale the image frame with the brackets.</a:t>
              </a:r>
            </a:p>
          </p:txBody>
        </p:sp>
        <p:sp>
          <p:nvSpPr>
            <p:cNvPr id="91" name="Rechthoek 90">
              <a:extLst>
                <a:ext uri="{FF2B5EF4-FFF2-40B4-BE49-F238E27FC236}">
                  <a16:creationId xmlns:a16="http://schemas.microsoft.com/office/drawing/2014/main" id="{B8885C02-ED56-ABF2-DD05-5FFE786BB513}"/>
                </a:ext>
              </a:extLst>
            </p:cNvPr>
            <p:cNvSpPr/>
            <p:nvPr userDrawn="1"/>
          </p:nvSpPr>
          <p:spPr>
            <a:xfrm>
              <a:off x="-3316836" y="3200265"/>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en-GB" sz="1000" b="0" i="1" noProof="0" dirty="0">
                <a:solidFill>
                  <a:srgbClr val="211F26"/>
                </a:solidFill>
                <a:latin typeface="Calibri" panose="020F0502020204030204" pitchFamily="34" charset="0"/>
                <a:cs typeface="Calibri" panose="020F0502020204030204" pitchFamily="34" charset="0"/>
              </a:endParaRPr>
            </a:p>
          </p:txBody>
        </p:sp>
        <p:grpSp>
          <p:nvGrpSpPr>
            <p:cNvPr id="92" name="Groep 91">
              <a:extLst>
                <a:ext uri="{FF2B5EF4-FFF2-40B4-BE49-F238E27FC236}">
                  <a16:creationId xmlns:a16="http://schemas.microsoft.com/office/drawing/2014/main" id="{A60EC4AA-7B17-D3B2-CD0F-0346CC88BAF3}"/>
                </a:ext>
              </a:extLst>
            </p:cNvPr>
            <p:cNvGrpSpPr/>
            <p:nvPr userDrawn="1"/>
          </p:nvGrpSpPr>
          <p:grpSpPr>
            <a:xfrm>
              <a:off x="-2485819" y="3479783"/>
              <a:ext cx="1222990" cy="563933"/>
              <a:chOff x="-2485819" y="3399207"/>
              <a:chExt cx="1222990" cy="563933"/>
            </a:xfrm>
          </p:grpSpPr>
          <p:sp>
            <p:nvSpPr>
              <p:cNvPr id="131" name="Rechthoek 130">
                <a:extLst>
                  <a:ext uri="{FF2B5EF4-FFF2-40B4-BE49-F238E27FC236}">
                    <a16:creationId xmlns:a16="http://schemas.microsoft.com/office/drawing/2014/main" id="{AE5047F1-A331-D6BF-E7F4-428EAA1419CB}"/>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132" name="Rechthoek 131">
                <a:extLst>
                  <a:ext uri="{FF2B5EF4-FFF2-40B4-BE49-F238E27FC236}">
                    <a16:creationId xmlns:a16="http://schemas.microsoft.com/office/drawing/2014/main" id="{C1C16890-6553-AD7D-C822-0E34C45FFBF6}"/>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nvGrpSpPr>
              <p:cNvPr id="133" name="Groep 132">
                <a:extLst>
                  <a:ext uri="{FF2B5EF4-FFF2-40B4-BE49-F238E27FC236}">
                    <a16:creationId xmlns:a16="http://schemas.microsoft.com/office/drawing/2014/main" id="{31B843C2-F8DA-5521-53A9-87E7025FF96A}"/>
                  </a:ext>
                </a:extLst>
              </p:cNvPr>
              <p:cNvGrpSpPr/>
              <p:nvPr userDrawn="1"/>
            </p:nvGrpSpPr>
            <p:grpSpPr>
              <a:xfrm>
                <a:off x="-2403869" y="3460544"/>
                <a:ext cx="155951" cy="131922"/>
                <a:chOff x="12968836" y="3354170"/>
                <a:chExt cx="404806" cy="342433"/>
              </a:xfrm>
            </p:grpSpPr>
            <p:sp>
              <p:nvSpPr>
                <p:cNvPr id="146" name="Rechthoek: afgeronde hoeken 145">
                  <a:extLst>
                    <a:ext uri="{FF2B5EF4-FFF2-40B4-BE49-F238E27FC236}">
                      <a16:creationId xmlns:a16="http://schemas.microsoft.com/office/drawing/2014/main" id="{1AD9B5DA-FDA8-F0F5-40B1-24F3A6C8AEF7}"/>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147" name="Rechthoek 146">
                  <a:extLst>
                    <a:ext uri="{FF2B5EF4-FFF2-40B4-BE49-F238E27FC236}">
                      <a16:creationId xmlns:a16="http://schemas.microsoft.com/office/drawing/2014/main" id="{4A7C22A1-307B-D3D1-B6AD-24771BB9DF5E}"/>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48" name="Rechthoek 147">
                  <a:extLst>
                    <a:ext uri="{FF2B5EF4-FFF2-40B4-BE49-F238E27FC236}">
                      <a16:creationId xmlns:a16="http://schemas.microsoft.com/office/drawing/2014/main" id="{2CE37110-45D3-F029-8891-25859FF5AAC6}"/>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49" name="Rechthoek 148">
                  <a:extLst>
                    <a:ext uri="{FF2B5EF4-FFF2-40B4-BE49-F238E27FC236}">
                      <a16:creationId xmlns:a16="http://schemas.microsoft.com/office/drawing/2014/main" id="{436A09B3-39F4-D4C5-E5FE-D60FDDCC375E}"/>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50" name="Rechthoek 149">
                  <a:extLst>
                    <a:ext uri="{FF2B5EF4-FFF2-40B4-BE49-F238E27FC236}">
                      <a16:creationId xmlns:a16="http://schemas.microsoft.com/office/drawing/2014/main" id="{06763219-3C49-FD2B-5770-B058D40090DD}"/>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51" name="Rechthoek 150">
                  <a:extLst>
                    <a:ext uri="{FF2B5EF4-FFF2-40B4-BE49-F238E27FC236}">
                      <a16:creationId xmlns:a16="http://schemas.microsoft.com/office/drawing/2014/main" id="{63A01090-4B6E-441B-333F-F7B80876AF91}"/>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134" name="Groep 133">
                <a:extLst>
                  <a:ext uri="{FF2B5EF4-FFF2-40B4-BE49-F238E27FC236}">
                    <a16:creationId xmlns:a16="http://schemas.microsoft.com/office/drawing/2014/main" id="{A1B50E30-87D2-0D73-5C03-10520672C449}"/>
                  </a:ext>
                </a:extLst>
              </p:cNvPr>
              <p:cNvGrpSpPr/>
              <p:nvPr userDrawn="1"/>
            </p:nvGrpSpPr>
            <p:grpSpPr>
              <a:xfrm>
                <a:off x="-2423424" y="3690208"/>
                <a:ext cx="166739" cy="218963"/>
                <a:chOff x="12940828" y="3950597"/>
                <a:chExt cx="432813" cy="568367"/>
              </a:xfrm>
            </p:grpSpPr>
            <p:grpSp>
              <p:nvGrpSpPr>
                <p:cNvPr id="138" name="Groep 137">
                  <a:extLst>
                    <a:ext uri="{FF2B5EF4-FFF2-40B4-BE49-F238E27FC236}">
                      <a16:creationId xmlns:a16="http://schemas.microsoft.com/office/drawing/2014/main" id="{410348AC-A5D3-E8E0-0336-0D807588ED2D}"/>
                    </a:ext>
                  </a:extLst>
                </p:cNvPr>
                <p:cNvGrpSpPr/>
                <p:nvPr userDrawn="1"/>
              </p:nvGrpSpPr>
              <p:grpSpPr>
                <a:xfrm>
                  <a:off x="13000382" y="4006891"/>
                  <a:ext cx="373259" cy="315747"/>
                  <a:chOff x="12968836" y="3354170"/>
                  <a:chExt cx="404806" cy="342433"/>
                </a:xfrm>
              </p:grpSpPr>
              <p:sp>
                <p:nvSpPr>
                  <p:cNvPr id="140" name="Rechthoek: afgeronde hoeken 139">
                    <a:extLst>
                      <a:ext uri="{FF2B5EF4-FFF2-40B4-BE49-F238E27FC236}">
                        <a16:creationId xmlns:a16="http://schemas.microsoft.com/office/drawing/2014/main" id="{D81A09A7-ED8B-1EDB-1FC3-09319DBC29A3}"/>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141" name="Rechthoek 140">
                    <a:extLst>
                      <a:ext uri="{FF2B5EF4-FFF2-40B4-BE49-F238E27FC236}">
                        <a16:creationId xmlns:a16="http://schemas.microsoft.com/office/drawing/2014/main" id="{9BFEE9CB-C698-93F4-A526-B6B90F7210AE}"/>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42" name="Rechthoek 141">
                    <a:extLst>
                      <a:ext uri="{FF2B5EF4-FFF2-40B4-BE49-F238E27FC236}">
                        <a16:creationId xmlns:a16="http://schemas.microsoft.com/office/drawing/2014/main" id="{3C39D9E6-7C39-625B-89FB-D46C37D0C449}"/>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43" name="Rechthoek 142">
                    <a:extLst>
                      <a:ext uri="{FF2B5EF4-FFF2-40B4-BE49-F238E27FC236}">
                        <a16:creationId xmlns:a16="http://schemas.microsoft.com/office/drawing/2014/main" id="{38407312-3456-0207-DA7C-305499DD9DE4}"/>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44" name="Rechthoek 143">
                    <a:extLst>
                      <a:ext uri="{FF2B5EF4-FFF2-40B4-BE49-F238E27FC236}">
                        <a16:creationId xmlns:a16="http://schemas.microsoft.com/office/drawing/2014/main" id="{1D36CC63-B868-735A-14B0-A0C30BB388D4}"/>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45" name="Rechthoek 144">
                    <a:extLst>
                      <a:ext uri="{FF2B5EF4-FFF2-40B4-BE49-F238E27FC236}">
                        <a16:creationId xmlns:a16="http://schemas.microsoft.com/office/drawing/2014/main" id="{0C4FD971-C1A4-F3A6-F800-FC19998567A8}"/>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sp>
              <p:nvSpPr>
                <p:cNvPr id="139" name="Boog 138">
                  <a:extLst>
                    <a:ext uri="{FF2B5EF4-FFF2-40B4-BE49-F238E27FC236}">
                      <a16:creationId xmlns:a16="http://schemas.microsoft.com/office/drawing/2014/main" id="{F5BC04D6-71F8-5813-FE12-9E7349E3EE20}"/>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en-GB" sz="2400" noProof="0" dirty="0">
                    <a:solidFill>
                      <a:srgbClr val="211F26"/>
                    </a:solidFill>
                    <a:latin typeface="Calibri" panose="020F0502020204030204" pitchFamily="34" charset="0"/>
                    <a:cs typeface="Calibri" panose="020F0502020204030204" pitchFamily="34" charset="0"/>
                  </a:endParaRPr>
                </a:p>
              </p:txBody>
            </p:sp>
          </p:grpSp>
          <p:sp>
            <p:nvSpPr>
              <p:cNvPr id="135" name="Tekstvak 134">
                <a:extLst>
                  <a:ext uri="{FF2B5EF4-FFF2-40B4-BE49-F238E27FC236}">
                    <a16:creationId xmlns:a16="http://schemas.microsoft.com/office/drawing/2014/main" id="{F13247CB-CF61-FC7F-3227-B0536E8589E2}"/>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Layout</a:t>
                </a:r>
              </a:p>
            </p:txBody>
          </p:sp>
          <p:sp>
            <p:nvSpPr>
              <p:cNvPr id="136" name="Tekstvak 135">
                <a:extLst>
                  <a:ext uri="{FF2B5EF4-FFF2-40B4-BE49-F238E27FC236}">
                    <a16:creationId xmlns:a16="http://schemas.microsoft.com/office/drawing/2014/main" id="{14C57AAA-BC51-E7F5-485D-65CEA3B959DF}"/>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Reset slide</a:t>
                </a:r>
              </a:p>
            </p:txBody>
          </p:sp>
          <p:sp>
            <p:nvSpPr>
              <p:cNvPr id="137" name="Vrije vorm: vorm 136">
                <a:extLst>
                  <a:ext uri="{FF2B5EF4-FFF2-40B4-BE49-F238E27FC236}">
                    <a16:creationId xmlns:a16="http://schemas.microsoft.com/office/drawing/2014/main" id="{1B3349F9-C272-DBF1-907A-93466BE3050A}"/>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grpSp>
        <p:grpSp>
          <p:nvGrpSpPr>
            <p:cNvPr id="93" name="Groep 92">
              <a:extLst>
                <a:ext uri="{FF2B5EF4-FFF2-40B4-BE49-F238E27FC236}">
                  <a16:creationId xmlns:a16="http://schemas.microsoft.com/office/drawing/2014/main" id="{3F24FBDA-F8E9-BC68-2508-97FFA45B934C}"/>
                </a:ext>
              </a:extLst>
            </p:cNvPr>
            <p:cNvGrpSpPr/>
            <p:nvPr userDrawn="1"/>
          </p:nvGrpSpPr>
          <p:grpSpPr>
            <a:xfrm>
              <a:off x="-3786165" y="5680652"/>
              <a:ext cx="3693386" cy="959696"/>
              <a:chOff x="-3786437" y="6163468"/>
              <a:chExt cx="3693386" cy="959696"/>
            </a:xfrm>
          </p:grpSpPr>
          <p:sp>
            <p:nvSpPr>
              <p:cNvPr id="121" name="Rechthoek 120">
                <a:extLst>
                  <a:ext uri="{FF2B5EF4-FFF2-40B4-BE49-F238E27FC236}">
                    <a16:creationId xmlns:a16="http://schemas.microsoft.com/office/drawing/2014/main" id="{30C2B497-72B0-D7AB-E3B2-74C9993AE90B}"/>
                  </a:ext>
                </a:extLst>
              </p:cNvPr>
              <p:cNvSpPr/>
              <p:nvPr userDrawn="1"/>
            </p:nvSpPr>
            <p:spPr>
              <a:xfrm>
                <a:off x="-3786437" y="6295164"/>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grpSp>
            <p:nvGrpSpPr>
              <p:cNvPr id="122" name="ICOON_info">
                <a:extLst>
                  <a:ext uri="{FF2B5EF4-FFF2-40B4-BE49-F238E27FC236}">
                    <a16:creationId xmlns:a16="http://schemas.microsoft.com/office/drawing/2014/main" id="{F9F88388-1875-FF9D-4009-EB74CE59B30F}"/>
                  </a:ext>
                </a:extLst>
              </p:cNvPr>
              <p:cNvGrpSpPr/>
              <p:nvPr userDrawn="1"/>
            </p:nvGrpSpPr>
            <p:grpSpPr>
              <a:xfrm>
                <a:off x="-376736" y="6163468"/>
                <a:ext cx="283685" cy="283685"/>
                <a:chOff x="-510741" y="5913713"/>
                <a:chExt cx="267555" cy="267555"/>
              </a:xfrm>
            </p:grpSpPr>
            <p:sp>
              <p:nvSpPr>
                <p:cNvPr id="129" name="Ovaal 128">
                  <a:extLst>
                    <a:ext uri="{FF2B5EF4-FFF2-40B4-BE49-F238E27FC236}">
                      <a16:creationId xmlns:a16="http://schemas.microsoft.com/office/drawing/2014/main" id="{9ADAD9C9-69EF-B577-86A7-FA7AEE8C6DFD}"/>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130" name="Graphic 163" descr="Informatie">
                  <a:extLst>
                    <a:ext uri="{FF2B5EF4-FFF2-40B4-BE49-F238E27FC236}">
                      <a16:creationId xmlns:a16="http://schemas.microsoft.com/office/drawing/2014/main" id="{25FE2376-D6CA-6CF6-76B7-36385CF951EC}"/>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123" name="Groep 122">
                <a:extLst>
                  <a:ext uri="{FF2B5EF4-FFF2-40B4-BE49-F238E27FC236}">
                    <a16:creationId xmlns:a16="http://schemas.microsoft.com/office/drawing/2014/main" id="{0631948E-6991-73D3-536F-75FD2CD1EF95}"/>
                  </a:ext>
                </a:extLst>
              </p:cNvPr>
              <p:cNvGrpSpPr/>
              <p:nvPr userDrawn="1"/>
            </p:nvGrpSpPr>
            <p:grpSpPr>
              <a:xfrm>
                <a:off x="-938434" y="6420818"/>
                <a:ext cx="627798" cy="576693"/>
                <a:chOff x="-938434" y="4570310"/>
                <a:chExt cx="627798" cy="576693"/>
              </a:xfrm>
            </p:grpSpPr>
            <p:grpSp>
              <p:nvGrpSpPr>
                <p:cNvPr id="124" name="Inspireren">
                  <a:extLst>
                    <a:ext uri="{FF2B5EF4-FFF2-40B4-BE49-F238E27FC236}">
                      <a16:creationId xmlns:a16="http://schemas.microsoft.com/office/drawing/2014/main" id="{237C75CB-EB3F-1491-22E1-B238356ABC09}"/>
                    </a:ext>
                  </a:extLst>
                </p:cNvPr>
                <p:cNvGrpSpPr>
                  <a:grpSpLocks noChangeAspect="1"/>
                </p:cNvGrpSpPr>
                <p:nvPr userDrawn="1"/>
              </p:nvGrpSpPr>
              <p:grpSpPr bwMode="auto">
                <a:xfrm>
                  <a:off x="-716116" y="4570310"/>
                  <a:ext cx="169778" cy="242385"/>
                  <a:chOff x="4768" y="2783"/>
                  <a:chExt cx="788" cy="1125"/>
                </a:xfrm>
                <a:gradFill>
                  <a:gsLst>
                    <a:gs pos="0">
                      <a:srgbClr val="9D9FA1"/>
                    </a:gs>
                    <a:gs pos="70000">
                      <a:srgbClr val="211F26"/>
                    </a:gs>
                  </a:gsLst>
                  <a:lin ang="2700000" scaled="0"/>
                </a:gradFill>
              </p:grpSpPr>
              <p:sp>
                <p:nvSpPr>
                  <p:cNvPr id="126" name="Freeform 12">
                    <a:extLst>
                      <a:ext uri="{FF2B5EF4-FFF2-40B4-BE49-F238E27FC236}">
                        <a16:creationId xmlns:a16="http://schemas.microsoft.com/office/drawing/2014/main" id="{EAC06A5A-B198-CBDE-6C24-9778D9319D9A}"/>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127" name="Freeform 13">
                    <a:extLst>
                      <a:ext uri="{FF2B5EF4-FFF2-40B4-BE49-F238E27FC236}">
                        <a16:creationId xmlns:a16="http://schemas.microsoft.com/office/drawing/2014/main" id="{FD7F45DB-4F30-2A54-EB64-0F9984A77CD6}"/>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128" name="Freeform 14">
                    <a:extLst>
                      <a:ext uri="{FF2B5EF4-FFF2-40B4-BE49-F238E27FC236}">
                        <a16:creationId xmlns:a16="http://schemas.microsoft.com/office/drawing/2014/main" id="{A1E7207C-2A66-83CB-600B-40E8EB333431}"/>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125" name="Tekstvak 124">
                  <a:extLst>
                    <a:ext uri="{FF2B5EF4-FFF2-40B4-BE49-F238E27FC236}">
                      <a16:creationId xmlns:a16="http://schemas.microsoft.com/office/drawing/2014/main" id="{7064263C-EC34-F4B1-3B16-EDF859855123}"/>
                    </a:ext>
                  </a:extLst>
                </p:cNvPr>
                <p:cNvSpPr txBox="1"/>
                <p:nvPr userDrawn="1"/>
              </p:nvSpPr>
              <p:spPr>
                <a:xfrm>
                  <a:off x="-938434" y="4824764"/>
                  <a:ext cx="627798" cy="32223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grpSp>
        <p:grpSp>
          <p:nvGrpSpPr>
            <p:cNvPr id="94" name="Groep 93">
              <a:extLst>
                <a:ext uri="{FF2B5EF4-FFF2-40B4-BE49-F238E27FC236}">
                  <a16:creationId xmlns:a16="http://schemas.microsoft.com/office/drawing/2014/main" id="{9B1D4447-51AA-9995-7CA6-DC18169FEF5D}"/>
                </a:ext>
              </a:extLst>
            </p:cNvPr>
            <p:cNvGrpSpPr/>
            <p:nvPr userDrawn="1"/>
          </p:nvGrpSpPr>
          <p:grpSpPr>
            <a:xfrm>
              <a:off x="-3426806" y="5129582"/>
              <a:ext cx="514284" cy="506545"/>
              <a:chOff x="12617641" y="3403239"/>
              <a:chExt cx="752963" cy="741634"/>
            </a:xfrm>
          </p:grpSpPr>
          <p:grpSp>
            <p:nvGrpSpPr>
              <p:cNvPr id="105" name="Groep 104">
                <a:extLst>
                  <a:ext uri="{FF2B5EF4-FFF2-40B4-BE49-F238E27FC236}">
                    <a16:creationId xmlns:a16="http://schemas.microsoft.com/office/drawing/2014/main" id="{CA20017F-FA8F-BEC9-5F24-D0AFF52A7398}"/>
                  </a:ext>
                </a:extLst>
              </p:cNvPr>
              <p:cNvGrpSpPr/>
              <p:nvPr userDrawn="1"/>
            </p:nvGrpSpPr>
            <p:grpSpPr>
              <a:xfrm>
                <a:off x="12771530" y="3403239"/>
                <a:ext cx="467176" cy="448491"/>
                <a:chOff x="12782157" y="3403239"/>
                <a:chExt cx="467176" cy="448491"/>
              </a:xfrm>
            </p:grpSpPr>
            <p:grpSp>
              <p:nvGrpSpPr>
                <p:cNvPr id="108" name="Groep 107">
                  <a:extLst>
                    <a:ext uri="{FF2B5EF4-FFF2-40B4-BE49-F238E27FC236}">
                      <a16:creationId xmlns:a16="http://schemas.microsoft.com/office/drawing/2014/main" id="{CBF422A4-7D77-0D6D-9181-B6DFED7EBCB6}"/>
                    </a:ext>
                  </a:extLst>
                </p:cNvPr>
                <p:cNvGrpSpPr/>
                <p:nvPr userDrawn="1"/>
              </p:nvGrpSpPr>
              <p:grpSpPr>
                <a:xfrm>
                  <a:off x="12782157" y="3403239"/>
                  <a:ext cx="412976" cy="396132"/>
                  <a:chOff x="13554906" y="3320109"/>
                  <a:chExt cx="443917" cy="425811"/>
                </a:xfrm>
              </p:grpSpPr>
              <p:grpSp>
                <p:nvGrpSpPr>
                  <p:cNvPr id="115" name="Groep 114">
                    <a:extLst>
                      <a:ext uri="{FF2B5EF4-FFF2-40B4-BE49-F238E27FC236}">
                        <a16:creationId xmlns:a16="http://schemas.microsoft.com/office/drawing/2014/main" id="{6623B590-B321-35C5-85DF-3F3C94EB6EA0}"/>
                      </a:ext>
                    </a:extLst>
                  </p:cNvPr>
                  <p:cNvGrpSpPr/>
                  <p:nvPr userDrawn="1"/>
                </p:nvGrpSpPr>
                <p:grpSpPr>
                  <a:xfrm>
                    <a:off x="13554906" y="3320109"/>
                    <a:ext cx="443917" cy="425811"/>
                    <a:chOff x="12909684" y="1276143"/>
                    <a:chExt cx="443917" cy="425811"/>
                  </a:xfrm>
                </p:grpSpPr>
                <p:sp>
                  <p:nvSpPr>
                    <p:cNvPr id="118" name="Rechthoek 117">
                      <a:extLst>
                        <a:ext uri="{FF2B5EF4-FFF2-40B4-BE49-F238E27FC236}">
                          <a16:creationId xmlns:a16="http://schemas.microsoft.com/office/drawing/2014/main" id="{F068A3BD-C4BE-FA65-B24C-B6E5BF557DAE}"/>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119" name="Rechthoek 118">
                      <a:extLst>
                        <a:ext uri="{FF2B5EF4-FFF2-40B4-BE49-F238E27FC236}">
                          <a16:creationId xmlns:a16="http://schemas.microsoft.com/office/drawing/2014/main" id="{D2660878-B4A0-7604-1881-A117BF22EC08}"/>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120" name="Ovaal 119">
                      <a:extLst>
                        <a:ext uri="{FF2B5EF4-FFF2-40B4-BE49-F238E27FC236}">
                          <a16:creationId xmlns:a16="http://schemas.microsoft.com/office/drawing/2014/main" id="{CEC733F3-0833-B09A-58D7-173515B65A3D}"/>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pic>
                <p:nvPicPr>
                  <p:cNvPr id="116" name="Afbeelding 115">
                    <a:extLst>
                      <a:ext uri="{FF2B5EF4-FFF2-40B4-BE49-F238E27FC236}">
                        <a16:creationId xmlns:a16="http://schemas.microsoft.com/office/drawing/2014/main" id="{13DDF74A-B48D-A971-E2BA-228022DA82F1}"/>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a:off x="13567296" y="3424991"/>
                    <a:ext cx="173367" cy="140220"/>
                  </a:xfrm>
                  <a:prstGeom prst="rect">
                    <a:avLst/>
                  </a:prstGeom>
                </p:spPr>
              </p:pic>
              <p:pic>
                <p:nvPicPr>
                  <p:cNvPr id="117" name="Afbeelding 116">
                    <a:extLst>
                      <a:ext uri="{FF2B5EF4-FFF2-40B4-BE49-F238E27FC236}">
                        <a16:creationId xmlns:a16="http://schemas.microsoft.com/office/drawing/2014/main" id="{EB317102-3F9F-DF5A-99F4-0314C2B59A6F}"/>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109" name="Groep 108">
                  <a:extLst>
                    <a:ext uri="{FF2B5EF4-FFF2-40B4-BE49-F238E27FC236}">
                      <a16:creationId xmlns:a16="http://schemas.microsoft.com/office/drawing/2014/main" id="{A5D15376-F1C6-F63D-DF4A-14EB207A5F07}"/>
                    </a:ext>
                  </a:extLst>
                </p:cNvPr>
                <p:cNvGrpSpPr/>
                <p:nvPr userDrawn="1"/>
              </p:nvGrpSpPr>
              <p:grpSpPr>
                <a:xfrm>
                  <a:off x="13103513" y="3705268"/>
                  <a:ext cx="145820" cy="146462"/>
                  <a:chOff x="13096169" y="3602278"/>
                  <a:chExt cx="145820" cy="146462"/>
                </a:xfrm>
              </p:grpSpPr>
              <p:sp>
                <p:nvSpPr>
                  <p:cNvPr id="113" name="Rechthoek 112">
                    <a:extLst>
                      <a:ext uri="{FF2B5EF4-FFF2-40B4-BE49-F238E27FC236}">
                        <a16:creationId xmlns:a16="http://schemas.microsoft.com/office/drawing/2014/main" id="{99721CB5-F7C7-6AB4-82FC-4EC56048B260}"/>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14" name="Rechthoek 113">
                    <a:extLst>
                      <a:ext uri="{FF2B5EF4-FFF2-40B4-BE49-F238E27FC236}">
                        <a16:creationId xmlns:a16="http://schemas.microsoft.com/office/drawing/2014/main" id="{02ACD577-BA90-3B4D-87CD-ABCED406203D}"/>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110" name="Groep 109">
                  <a:extLst>
                    <a:ext uri="{FF2B5EF4-FFF2-40B4-BE49-F238E27FC236}">
                      <a16:creationId xmlns:a16="http://schemas.microsoft.com/office/drawing/2014/main" id="{81399A18-2243-991F-C634-0FFC93E7F121}"/>
                    </a:ext>
                  </a:extLst>
                </p:cNvPr>
                <p:cNvGrpSpPr/>
                <p:nvPr userDrawn="1"/>
              </p:nvGrpSpPr>
              <p:grpSpPr>
                <a:xfrm rot="10800000">
                  <a:off x="13061402" y="3665637"/>
                  <a:ext cx="145820" cy="146462"/>
                  <a:chOff x="13096169" y="3602278"/>
                  <a:chExt cx="145820" cy="146462"/>
                </a:xfrm>
              </p:grpSpPr>
              <p:sp>
                <p:nvSpPr>
                  <p:cNvPr id="111" name="Rechthoek 110">
                    <a:extLst>
                      <a:ext uri="{FF2B5EF4-FFF2-40B4-BE49-F238E27FC236}">
                        <a16:creationId xmlns:a16="http://schemas.microsoft.com/office/drawing/2014/main" id="{786E5263-B04E-EDC6-B7E3-25C1585BCB2A}"/>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12" name="Rechthoek 111">
                    <a:extLst>
                      <a:ext uri="{FF2B5EF4-FFF2-40B4-BE49-F238E27FC236}">
                        <a16:creationId xmlns:a16="http://schemas.microsoft.com/office/drawing/2014/main" id="{4F33D48F-B43F-D7AB-19A1-B848B2B4F203}"/>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sp>
            <p:nvSpPr>
              <p:cNvPr id="106" name="Rechthoek 105">
                <a:extLst>
                  <a:ext uri="{FF2B5EF4-FFF2-40B4-BE49-F238E27FC236}">
                    <a16:creationId xmlns:a16="http://schemas.microsoft.com/office/drawing/2014/main" id="{E51D038C-5560-7D05-6652-165E8D844291}"/>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900" b="0" noProof="0" dirty="0">
                    <a:solidFill>
                      <a:srgbClr val="211F26"/>
                    </a:solidFill>
                    <a:latin typeface="Calibri" panose="020F0502020204030204" pitchFamily="34" charset="0"/>
                    <a:cs typeface="Calibri" panose="020F0502020204030204" pitchFamily="34" charset="0"/>
                  </a:rPr>
                  <a:t>Crop</a:t>
                </a:r>
              </a:p>
            </p:txBody>
          </p:sp>
          <p:sp>
            <p:nvSpPr>
              <p:cNvPr id="107" name="Gelijkbenige driehoek 106">
                <a:extLst>
                  <a:ext uri="{FF2B5EF4-FFF2-40B4-BE49-F238E27FC236}">
                    <a16:creationId xmlns:a16="http://schemas.microsoft.com/office/drawing/2014/main" id="{971EB294-FCA6-4940-BA30-879A2C87EA42}"/>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sp>
          <p:nvSpPr>
            <p:cNvPr id="95" name="Ovaal 94">
              <a:extLst>
                <a:ext uri="{FF2B5EF4-FFF2-40B4-BE49-F238E27FC236}">
                  <a16:creationId xmlns:a16="http://schemas.microsoft.com/office/drawing/2014/main" id="{35C63940-8C4B-6B23-FD55-0579ABB46A88}"/>
                </a:ext>
              </a:extLst>
            </p:cNvPr>
            <p:cNvSpPr/>
            <p:nvPr userDrawn="1"/>
          </p:nvSpPr>
          <p:spPr>
            <a:xfrm>
              <a:off x="-3603587" y="18111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96" name="Rechthoek 95">
              <a:extLst>
                <a:ext uri="{FF2B5EF4-FFF2-40B4-BE49-F238E27FC236}">
                  <a16:creationId xmlns:a16="http://schemas.microsoft.com/office/drawing/2014/main" id="{0E267ACF-F57F-5677-D072-F383CE6338B9}"/>
                </a:ext>
              </a:extLst>
            </p:cNvPr>
            <p:cNvSpPr/>
            <p:nvPr userDrawn="1"/>
          </p:nvSpPr>
          <p:spPr>
            <a:xfrm>
              <a:off x="-3319415" y="1811185"/>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 the preferred category and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and click 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‘Insert’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97" name="Rechthoek 96">
              <a:extLst>
                <a:ext uri="{FF2B5EF4-FFF2-40B4-BE49-F238E27FC236}">
                  <a16:creationId xmlns:a16="http://schemas.microsoft.com/office/drawing/2014/main" id="{D2547F05-7459-93AE-E317-144756BA4D92}"/>
                </a:ext>
              </a:extLst>
            </p:cNvPr>
            <p:cNvSpPr/>
            <p:nvPr userDrawn="1"/>
          </p:nvSpPr>
          <p:spPr>
            <a:xfrm>
              <a:off x="-3319415" y="2245760"/>
              <a:ext cx="825500" cy="209550"/>
            </a:xfrm>
            <a:prstGeom prst="rect">
              <a:avLst/>
            </a:prstGeom>
            <a:solidFill>
              <a:srgbClr val="1FF52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1000" b="1" noProof="0" dirty="0">
                  <a:solidFill>
                    <a:srgbClr val="211F26"/>
                  </a:solidFill>
                  <a:latin typeface="Calibri" panose="020F0502020204030204" pitchFamily="34" charset="0"/>
                  <a:cs typeface="Calibri" panose="020F0502020204030204" pitchFamily="34" charset="0"/>
                </a:rPr>
                <a:t>Insert</a:t>
              </a:r>
            </a:p>
          </p:txBody>
        </p:sp>
        <p:grpSp>
          <p:nvGrpSpPr>
            <p:cNvPr id="98" name="Groep 97">
              <a:extLst>
                <a:ext uri="{FF2B5EF4-FFF2-40B4-BE49-F238E27FC236}">
                  <a16:creationId xmlns:a16="http://schemas.microsoft.com/office/drawing/2014/main" id="{2A495CBB-0BCE-A477-6DC8-BDD67DD2342C}"/>
                </a:ext>
              </a:extLst>
            </p:cNvPr>
            <p:cNvGrpSpPr/>
            <p:nvPr userDrawn="1"/>
          </p:nvGrpSpPr>
          <p:grpSpPr>
            <a:xfrm>
              <a:off x="-3365484" y="1226982"/>
              <a:ext cx="446937" cy="406485"/>
              <a:chOff x="-3563526" y="1409294"/>
              <a:chExt cx="354190" cy="322133"/>
            </a:xfrm>
          </p:grpSpPr>
          <p:grpSp>
            <p:nvGrpSpPr>
              <p:cNvPr id="99" name="Groep 98">
                <a:extLst>
                  <a:ext uri="{FF2B5EF4-FFF2-40B4-BE49-F238E27FC236}">
                    <a16:creationId xmlns:a16="http://schemas.microsoft.com/office/drawing/2014/main" id="{3FC2F719-AFD4-8770-7E9F-16621C2EC475}"/>
                  </a:ext>
                </a:extLst>
              </p:cNvPr>
              <p:cNvGrpSpPr/>
              <p:nvPr userDrawn="1"/>
            </p:nvGrpSpPr>
            <p:grpSpPr>
              <a:xfrm>
                <a:off x="-3499992" y="1409294"/>
                <a:ext cx="225195" cy="195499"/>
                <a:chOff x="8987389" y="1361199"/>
                <a:chExt cx="2200275" cy="1914525"/>
              </a:xfrm>
            </p:grpSpPr>
            <p:sp>
              <p:nvSpPr>
                <p:cNvPr id="101" name="Vrije vorm: vorm 100">
                  <a:extLst>
                    <a:ext uri="{FF2B5EF4-FFF2-40B4-BE49-F238E27FC236}">
                      <a16:creationId xmlns:a16="http://schemas.microsoft.com/office/drawing/2014/main" id="{61FB5E76-CCEC-1A5E-129C-2ACEFEF50418}"/>
                    </a:ext>
                  </a:extLst>
                </p:cNvPr>
                <p:cNvSpPr/>
                <p:nvPr/>
              </p:nvSpPr>
              <p:spPr>
                <a:xfrm>
                  <a:off x="9363620" y="1831738"/>
                  <a:ext cx="371477" cy="371472"/>
                </a:xfrm>
                <a:custGeom>
                  <a:avLst/>
                  <a:gdLst>
                    <a:gd name="connsiteX0" fmla="*/ 369094 w 371475"/>
                    <a:gd name="connsiteY0" fmla="*/ 188119 h 371475"/>
                    <a:gd name="connsiteX1" fmla="*/ 188119 w 371475"/>
                    <a:gd name="connsiteY1" fmla="*/ 369094 h 371475"/>
                    <a:gd name="connsiteX2" fmla="*/ 7144 w 371475"/>
                    <a:gd name="connsiteY2" fmla="*/ 188119 h 371475"/>
                    <a:gd name="connsiteX3" fmla="*/ 188119 w 371475"/>
                    <a:gd name="connsiteY3" fmla="*/ 7144 h 371475"/>
                    <a:gd name="connsiteX4" fmla="*/ 369094 w 371475"/>
                    <a:gd name="connsiteY4" fmla="*/ 188119 h 371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 h="371475">
                      <a:moveTo>
                        <a:pt x="369094" y="188119"/>
                      </a:moveTo>
                      <a:cubicBezTo>
                        <a:pt x="369094" y="288068"/>
                        <a:pt x="288068" y="369094"/>
                        <a:pt x="188119" y="369094"/>
                      </a:cubicBezTo>
                      <a:cubicBezTo>
                        <a:pt x="88169" y="369094"/>
                        <a:pt x="7144" y="288068"/>
                        <a:pt x="7144" y="188119"/>
                      </a:cubicBezTo>
                      <a:cubicBezTo>
                        <a:pt x="7144" y="88169"/>
                        <a:pt x="88169" y="7144"/>
                        <a:pt x="188119" y="7144"/>
                      </a:cubicBezTo>
                      <a:cubicBezTo>
                        <a:pt x="288068" y="7144"/>
                        <a:pt x="369094" y="88169"/>
                        <a:pt x="369094" y="188119"/>
                      </a:cubicBezTo>
                      <a:close/>
                    </a:path>
                  </a:pathLst>
                </a:custGeom>
                <a:solidFill>
                  <a:srgbClr val="1FF524"/>
                </a:solidFill>
                <a:ln w="9525" cap="flat">
                  <a:noFill/>
                  <a:prstDash val="solid"/>
                  <a:miter/>
                </a:ln>
              </p:spPr>
              <p:txBody>
                <a:bodyPr rtlCol="0" anchor="ctr"/>
                <a:lstStyle/>
                <a:p>
                  <a:pPr defTabSz="995469"/>
                  <a:endParaRPr lang="en-GB" sz="7200" noProof="0" dirty="0">
                    <a:solidFill>
                      <a:srgbClr val="211F26"/>
                    </a:solidFill>
                    <a:latin typeface="+mn-lt"/>
                  </a:endParaRPr>
                </a:p>
              </p:txBody>
            </p:sp>
            <p:grpSp>
              <p:nvGrpSpPr>
                <p:cNvPr id="102" name="Groep 101">
                  <a:extLst>
                    <a:ext uri="{FF2B5EF4-FFF2-40B4-BE49-F238E27FC236}">
                      <a16:creationId xmlns:a16="http://schemas.microsoft.com/office/drawing/2014/main" id="{24E6E742-B072-94DA-ED41-E091F04D99BB}"/>
                    </a:ext>
                  </a:extLst>
                </p:cNvPr>
                <p:cNvGrpSpPr/>
                <p:nvPr/>
              </p:nvGrpSpPr>
              <p:grpSpPr>
                <a:xfrm>
                  <a:off x="8987389" y="1361199"/>
                  <a:ext cx="2200275" cy="1914525"/>
                  <a:chOff x="8987389" y="1361199"/>
                  <a:chExt cx="2200275" cy="1914525"/>
                </a:xfrm>
                <a:gradFill>
                  <a:gsLst>
                    <a:gs pos="0">
                      <a:srgbClr val="9D9FA1"/>
                    </a:gs>
                    <a:gs pos="70000">
                      <a:srgbClr val="211F26"/>
                    </a:gs>
                  </a:gsLst>
                  <a:lin ang="2700000" scaled="0"/>
                </a:gradFill>
              </p:grpSpPr>
              <p:sp>
                <p:nvSpPr>
                  <p:cNvPr id="103" name="Vrije vorm: vorm 102">
                    <a:extLst>
                      <a:ext uri="{FF2B5EF4-FFF2-40B4-BE49-F238E27FC236}">
                        <a16:creationId xmlns:a16="http://schemas.microsoft.com/office/drawing/2014/main" id="{BE7384CA-C692-8248-A3F2-543EFD787695}"/>
                      </a:ext>
                    </a:extLst>
                  </p:cNvPr>
                  <p:cNvSpPr/>
                  <p:nvPr/>
                </p:nvSpPr>
                <p:spPr>
                  <a:xfrm>
                    <a:off x="8987389" y="1361199"/>
                    <a:ext cx="2200275" cy="1914525"/>
                  </a:xfrm>
                  <a:custGeom>
                    <a:avLst/>
                    <a:gdLst>
                      <a:gd name="connsiteX0" fmla="*/ 7144 w 2200275"/>
                      <a:gd name="connsiteY0" fmla="*/ 7144 h 1914525"/>
                      <a:gd name="connsiteX1" fmla="*/ 7144 w 2200275"/>
                      <a:gd name="connsiteY1" fmla="*/ 245269 h 1914525"/>
                      <a:gd name="connsiteX2" fmla="*/ 432911 w 2200275"/>
                      <a:gd name="connsiteY2" fmla="*/ 245269 h 1914525"/>
                      <a:gd name="connsiteX3" fmla="*/ 432911 w 2200275"/>
                      <a:gd name="connsiteY3" fmla="*/ 245269 h 1914525"/>
                      <a:gd name="connsiteX4" fmla="*/ 1959769 w 2200275"/>
                      <a:gd name="connsiteY4" fmla="*/ 245269 h 1914525"/>
                      <a:gd name="connsiteX5" fmla="*/ 1959769 w 2200275"/>
                      <a:gd name="connsiteY5" fmla="*/ 1674019 h 1914525"/>
                      <a:gd name="connsiteX6" fmla="*/ 245269 w 2200275"/>
                      <a:gd name="connsiteY6" fmla="*/ 1674019 h 1914525"/>
                      <a:gd name="connsiteX7" fmla="*/ 245269 w 2200275"/>
                      <a:gd name="connsiteY7" fmla="*/ 350044 h 1914525"/>
                      <a:gd name="connsiteX8" fmla="*/ 7144 w 2200275"/>
                      <a:gd name="connsiteY8" fmla="*/ 350044 h 1914525"/>
                      <a:gd name="connsiteX9" fmla="*/ 7144 w 2200275"/>
                      <a:gd name="connsiteY9" fmla="*/ 1912144 h 1914525"/>
                      <a:gd name="connsiteX10" fmla="*/ 2197894 w 2200275"/>
                      <a:gd name="connsiteY10" fmla="*/ 1912144 h 1914525"/>
                      <a:gd name="connsiteX11" fmla="*/ 2197894 w 2200275"/>
                      <a:gd name="connsiteY11" fmla="*/ 7144 h 1914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0275" h="1914525">
                        <a:moveTo>
                          <a:pt x="7144" y="7144"/>
                        </a:moveTo>
                        <a:lnTo>
                          <a:pt x="7144" y="245269"/>
                        </a:lnTo>
                        <a:lnTo>
                          <a:pt x="432911" y="245269"/>
                        </a:lnTo>
                        <a:lnTo>
                          <a:pt x="432911" y="245269"/>
                        </a:lnTo>
                        <a:lnTo>
                          <a:pt x="1959769" y="245269"/>
                        </a:lnTo>
                        <a:lnTo>
                          <a:pt x="1959769" y="1674019"/>
                        </a:lnTo>
                        <a:lnTo>
                          <a:pt x="245269" y="1674019"/>
                        </a:lnTo>
                        <a:lnTo>
                          <a:pt x="245269" y="350044"/>
                        </a:lnTo>
                        <a:lnTo>
                          <a:pt x="7144" y="350044"/>
                        </a:lnTo>
                        <a:lnTo>
                          <a:pt x="7144" y="1912144"/>
                        </a:lnTo>
                        <a:lnTo>
                          <a:pt x="2197894" y="1912144"/>
                        </a:lnTo>
                        <a:lnTo>
                          <a:pt x="2197894" y="7144"/>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sp>
                <p:nvSpPr>
                  <p:cNvPr id="104" name="Vrije vorm: vorm 103">
                    <a:extLst>
                      <a:ext uri="{FF2B5EF4-FFF2-40B4-BE49-F238E27FC236}">
                        <a16:creationId xmlns:a16="http://schemas.microsoft.com/office/drawing/2014/main" id="{18BA3CF4-F5DF-4E4F-1201-95CD3DE5815A}"/>
                      </a:ext>
                    </a:extLst>
                  </p:cNvPr>
                  <p:cNvSpPr/>
                  <p:nvPr/>
                </p:nvSpPr>
                <p:spPr>
                  <a:xfrm>
                    <a:off x="9362668" y="1953652"/>
                    <a:ext cx="1438273" cy="885828"/>
                  </a:xfrm>
                  <a:custGeom>
                    <a:avLst/>
                    <a:gdLst>
                      <a:gd name="connsiteX0" fmla="*/ 1070134 w 1438275"/>
                      <a:gd name="connsiteY0" fmla="*/ 7144 h 885825"/>
                      <a:gd name="connsiteX1" fmla="*/ 801529 w 1438275"/>
                      <a:gd name="connsiteY1" fmla="*/ 275749 h 885825"/>
                      <a:gd name="connsiteX2" fmla="*/ 662464 w 1438275"/>
                      <a:gd name="connsiteY2" fmla="*/ 137636 h 885825"/>
                      <a:gd name="connsiteX3" fmla="*/ 7144 w 1438275"/>
                      <a:gd name="connsiteY3" fmla="*/ 784384 h 885825"/>
                      <a:gd name="connsiteX4" fmla="*/ 108109 w 1438275"/>
                      <a:gd name="connsiteY4" fmla="*/ 885349 h 885825"/>
                      <a:gd name="connsiteX5" fmla="*/ 662464 w 1438275"/>
                      <a:gd name="connsiteY5" fmla="*/ 338614 h 885825"/>
                      <a:gd name="connsiteX6" fmla="*/ 928211 w 1438275"/>
                      <a:gd name="connsiteY6" fmla="*/ 605314 h 885825"/>
                      <a:gd name="connsiteX7" fmla="*/ 1029176 w 1438275"/>
                      <a:gd name="connsiteY7" fmla="*/ 503396 h 885825"/>
                      <a:gd name="connsiteX8" fmla="*/ 902494 w 1438275"/>
                      <a:gd name="connsiteY8" fmla="*/ 376714 h 885825"/>
                      <a:gd name="connsiteX9" fmla="*/ 1070134 w 1438275"/>
                      <a:gd name="connsiteY9" fmla="*/ 209074 h 885825"/>
                      <a:gd name="connsiteX10" fmla="*/ 1337786 w 1438275"/>
                      <a:gd name="connsiteY10" fmla="*/ 480536 h 885825"/>
                      <a:gd name="connsiteX11" fmla="*/ 1438751 w 1438275"/>
                      <a:gd name="connsiteY11" fmla="*/ 378619 h 885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38275" h="885825">
                        <a:moveTo>
                          <a:pt x="1070134" y="7144"/>
                        </a:moveTo>
                        <a:lnTo>
                          <a:pt x="801529" y="275749"/>
                        </a:lnTo>
                        <a:lnTo>
                          <a:pt x="662464" y="137636"/>
                        </a:lnTo>
                        <a:lnTo>
                          <a:pt x="7144" y="784384"/>
                        </a:lnTo>
                        <a:lnTo>
                          <a:pt x="108109" y="885349"/>
                        </a:lnTo>
                        <a:lnTo>
                          <a:pt x="662464" y="338614"/>
                        </a:lnTo>
                        <a:lnTo>
                          <a:pt x="928211" y="605314"/>
                        </a:lnTo>
                        <a:lnTo>
                          <a:pt x="1029176" y="503396"/>
                        </a:lnTo>
                        <a:lnTo>
                          <a:pt x="902494" y="376714"/>
                        </a:lnTo>
                        <a:lnTo>
                          <a:pt x="1070134" y="209074"/>
                        </a:lnTo>
                        <a:lnTo>
                          <a:pt x="1337786" y="480536"/>
                        </a:lnTo>
                        <a:lnTo>
                          <a:pt x="1438751" y="378619"/>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grpSp>
          </p:grpSp>
          <p:sp>
            <p:nvSpPr>
              <p:cNvPr id="100" name="Tekstvak 99">
                <a:extLst>
                  <a:ext uri="{FF2B5EF4-FFF2-40B4-BE49-F238E27FC236}">
                    <a16:creationId xmlns:a16="http://schemas.microsoft.com/office/drawing/2014/main" id="{3C1C8FA9-F036-7A18-CCDE-1DE3D9817D8A}"/>
                  </a:ext>
                </a:extLst>
              </p:cNvPr>
              <p:cNvSpPr txBox="1"/>
              <p:nvPr userDrawn="1"/>
            </p:nvSpPr>
            <p:spPr>
              <a:xfrm>
                <a:off x="-3563526" y="1617700"/>
                <a:ext cx="354190" cy="113727"/>
              </a:xfrm>
              <a:prstGeom prst="rect">
                <a:avLst/>
              </a:prstGeom>
              <a:noFill/>
            </p:spPr>
            <p:txBody>
              <a:bodyPr wrap="square" lIns="0" tIns="18000" rIns="0" bIns="0" rtlCol="0" anchor="t">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Images</a:t>
                </a:r>
              </a:p>
            </p:txBody>
          </p:sp>
        </p:grpSp>
      </p:grpSp>
      <p:sp>
        <p:nvSpPr>
          <p:cNvPr id="153" name="Rectangle 152">
            <a:extLst>
              <a:ext uri="{FF2B5EF4-FFF2-40B4-BE49-F238E27FC236}">
                <a16:creationId xmlns:a16="http://schemas.microsoft.com/office/drawing/2014/main" id="{7E300DCC-7736-1989-DBE0-F538ACFE3CE7}"/>
              </a:ext>
            </a:extLst>
          </p:cNvPr>
          <p:cNvSpPr/>
          <p:nvPr userDrawn="1"/>
        </p:nvSpPr>
        <p:spPr>
          <a:xfrm>
            <a:off x="718666" y="-1"/>
            <a:ext cx="10751096" cy="3736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r>
              <a:rPr lang="en-US" sz="1600" dirty="0"/>
              <a:t>Objective | Background | Methods | Results | Conclusions</a:t>
            </a:r>
            <a:endParaRPr lang="LID4096" sz="1600" dirty="0" err="1"/>
          </a:p>
        </p:txBody>
      </p:sp>
    </p:spTree>
    <p:extLst>
      <p:ext uri="{BB962C8B-B14F-4D97-AF65-F5344CB8AC3E}">
        <p14:creationId xmlns:p14="http://schemas.microsoft.com/office/powerpoint/2010/main" val="1056794755"/>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mage (M) + text | dark mode">
    <p:bg>
      <p:bgPr>
        <a:solidFill>
          <a:schemeClr val="accent2"/>
        </a:solidFill>
        <a:effectLst/>
      </p:bgPr>
    </p:bg>
    <p:spTree>
      <p:nvGrpSpPr>
        <p:cNvPr id="1" name=""/>
        <p:cNvGrpSpPr/>
        <p:nvPr/>
      </p:nvGrpSpPr>
      <p:grpSpPr>
        <a:xfrm>
          <a:off x="0" y="0"/>
          <a:ext cx="0" cy="0"/>
          <a:chOff x="0" y="0"/>
          <a:chExt cx="0" cy="0"/>
        </a:xfrm>
      </p:grpSpPr>
      <p:sp>
        <p:nvSpPr>
          <p:cNvPr id="9" name="Tijdelijke aanduiding voor afbeelding 16">
            <a:extLst>
              <a:ext uri="{FF2B5EF4-FFF2-40B4-BE49-F238E27FC236}">
                <a16:creationId xmlns:a16="http://schemas.microsoft.com/office/drawing/2014/main" id="{01448C0E-861A-455D-A196-874AFA9BF79C}"/>
              </a:ext>
            </a:extLst>
          </p:cNvPr>
          <p:cNvSpPr>
            <a:spLocks noGrp="1" noRot="1" noMove="1" noResize="1" noEditPoints="1" noAdjustHandles="1" noChangeArrowheads="1" noChangeShapeType="1"/>
          </p:cNvSpPr>
          <p:nvPr>
            <p:ph type="pic" sz="quarter" idx="13" hasCustomPrompt="1"/>
          </p:nvPr>
        </p:nvSpPr>
        <p:spPr>
          <a:xfrm>
            <a:off x="0" y="0"/>
            <a:ext cx="6096000" cy="6858000"/>
          </a:xfrm>
          <a:pattFill prst="pct60">
            <a:fgClr>
              <a:schemeClr val="bg1">
                <a:lumMod val="95000"/>
              </a:schemeClr>
            </a:fgClr>
            <a:bgClr>
              <a:schemeClr val="bg1">
                <a:lumMod val="85000"/>
              </a:schemeClr>
            </a:bgClr>
          </a:patt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the tab ‘</a:t>
            </a:r>
            <a:r>
              <a:rPr lang="en-GB" noProof="0" dirty="0" err="1"/>
              <a:t>Slidebuilder</a:t>
            </a:r>
            <a:r>
              <a:rPr lang="en-GB" noProof="0" dirty="0"/>
              <a:t>’, click on ‘Images’,</a:t>
            </a:r>
            <a:br>
              <a:rPr lang="en-GB" noProof="0" dirty="0"/>
            </a:br>
            <a:r>
              <a:rPr lang="en-GB" noProof="0" dirty="0"/>
              <a:t>select the preferred image and click on ‘Insert’.</a:t>
            </a:r>
          </a:p>
        </p:txBody>
      </p:sp>
      <p:sp>
        <p:nvSpPr>
          <p:cNvPr id="3" name="Tijdelijke aanduiding voor verticale tekst 2">
            <a:extLst>
              <a:ext uri="{FF2B5EF4-FFF2-40B4-BE49-F238E27FC236}">
                <a16:creationId xmlns:a16="http://schemas.microsoft.com/office/drawing/2014/main" id="{3B184817-515D-4870-8CED-0DECE6FF2FC8}"/>
              </a:ext>
            </a:extLst>
          </p:cNvPr>
          <p:cNvSpPr>
            <a:spLocks noGrp="1"/>
          </p:cNvSpPr>
          <p:nvPr>
            <p:ph type="body" orient="vert" idx="1" hasCustomPrompt="1"/>
          </p:nvPr>
        </p:nvSpPr>
        <p:spPr>
          <a:xfrm>
            <a:off x="6813763" y="1569104"/>
            <a:ext cx="4655999" cy="4431646"/>
          </a:xfrm>
        </p:spPr>
        <p:txBody>
          <a:bodyPr vert="horz"/>
          <a:lstStyle>
            <a:lvl1pPr>
              <a:buClr>
                <a:schemeClr val="bg1"/>
              </a:buClr>
              <a:defRPr>
                <a:solidFill>
                  <a:schemeClr val="bg1"/>
                </a:solidFill>
              </a:defRPr>
            </a:lvl1pPr>
            <a:lvl2pPr>
              <a:buClr>
                <a:schemeClr val="bg1"/>
              </a:buClr>
              <a:defRPr>
                <a:solidFill>
                  <a:schemeClr val="bg1"/>
                </a:solidFill>
              </a:defRPr>
            </a:lvl2pPr>
            <a:lvl3pPr>
              <a:defRPr>
                <a:solidFill>
                  <a:schemeClr val="bg1"/>
                </a:solidFill>
              </a:defRPr>
            </a:lvl3pPr>
            <a:lvl4pPr>
              <a:defRPr>
                <a:solidFill>
                  <a:schemeClr val="bg1"/>
                </a:solidFill>
              </a:defRPr>
            </a:lvl4pPr>
            <a:lvl5pPr>
              <a:defRPr b="0">
                <a:solidFill>
                  <a:schemeClr val="bg1"/>
                </a:solidFill>
              </a:defRPr>
            </a:lvl5pPr>
            <a:lvl6pPr>
              <a:defRPr b="0">
                <a:solidFill>
                  <a:schemeClr val="bg1"/>
                </a:solidFill>
              </a:defRPr>
            </a:lvl6pPr>
            <a:lvl7pPr>
              <a:buClr>
                <a:schemeClr val="bg1"/>
              </a:buClr>
              <a:defRPr>
                <a:solidFill>
                  <a:schemeClr val="bg1"/>
                </a:solidFill>
              </a:defRPr>
            </a:lvl7pPr>
            <a:lvl8pPr>
              <a:buClr>
                <a:schemeClr val="bg2"/>
              </a:buClr>
              <a:defRPr>
                <a:solidFill>
                  <a:schemeClr val="bg1"/>
                </a:solidFill>
              </a:defRPr>
            </a:lvl8pPr>
            <a:lvl9pPr>
              <a:defRPr>
                <a:solidFill>
                  <a:schemeClr val="bg1"/>
                </a:solidFill>
              </a:defRPr>
            </a:lvl9pPr>
          </a:lstStyle>
          <a:p>
            <a:pPr lvl="0"/>
            <a:r>
              <a:rPr lang="en-GB" noProof="0" dirty="0"/>
              <a:t>Bullet</a:t>
            </a:r>
          </a:p>
          <a:p>
            <a:pPr lvl="1"/>
            <a:r>
              <a:rPr lang="en-GB" noProof="0" dirty="0"/>
              <a:t>Sub-bullet </a:t>
            </a:r>
          </a:p>
          <a:p>
            <a:pPr lvl="2"/>
            <a:r>
              <a:rPr lang="en-GB" noProof="0" dirty="0"/>
              <a:t>Default text</a:t>
            </a:r>
            <a:br>
              <a:rPr lang="en-GB" noProof="0" dirty="0"/>
            </a:br>
            <a:endParaRPr lang="en-GB" noProof="0" dirty="0"/>
          </a:p>
          <a:p>
            <a:pPr lvl="3"/>
            <a:r>
              <a:rPr lang="en-GB" noProof="0" dirty="0"/>
              <a:t>Title/Quote</a:t>
            </a:r>
          </a:p>
          <a:p>
            <a:pPr lvl="4"/>
            <a:r>
              <a:rPr lang="en-GB" noProof="0" dirty="0"/>
              <a:t>Subtitle</a:t>
            </a:r>
          </a:p>
          <a:p>
            <a:pPr lvl="5"/>
            <a:r>
              <a:rPr lang="en-GB" noProof="0" dirty="0"/>
              <a:t>Default text</a:t>
            </a:r>
            <a:br>
              <a:rPr lang="en-GB" noProof="0" dirty="0"/>
            </a:br>
            <a:endParaRPr lang="en-GB" noProof="0" dirty="0"/>
          </a:p>
          <a:p>
            <a:pPr lvl="6"/>
            <a:r>
              <a:rPr lang="en-GB" noProof="0" dirty="0"/>
              <a:t>Numerical bullet</a:t>
            </a:r>
          </a:p>
          <a:p>
            <a:pPr lvl="7"/>
            <a:r>
              <a:rPr lang="en-GB" noProof="0" dirty="0"/>
              <a:t>Alphabetical bullet</a:t>
            </a:r>
          </a:p>
          <a:p>
            <a:pPr lvl="8"/>
            <a:r>
              <a:rPr lang="en-GB" noProof="0" dirty="0"/>
              <a:t>Source</a:t>
            </a:r>
          </a:p>
          <a:p>
            <a:pPr lvl="8"/>
            <a:endParaRPr lang="en-GB" noProof="0" dirty="0"/>
          </a:p>
        </p:txBody>
      </p:sp>
      <p:sp>
        <p:nvSpPr>
          <p:cNvPr id="8" name="Rechthoek 7">
            <a:extLst>
              <a:ext uri="{FF2B5EF4-FFF2-40B4-BE49-F238E27FC236}">
                <a16:creationId xmlns:a16="http://schemas.microsoft.com/office/drawing/2014/main" id="{0F5F4741-7E9A-4CAB-94EB-11EAC243E80F}"/>
              </a:ext>
            </a:extLst>
          </p:cNvPr>
          <p:cNvSpPr/>
          <p:nvPr userDrawn="1"/>
        </p:nvSpPr>
        <p:spPr>
          <a:xfrm>
            <a:off x="0" y="-441330"/>
            <a:ext cx="3109826"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fr-FR" sz="1800" b="1" cap="none" baseline="0" noProof="0" dirty="0">
                <a:solidFill>
                  <a:schemeClr val="accent1"/>
                </a:solidFill>
                <a:latin typeface="+mj-lt"/>
              </a:rPr>
              <a:t>Image (M) + text | dark mode</a:t>
            </a:r>
            <a:endParaRPr lang="en-GB" sz="1800" b="1" cap="none" baseline="0" noProof="0" dirty="0">
              <a:solidFill>
                <a:schemeClr val="accent1"/>
              </a:solidFill>
              <a:latin typeface="+mj-lt"/>
            </a:endParaRPr>
          </a:p>
        </p:txBody>
      </p:sp>
      <p:sp>
        <p:nvSpPr>
          <p:cNvPr id="2" name="Tijdelijke aanduiding voor datum 1">
            <a:extLst>
              <a:ext uri="{FF2B5EF4-FFF2-40B4-BE49-F238E27FC236}">
                <a16:creationId xmlns:a16="http://schemas.microsoft.com/office/drawing/2014/main" id="{D2CC7142-B29C-44C0-A766-50C559F83F0D}"/>
              </a:ext>
            </a:extLst>
          </p:cNvPr>
          <p:cNvSpPr>
            <a:spLocks noGrp="1"/>
          </p:cNvSpPr>
          <p:nvPr>
            <p:ph type="dt" sz="half" idx="14"/>
          </p:nvPr>
        </p:nvSpPr>
        <p:spPr/>
        <p:txBody>
          <a:bodyPr/>
          <a:lstStyle>
            <a:lvl1pPr>
              <a:defRPr>
                <a:solidFill>
                  <a:schemeClr val="bg1"/>
                </a:solidFill>
              </a:defRPr>
            </a:lvl1pPr>
          </a:lstStyle>
          <a:p>
            <a:r>
              <a:rPr lang="LID4096"/>
              <a:t>08/30/2024</a:t>
            </a:r>
            <a:endParaRPr lang="en-GB" dirty="0"/>
          </a:p>
        </p:txBody>
      </p:sp>
      <p:sp>
        <p:nvSpPr>
          <p:cNvPr id="5" name="Tijdelijke aanduiding voor dianummer 4">
            <a:extLst>
              <a:ext uri="{FF2B5EF4-FFF2-40B4-BE49-F238E27FC236}">
                <a16:creationId xmlns:a16="http://schemas.microsoft.com/office/drawing/2014/main" id="{CA4D5831-898C-467F-9278-A1AE8AFEACB0}"/>
              </a:ext>
            </a:extLst>
          </p:cNvPr>
          <p:cNvSpPr>
            <a:spLocks noGrp="1"/>
          </p:cNvSpPr>
          <p:nvPr>
            <p:ph type="sldNum" sz="quarter" idx="16"/>
          </p:nvPr>
        </p:nvSpPr>
        <p:spPr/>
        <p:txBody>
          <a:bodyPr/>
          <a:lstStyle>
            <a:lvl1pPr>
              <a:defRPr>
                <a:solidFill>
                  <a:schemeClr val="bg1"/>
                </a:solidFill>
              </a:defRPr>
            </a:lvl1pPr>
          </a:lstStyle>
          <a:p>
            <a:fld id="{9E843DB9-9987-4157-AB9C-CEA8D7D910BB}" type="slidenum">
              <a:rPr lang="en-GB" smtClean="0"/>
              <a:pPr/>
              <a:t>‹#›</a:t>
            </a:fld>
            <a:endParaRPr lang="en-GB" dirty="0"/>
          </a:p>
        </p:txBody>
      </p:sp>
      <p:sp>
        <p:nvSpPr>
          <p:cNvPr id="6" name="Titel 5">
            <a:extLst>
              <a:ext uri="{FF2B5EF4-FFF2-40B4-BE49-F238E27FC236}">
                <a16:creationId xmlns:a16="http://schemas.microsoft.com/office/drawing/2014/main" id="{E05E34B7-2C9E-9A98-E207-B06777DF2086}"/>
              </a:ext>
            </a:extLst>
          </p:cNvPr>
          <p:cNvSpPr>
            <a:spLocks noGrp="1"/>
          </p:cNvSpPr>
          <p:nvPr>
            <p:ph type="title" hasCustomPrompt="1"/>
          </p:nvPr>
        </p:nvSpPr>
        <p:spPr>
          <a:xfrm>
            <a:off x="6814198" y="722454"/>
            <a:ext cx="4655564" cy="323709"/>
          </a:xfrm>
        </p:spPr>
        <p:txBody>
          <a:bodyPr/>
          <a:lstStyle>
            <a:lvl1pPr>
              <a:defRPr>
                <a:solidFill>
                  <a:schemeClr val="bg1"/>
                </a:solidFill>
              </a:defRPr>
            </a:lvl1pPr>
          </a:lstStyle>
          <a:p>
            <a:r>
              <a:rPr lang="en-GB" noProof="0" dirty="0"/>
              <a:t>Title goes here</a:t>
            </a:r>
            <a:endParaRPr lang="en-GB" dirty="0"/>
          </a:p>
        </p:txBody>
      </p:sp>
      <p:sp>
        <p:nvSpPr>
          <p:cNvPr id="20" name="Tijdelijke aanduiding voor tekst 18">
            <a:extLst>
              <a:ext uri="{FF2B5EF4-FFF2-40B4-BE49-F238E27FC236}">
                <a16:creationId xmlns:a16="http://schemas.microsoft.com/office/drawing/2014/main" id="{D67C0CDF-DF54-BAD6-CE34-0D10178A4EC3}"/>
              </a:ext>
            </a:extLst>
          </p:cNvPr>
          <p:cNvSpPr>
            <a:spLocks noGrp="1" noRot="1" noMove="1" noResize="1" noEditPoints="1" noAdjustHandles="1" noChangeArrowheads="1" noChangeShapeType="1"/>
          </p:cNvSpPr>
          <p:nvPr>
            <p:ph type="body" sz="quarter" idx="18" hasCustomPrompt="1"/>
          </p:nvPr>
        </p:nvSpPr>
        <p:spPr>
          <a:xfrm>
            <a:off x="0" y="4094329"/>
            <a:ext cx="6096000" cy="2763672"/>
          </a:xfrm>
          <a:gradFill flip="none" rotWithShape="1">
            <a:gsLst>
              <a:gs pos="0">
                <a:schemeClr val="tx1">
                  <a:alpha val="29000"/>
                </a:schemeClr>
              </a:gs>
              <a:gs pos="48000">
                <a:schemeClr val="tx1">
                  <a:alpha val="0"/>
                </a:schemeClr>
              </a:gs>
            </a:gsLst>
            <a:lin ang="16200000" scaled="1"/>
            <a:tileRect/>
          </a:gradFill>
        </p:spPr>
        <p:txBody>
          <a:bodyPr/>
          <a:lstStyle>
            <a:lvl1pPr marL="0" indent="0">
              <a:buNone/>
              <a:defRPr sz="100">
                <a:solidFill>
                  <a:schemeClr val="tx2">
                    <a:alpha val="0"/>
                  </a:schemeClr>
                </a:solidFill>
              </a:defRPr>
            </a:lvl1pPr>
          </a:lstStyle>
          <a:p>
            <a:pPr lvl="0"/>
            <a:r>
              <a:rPr lang="en-GB" dirty="0"/>
              <a:t> </a:t>
            </a:r>
          </a:p>
        </p:txBody>
      </p:sp>
      <p:sp>
        <p:nvSpPr>
          <p:cNvPr id="19" name="Tijdelijke aanduiding voor tekst 18">
            <a:extLst>
              <a:ext uri="{FF2B5EF4-FFF2-40B4-BE49-F238E27FC236}">
                <a16:creationId xmlns:a16="http://schemas.microsoft.com/office/drawing/2014/main" id="{BE9B9236-02AD-4FF6-37E4-BA4CB5E71A38}"/>
              </a:ext>
            </a:extLst>
          </p:cNvPr>
          <p:cNvSpPr>
            <a:spLocks noGrp="1" noRot="1" noMove="1" noResize="1" noEditPoints="1" noAdjustHandles="1" noChangeArrowheads="1" noChangeShapeType="1"/>
          </p:cNvSpPr>
          <p:nvPr>
            <p:ph type="body" sz="quarter" idx="17" hasCustomPrompt="1"/>
          </p:nvPr>
        </p:nvSpPr>
        <p:spPr>
          <a:xfrm>
            <a:off x="720362" y="6216736"/>
            <a:ext cx="961200" cy="381600"/>
          </a:xfrm>
          <a:blipFill>
            <a:blip r:embed="rId2">
              <a:lum bright="100000"/>
              <a:extLst>
                <a:ext uri="{96DAC541-7B7A-43D3-8B79-37D633B846F1}">
                  <asvg:svgBlip xmlns:asvg="http://schemas.microsoft.com/office/drawing/2016/SVG/main" r:embed="rId3"/>
                </a:ext>
              </a:extLst>
            </a:blip>
            <a:srcRect/>
            <a:stretch>
              <a:fillRect t="53" b="53"/>
            </a:stretch>
          </a:blipFill>
        </p:spPr>
        <p:txBody>
          <a:bodyPr/>
          <a:lstStyle>
            <a:lvl1pPr marL="0" indent="0">
              <a:buNone/>
              <a:defRPr sz="100">
                <a:solidFill>
                  <a:schemeClr val="tx2">
                    <a:alpha val="0"/>
                  </a:schemeClr>
                </a:solidFill>
              </a:defRPr>
            </a:lvl1pPr>
          </a:lstStyle>
          <a:p>
            <a:pPr lvl="0"/>
            <a:r>
              <a:rPr lang="en-GB" dirty="0"/>
              <a:t> </a:t>
            </a:r>
          </a:p>
        </p:txBody>
      </p:sp>
      <p:grpSp>
        <p:nvGrpSpPr>
          <p:cNvPr id="4" name="INSTRUCTION">
            <a:extLst>
              <a:ext uri="{FF2B5EF4-FFF2-40B4-BE49-F238E27FC236}">
                <a16:creationId xmlns:a16="http://schemas.microsoft.com/office/drawing/2014/main" id="{B3CB0790-E9A2-6E67-239E-AE820D8351A7}"/>
              </a:ext>
            </a:extLst>
          </p:cNvPr>
          <p:cNvGrpSpPr/>
          <p:nvPr userDrawn="1"/>
        </p:nvGrpSpPr>
        <p:grpSpPr>
          <a:xfrm>
            <a:off x="12377595" y="0"/>
            <a:ext cx="3693386" cy="5359349"/>
            <a:chOff x="-3786437" y="0"/>
            <a:chExt cx="3693386" cy="5359349"/>
          </a:xfrm>
        </p:grpSpPr>
        <p:sp>
          <p:nvSpPr>
            <p:cNvPr id="7" name="Rechthoek 6">
              <a:extLst>
                <a:ext uri="{FF2B5EF4-FFF2-40B4-BE49-F238E27FC236}">
                  <a16:creationId xmlns:a16="http://schemas.microsoft.com/office/drawing/2014/main" id="{0D0967EB-E223-34D4-2249-10A73BE52E04}"/>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Choosing text levels</a:t>
              </a:r>
            </a:p>
          </p:txBody>
        </p:sp>
        <p:sp>
          <p:nvSpPr>
            <p:cNvPr id="10" name="Rechthoek 9">
              <a:extLst>
                <a:ext uri="{FF2B5EF4-FFF2-40B4-BE49-F238E27FC236}">
                  <a16:creationId xmlns:a16="http://schemas.microsoft.com/office/drawing/2014/main" id="{79F69C09-7A2F-1A24-BFB8-863E0299A153}"/>
                </a:ext>
              </a:extLst>
            </p:cNvPr>
            <p:cNvSpPr/>
            <p:nvPr userDrawn="1"/>
          </p:nvSpPr>
          <p:spPr>
            <a:xfrm>
              <a:off x="-3786165" y="1707400"/>
              <a:ext cx="3593091" cy="2836018"/>
            </a:xfrm>
            <a:prstGeom prst="rect">
              <a:avLst/>
            </a:prstGeom>
            <a:solidFill>
              <a:schemeClr val="accent1"/>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 </a:t>
              </a:r>
            </a:p>
          </p:txBody>
        </p:sp>
        <p:sp>
          <p:nvSpPr>
            <p:cNvPr id="11" name="Ovaal 10">
              <a:extLst>
                <a:ext uri="{FF2B5EF4-FFF2-40B4-BE49-F238E27FC236}">
                  <a16:creationId xmlns:a16="http://schemas.microsoft.com/office/drawing/2014/main" id="{0B70B94E-B8A9-0844-3EAF-39B4323CD965}"/>
                </a:ext>
              </a:extLst>
            </p:cNvPr>
            <p:cNvSpPr/>
            <p:nvPr userDrawn="1"/>
          </p:nvSpPr>
          <p:spPr>
            <a:xfrm>
              <a:off x="-3604183" y="1837484"/>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1</a:t>
              </a:r>
            </a:p>
          </p:txBody>
        </p:sp>
        <p:sp>
          <p:nvSpPr>
            <p:cNvPr id="12" name="Rechthoek 11">
              <a:extLst>
                <a:ext uri="{FF2B5EF4-FFF2-40B4-BE49-F238E27FC236}">
                  <a16:creationId xmlns:a16="http://schemas.microsoft.com/office/drawing/2014/main" id="{253AE89C-7DD2-2722-222F-2802759266E1}"/>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357188" marR="0" lvl="0" indent="-357188" defTabSz="914400" eaLnBrk="1" fontAlgn="auto" latinLnBrk="0" hangingPunct="1">
                <a:lnSpc>
                  <a:spcPct val="100000"/>
                </a:lnSpc>
                <a:spcBef>
                  <a:spcPts val="600"/>
                </a:spcBef>
                <a:spcAft>
                  <a:spcPts val="600"/>
                </a:spcAft>
                <a:buClr>
                  <a:schemeClr val="bg1"/>
                </a:buClr>
                <a:buSzTx/>
                <a:buFont typeface="Calibri" panose="020F0502020204030204" pitchFamily="34" charset="0"/>
                <a:buChar char="•"/>
                <a:tabLst/>
                <a:defRPr/>
              </a:pPr>
              <a:r>
                <a:rPr kumimoji="0" lang="en-GB" sz="1400" b="0" i="0" u="none" strike="noStrike" kern="0" cap="none" spc="0" normalizeH="0" baseline="0" noProof="0" dirty="0">
                  <a:ln>
                    <a:noFill/>
                  </a:ln>
                  <a:solidFill>
                    <a:schemeClr val="bg1"/>
                  </a:solidFill>
                  <a:effectLst/>
                  <a:uLnTx/>
                  <a:uFillTx/>
                  <a:latin typeface="+mj-lt"/>
                  <a:cs typeface="Calibri" panose="020F0502020204030204" pitchFamily="34" charset="0"/>
                </a:rPr>
                <a:t>Bullet</a:t>
              </a:r>
            </a:p>
          </p:txBody>
        </p:sp>
        <p:sp>
          <p:nvSpPr>
            <p:cNvPr id="13" name="Ovaal 12">
              <a:extLst>
                <a:ext uri="{FF2B5EF4-FFF2-40B4-BE49-F238E27FC236}">
                  <a16:creationId xmlns:a16="http://schemas.microsoft.com/office/drawing/2014/main" id="{3A87F24F-3766-A9A7-A652-345BAE3901A9}"/>
                </a:ext>
              </a:extLst>
            </p:cNvPr>
            <p:cNvSpPr/>
            <p:nvPr userDrawn="1"/>
          </p:nvSpPr>
          <p:spPr>
            <a:xfrm>
              <a:off x="-3604183" y="2128768"/>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2</a:t>
              </a:r>
            </a:p>
          </p:txBody>
        </p:sp>
        <p:sp>
          <p:nvSpPr>
            <p:cNvPr id="14" name="Rechthoek 13">
              <a:extLst>
                <a:ext uri="{FF2B5EF4-FFF2-40B4-BE49-F238E27FC236}">
                  <a16:creationId xmlns:a16="http://schemas.microsoft.com/office/drawing/2014/main" id="{6987E0BF-F4A1-F4BE-DB22-FBBE63A949AE}"/>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Under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‘Home’</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use the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list level-buttons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to choose a text level. </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Choose from:</a:t>
              </a:r>
            </a:p>
          </p:txBody>
        </p:sp>
        <p:sp>
          <p:nvSpPr>
            <p:cNvPr id="15" name="Rechthoek 14">
              <a:extLst>
                <a:ext uri="{FF2B5EF4-FFF2-40B4-BE49-F238E27FC236}">
                  <a16:creationId xmlns:a16="http://schemas.microsoft.com/office/drawing/2014/main" id="{349298F2-390B-A97A-565C-8F34EF1BC015}"/>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715963" marR="0" lvl="0" indent="-358775" defTabSz="914400" eaLnBrk="1" fontAlgn="auto" latinLnBrk="0" hangingPunct="1">
                <a:lnSpc>
                  <a:spcPct val="100000"/>
                </a:lnSpc>
                <a:spcBef>
                  <a:spcPts val="600"/>
                </a:spcBef>
                <a:spcAft>
                  <a:spcPts val="600"/>
                </a:spcAft>
                <a:buClr>
                  <a:schemeClr val="bg1"/>
                </a:buClr>
                <a:buSzTx/>
                <a:buFont typeface="Calibri" panose="020F0502020204030204" pitchFamily="34" charset="0"/>
                <a:buChar char="•"/>
                <a:tabLst/>
                <a:defRPr/>
              </a:pPr>
              <a:r>
                <a:rPr kumimoji="0" lang="en-GB" sz="1400" b="0" i="0" u="none" strike="noStrike" kern="0" cap="none" spc="0" normalizeH="0" baseline="0" noProof="0" dirty="0">
                  <a:ln>
                    <a:noFill/>
                  </a:ln>
                  <a:solidFill>
                    <a:schemeClr val="bg1"/>
                  </a:solidFill>
                  <a:effectLst/>
                  <a:uLnTx/>
                  <a:uFillTx/>
                  <a:latin typeface="+mj-lt"/>
                  <a:cs typeface="Calibri" panose="020F0502020204030204" pitchFamily="34" charset="0"/>
                </a:rPr>
                <a:t>Sub-bullet </a:t>
              </a:r>
            </a:p>
          </p:txBody>
        </p:sp>
        <p:sp>
          <p:nvSpPr>
            <p:cNvPr id="16" name="Ovaal 15">
              <a:extLst>
                <a:ext uri="{FF2B5EF4-FFF2-40B4-BE49-F238E27FC236}">
                  <a16:creationId xmlns:a16="http://schemas.microsoft.com/office/drawing/2014/main" id="{A8A5BF94-5D83-51AC-FDC2-2DB910A1A370}"/>
                </a:ext>
              </a:extLst>
            </p:cNvPr>
            <p:cNvSpPr/>
            <p:nvPr userDrawn="1"/>
          </p:nvSpPr>
          <p:spPr>
            <a:xfrm>
              <a:off x="-3604183" y="2420052"/>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3</a:t>
              </a:r>
            </a:p>
          </p:txBody>
        </p:sp>
        <p:sp>
          <p:nvSpPr>
            <p:cNvPr id="17" name="Rechthoek 16">
              <a:extLst>
                <a:ext uri="{FF2B5EF4-FFF2-40B4-BE49-F238E27FC236}">
                  <a16:creationId xmlns:a16="http://schemas.microsoft.com/office/drawing/2014/main" id="{3557799C-9801-4304-007C-96B1FF01E304}"/>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1400" b="0" i="0" u="none" strike="noStrike" kern="0" cap="none" spc="0" normalizeH="0" baseline="0" noProof="0" dirty="0">
                  <a:ln>
                    <a:noFill/>
                  </a:ln>
                  <a:solidFill>
                    <a:schemeClr val="bg1"/>
                  </a:solidFill>
                  <a:effectLst/>
                  <a:uLnTx/>
                  <a:uFillTx/>
                  <a:latin typeface="+mj-lt"/>
                  <a:cs typeface="Calibri" panose="020F0502020204030204" pitchFamily="34" charset="0"/>
                </a:rPr>
                <a:t>Default text</a:t>
              </a:r>
            </a:p>
          </p:txBody>
        </p:sp>
        <p:sp>
          <p:nvSpPr>
            <p:cNvPr id="18" name="Ovaal 17">
              <a:extLst>
                <a:ext uri="{FF2B5EF4-FFF2-40B4-BE49-F238E27FC236}">
                  <a16:creationId xmlns:a16="http://schemas.microsoft.com/office/drawing/2014/main" id="{E2D90C9E-04EF-8D67-84B3-53CC1383B56B}"/>
                </a:ext>
              </a:extLst>
            </p:cNvPr>
            <p:cNvSpPr/>
            <p:nvPr userDrawn="1"/>
          </p:nvSpPr>
          <p:spPr>
            <a:xfrm>
              <a:off x="-3604183" y="2711336"/>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4</a:t>
              </a:r>
            </a:p>
          </p:txBody>
        </p:sp>
        <p:sp>
          <p:nvSpPr>
            <p:cNvPr id="21" name="Rechthoek 20">
              <a:extLst>
                <a:ext uri="{FF2B5EF4-FFF2-40B4-BE49-F238E27FC236}">
                  <a16:creationId xmlns:a16="http://schemas.microsoft.com/office/drawing/2014/main" id="{73DD6FA7-9241-4BA3-4540-243F4364C3D6}"/>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2400" b="1" i="0" u="none" strike="noStrike" kern="0" cap="none" spc="0" normalizeH="0" baseline="0" noProof="0" dirty="0">
                  <a:ln>
                    <a:noFill/>
                  </a:ln>
                  <a:solidFill>
                    <a:schemeClr val="tx1"/>
                  </a:solidFill>
                  <a:effectLst/>
                  <a:uLnTx/>
                  <a:uFillTx/>
                  <a:latin typeface="+mj-lt"/>
                  <a:cs typeface="Calibri" panose="020F0502020204030204" pitchFamily="34" charset="0"/>
                </a:rPr>
                <a:t>Title/Quote</a:t>
              </a:r>
            </a:p>
          </p:txBody>
        </p:sp>
        <p:sp>
          <p:nvSpPr>
            <p:cNvPr id="22" name="Ovaal 21">
              <a:extLst>
                <a:ext uri="{FF2B5EF4-FFF2-40B4-BE49-F238E27FC236}">
                  <a16:creationId xmlns:a16="http://schemas.microsoft.com/office/drawing/2014/main" id="{560A5EF4-452A-C47D-2279-863919455352}"/>
                </a:ext>
              </a:extLst>
            </p:cNvPr>
            <p:cNvSpPr/>
            <p:nvPr userDrawn="1"/>
          </p:nvSpPr>
          <p:spPr>
            <a:xfrm>
              <a:off x="-3604183" y="3002620"/>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5</a:t>
              </a:r>
            </a:p>
          </p:txBody>
        </p:sp>
        <p:sp>
          <p:nvSpPr>
            <p:cNvPr id="23" name="Rechthoek 22">
              <a:extLst>
                <a:ext uri="{FF2B5EF4-FFF2-40B4-BE49-F238E27FC236}">
                  <a16:creationId xmlns:a16="http://schemas.microsoft.com/office/drawing/2014/main" id="{247783FD-8C3F-EF54-35F8-496F499D7C1C}"/>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1800" b="0" i="0" u="none" strike="noStrike" kern="0" cap="none" spc="0" normalizeH="0" baseline="0" noProof="0" dirty="0">
                  <a:ln>
                    <a:noFill/>
                  </a:ln>
                  <a:solidFill>
                    <a:schemeClr val="tx1"/>
                  </a:solidFill>
                  <a:effectLst/>
                  <a:uLnTx/>
                  <a:uFillTx/>
                  <a:latin typeface="+mj-lt"/>
                  <a:cs typeface="Calibri" panose="020F0502020204030204" pitchFamily="34" charset="0"/>
                </a:rPr>
                <a:t>Subtitle</a:t>
              </a:r>
            </a:p>
          </p:txBody>
        </p:sp>
        <p:sp>
          <p:nvSpPr>
            <p:cNvPr id="24" name="Ovaal 23">
              <a:extLst>
                <a:ext uri="{FF2B5EF4-FFF2-40B4-BE49-F238E27FC236}">
                  <a16:creationId xmlns:a16="http://schemas.microsoft.com/office/drawing/2014/main" id="{166982D2-48AD-9BA4-3319-F813B2542A66}"/>
                </a:ext>
              </a:extLst>
            </p:cNvPr>
            <p:cNvSpPr/>
            <p:nvPr userDrawn="1"/>
          </p:nvSpPr>
          <p:spPr>
            <a:xfrm>
              <a:off x="-3604183" y="3293904"/>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6</a:t>
              </a:r>
            </a:p>
          </p:txBody>
        </p:sp>
        <p:sp>
          <p:nvSpPr>
            <p:cNvPr id="25" name="Rechthoek 24">
              <a:extLst>
                <a:ext uri="{FF2B5EF4-FFF2-40B4-BE49-F238E27FC236}">
                  <a16:creationId xmlns:a16="http://schemas.microsoft.com/office/drawing/2014/main" id="{BCB3AF48-4036-9B93-C659-863E73AF7509}"/>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357188" marR="0" lvl="0" indent="-357188" defTabSz="914400" eaLnBrk="1" fontAlgn="auto" latinLnBrk="0" hangingPunct="1">
                <a:lnSpc>
                  <a:spcPct val="100000"/>
                </a:lnSpc>
                <a:spcBef>
                  <a:spcPts val="600"/>
                </a:spcBef>
                <a:spcAft>
                  <a:spcPts val="600"/>
                </a:spcAft>
                <a:buClr>
                  <a:schemeClr val="bg1"/>
                </a:buClr>
                <a:buSzTx/>
                <a:buFont typeface="+mj-lt"/>
                <a:buAutoNum type="arabicPeriod"/>
                <a:tabLst/>
                <a:defRPr/>
              </a:pPr>
              <a:r>
                <a:rPr kumimoji="0" lang="en-GB" sz="1400" b="0" i="0" u="none" strike="noStrike" kern="0" cap="none" spc="0" normalizeH="0" baseline="0" noProof="0" dirty="0">
                  <a:ln>
                    <a:noFill/>
                  </a:ln>
                  <a:solidFill>
                    <a:schemeClr val="bg1"/>
                  </a:solidFill>
                  <a:effectLst/>
                  <a:uLnTx/>
                  <a:uFillTx/>
                  <a:latin typeface="+mj-lt"/>
                  <a:cs typeface="Calibri" panose="020F0502020204030204" pitchFamily="34" charset="0"/>
                </a:rPr>
                <a:t>Numerical bullet</a:t>
              </a:r>
            </a:p>
          </p:txBody>
        </p:sp>
        <p:sp>
          <p:nvSpPr>
            <p:cNvPr id="26" name="Ovaal 25">
              <a:extLst>
                <a:ext uri="{FF2B5EF4-FFF2-40B4-BE49-F238E27FC236}">
                  <a16:creationId xmlns:a16="http://schemas.microsoft.com/office/drawing/2014/main" id="{E1C4368D-F093-00DE-1BE1-F95BF42AAF54}"/>
                </a:ext>
              </a:extLst>
            </p:cNvPr>
            <p:cNvSpPr/>
            <p:nvPr userDrawn="1"/>
          </p:nvSpPr>
          <p:spPr>
            <a:xfrm>
              <a:off x="-3604183" y="3585188"/>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7</a:t>
              </a:r>
            </a:p>
          </p:txBody>
        </p:sp>
        <p:sp>
          <p:nvSpPr>
            <p:cNvPr id="27" name="Rechthoek 26">
              <a:extLst>
                <a:ext uri="{FF2B5EF4-FFF2-40B4-BE49-F238E27FC236}">
                  <a16:creationId xmlns:a16="http://schemas.microsoft.com/office/drawing/2014/main" id="{13A0539B-53A7-863E-7727-3D72D9A654D5}"/>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342900" marR="0" lvl="0" indent="-342900" defTabSz="914400" eaLnBrk="1" fontAlgn="auto" latinLnBrk="0" hangingPunct="1">
                <a:lnSpc>
                  <a:spcPct val="100000"/>
                </a:lnSpc>
                <a:spcBef>
                  <a:spcPts val="600"/>
                </a:spcBef>
                <a:spcAft>
                  <a:spcPts val="600"/>
                </a:spcAft>
                <a:buClr>
                  <a:schemeClr val="bg1"/>
                </a:buClr>
                <a:buSzTx/>
                <a:buFont typeface="+mj-lt"/>
                <a:buAutoNum type="alphaLcPeriod"/>
                <a:tabLst/>
                <a:defRPr/>
              </a:pPr>
              <a:r>
                <a:rPr kumimoji="0" lang="en-GB" sz="1400" b="0" i="0" u="none" strike="noStrike" kern="0" cap="none" spc="0" normalizeH="0" baseline="0" noProof="0" dirty="0">
                  <a:ln>
                    <a:noFill/>
                  </a:ln>
                  <a:solidFill>
                    <a:schemeClr val="bg1"/>
                  </a:solidFill>
                  <a:effectLst/>
                  <a:uLnTx/>
                  <a:uFillTx/>
                  <a:latin typeface="+mj-lt"/>
                  <a:cs typeface="Calibri" panose="020F0502020204030204" pitchFamily="34" charset="0"/>
                </a:rPr>
                <a:t>Alphabetical bullet</a:t>
              </a:r>
            </a:p>
          </p:txBody>
        </p:sp>
        <p:sp>
          <p:nvSpPr>
            <p:cNvPr id="28" name="Ovaal 27">
              <a:extLst>
                <a:ext uri="{FF2B5EF4-FFF2-40B4-BE49-F238E27FC236}">
                  <a16:creationId xmlns:a16="http://schemas.microsoft.com/office/drawing/2014/main" id="{03987EA1-C861-55CD-E8E2-6D7ACC325063}"/>
                </a:ext>
              </a:extLst>
            </p:cNvPr>
            <p:cNvSpPr/>
            <p:nvPr userDrawn="1"/>
          </p:nvSpPr>
          <p:spPr>
            <a:xfrm>
              <a:off x="-3604183" y="3876472"/>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8</a:t>
              </a:r>
            </a:p>
          </p:txBody>
        </p:sp>
        <p:sp>
          <p:nvSpPr>
            <p:cNvPr id="29" name="Rechthoek 28">
              <a:extLst>
                <a:ext uri="{FF2B5EF4-FFF2-40B4-BE49-F238E27FC236}">
                  <a16:creationId xmlns:a16="http://schemas.microsoft.com/office/drawing/2014/main" id="{CDE361AB-49B7-1154-FD07-DB29075749A5}"/>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tx1"/>
                </a:buClr>
                <a:buSzTx/>
                <a:buFont typeface="Calibri" panose="020F0502020204030204" pitchFamily="34" charset="0"/>
                <a:buNone/>
                <a:tabLst/>
                <a:defRPr/>
              </a:pPr>
              <a:r>
                <a:rPr kumimoji="0" lang="en-GB" sz="1200" b="0" i="1" u="none" strike="noStrike" kern="0" cap="none" spc="0" normalizeH="0" baseline="0" noProof="0" dirty="0">
                  <a:ln>
                    <a:noFill/>
                  </a:ln>
                  <a:solidFill>
                    <a:schemeClr val="bg1"/>
                  </a:solidFill>
                  <a:effectLst/>
                  <a:uLnTx/>
                  <a:uFillTx/>
                  <a:latin typeface="+mj-lt"/>
                  <a:cs typeface="Calibri" panose="020F0502020204030204" pitchFamily="34" charset="0"/>
                </a:rPr>
                <a:t>Source</a:t>
              </a:r>
            </a:p>
          </p:txBody>
        </p:sp>
        <p:sp>
          <p:nvSpPr>
            <p:cNvPr id="30" name="Ovaal 29">
              <a:extLst>
                <a:ext uri="{FF2B5EF4-FFF2-40B4-BE49-F238E27FC236}">
                  <a16:creationId xmlns:a16="http://schemas.microsoft.com/office/drawing/2014/main" id="{FEA1A8E2-C1B0-2460-A639-D20A48EDFF70}"/>
                </a:ext>
              </a:extLst>
            </p:cNvPr>
            <p:cNvSpPr/>
            <p:nvPr userDrawn="1"/>
          </p:nvSpPr>
          <p:spPr>
            <a:xfrm>
              <a:off x="-3604183" y="4168594"/>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9</a:t>
              </a:r>
            </a:p>
          </p:txBody>
        </p:sp>
        <p:sp>
          <p:nvSpPr>
            <p:cNvPr id="31" name="Rechthoek 30">
              <a:extLst>
                <a:ext uri="{FF2B5EF4-FFF2-40B4-BE49-F238E27FC236}">
                  <a16:creationId xmlns:a16="http://schemas.microsoft.com/office/drawing/2014/main" id="{7C062330-EAB7-E8E0-F35C-19FF4091AC04}"/>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1400" b="0" i="0" u="none" strike="noStrike" kern="0" cap="none" spc="0" normalizeH="0" baseline="0" noProof="0" dirty="0">
                  <a:ln>
                    <a:noFill/>
                  </a:ln>
                  <a:solidFill>
                    <a:schemeClr val="bg1"/>
                  </a:solidFill>
                  <a:effectLst/>
                  <a:uLnTx/>
                  <a:uFillTx/>
                  <a:latin typeface="+mj-lt"/>
                  <a:cs typeface="Calibri" panose="020F0502020204030204" pitchFamily="34" charset="0"/>
                </a:rPr>
                <a:t>Default text</a:t>
              </a:r>
            </a:p>
          </p:txBody>
        </p:sp>
        <p:sp>
          <p:nvSpPr>
            <p:cNvPr id="32" name="Rechthoek 31">
              <a:extLst>
                <a:ext uri="{FF2B5EF4-FFF2-40B4-BE49-F238E27FC236}">
                  <a16:creationId xmlns:a16="http://schemas.microsoft.com/office/drawing/2014/main" id="{53CA71A7-F8A1-DAD8-A043-4F21A68FA9F5}"/>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grpSp>
          <p:nvGrpSpPr>
            <p:cNvPr id="33" name="ICOON_info">
              <a:extLst>
                <a:ext uri="{FF2B5EF4-FFF2-40B4-BE49-F238E27FC236}">
                  <a16:creationId xmlns:a16="http://schemas.microsoft.com/office/drawing/2014/main" id="{A8488C99-CCD1-FBDF-54E4-AF96E40B9943}"/>
                </a:ext>
              </a:extLst>
            </p:cNvPr>
            <p:cNvGrpSpPr/>
            <p:nvPr userDrawn="1"/>
          </p:nvGrpSpPr>
          <p:grpSpPr>
            <a:xfrm>
              <a:off x="-376736" y="4400186"/>
              <a:ext cx="283685" cy="283685"/>
              <a:chOff x="-510741" y="5913713"/>
              <a:chExt cx="267555" cy="267555"/>
            </a:xfrm>
          </p:grpSpPr>
          <p:sp>
            <p:nvSpPr>
              <p:cNvPr id="81" name="Ovaal 80">
                <a:extLst>
                  <a:ext uri="{FF2B5EF4-FFF2-40B4-BE49-F238E27FC236}">
                    <a16:creationId xmlns:a16="http://schemas.microsoft.com/office/drawing/2014/main" id="{2A3A9081-BEC9-E5B5-7129-54AF7D9368EF}"/>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82" name="Graphic 163" descr="Informatie">
                <a:extLst>
                  <a:ext uri="{FF2B5EF4-FFF2-40B4-BE49-F238E27FC236}">
                    <a16:creationId xmlns:a16="http://schemas.microsoft.com/office/drawing/2014/main" id="{A1F113C4-2D5A-D3AC-93B3-F3266CF7638D}"/>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34" name="VOORBEELD">
              <a:extLst>
                <a:ext uri="{FF2B5EF4-FFF2-40B4-BE49-F238E27FC236}">
                  <a16:creationId xmlns:a16="http://schemas.microsoft.com/office/drawing/2014/main" id="{F8CD22DD-D7A5-FA1F-3BD0-F0FEB161A097}"/>
                </a:ext>
              </a:extLst>
            </p:cNvPr>
            <p:cNvGrpSpPr/>
            <p:nvPr userDrawn="1"/>
          </p:nvGrpSpPr>
          <p:grpSpPr>
            <a:xfrm>
              <a:off x="-3605171" y="458674"/>
              <a:ext cx="3234311" cy="558875"/>
              <a:chOff x="-3605171" y="458674"/>
              <a:chExt cx="3234311" cy="558875"/>
            </a:xfrm>
          </p:grpSpPr>
          <p:sp>
            <p:nvSpPr>
              <p:cNvPr id="41" name="Rechthoek 40">
                <a:extLst>
                  <a:ext uri="{FF2B5EF4-FFF2-40B4-BE49-F238E27FC236}">
                    <a16:creationId xmlns:a16="http://schemas.microsoft.com/office/drawing/2014/main" id="{37CFF1B9-6731-4E47-20A5-733F15F728D4}"/>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en-GB" sz="900" b="1" noProof="0" dirty="0">
                    <a:solidFill>
                      <a:srgbClr val="211F26"/>
                    </a:solidFill>
                    <a:latin typeface="Calibri" panose="020F0502020204030204" pitchFamily="34" charset="0"/>
                    <a:cs typeface="Calibri" panose="020F0502020204030204" pitchFamily="34" charset="0"/>
                  </a:rPr>
                  <a:t>Home</a:t>
                </a:r>
              </a:p>
            </p:txBody>
          </p:sp>
          <p:sp>
            <p:nvSpPr>
              <p:cNvPr id="42" name="Rechthoek 41">
                <a:extLst>
                  <a:ext uri="{FF2B5EF4-FFF2-40B4-BE49-F238E27FC236}">
                    <a16:creationId xmlns:a16="http://schemas.microsoft.com/office/drawing/2014/main" id="{0674D3E3-3F0D-9932-B6B9-2084671FE8D3}"/>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nvGrpSpPr>
              <p:cNvPr id="43" name="Groep 42">
                <a:extLst>
                  <a:ext uri="{FF2B5EF4-FFF2-40B4-BE49-F238E27FC236}">
                    <a16:creationId xmlns:a16="http://schemas.microsoft.com/office/drawing/2014/main" id="{C2D49B7A-912C-6A6E-DC7C-6364BD8110CD}"/>
                  </a:ext>
                </a:extLst>
              </p:cNvPr>
              <p:cNvGrpSpPr/>
              <p:nvPr userDrawn="1"/>
            </p:nvGrpSpPr>
            <p:grpSpPr>
              <a:xfrm>
                <a:off x="-3386247" y="830871"/>
                <a:ext cx="139423" cy="109566"/>
                <a:chOff x="-2866744" y="827071"/>
                <a:chExt cx="168701" cy="132575"/>
              </a:xfrm>
            </p:grpSpPr>
            <p:grpSp>
              <p:nvGrpSpPr>
                <p:cNvPr id="74" name="Groep 73">
                  <a:extLst>
                    <a:ext uri="{FF2B5EF4-FFF2-40B4-BE49-F238E27FC236}">
                      <a16:creationId xmlns:a16="http://schemas.microsoft.com/office/drawing/2014/main" id="{923F04E5-431F-0F8D-1CAF-F11FF8862B58}"/>
                    </a:ext>
                  </a:extLst>
                </p:cNvPr>
                <p:cNvGrpSpPr/>
                <p:nvPr userDrawn="1"/>
              </p:nvGrpSpPr>
              <p:grpSpPr>
                <a:xfrm>
                  <a:off x="-2866744" y="827071"/>
                  <a:ext cx="168701" cy="132575"/>
                  <a:chOff x="-2866744" y="827071"/>
                  <a:chExt cx="168701" cy="132575"/>
                </a:xfrm>
              </p:grpSpPr>
              <p:cxnSp>
                <p:nvCxnSpPr>
                  <p:cNvPr id="76" name="Rechte verbindingslijn 75">
                    <a:extLst>
                      <a:ext uri="{FF2B5EF4-FFF2-40B4-BE49-F238E27FC236}">
                        <a16:creationId xmlns:a16="http://schemas.microsoft.com/office/drawing/2014/main" id="{D3D5ECED-52F0-C5CB-BFED-0ACB54D37432}"/>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7" name="Rechte verbindingslijn 76">
                    <a:extLst>
                      <a:ext uri="{FF2B5EF4-FFF2-40B4-BE49-F238E27FC236}">
                        <a16:creationId xmlns:a16="http://schemas.microsoft.com/office/drawing/2014/main" id="{61447953-2015-7765-D927-347F35C5E2DB}"/>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8" name="Rechte verbindingslijn 77">
                    <a:extLst>
                      <a:ext uri="{FF2B5EF4-FFF2-40B4-BE49-F238E27FC236}">
                        <a16:creationId xmlns:a16="http://schemas.microsoft.com/office/drawing/2014/main" id="{02BFF810-7117-0409-9B4A-7B720239C374}"/>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9" name="Rechte verbindingslijn 78">
                    <a:extLst>
                      <a:ext uri="{FF2B5EF4-FFF2-40B4-BE49-F238E27FC236}">
                        <a16:creationId xmlns:a16="http://schemas.microsoft.com/office/drawing/2014/main" id="{0988791F-6C4E-1B86-4565-8F1DD980621F}"/>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80" name="Rechte verbindingslijn 79">
                    <a:extLst>
                      <a:ext uri="{FF2B5EF4-FFF2-40B4-BE49-F238E27FC236}">
                        <a16:creationId xmlns:a16="http://schemas.microsoft.com/office/drawing/2014/main" id="{1897C869-A269-3382-12FC-D0FE5E6D4470}"/>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5" name="Pijl: rechts 74">
                  <a:extLst>
                    <a:ext uri="{FF2B5EF4-FFF2-40B4-BE49-F238E27FC236}">
                      <a16:creationId xmlns:a16="http://schemas.microsoft.com/office/drawing/2014/main" id="{5D3B0223-233C-D641-6C13-FE8BCF50C2DB}"/>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44" name="Groep 43">
                <a:extLst>
                  <a:ext uri="{FF2B5EF4-FFF2-40B4-BE49-F238E27FC236}">
                    <a16:creationId xmlns:a16="http://schemas.microsoft.com/office/drawing/2014/main" id="{DF77736B-B752-1CE9-763C-B0C017D8F5AE}"/>
                  </a:ext>
                </a:extLst>
              </p:cNvPr>
              <p:cNvGrpSpPr/>
              <p:nvPr userDrawn="1"/>
            </p:nvGrpSpPr>
            <p:grpSpPr>
              <a:xfrm>
                <a:off x="-3605171" y="830871"/>
                <a:ext cx="139423" cy="109566"/>
                <a:chOff x="-2866744" y="518074"/>
                <a:chExt cx="168701" cy="132575"/>
              </a:xfrm>
            </p:grpSpPr>
            <p:grpSp>
              <p:nvGrpSpPr>
                <p:cNvPr id="67" name="Groep 66">
                  <a:extLst>
                    <a:ext uri="{FF2B5EF4-FFF2-40B4-BE49-F238E27FC236}">
                      <a16:creationId xmlns:a16="http://schemas.microsoft.com/office/drawing/2014/main" id="{A6BFF0A2-8640-5F97-684B-3295C04318C0}"/>
                    </a:ext>
                  </a:extLst>
                </p:cNvPr>
                <p:cNvGrpSpPr/>
                <p:nvPr userDrawn="1"/>
              </p:nvGrpSpPr>
              <p:grpSpPr>
                <a:xfrm>
                  <a:off x="-2866744" y="518074"/>
                  <a:ext cx="168701" cy="132575"/>
                  <a:chOff x="-2866744" y="518074"/>
                  <a:chExt cx="168701" cy="132575"/>
                </a:xfrm>
              </p:grpSpPr>
              <p:cxnSp>
                <p:nvCxnSpPr>
                  <p:cNvPr id="69" name="Rechte verbindingslijn 68">
                    <a:extLst>
                      <a:ext uri="{FF2B5EF4-FFF2-40B4-BE49-F238E27FC236}">
                        <a16:creationId xmlns:a16="http://schemas.microsoft.com/office/drawing/2014/main" id="{5E16BCF6-F0CA-AABD-1B33-39B78470747E}"/>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70" name="Rechte verbindingslijn 69">
                    <a:extLst>
                      <a:ext uri="{FF2B5EF4-FFF2-40B4-BE49-F238E27FC236}">
                        <a16:creationId xmlns:a16="http://schemas.microsoft.com/office/drawing/2014/main" id="{1CF9CC9D-C773-C17B-99E2-68F5B5B6455D}"/>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71" name="Rechte verbindingslijn 70">
                    <a:extLst>
                      <a:ext uri="{FF2B5EF4-FFF2-40B4-BE49-F238E27FC236}">
                        <a16:creationId xmlns:a16="http://schemas.microsoft.com/office/drawing/2014/main" id="{09B2F130-5CA3-6D80-8112-2ECF832C5226}"/>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72" name="Rechte verbindingslijn 71">
                    <a:extLst>
                      <a:ext uri="{FF2B5EF4-FFF2-40B4-BE49-F238E27FC236}">
                        <a16:creationId xmlns:a16="http://schemas.microsoft.com/office/drawing/2014/main" id="{DA25BA26-07B2-D6A5-6CAF-55CCE6A1552C}"/>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73" name="Rechte verbindingslijn 72">
                    <a:extLst>
                      <a:ext uri="{FF2B5EF4-FFF2-40B4-BE49-F238E27FC236}">
                        <a16:creationId xmlns:a16="http://schemas.microsoft.com/office/drawing/2014/main" id="{509F34BA-7AD1-6C70-6C2B-F7AE8B33BD7C}"/>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8" name="Pijl: rechts 67">
                  <a:extLst>
                    <a:ext uri="{FF2B5EF4-FFF2-40B4-BE49-F238E27FC236}">
                      <a16:creationId xmlns:a16="http://schemas.microsoft.com/office/drawing/2014/main" id="{6B0B571E-E813-9D46-F48D-0EB352FF6575}"/>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cxnSp>
            <p:nvCxnSpPr>
              <p:cNvPr id="45" name="Rechte verbindingslijn 44">
                <a:extLst>
                  <a:ext uri="{FF2B5EF4-FFF2-40B4-BE49-F238E27FC236}">
                    <a16:creationId xmlns:a16="http://schemas.microsoft.com/office/drawing/2014/main" id="{07A395EA-1852-477B-1718-31EFAE2ED499}"/>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46" name="Rechte verbindingslijn 45">
                <a:extLst>
                  <a:ext uri="{FF2B5EF4-FFF2-40B4-BE49-F238E27FC236}">
                    <a16:creationId xmlns:a16="http://schemas.microsoft.com/office/drawing/2014/main" id="{D460947E-F1CD-3560-9B3D-E5301F940C41}"/>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47" name="Rechthoek 46">
                <a:extLst>
                  <a:ext uri="{FF2B5EF4-FFF2-40B4-BE49-F238E27FC236}">
                    <a16:creationId xmlns:a16="http://schemas.microsoft.com/office/drawing/2014/main" id="{51BD63C6-A4EE-9CA3-713E-CC89145F674A}"/>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Text level down</a:t>
                </a:r>
              </a:p>
            </p:txBody>
          </p:sp>
          <p:sp>
            <p:nvSpPr>
              <p:cNvPr id="48" name="Rechthoek 47">
                <a:extLst>
                  <a:ext uri="{FF2B5EF4-FFF2-40B4-BE49-F238E27FC236}">
                    <a16:creationId xmlns:a16="http://schemas.microsoft.com/office/drawing/2014/main" id="{D7918749-7E05-8E63-9C79-58995FEA5D4C}"/>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Text level up</a:t>
                </a:r>
              </a:p>
            </p:txBody>
          </p:sp>
          <p:grpSp>
            <p:nvGrpSpPr>
              <p:cNvPr id="49" name="Groep 48">
                <a:extLst>
                  <a:ext uri="{FF2B5EF4-FFF2-40B4-BE49-F238E27FC236}">
                    <a16:creationId xmlns:a16="http://schemas.microsoft.com/office/drawing/2014/main" id="{AE092800-9752-10DE-1380-C98658BA5F0E}"/>
                  </a:ext>
                </a:extLst>
              </p:cNvPr>
              <p:cNvGrpSpPr/>
              <p:nvPr userDrawn="1"/>
            </p:nvGrpSpPr>
            <p:grpSpPr>
              <a:xfrm>
                <a:off x="-2916763" y="769168"/>
                <a:ext cx="268738" cy="248381"/>
                <a:chOff x="-2916763" y="769168"/>
                <a:chExt cx="268738" cy="248381"/>
              </a:xfrm>
            </p:grpSpPr>
            <p:sp>
              <p:nvSpPr>
                <p:cNvPr id="59" name="Rechthoek 58">
                  <a:extLst>
                    <a:ext uri="{FF2B5EF4-FFF2-40B4-BE49-F238E27FC236}">
                      <a16:creationId xmlns:a16="http://schemas.microsoft.com/office/drawing/2014/main" id="{2458EA62-80D9-BBB5-5CAC-6BCABA251682}"/>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en-GB" sz="1050" b="0" noProof="0" dirty="0">
                    <a:solidFill>
                      <a:srgbClr val="211F26"/>
                    </a:solidFill>
                    <a:latin typeface="Calibri" panose="020F0502020204030204" pitchFamily="34" charset="0"/>
                    <a:cs typeface="Calibri" panose="020F0502020204030204" pitchFamily="34" charset="0"/>
                  </a:endParaRPr>
                </a:p>
              </p:txBody>
            </p:sp>
            <p:grpSp>
              <p:nvGrpSpPr>
                <p:cNvPr id="60" name="Groep 59">
                  <a:extLst>
                    <a:ext uri="{FF2B5EF4-FFF2-40B4-BE49-F238E27FC236}">
                      <a16:creationId xmlns:a16="http://schemas.microsoft.com/office/drawing/2014/main" id="{893B9755-FBF3-27BF-CA88-2911B37A9EF4}"/>
                    </a:ext>
                  </a:extLst>
                </p:cNvPr>
                <p:cNvGrpSpPr/>
                <p:nvPr userDrawn="1"/>
              </p:nvGrpSpPr>
              <p:grpSpPr>
                <a:xfrm>
                  <a:off x="-2866744" y="827071"/>
                  <a:ext cx="168701" cy="132575"/>
                  <a:chOff x="-2866744" y="827071"/>
                  <a:chExt cx="168701" cy="132575"/>
                </a:xfrm>
              </p:grpSpPr>
              <p:cxnSp>
                <p:nvCxnSpPr>
                  <p:cNvPr id="62" name="Rechte verbindingslijn 61">
                    <a:extLst>
                      <a:ext uri="{FF2B5EF4-FFF2-40B4-BE49-F238E27FC236}">
                        <a16:creationId xmlns:a16="http://schemas.microsoft.com/office/drawing/2014/main" id="{85839790-4044-2FD7-30F6-4F1096BF5BA1}"/>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63" name="Rechte verbindingslijn 62">
                    <a:extLst>
                      <a:ext uri="{FF2B5EF4-FFF2-40B4-BE49-F238E27FC236}">
                        <a16:creationId xmlns:a16="http://schemas.microsoft.com/office/drawing/2014/main" id="{CA95C337-FE13-A080-D6B7-6E74A174C923}"/>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64" name="Rechte verbindingslijn 63">
                    <a:extLst>
                      <a:ext uri="{FF2B5EF4-FFF2-40B4-BE49-F238E27FC236}">
                        <a16:creationId xmlns:a16="http://schemas.microsoft.com/office/drawing/2014/main" id="{0B91667B-5197-0AE2-D694-CF6C7BC3DE70}"/>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5" name="Rechte verbindingslijn 64">
                    <a:extLst>
                      <a:ext uri="{FF2B5EF4-FFF2-40B4-BE49-F238E27FC236}">
                        <a16:creationId xmlns:a16="http://schemas.microsoft.com/office/drawing/2014/main" id="{FB14D9A9-12B0-2362-D080-8F5365E79DD8}"/>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6" name="Rechte verbindingslijn 65">
                    <a:extLst>
                      <a:ext uri="{FF2B5EF4-FFF2-40B4-BE49-F238E27FC236}">
                        <a16:creationId xmlns:a16="http://schemas.microsoft.com/office/drawing/2014/main" id="{255F1C33-E8AD-36AE-BFE1-055742CD19E9}"/>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61" name="Pijl: rechts 60">
                  <a:extLst>
                    <a:ext uri="{FF2B5EF4-FFF2-40B4-BE49-F238E27FC236}">
                      <a16:creationId xmlns:a16="http://schemas.microsoft.com/office/drawing/2014/main" id="{5E0E99D6-9D87-7CB2-A791-C2FA313EA59A}"/>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50" name="Groep 49">
                <a:extLst>
                  <a:ext uri="{FF2B5EF4-FFF2-40B4-BE49-F238E27FC236}">
                    <a16:creationId xmlns:a16="http://schemas.microsoft.com/office/drawing/2014/main" id="{5FA02082-572F-A151-7945-4B2695E5CC34}"/>
                  </a:ext>
                </a:extLst>
              </p:cNvPr>
              <p:cNvGrpSpPr/>
              <p:nvPr userDrawn="1"/>
            </p:nvGrpSpPr>
            <p:grpSpPr>
              <a:xfrm>
                <a:off x="-2916763" y="460171"/>
                <a:ext cx="268738" cy="248381"/>
                <a:chOff x="-2916763" y="460171"/>
                <a:chExt cx="268738" cy="248381"/>
              </a:xfrm>
            </p:grpSpPr>
            <p:sp>
              <p:nvSpPr>
                <p:cNvPr id="51" name="Rechthoek 50">
                  <a:extLst>
                    <a:ext uri="{FF2B5EF4-FFF2-40B4-BE49-F238E27FC236}">
                      <a16:creationId xmlns:a16="http://schemas.microsoft.com/office/drawing/2014/main" id="{83642C46-A668-9DDC-BF71-EC0AB48193EE}"/>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en-GB" sz="1050" b="0" noProof="0" dirty="0">
                    <a:solidFill>
                      <a:srgbClr val="211F26"/>
                    </a:solidFill>
                    <a:latin typeface="Calibri" panose="020F0502020204030204" pitchFamily="34" charset="0"/>
                    <a:cs typeface="Calibri" panose="020F0502020204030204" pitchFamily="34" charset="0"/>
                  </a:endParaRPr>
                </a:p>
              </p:txBody>
            </p:sp>
            <p:grpSp>
              <p:nvGrpSpPr>
                <p:cNvPr id="52" name="Groep 51">
                  <a:extLst>
                    <a:ext uri="{FF2B5EF4-FFF2-40B4-BE49-F238E27FC236}">
                      <a16:creationId xmlns:a16="http://schemas.microsoft.com/office/drawing/2014/main" id="{7907993A-24D1-E428-D830-F4C02D9A38EE}"/>
                    </a:ext>
                  </a:extLst>
                </p:cNvPr>
                <p:cNvGrpSpPr/>
                <p:nvPr userDrawn="1"/>
              </p:nvGrpSpPr>
              <p:grpSpPr>
                <a:xfrm>
                  <a:off x="-2866744" y="518074"/>
                  <a:ext cx="168701" cy="132575"/>
                  <a:chOff x="-2866744" y="518074"/>
                  <a:chExt cx="168701" cy="132575"/>
                </a:xfrm>
              </p:grpSpPr>
              <p:cxnSp>
                <p:nvCxnSpPr>
                  <p:cNvPr id="54" name="Rechte verbindingslijn 53">
                    <a:extLst>
                      <a:ext uri="{FF2B5EF4-FFF2-40B4-BE49-F238E27FC236}">
                        <a16:creationId xmlns:a16="http://schemas.microsoft.com/office/drawing/2014/main" id="{3956F39C-241A-BC04-52FF-E271163FA0EF}"/>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5" name="Rechte verbindingslijn 54">
                    <a:extLst>
                      <a:ext uri="{FF2B5EF4-FFF2-40B4-BE49-F238E27FC236}">
                        <a16:creationId xmlns:a16="http://schemas.microsoft.com/office/drawing/2014/main" id="{6DCA5F7D-B286-44C4-260A-2A963AC315F8}"/>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6" name="Rechte verbindingslijn 55">
                    <a:extLst>
                      <a:ext uri="{FF2B5EF4-FFF2-40B4-BE49-F238E27FC236}">
                        <a16:creationId xmlns:a16="http://schemas.microsoft.com/office/drawing/2014/main" id="{5257B91C-A464-0BFA-A050-27B697877C22}"/>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7" name="Rechte verbindingslijn 56">
                    <a:extLst>
                      <a:ext uri="{FF2B5EF4-FFF2-40B4-BE49-F238E27FC236}">
                        <a16:creationId xmlns:a16="http://schemas.microsoft.com/office/drawing/2014/main" id="{B58843B8-C27D-5005-885E-C6BAC7D91D09}"/>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8" name="Rechte verbindingslijn 57">
                    <a:extLst>
                      <a:ext uri="{FF2B5EF4-FFF2-40B4-BE49-F238E27FC236}">
                        <a16:creationId xmlns:a16="http://schemas.microsoft.com/office/drawing/2014/main" id="{8C66F9B4-E371-1303-A8DF-B113A961CC42}"/>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53" name="Pijl: rechts 52">
                  <a:extLst>
                    <a:ext uri="{FF2B5EF4-FFF2-40B4-BE49-F238E27FC236}">
                      <a16:creationId xmlns:a16="http://schemas.microsoft.com/office/drawing/2014/main" id="{1A0482B3-492F-AA85-5816-BDFC3FCBA810}"/>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grpSp>
          <p:nvGrpSpPr>
            <p:cNvPr id="35" name="Groep 34">
              <a:extLst>
                <a:ext uri="{FF2B5EF4-FFF2-40B4-BE49-F238E27FC236}">
                  <a16:creationId xmlns:a16="http://schemas.microsoft.com/office/drawing/2014/main" id="{3269C9AE-FDFA-31CC-AD4D-5EFB1C3FAF3B}"/>
                </a:ext>
              </a:extLst>
            </p:cNvPr>
            <p:cNvGrpSpPr/>
            <p:nvPr userDrawn="1"/>
          </p:nvGrpSpPr>
          <p:grpSpPr>
            <a:xfrm>
              <a:off x="-938434" y="4663037"/>
              <a:ext cx="627798" cy="576693"/>
              <a:chOff x="-1753862" y="6112775"/>
              <a:chExt cx="759635" cy="697798"/>
            </a:xfrm>
          </p:grpSpPr>
          <p:grpSp>
            <p:nvGrpSpPr>
              <p:cNvPr id="36" name="Inspireren">
                <a:extLst>
                  <a:ext uri="{FF2B5EF4-FFF2-40B4-BE49-F238E27FC236}">
                    <a16:creationId xmlns:a16="http://schemas.microsoft.com/office/drawing/2014/main" id="{D1D88979-146A-E364-FEFB-E326F9D421A7}"/>
                  </a:ext>
                </a:extLst>
              </p:cNvPr>
              <p:cNvGrpSpPr>
                <a:grpSpLocks noChangeAspect="1"/>
              </p:cNvGrpSpPr>
              <p:nvPr userDrawn="1"/>
            </p:nvGrpSpPr>
            <p:grpSpPr bwMode="auto">
              <a:xfrm>
                <a:off x="-1484858" y="6112775"/>
                <a:ext cx="205431" cy="293286"/>
                <a:chOff x="4768" y="2783"/>
                <a:chExt cx="788" cy="1125"/>
              </a:xfrm>
              <a:gradFill>
                <a:gsLst>
                  <a:gs pos="0">
                    <a:srgbClr val="9D9FA1"/>
                  </a:gs>
                  <a:gs pos="70000">
                    <a:srgbClr val="211F26"/>
                  </a:gs>
                </a:gsLst>
                <a:lin ang="2700000" scaled="0"/>
              </a:gradFill>
            </p:grpSpPr>
            <p:sp>
              <p:nvSpPr>
                <p:cNvPr id="38" name="Freeform 12">
                  <a:extLst>
                    <a:ext uri="{FF2B5EF4-FFF2-40B4-BE49-F238E27FC236}">
                      <a16:creationId xmlns:a16="http://schemas.microsoft.com/office/drawing/2014/main" id="{23936E01-DB74-9D6D-4AEE-DD98EB5B064C}"/>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39" name="Freeform 13">
                  <a:extLst>
                    <a:ext uri="{FF2B5EF4-FFF2-40B4-BE49-F238E27FC236}">
                      <a16:creationId xmlns:a16="http://schemas.microsoft.com/office/drawing/2014/main" id="{BEE1EFE6-706F-823E-DCE0-B695F6478FCE}"/>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40" name="Freeform 14">
                  <a:extLst>
                    <a:ext uri="{FF2B5EF4-FFF2-40B4-BE49-F238E27FC236}">
                      <a16:creationId xmlns:a16="http://schemas.microsoft.com/office/drawing/2014/main" id="{5E9A2E68-C8A1-EEC2-C1CA-C91AFFB0D20D}"/>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37" name="Tekstvak 36">
                <a:extLst>
                  <a:ext uri="{FF2B5EF4-FFF2-40B4-BE49-F238E27FC236}">
                    <a16:creationId xmlns:a16="http://schemas.microsoft.com/office/drawing/2014/main" id="{6A79C011-298F-0F16-F82C-B018F20EF05A}"/>
                  </a:ext>
                </a:extLst>
              </p:cNvPr>
              <p:cNvSpPr txBox="1"/>
              <p:nvPr userDrawn="1"/>
            </p:nvSpPr>
            <p:spPr>
              <a:xfrm>
                <a:off x="-1753862" y="6420664"/>
                <a:ext cx="759635" cy="38990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grpSp>
      <p:grpSp>
        <p:nvGrpSpPr>
          <p:cNvPr id="83" name="INSTRUCTION">
            <a:extLst>
              <a:ext uri="{FF2B5EF4-FFF2-40B4-BE49-F238E27FC236}">
                <a16:creationId xmlns:a16="http://schemas.microsoft.com/office/drawing/2014/main" id="{E59A1A09-35E5-3877-EB86-D641AA703871}"/>
              </a:ext>
            </a:extLst>
          </p:cNvPr>
          <p:cNvGrpSpPr/>
          <p:nvPr userDrawn="1"/>
        </p:nvGrpSpPr>
        <p:grpSpPr>
          <a:xfrm>
            <a:off x="-3786165" y="-1"/>
            <a:ext cx="3693386" cy="6640349"/>
            <a:chOff x="-3786165" y="-1"/>
            <a:chExt cx="3693386" cy="6640349"/>
          </a:xfrm>
        </p:grpSpPr>
        <p:sp>
          <p:nvSpPr>
            <p:cNvPr id="84" name="Rechthoek 83">
              <a:extLst>
                <a:ext uri="{FF2B5EF4-FFF2-40B4-BE49-F238E27FC236}">
                  <a16:creationId xmlns:a16="http://schemas.microsoft.com/office/drawing/2014/main" id="{ED43AD59-CC67-C440-9DEC-D9A6FA60D1F8}"/>
                </a:ext>
              </a:extLst>
            </p:cNvPr>
            <p:cNvSpPr/>
            <p:nvPr userDrawn="1"/>
          </p:nvSpPr>
          <p:spPr>
            <a:xfrm>
              <a:off x="-3786165" y="-1"/>
              <a:ext cx="3593091" cy="5991727"/>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Insert/edit an image</a:t>
              </a:r>
            </a:p>
          </p:txBody>
        </p:sp>
        <p:sp>
          <p:nvSpPr>
            <p:cNvPr id="85" name="Ovaal 84">
              <a:extLst>
                <a:ext uri="{FF2B5EF4-FFF2-40B4-BE49-F238E27FC236}">
                  <a16:creationId xmlns:a16="http://schemas.microsoft.com/office/drawing/2014/main" id="{652756DA-507B-EA7E-9BD3-D085255F6F82}"/>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86" name="Rechthoek 85">
              <a:extLst>
                <a:ext uri="{FF2B5EF4-FFF2-40B4-BE49-F238E27FC236}">
                  <a16:creationId xmlns:a16="http://schemas.microsoft.com/office/drawing/2014/main" id="{F84BAD5F-B9D1-0410-BAAA-8D46965E3143}"/>
                </a:ext>
              </a:extLst>
            </p:cNvPr>
            <p:cNvSpPr/>
            <p:nvPr userDrawn="1"/>
          </p:nvSpPr>
          <p:spPr>
            <a:xfrm>
              <a:off x="-3319415" y="465324"/>
              <a:ext cx="2962706" cy="668152"/>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If necessary, delete the existing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by using the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key’</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Select the placeholder,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1" i="0" u="none" strike="noStrike" kern="0" cap="none" spc="0" normalizeH="0" baseline="0" noProof="0" dirty="0" err="1">
                  <a:ln>
                    <a:noFill/>
                  </a:ln>
                  <a:solidFill>
                    <a:srgbClr val="000000"/>
                  </a:solidFill>
                  <a:effectLst/>
                  <a:uLnTx/>
                  <a:uFillTx/>
                  <a:latin typeface="Calibri" panose="020F0502020204030204" pitchFamily="34" charset="0"/>
                  <a:ea typeface="+mn-ea"/>
                  <a:cs typeface="Calibri" panose="020F0502020204030204" pitchFamily="34" charset="0"/>
                </a:rPr>
                <a:t>Slidebuilder</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 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‘Images’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endPar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87" name="Ovaal 86">
              <a:extLst>
                <a:ext uri="{FF2B5EF4-FFF2-40B4-BE49-F238E27FC236}">
                  <a16:creationId xmlns:a16="http://schemas.microsoft.com/office/drawing/2014/main" id="{81E06180-7D5F-3A7B-281E-09852588488A}"/>
                </a:ext>
              </a:extLst>
            </p:cNvPr>
            <p:cNvSpPr/>
            <p:nvPr userDrawn="1"/>
          </p:nvSpPr>
          <p:spPr>
            <a:xfrm>
              <a:off x="-3603587" y="2633935"/>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88" name="Rechthoek 87">
              <a:extLst>
                <a:ext uri="{FF2B5EF4-FFF2-40B4-BE49-F238E27FC236}">
                  <a16:creationId xmlns:a16="http://schemas.microsoft.com/office/drawing/2014/main" id="{7EF1833F-E009-0FB1-E631-29D58ED9BAEA}"/>
                </a:ext>
              </a:extLst>
            </p:cNvPr>
            <p:cNvSpPr/>
            <p:nvPr userDrawn="1"/>
          </p:nvSpPr>
          <p:spPr>
            <a:xfrm>
              <a:off x="-3319416" y="2633936"/>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Click with the right mouse button on the thumbnail display of the slide on the left side </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of the screen and choose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‘Reset slide’</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89" name="Ovaal 88">
              <a:extLst>
                <a:ext uri="{FF2B5EF4-FFF2-40B4-BE49-F238E27FC236}">
                  <a16:creationId xmlns:a16="http://schemas.microsoft.com/office/drawing/2014/main" id="{7A3A73F4-317F-607A-E3BF-76637F5CB696}"/>
                </a:ext>
              </a:extLst>
            </p:cNvPr>
            <p:cNvSpPr/>
            <p:nvPr userDrawn="1"/>
          </p:nvSpPr>
          <p:spPr>
            <a:xfrm>
              <a:off x="-3603587" y="4226365"/>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90" name="Rechthoek 89">
              <a:extLst>
                <a:ext uri="{FF2B5EF4-FFF2-40B4-BE49-F238E27FC236}">
                  <a16:creationId xmlns:a16="http://schemas.microsoft.com/office/drawing/2014/main" id="{17320E69-B9D4-27E0-08E5-9917222A3CCD}"/>
                </a:ext>
              </a:extLst>
            </p:cNvPr>
            <p:cNvSpPr/>
            <p:nvPr userDrawn="1"/>
          </p:nvSpPr>
          <p:spPr>
            <a:xfrm>
              <a:off x="-3319416" y="4226366"/>
              <a:ext cx="2944683" cy="820954"/>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To scale or drag the image,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‘Picture Tools - Format’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‘Crop’</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Scale the image itself with</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spheres and scale the image frame with the brackets.</a:t>
              </a:r>
            </a:p>
          </p:txBody>
        </p:sp>
        <p:sp>
          <p:nvSpPr>
            <p:cNvPr id="91" name="Rechthoek 90">
              <a:extLst>
                <a:ext uri="{FF2B5EF4-FFF2-40B4-BE49-F238E27FC236}">
                  <a16:creationId xmlns:a16="http://schemas.microsoft.com/office/drawing/2014/main" id="{1127A269-B404-B00E-F76F-36A226866A45}"/>
                </a:ext>
              </a:extLst>
            </p:cNvPr>
            <p:cNvSpPr/>
            <p:nvPr userDrawn="1"/>
          </p:nvSpPr>
          <p:spPr>
            <a:xfrm>
              <a:off x="-3316836" y="3200265"/>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en-GB" sz="1000" b="0" i="1" noProof="0" dirty="0">
                <a:solidFill>
                  <a:srgbClr val="211F26"/>
                </a:solidFill>
                <a:latin typeface="Calibri" panose="020F0502020204030204" pitchFamily="34" charset="0"/>
                <a:cs typeface="Calibri" panose="020F0502020204030204" pitchFamily="34" charset="0"/>
              </a:endParaRPr>
            </a:p>
          </p:txBody>
        </p:sp>
        <p:grpSp>
          <p:nvGrpSpPr>
            <p:cNvPr id="92" name="Groep 91">
              <a:extLst>
                <a:ext uri="{FF2B5EF4-FFF2-40B4-BE49-F238E27FC236}">
                  <a16:creationId xmlns:a16="http://schemas.microsoft.com/office/drawing/2014/main" id="{B58EC32E-0982-990B-005F-85E877E691D6}"/>
                </a:ext>
              </a:extLst>
            </p:cNvPr>
            <p:cNvGrpSpPr/>
            <p:nvPr userDrawn="1"/>
          </p:nvGrpSpPr>
          <p:grpSpPr>
            <a:xfrm>
              <a:off x="-2485819" y="3479783"/>
              <a:ext cx="1222990" cy="563933"/>
              <a:chOff x="-2485819" y="3399207"/>
              <a:chExt cx="1222990" cy="563933"/>
            </a:xfrm>
          </p:grpSpPr>
          <p:sp>
            <p:nvSpPr>
              <p:cNvPr id="131" name="Rechthoek 130">
                <a:extLst>
                  <a:ext uri="{FF2B5EF4-FFF2-40B4-BE49-F238E27FC236}">
                    <a16:creationId xmlns:a16="http://schemas.microsoft.com/office/drawing/2014/main" id="{DAA28283-6433-D1D4-AA03-6F048B7B8D34}"/>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132" name="Rechthoek 131">
                <a:extLst>
                  <a:ext uri="{FF2B5EF4-FFF2-40B4-BE49-F238E27FC236}">
                    <a16:creationId xmlns:a16="http://schemas.microsoft.com/office/drawing/2014/main" id="{ABEB944A-3F29-58A8-C7F4-F7298137C3AC}"/>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nvGrpSpPr>
              <p:cNvPr id="133" name="Groep 132">
                <a:extLst>
                  <a:ext uri="{FF2B5EF4-FFF2-40B4-BE49-F238E27FC236}">
                    <a16:creationId xmlns:a16="http://schemas.microsoft.com/office/drawing/2014/main" id="{664EA9CE-8466-88E0-1C0A-595308AFAC35}"/>
                  </a:ext>
                </a:extLst>
              </p:cNvPr>
              <p:cNvGrpSpPr/>
              <p:nvPr userDrawn="1"/>
            </p:nvGrpSpPr>
            <p:grpSpPr>
              <a:xfrm>
                <a:off x="-2403869" y="3460544"/>
                <a:ext cx="155951" cy="131922"/>
                <a:chOff x="12968836" y="3354170"/>
                <a:chExt cx="404806" cy="342433"/>
              </a:xfrm>
            </p:grpSpPr>
            <p:sp>
              <p:nvSpPr>
                <p:cNvPr id="146" name="Rechthoek: afgeronde hoeken 145">
                  <a:extLst>
                    <a:ext uri="{FF2B5EF4-FFF2-40B4-BE49-F238E27FC236}">
                      <a16:creationId xmlns:a16="http://schemas.microsoft.com/office/drawing/2014/main" id="{EC93D234-38D5-F7FB-4A9A-F9E3956EA754}"/>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147" name="Rechthoek 146">
                  <a:extLst>
                    <a:ext uri="{FF2B5EF4-FFF2-40B4-BE49-F238E27FC236}">
                      <a16:creationId xmlns:a16="http://schemas.microsoft.com/office/drawing/2014/main" id="{7FE4919C-14A5-8B08-C75B-1D4F6C0A1E06}"/>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48" name="Rechthoek 147">
                  <a:extLst>
                    <a:ext uri="{FF2B5EF4-FFF2-40B4-BE49-F238E27FC236}">
                      <a16:creationId xmlns:a16="http://schemas.microsoft.com/office/drawing/2014/main" id="{93BE4082-4A8B-AA99-5FB8-53B082AB5AD8}"/>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49" name="Rechthoek 148">
                  <a:extLst>
                    <a:ext uri="{FF2B5EF4-FFF2-40B4-BE49-F238E27FC236}">
                      <a16:creationId xmlns:a16="http://schemas.microsoft.com/office/drawing/2014/main" id="{EFFF627F-DD41-B6B1-A966-FBDFC836BBB7}"/>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50" name="Rechthoek 149">
                  <a:extLst>
                    <a:ext uri="{FF2B5EF4-FFF2-40B4-BE49-F238E27FC236}">
                      <a16:creationId xmlns:a16="http://schemas.microsoft.com/office/drawing/2014/main" id="{8F6D7B99-D667-0BCE-A515-4920BD5FAFF4}"/>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51" name="Rechthoek 150">
                  <a:extLst>
                    <a:ext uri="{FF2B5EF4-FFF2-40B4-BE49-F238E27FC236}">
                      <a16:creationId xmlns:a16="http://schemas.microsoft.com/office/drawing/2014/main" id="{7E76F207-8706-BC94-0187-AB7DDF81A35C}"/>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134" name="Groep 133">
                <a:extLst>
                  <a:ext uri="{FF2B5EF4-FFF2-40B4-BE49-F238E27FC236}">
                    <a16:creationId xmlns:a16="http://schemas.microsoft.com/office/drawing/2014/main" id="{A9C49130-59A0-A866-15C1-D030DBAE6D78}"/>
                  </a:ext>
                </a:extLst>
              </p:cNvPr>
              <p:cNvGrpSpPr/>
              <p:nvPr userDrawn="1"/>
            </p:nvGrpSpPr>
            <p:grpSpPr>
              <a:xfrm>
                <a:off x="-2423424" y="3690208"/>
                <a:ext cx="166739" cy="218963"/>
                <a:chOff x="12940828" y="3950597"/>
                <a:chExt cx="432813" cy="568367"/>
              </a:xfrm>
            </p:grpSpPr>
            <p:grpSp>
              <p:nvGrpSpPr>
                <p:cNvPr id="138" name="Groep 137">
                  <a:extLst>
                    <a:ext uri="{FF2B5EF4-FFF2-40B4-BE49-F238E27FC236}">
                      <a16:creationId xmlns:a16="http://schemas.microsoft.com/office/drawing/2014/main" id="{E79F92F1-65A1-9065-74FD-5B1F18E1ACA3}"/>
                    </a:ext>
                  </a:extLst>
                </p:cNvPr>
                <p:cNvGrpSpPr/>
                <p:nvPr userDrawn="1"/>
              </p:nvGrpSpPr>
              <p:grpSpPr>
                <a:xfrm>
                  <a:off x="13000382" y="4006891"/>
                  <a:ext cx="373259" cy="315747"/>
                  <a:chOff x="12968836" y="3354170"/>
                  <a:chExt cx="404806" cy="342433"/>
                </a:xfrm>
              </p:grpSpPr>
              <p:sp>
                <p:nvSpPr>
                  <p:cNvPr id="140" name="Rechthoek: afgeronde hoeken 139">
                    <a:extLst>
                      <a:ext uri="{FF2B5EF4-FFF2-40B4-BE49-F238E27FC236}">
                        <a16:creationId xmlns:a16="http://schemas.microsoft.com/office/drawing/2014/main" id="{7BB9B21D-E09E-415F-882D-ABEC192CEA3D}"/>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141" name="Rechthoek 140">
                    <a:extLst>
                      <a:ext uri="{FF2B5EF4-FFF2-40B4-BE49-F238E27FC236}">
                        <a16:creationId xmlns:a16="http://schemas.microsoft.com/office/drawing/2014/main" id="{10BFE924-922C-9444-9D72-0D4405E11C9A}"/>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42" name="Rechthoek 141">
                    <a:extLst>
                      <a:ext uri="{FF2B5EF4-FFF2-40B4-BE49-F238E27FC236}">
                        <a16:creationId xmlns:a16="http://schemas.microsoft.com/office/drawing/2014/main" id="{BD3233A6-F3B6-A69F-451E-45AADF65B3ED}"/>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43" name="Rechthoek 142">
                    <a:extLst>
                      <a:ext uri="{FF2B5EF4-FFF2-40B4-BE49-F238E27FC236}">
                        <a16:creationId xmlns:a16="http://schemas.microsoft.com/office/drawing/2014/main" id="{0844AF91-2F67-0A58-469D-2D6C7C7AA36D}"/>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44" name="Rechthoek 143">
                    <a:extLst>
                      <a:ext uri="{FF2B5EF4-FFF2-40B4-BE49-F238E27FC236}">
                        <a16:creationId xmlns:a16="http://schemas.microsoft.com/office/drawing/2014/main" id="{24F069BE-69F5-A599-296C-1E3B55F42A0D}"/>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45" name="Rechthoek 144">
                    <a:extLst>
                      <a:ext uri="{FF2B5EF4-FFF2-40B4-BE49-F238E27FC236}">
                        <a16:creationId xmlns:a16="http://schemas.microsoft.com/office/drawing/2014/main" id="{1B8ACD20-69B3-4F05-BEDA-32611ABA6803}"/>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sp>
              <p:nvSpPr>
                <p:cNvPr id="139" name="Boog 138">
                  <a:extLst>
                    <a:ext uri="{FF2B5EF4-FFF2-40B4-BE49-F238E27FC236}">
                      <a16:creationId xmlns:a16="http://schemas.microsoft.com/office/drawing/2014/main" id="{B21C25B0-6F24-279A-7F67-CB181FE5D761}"/>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en-GB" sz="2400" noProof="0" dirty="0">
                    <a:solidFill>
                      <a:srgbClr val="211F26"/>
                    </a:solidFill>
                    <a:latin typeface="Calibri" panose="020F0502020204030204" pitchFamily="34" charset="0"/>
                    <a:cs typeface="Calibri" panose="020F0502020204030204" pitchFamily="34" charset="0"/>
                  </a:endParaRPr>
                </a:p>
              </p:txBody>
            </p:sp>
          </p:grpSp>
          <p:sp>
            <p:nvSpPr>
              <p:cNvPr id="135" name="Tekstvak 134">
                <a:extLst>
                  <a:ext uri="{FF2B5EF4-FFF2-40B4-BE49-F238E27FC236}">
                    <a16:creationId xmlns:a16="http://schemas.microsoft.com/office/drawing/2014/main" id="{25C59919-7EA1-2490-48B6-41BC192A6C21}"/>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Layout</a:t>
                </a:r>
              </a:p>
            </p:txBody>
          </p:sp>
          <p:sp>
            <p:nvSpPr>
              <p:cNvPr id="136" name="Tekstvak 135">
                <a:extLst>
                  <a:ext uri="{FF2B5EF4-FFF2-40B4-BE49-F238E27FC236}">
                    <a16:creationId xmlns:a16="http://schemas.microsoft.com/office/drawing/2014/main" id="{62D87F8A-A270-8A80-1BDE-BE929AFB4C1A}"/>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Reset slide</a:t>
                </a:r>
              </a:p>
            </p:txBody>
          </p:sp>
          <p:sp>
            <p:nvSpPr>
              <p:cNvPr id="137" name="Vrije vorm: vorm 136">
                <a:extLst>
                  <a:ext uri="{FF2B5EF4-FFF2-40B4-BE49-F238E27FC236}">
                    <a16:creationId xmlns:a16="http://schemas.microsoft.com/office/drawing/2014/main" id="{E9F8774D-BC14-F89C-EDB8-E19D411788C5}"/>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grpSp>
        <p:grpSp>
          <p:nvGrpSpPr>
            <p:cNvPr id="93" name="Groep 92">
              <a:extLst>
                <a:ext uri="{FF2B5EF4-FFF2-40B4-BE49-F238E27FC236}">
                  <a16:creationId xmlns:a16="http://schemas.microsoft.com/office/drawing/2014/main" id="{4A8F8932-6223-C60D-520A-4B3114EFDB97}"/>
                </a:ext>
              </a:extLst>
            </p:cNvPr>
            <p:cNvGrpSpPr/>
            <p:nvPr userDrawn="1"/>
          </p:nvGrpSpPr>
          <p:grpSpPr>
            <a:xfrm>
              <a:off x="-3786165" y="5680652"/>
              <a:ext cx="3693386" cy="959696"/>
              <a:chOff x="-3786437" y="6163468"/>
              <a:chExt cx="3693386" cy="959696"/>
            </a:xfrm>
          </p:grpSpPr>
          <p:sp>
            <p:nvSpPr>
              <p:cNvPr id="121" name="Rechthoek 120">
                <a:extLst>
                  <a:ext uri="{FF2B5EF4-FFF2-40B4-BE49-F238E27FC236}">
                    <a16:creationId xmlns:a16="http://schemas.microsoft.com/office/drawing/2014/main" id="{F3D80750-2189-65AA-92B7-2EDF61880306}"/>
                  </a:ext>
                </a:extLst>
              </p:cNvPr>
              <p:cNvSpPr/>
              <p:nvPr userDrawn="1"/>
            </p:nvSpPr>
            <p:spPr>
              <a:xfrm>
                <a:off x="-3786437" y="6295164"/>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grpSp>
            <p:nvGrpSpPr>
              <p:cNvPr id="122" name="ICOON_info">
                <a:extLst>
                  <a:ext uri="{FF2B5EF4-FFF2-40B4-BE49-F238E27FC236}">
                    <a16:creationId xmlns:a16="http://schemas.microsoft.com/office/drawing/2014/main" id="{8829B19A-8A77-7AC5-814F-BBE40054450C}"/>
                  </a:ext>
                </a:extLst>
              </p:cNvPr>
              <p:cNvGrpSpPr/>
              <p:nvPr userDrawn="1"/>
            </p:nvGrpSpPr>
            <p:grpSpPr>
              <a:xfrm>
                <a:off x="-376736" y="6163468"/>
                <a:ext cx="283685" cy="283685"/>
                <a:chOff x="-510741" y="5913713"/>
                <a:chExt cx="267555" cy="267555"/>
              </a:xfrm>
            </p:grpSpPr>
            <p:sp>
              <p:nvSpPr>
                <p:cNvPr id="129" name="Ovaal 128">
                  <a:extLst>
                    <a:ext uri="{FF2B5EF4-FFF2-40B4-BE49-F238E27FC236}">
                      <a16:creationId xmlns:a16="http://schemas.microsoft.com/office/drawing/2014/main" id="{14EDB932-D111-6288-36F8-995765270EB4}"/>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130" name="Graphic 163" descr="Informatie">
                  <a:extLst>
                    <a:ext uri="{FF2B5EF4-FFF2-40B4-BE49-F238E27FC236}">
                      <a16:creationId xmlns:a16="http://schemas.microsoft.com/office/drawing/2014/main" id="{B5C168F7-8D04-C380-74A5-28492954C47E}"/>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123" name="Groep 122">
                <a:extLst>
                  <a:ext uri="{FF2B5EF4-FFF2-40B4-BE49-F238E27FC236}">
                    <a16:creationId xmlns:a16="http://schemas.microsoft.com/office/drawing/2014/main" id="{8A3DF902-CE41-18CF-CC8A-CCF6890FC8A4}"/>
                  </a:ext>
                </a:extLst>
              </p:cNvPr>
              <p:cNvGrpSpPr/>
              <p:nvPr userDrawn="1"/>
            </p:nvGrpSpPr>
            <p:grpSpPr>
              <a:xfrm>
                <a:off x="-938434" y="6420818"/>
                <a:ext cx="627798" cy="576693"/>
                <a:chOff x="-938434" y="4570310"/>
                <a:chExt cx="627798" cy="576693"/>
              </a:xfrm>
            </p:grpSpPr>
            <p:grpSp>
              <p:nvGrpSpPr>
                <p:cNvPr id="124" name="Inspireren">
                  <a:extLst>
                    <a:ext uri="{FF2B5EF4-FFF2-40B4-BE49-F238E27FC236}">
                      <a16:creationId xmlns:a16="http://schemas.microsoft.com/office/drawing/2014/main" id="{81CBAAC2-5BC8-44FD-1599-38A76B61D757}"/>
                    </a:ext>
                  </a:extLst>
                </p:cNvPr>
                <p:cNvGrpSpPr>
                  <a:grpSpLocks noChangeAspect="1"/>
                </p:cNvGrpSpPr>
                <p:nvPr userDrawn="1"/>
              </p:nvGrpSpPr>
              <p:grpSpPr bwMode="auto">
                <a:xfrm>
                  <a:off x="-716116" y="4570310"/>
                  <a:ext cx="169778" cy="242385"/>
                  <a:chOff x="4768" y="2783"/>
                  <a:chExt cx="788" cy="1125"/>
                </a:xfrm>
                <a:gradFill>
                  <a:gsLst>
                    <a:gs pos="0">
                      <a:srgbClr val="9D9FA1"/>
                    </a:gs>
                    <a:gs pos="70000">
                      <a:srgbClr val="211F26"/>
                    </a:gs>
                  </a:gsLst>
                  <a:lin ang="2700000" scaled="0"/>
                </a:gradFill>
              </p:grpSpPr>
              <p:sp>
                <p:nvSpPr>
                  <p:cNvPr id="126" name="Freeform 12">
                    <a:extLst>
                      <a:ext uri="{FF2B5EF4-FFF2-40B4-BE49-F238E27FC236}">
                        <a16:creationId xmlns:a16="http://schemas.microsoft.com/office/drawing/2014/main" id="{778ED93C-3689-C216-F5CA-563A6D8ECB63}"/>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127" name="Freeform 13">
                    <a:extLst>
                      <a:ext uri="{FF2B5EF4-FFF2-40B4-BE49-F238E27FC236}">
                        <a16:creationId xmlns:a16="http://schemas.microsoft.com/office/drawing/2014/main" id="{C60FC464-782C-7087-8393-95EB895245B8}"/>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128" name="Freeform 14">
                    <a:extLst>
                      <a:ext uri="{FF2B5EF4-FFF2-40B4-BE49-F238E27FC236}">
                        <a16:creationId xmlns:a16="http://schemas.microsoft.com/office/drawing/2014/main" id="{9E4C106B-B6A9-C27D-E9F1-9DE9E6890BC9}"/>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125" name="Tekstvak 124">
                  <a:extLst>
                    <a:ext uri="{FF2B5EF4-FFF2-40B4-BE49-F238E27FC236}">
                      <a16:creationId xmlns:a16="http://schemas.microsoft.com/office/drawing/2014/main" id="{12333633-A5A2-D468-FFAF-6B514C21DE10}"/>
                    </a:ext>
                  </a:extLst>
                </p:cNvPr>
                <p:cNvSpPr txBox="1"/>
                <p:nvPr userDrawn="1"/>
              </p:nvSpPr>
              <p:spPr>
                <a:xfrm>
                  <a:off x="-938434" y="4824764"/>
                  <a:ext cx="627798" cy="32223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grpSp>
        <p:grpSp>
          <p:nvGrpSpPr>
            <p:cNvPr id="94" name="Groep 93">
              <a:extLst>
                <a:ext uri="{FF2B5EF4-FFF2-40B4-BE49-F238E27FC236}">
                  <a16:creationId xmlns:a16="http://schemas.microsoft.com/office/drawing/2014/main" id="{D18A7EE9-BD26-5725-6D29-95B39CAFE309}"/>
                </a:ext>
              </a:extLst>
            </p:cNvPr>
            <p:cNvGrpSpPr/>
            <p:nvPr userDrawn="1"/>
          </p:nvGrpSpPr>
          <p:grpSpPr>
            <a:xfrm>
              <a:off x="-3426806" y="5129582"/>
              <a:ext cx="514284" cy="506545"/>
              <a:chOff x="12617641" y="3403239"/>
              <a:chExt cx="752963" cy="741634"/>
            </a:xfrm>
          </p:grpSpPr>
          <p:grpSp>
            <p:nvGrpSpPr>
              <p:cNvPr id="105" name="Groep 104">
                <a:extLst>
                  <a:ext uri="{FF2B5EF4-FFF2-40B4-BE49-F238E27FC236}">
                    <a16:creationId xmlns:a16="http://schemas.microsoft.com/office/drawing/2014/main" id="{313D675B-30C2-F0EE-7815-CEE5640E5008}"/>
                  </a:ext>
                </a:extLst>
              </p:cNvPr>
              <p:cNvGrpSpPr/>
              <p:nvPr userDrawn="1"/>
            </p:nvGrpSpPr>
            <p:grpSpPr>
              <a:xfrm>
                <a:off x="12771530" y="3403239"/>
                <a:ext cx="467176" cy="448491"/>
                <a:chOff x="12782157" y="3403239"/>
                <a:chExt cx="467176" cy="448491"/>
              </a:xfrm>
            </p:grpSpPr>
            <p:grpSp>
              <p:nvGrpSpPr>
                <p:cNvPr id="108" name="Groep 107">
                  <a:extLst>
                    <a:ext uri="{FF2B5EF4-FFF2-40B4-BE49-F238E27FC236}">
                      <a16:creationId xmlns:a16="http://schemas.microsoft.com/office/drawing/2014/main" id="{53781D7D-CE0B-E442-EAC7-D7F8F40BE556}"/>
                    </a:ext>
                  </a:extLst>
                </p:cNvPr>
                <p:cNvGrpSpPr/>
                <p:nvPr userDrawn="1"/>
              </p:nvGrpSpPr>
              <p:grpSpPr>
                <a:xfrm>
                  <a:off x="12782157" y="3403239"/>
                  <a:ext cx="412976" cy="396132"/>
                  <a:chOff x="13554906" y="3320109"/>
                  <a:chExt cx="443917" cy="425811"/>
                </a:xfrm>
              </p:grpSpPr>
              <p:grpSp>
                <p:nvGrpSpPr>
                  <p:cNvPr id="115" name="Groep 114">
                    <a:extLst>
                      <a:ext uri="{FF2B5EF4-FFF2-40B4-BE49-F238E27FC236}">
                        <a16:creationId xmlns:a16="http://schemas.microsoft.com/office/drawing/2014/main" id="{7EA0C453-4FF9-2113-2726-FB177B4993C8}"/>
                      </a:ext>
                    </a:extLst>
                  </p:cNvPr>
                  <p:cNvGrpSpPr/>
                  <p:nvPr userDrawn="1"/>
                </p:nvGrpSpPr>
                <p:grpSpPr>
                  <a:xfrm>
                    <a:off x="13554906" y="3320109"/>
                    <a:ext cx="443917" cy="425811"/>
                    <a:chOff x="12909684" y="1276143"/>
                    <a:chExt cx="443917" cy="425811"/>
                  </a:xfrm>
                </p:grpSpPr>
                <p:sp>
                  <p:nvSpPr>
                    <p:cNvPr id="118" name="Rechthoek 117">
                      <a:extLst>
                        <a:ext uri="{FF2B5EF4-FFF2-40B4-BE49-F238E27FC236}">
                          <a16:creationId xmlns:a16="http://schemas.microsoft.com/office/drawing/2014/main" id="{D7C59E19-424F-34E2-DF71-5F0F7A84BFA1}"/>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119" name="Rechthoek 118">
                      <a:extLst>
                        <a:ext uri="{FF2B5EF4-FFF2-40B4-BE49-F238E27FC236}">
                          <a16:creationId xmlns:a16="http://schemas.microsoft.com/office/drawing/2014/main" id="{13CDA648-4879-5B57-3F2F-0C71A130968E}"/>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120" name="Ovaal 119">
                      <a:extLst>
                        <a:ext uri="{FF2B5EF4-FFF2-40B4-BE49-F238E27FC236}">
                          <a16:creationId xmlns:a16="http://schemas.microsoft.com/office/drawing/2014/main" id="{E335B4AA-6B06-30CD-95FB-E692DB08D997}"/>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pic>
                <p:nvPicPr>
                  <p:cNvPr id="116" name="Afbeelding 115">
                    <a:extLst>
                      <a:ext uri="{FF2B5EF4-FFF2-40B4-BE49-F238E27FC236}">
                        <a16:creationId xmlns:a16="http://schemas.microsoft.com/office/drawing/2014/main" id="{DE7D31C4-A373-4773-9C7D-4CD5C4A84CE3}"/>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a:off x="13567296" y="3424991"/>
                    <a:ext cx="173367" cy="140220"/>
                  </a:xfrm>
                  <a:prstGeom prst="rect">
                    <a:avLst/>
                  </a:prstGeom>
                </p:spPr>
              </p:pic>
              <p:pic>
                <p:nvPicPr>
                  <p:cNvPr id="117" name="Afbeelding 116">
                    <a:extLst>
                      <a:ext uri="{FF2B5EF4-FFF2-40B4-BE49-F238E27FC236}">
                        <a16:creationId xmlns:a16="http://schemas.microsoft.com/office/drawing/2014/main" id="{314B97FA-4E02-D059-F7EE-5B066FBFED6E}"/>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109" name="Groep 108">
                  <a:extLst>
                    <a:ext uri="{FF2B5EF4-FFF2-40B4-BE49-F238E27FC236}">
                      <a16:creationId xmlns:a16="http://schemas.microsoft.com/office/drawing/2014/main" id="{79AC02DD-FD1F-69B9-E4E0-514FCD4DF813}"/>
                    </a:ext>
                  </a:extLst>
                </p:cNvPr>
                <p:cNvGrpSpPr/>
                <p:nvPr userDrawn="1"/>
              </p:nvGrpSpPr>
              <p:grpSpPr>
                <a:xfrm>
                  <a:off x="13103513" y="3705268"/>
                  <a:ext cx="145820" cy="146462"/>
                  <a:chOff x="13096169" y="3602278"/>
                  <a:chExt cx="145820" cy="146462"/>
                </a:xfrm>
              </p:grpSpPr>
              <p:sp>
                <p:nvSpPr>
                  <p:cNvPr id="113" name="Rechthoek 112">
                    <a:extLst>
                      <a:ext uri="{FF2B5EF4-FFF2-40B4-BE49-F238E27FC236}">
                        <a16:creationId xmlns:a16="http://schemas.microsoft.com/office/drawing/2014/main" id="{B4EE2E3B-E903-4460-2458-34282EB4C14F}"/>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14" name="Rechthoek 113">
                    <a:extLst>
                      <a:ext uri="{FF2B5EF4-FFF2-40B4-BE49-F238E27FC236}">
                        <a16:creationId xmlns:a16="http://schemas.microsoft.com/office/drawing/2014/main" id="{96F5D277-3051-BF64-DA15-D5780AD762B2}"/>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110" name="Groep 109">
                  <a:extLst>
                    <a:ext uri="{FF2B5EF4-FFF2-40B4-BE49-F238E27FC236}">
                      <a16:creationId xmlns:a16="http://schemas.microsoft.com/office/drawing/2014/main" id="{93200710-F5EB-9611-E801-8BF96B1C2903}"/>
                    </a:ext>
                  </a:extLst>
                </p:cNvPr>
                <p:cNvGrpSpPr/>
                <p:nvPr userDrawn="1"/>
              </p:nvGrpSpPr>
              <p:grpSpPr>
                <a:xfrm rot="10800000">
                  <a:off x="13061402" y="3665637"/>
                  <a:ext cx="145820" cy="146462"/>
                  <a:chOff x="13096169" y="3602278"/>
                  <a:chExt cx="145820" cy="146462"/>
                </a:xfrm>
              </p:grpSpPr>
              <p:sp>
                <p:nvSpPr>
                  <p:cNvPr id="111" name="Rechthoek 110">
                    <a:extLst>
                      <a:ext uri="{FF2B5EF4-FFF2-40B4-BE49-F238E27FC236}">
                        <a16:creationId xmlns:a16="http://schemas.microsoft.com/office/drawing/2014/main" id="{B680E6C7-941A-24DC-F040-658FC9D587CE}"/>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12" name="Rechthoek 111">
                    <a:extLst>
                      <a:ext uri="{FF2B5EF4-FFF2-40B4-BE49-F238E27FC236}">
                        <a16:creationId xmlns:a16="http://schemas.microsoft.com/office/drawing/2014/main" id="{D0CD47A2-E39F-94BD-9C17-252963BF2335}"/>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sp>
            <p:nvSpPr>
              <p:cNvPr id="106" name="Rechthoek 105">
                <a:extLst>
                  <a:ext uri="{FF2B5EF4-FFF2-40B4-BE49-F238E27FC236}">
                    <a16:creationId xmlns:a16="http://schemas.microsoft.com/office/drawing/2014/main" id="{5BC37983-DED2-D3FC-7B33-28C75B961949}"/>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900" b="0" noProof="0" dirty="0">
                    <a:solidFill>
                      <a:srgbClr val="211F26"/>
                    </a:solidFill>
                    <a:latin typeface="Calibri" panose="020F0502020204030204" pitchFamily="34" charset="0"/>
                    <a:cs typeface="Calibri" panose="020F0502020204030204" pitchFamily="34" charset="0"/>
                  </a:rPr>
                  <a:t>Crop</a:t>
                </a:r>
              </a:p>
            </p:txBody>
          </p:sp>
          <p:sp>
            <p:nvSpPr>
              <p:cNvPr id="107" name="Gelijkbenige driehoek 106">
                <a:extLst>
                  <a:ext uri="{FF2B5EF4-FFF2-40B4-BE49-F238E27FC236}">
                    <a16:creationId xmlns:a16="http://schemas.microsoft.com/office/drawing/2014/main" id="{2ED1FB52-95E9-AC5A-C86E-827F9D95F214}"/>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sp>
          <p:nvSpPr>
            <p:cNvPr id="95" name="Ovaal 94">
              <a:extLst>
                <a:ext uri="{FF2B5EF4-FFF2-40B4-BE49-F238E27FC236}">
                  <a16:creationId xmlns:a16="http://schemas.microsoft.com/office/drawing/2014/main" id="{75B0681B-4EAB-3AE2-AB5E-31A88A8AE0B2}"/>
                </a:ext>
              </a:extLst>
            </p:cNvPr>
            <p:cNvSpPr/>
            <p:nvPr userDrawn="1"/>
          </p:nvSpPr>
          <p:spPr>
            <a:xfrm>
              <a:off x="-3603587" y="18111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96" name="Rechthoek 95">
              <a:extLst>
                <a:ext uri="{FF2B5EF4-FFF2-40B4-BE49-F238E27FC236}">
                  <a16:creationId xmlns:a16="http://schemas.microsoft.com/office/drawing/2014/main" id="{E08209DD-AD8A-3092-F7DA-B4E7908C20E8}"/>
                </a:ext>
              </a:extLst>
            </p:cNvPr>
            <p:cNvSpPr/>
            <p:nvPr userDrawn="1"/>
          </p:nvSpPr>
          <p:spPr>
            <a:xfrm>
              <a:off x="-3319415" y="1811185"/>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 the preferred category and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and click 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‘Insert’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97" name="Rechthoek 96">
              <a:extLst>
                <a:ext uri="{FF2B5EF4-FFF2-40B4-BE49-F238E27FC236}">
                  <a16:creationId xmlns:a16="http://schemas.microsoft.com/office/drawing/2014/main" id="{8B5A8FA0-DD09-9740-6DA7-1A7EA3B2BA86}"/>
                </a:ext>
              </a:extLst>
            </p:cNvPr>
            <p:cNvSpPr/>
            <p:nvPr userDrawn="1"/>
          </p:nvSpPr>
          <p:spPr>
            <a:xfrm>
              <a:off x="-3319415" y="2245760"/>
              <a:ext cx="825500" cy="209550"/>
            </a:xfrm>
            <a:prstGeom prst="rect">
              <a:avLst/>
            </a:prstGeom>
            <a:solidFill>
              <a:srgbClr val="1FF52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1000" b="1" noProof="0" dirty="0">
                  <a:solidFill>
                    <a:srgbClr val="211F26"/>
                  </a:solidFill>
                  <a:latin typeface="Calibri" panose="020F0502020204030204" pitchFamily="34" charset="0"/>
                  <a:cs typeface="Calibri" panose="020F0502020204030204" pitchFamily="34" charset="0"/>
                </a:rPr>
                <a:t>Insert</a:t>
              </a:r>
            </a:p>
          </p:txBody>
        </p:sp>
        <p:grpSp>
          <p:nvGrpSpPr>
            <p:cNvPr id="98" name="Groep 97">
              <a:extLst>
                <a:ext uri="{FF2B5EF4-FFF2-40B4-BE49-F238E27FC236}">
                  <a16:creationId xmlns:a16="http://schemas.microsoft.com/office/drawing/2014/main" id="{4DF1C6A3-D717-7FF9-0A4D-D4903CFE3867}"/>
                </a:ext>
              </a:extLst>
            </p:cNvPr>
            <p:cNvGrpSpPr/>
            <p:nvPr userDrawn="1"/>
          </p:nvGrpSpPr>
          <p:grpSpPr>
            <a:xfrm>
              <a:off x="-3365484" y="1226982"/>
              <a:ext cx="446937" cy="406485"/>
              <a:chOff x="-3563526" y="1409294"/>
              <a:chExt cx="354190" cy="322133"/>
            </a:xfrm>
          </p:grpSpPr>
          <p:grpSp>
            <p:nvGrpSpPr>
              <p:cNvPr id="99" name="Groep 98">
                <a:extLst>
                  <a:ext uri="{FF2B5EF4-FFF2-40B4-BE49-F238E27FC236}">
                    <a16:creationId xmlns:a16="http://schemas.microsoft.com/office/drawing/2014/main" id="{3DE20C5C-01D6-4304-227C-3D673DBB85EB}"/>
                  </a:ext>
                </a:extLst>
              </p:cNvPr>
              <p:cNvGrpSpPr/>
              <p:nvPr userDrawn="1"/>
            </p:nvGrpSpPr>
            <p:grpSpPr>
              <a:xfrm>
                <a:off x="-3499992" y="1409294"/>
                <a:ext cx="225195" cy="195499"/>
                <a:chOff x="8987389" y="1361199"/>
                <a:chExt cx="2200275" cy="1914525"/>
              </a:xfrm>
            </p:grpSpPr>
            <p:sp>
              <p:nvSpPr>
                <p:cNvPr id="101" name="Vrije vorm: vorm 100">
                  <a:extLst>
                    <a:ext uri="{FF2B5EF4-FFF2-40B4-BE49-F238E27FC236}">
                      <a16:creationId xmlns:a16="http://schemas.microsoft.com/office/drawing/2014/main" id="{F9FB0DA8-0298-305D-AEF2-8789DA28CE9E}"/>
                    </a:ext>
                  </a:extLst>
                </p:cNvPr>
                <p:cNvSpPr/>
                <p:nvPr/>
              </p:nvSpPr>
              <p:spPr>
                <a:xfrm>
                  <a:off x="9363620" y="1831738"/>
                  <a:ext cx="371477" cy="371472"/>
                </a:xfrm>
                <a:custGeom>
                  <a:avLst/>
                  <a:gdLst>
                    <a:gd name="connsiteX0" fmla="*/ 369094 w 371475"/>
                    <a:gd name="connsiteY0" fmla="*/ 188119 h 371475"/>
                    <a:gd name="connsiteX1" fmla="*/ 188119 w 371475"/>
                    <a:gd name="connsiteY1" fmla="*/ 369094 h 371475"/>
                    <a:gd name="connsiteX2" fmla="*/ 7144 w 371475"/>
                    <a:gd name="connsiteY2" fmla="*/ 188119 h 371475"/>
                    <a:gd name="connsiteX3" fmla="*/ 188119 w 371475"/>
                    <a:gd name="connsiteY3" fmla="*/ 7144 h 371475"/>
                    <a:gd name="connsiteX4" fmla="*/ 369094 w 371475"/>
                    <a:gd name="connsiteY4" fmla="*/ 188119 h 371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 h="371475">
                      <a:moveTo>
                        <a:pt x="369094" y="188119"/>
                      </a:moveTo>
                      <a:cubicBezTo>
                        <a:pt x="369094" y="288068"/>
                        <a:pt x="288068" y="369094"/>
                        <a:pt x="188119" y="369094"/>
                      </a:cubicBezTo>
                      <a:cubicBezTo>
                        <a:pt x="88169" y="369094"/>
                        <a:pt x="7144" y="288068"/>
                        <a:pt x="7144" y="188119"/>
                      </a:cubicBezTo>
                      <a:cubicBezTo>
                        <a:pt x="7144" y="88169"/>
                        <a:pt x="88169" y="7144"/>
                        <a:pt x="188119" y="7144"/>
                      </a:cubicBezTo>
                      <a:cubicBezTo>
                        <a:pt x="288068" y="7144"/>
                        <a:pt x="369094" y="88169"/>
                        <a:pt x="369094" y="188119"/>
                      </a:cubicBezTo>
                      <a:close/>
                    </a:path>
                  </a:pathLst>
                </a:custGeom>
                <a:solidFill>
                  <a:srgbClr val="1FF524"/>
                </a:solidFill>
                <a:ln w="9525" cap="flat">
                  <a:noFill/>
                  <a:prstDash val="solid"/>
                  <a:miter/>
                </a:ln>
              </p:spPr>
              <p:txBody>
                <a:bodyPr rtlCol="0" anchor="ctr"/>
                <a:lstStyle/>
                <a:p>
                  <a:pPr defTabSz="995469"/>
                  <a:endParaRPr lang="en-GB" sz="7200" noProof="0" dirty="0">
                    <a:solidFill>
                      <a:srgbClr val="211F26"/>
                    </a:solidFill>
                    <a:latin typeface="+mn-lt"/>
                  </a:endParaRPr>
                </a:p>
              </p:txBody>
            </p:sp>
            <p:grpSp>
              <p:nvGrpSpPr>
                <p:cNvPr id="102" name="Groep 101">
                  <a:extLst>
                    <a:ext uri="{FF2B5EF4-FFF2-40B4-BE49-F238E27FC236}">
                      <a16:creationId xmlns:a16="http://schemas.microsoft.com/office/drawing/2014/main" id="{E16FE78E-5A62-6BE8-F06E-1AC33A675695}"/>
                    </a:ext>
                  </a:extLst>
                </p:cNvPr>
                <p:cNvGrpSpPr/>
                <p:nvPr/>
              </p:nvGrpSpPr>
              <p:grpSpPr>
                <a:xfrm>
                  <a:off x="8987389" y="1361199"/>
                  <a:ext cx="2200275" cy="1914525"/>
                  <a:chOff x="8987389" y="1361199"/>
                  <a:chExt cx="2200275" cy="1914525"/>
                </a:xfrm>
                <a:gradFill>
                  <a:gsLst>
                    <a:gs pos="0">
                      <a:srgbClr val="9D9FA1"/>
                    </a:gs>
                    <a:gs pos="70000">
                      <a:srgbClr val="211F26"/>
                    </a:gs>
                  </a:gsLst>
                  <a:lin ang="2700000" scaled="0"/>
                </a:gradFill>
              </p:grpSpPr>
              <p:sp>
                <p:nvSpPr>
                  <p:cNvPr id="103" name="Vrije vorm: vorm 102">
                    <a:extLst>
                      <a:ext uri="{FF2B5EF4-FFF2-40B4-BE49-F238E27FC236}">
                        <a16:creationId xmlns:a16="http://schemas.microsoft.com/office/drawing/2014/main" id="{1F0170D9-A676-12A2-7049-CAD0F7E0EBC3}"/>
                      </a:ext>
                    </a:extLst>
                  </p:cNvPr>
                  <p:cNvSpPr/>
                  <p:nvPr/>
                </p:nvSpPr>
                <p:spPr>
                  <a:xfrm>
                    <a:off x="8987389" y="1361199"/>
                    <a:ext cx="2200275" cy="1914525"/>
                  </a:xfrm>
                  <a:custGeom>
                    <a:avLst/>
                    <a:gdLst>
                      <a:gd name="connsiteX0" fmla="*/ 7144 w 2200275"/>
                      <a:gd name="connsiteY0" fmla="*/ 7144 h 1914525"/>
                      <a:gd name="connsiteX1" fmla="*/ 7144 w 2200275"/>
                      <a:gd name="connsiteY1" fmla="*/ 245269 h 1914525"/>
                      <a:gd name="connsiteX2" fmla="*/ 432911 w 2200275"/>
                      <a:gd name="connsiteY2" fmla="*/ 245269 h 1914525"/>
                      <a:gd name="connsiteX3" fmla="*/ 432911 w 2200275"/>
                      <a:gd name="connsiteY3" fmla="*/ 245269 h 1914525"/>
                      <a:gd name="connsiteX4" fmla="*/ 1959769 w 2200275"/>
                      <a:gd name="connsiteY4" fmla="*/ 245269 h 1914525"/>
                      <a:gd name="connsiteX5" fmla="*/ 1959769 w 2200275"/>
                      <a:gd name="connsiteY5" fmla="*/ 1674019 h 1914525"/>
                      <a:gd name="connsiteX6" fmla="*/ 245269 w 2200275"/>
                      <a:gd name="connsiteY6" fmla="*/ 1674019 h 1914525"/>
                      <a:gd name="connsiteX7" fmla="*/ 245269 w 2200275"/>
                      <a:gd name="connsiteY7" fmla="*/ 350044 h 1914525"/>
                      <a:gd name="connsiteX8" fmla="*/ 7144 w 2200275"/>
                      <a:gd name="connsiteY8" fmla="*/ 350044 h 1914525"/>
                      <a:gd name="connsiteX9" fmla="*/ 7144 w 2200275"/>
                      <a:gd name="connsiteY9" fmla="*/ 1912144 h 1914525"/>
                      <a:gd name="connsiteX10" fmla="*/ 2197894 w 2200275"/>
                      <a:gd name="connsiteY10" fmla="*/ 1912144 h 1914525"/>
                      <a:gd name="connsiteX11" fmla="*/ 2197894 w 2200275"/>
                      <a:gd name="connsiteY11" fmla="*/ 7144 h 1914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0275" h="1914525">
                        <a:moveTo>
                          <a:pt x="7144" y="7144"/>
                        </a:moveTo>
                        <a:lnTo>
                          <a:pt x="7144" y="245269"/>
                        </a:lnTo>
                        <a:lnTo>
                          <a:pt x="432911" y="245269"/>
                        </a:lnTo>
                        <a:lnTo>
                          <a:pt x="432911" y="245269"/>
                        </a:lnTo>
                        <a:lnTo>
                          <a:pt x="1959769" y="245269"/>
                        </a:lnTo>
                        <a:lnTo>
                          <a:pt x="1959769" y="1674019"/>
                        </a:lnTo>
                        <a:lnTo>
                          <a:pt x="245269" y="1674019"/>
                        </a:lnTo>
                        <a:lnTo>
                          <a:pt x="245269" y="350044"/>
                        </a:lnTo>
                        <a:lnTo>
                          <a:pt x="7144" y="350044"/>
                        </a:lnTo>
                        <a:lnTo>
                          <a:pt x="7144" y="1912144"/>
                        </a:lnTo>
                        <a:lnTo>
                          <a:pt x="2197894" y="1912144"/>
                        </a:lnTo>
                        <a:lnTo>
                          <a:pt x="2197894" y="7144"/>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sp>
                <p:nvSpPr>
                  <p:cNvPr id="104" name="Vrije vorm: vorm 103">
                    <a:extLst>
                      <a:ext uri="{FF2B5EF4-FFF2-40B4-BE49-F238E27FC236}">
                        <a16:creationId xmlns:a16="http://schemas.microsoft.com/office/drawing/2014/main" id="{D66CF15C-9070-5CBC-1CCA-080E93E01DEB}"/>
                      </a:ext>
                    </a:extLst>
                  </p:cNvPr>
                  <p:cNvSpPr/>
                  <p:nvPr/>
                </p:nvSpPr>
                <p:spPr>
                  <a:xfrm>
                    <a:off x="9362668" y="1953652"/>
                    <a:ext cx="1438273" cy="885828"/>
                  </a:xfrm>
                  <a:custGeom>
                    <a:avLst/>
                    <a:gdLst>
                      <a:gd name="connsiteX0" fmla="*/ 1070134 w 1438275"/>
                      <a:gd name="connsiteY0" fmla="*/ 7144 h 885825"/>
                      <a:gd name="connsiteX1" fmla="*/ 801529 w 1438275"/>
                      <a:gd name="connsiteY1" fmla="*/ 275749 h 885825"/>
                      <a:gd name="connsiteX2" fmla="*/ 662464 w 1438275"/>
                      <a:gd name="connsiteY2" fmla="*/ 137636 h 885825"/>
                      <a:gd name="connsiteX3" fmla="*/ 7144 w 1438275"/>
                      <a:gd name="connsiteY3" fmla="*/ 784384 h 885825"/>
                      <a:gd name="connsiteX4" fmla="*/ 108109 w 1438275"/>
                      <a:gd name="connsiteY4" fmla="*/ 885349 h 885825"/>
                      <a:gd name="connsiteX5" fmla="*/ 662464 w 1438275"/>
                      <a:gd name="connsiteY5" fmla="*/ 338614 h 885825"/>
                      <a:gd name="connsiteX6" fmla="*/ 928211 w 1438275"/>
                      <a:gd name="connsiteY6" fmla="*/ 605314 h 885825"/>
                      <a:gd name="connsiteX7" fmla="*/ 1029176 w 1438275"/>
                      <a:gd name="connsiteY7" fmla="*/ 503396 h 885825"/>
                      <a:gd name="connsiteX8" fmla="*/ 902494 w 1438275"/>
                      <a:gd name="connsiteY8" fmla="*/ 376714 h 885825"/>
                      <a:gd name="connsiteX9" fmla="*/ 1070134 w 1438275"/>
                      <a:gd name="connsiteY9" fmla="*/ 209074 h 885825"/>
                      <a:gd name="connsiteX10" fmla="*/ 1337786 w 1438275"/>
                      <a:gd name="connsiteY10" fmla="*/ 480536 h 885825"/>
                      <a:gd name="connsiteX11" fmla="*/ 1438751 w 1438275"/>
                      <a:gd name="connsiteY11" fmla="*/ 378619 h 885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38275" h="885825">
                        <a:moveTo>
                          <a:pt x="1070134" y="7144"/>
                        </a:moveTo>
                        <a:lnTo>
                          <a:pt x="801529" y="275749"/>
                        </a:lnTo>
                        <a:lnTo>
                          <a:pt x="662464" y="137636"/>
                        </a:lnTo>
                        <a:lnTo>
                          <a:pt x="7144" y="784384"/>
                        </a:lnTo>
                        <a:lnTo>
                          <a:pt x="108109" y="885349"/>
                        </a:lnTo>
                        <a:lnTo>
                          <a:pt x="662464" y="338614"/>
                        </a:lnTo>
                        <a:lnTo>
                          <a:pt x="928211" y="605314"/>
                        </a:lnTo>
                        <a:lnTo>
                          <a:pt x="1029176" y="503396"/>
                        </a:lnTo>
                        <a:lnTo>
                          <a:pt x="902494" y="376714"/>
                        </a:lnTo>
                        <a:lnTo>
                          <a:pt x="1070134" y="209074"/>
                        </a:lnTo>
                        <a:lnTo>
                          <a:pt x="1337786" y="480536"/>
                        </a:lnTo>
                        <a:lnTo>
                          <a:pt x="1438751" y="378619"/>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grpSp>
          </p:grpSp>
          <p:sp>
            <p:nvSpPr>
              <p:cNvPr id="100" name="Tekstvak 99">
                <a:extLst>
                  <a:ext uri="{FF2B5EF4-FFF2-40B4-BE49-F238E27FC236}">
                    <a16:creationId xmlns:a16="http://schemas.microsoft.com/office/drawing/2014/main" id="{A81BB697-190C-8043-4CDE-7AA88A107535}"/>
                  </a:ext>
                </a:extLst>
              </p:cNvPr>
              <p:cNvSpPr txBox="1"/>
              <p:nvPr userDrawn="1"/>
            </p:nvSpPr>
            <p:spPr>
              <a:xfrm>
                <a:off x="-3563526" y="1617700"/>
                <a:ext cx="354190" cy="113727"/>
              </a:xfrm>
              <a:prstGeom prst="rect">
                <a:avLst/>
              </a:prstGeom>
              <a:noFill/>
            </p:spPr>
            <p:txBody>
              <a:bodyPr wrap="square" lIns="0" tIns="18000" rIns="0" bIns="0" rtlCol="0" anchor="t">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Images</a:t>
                </a:r>
              </a:p>
            </p:txBody>
          </p:sp>
        </p:grpSp>
      </p:grpSp>
      <p:sp>
        <p:nvSpPr>
          <p:cNvPr id="153" name="Rectangle 152">
            <a:extLst>
              <a:ext uri="{FF2B5EF4-FFF2-40B4-BE49-F238E27FC236}">
                <a16:creationId xmlns:a16="http://schemas.microsoft.com/office/drawing/2014/main" id="{4A5FB942-6768-8935-A667-9C48C88FFFCC}"/>
              </a:ext>
            </a:extLst>
          </p:cNvPr>
          <p:cNvSpPr/>
          <p:nvPr userDrawn="1"/>
        </p:nvSpPr>
        <p:spPr>
          <a:xfrm>
            <a:off x="718666" y="-1"/>
            <a:ext cx="10751096" cy="3736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r>
              <a:rPr lang="en-US" sz="1600" dirty="0"/>
              <a:t>Objective | Background | Methods | Results | Conclusions</a:t>
            </a:r>
            <a:endParaRPr lang="LID4096" sz="1600" dirty="0" err="1"/>
          </a:p>
        </p:txBody>
      </p:sp>
    </p:spTree>
    <p:extLst>
      <p:ext uri="{BB962C8B-B14F-4D97-AF65-F5344CB8AC3E}">
        <p14:creationId xmlns:p14="http://schemas.microsoft.com/office/powerpoint/2010/main" val="1386817864"/>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mage (L) + text | light mode">
    <p:bg>
      <p:bgPr>
        <a:solidFill>
          <a:schemeClr val="bg1"/>
        </a:solidFill>
        <a:effectLst/>
      </p:bgPr>
    </p:bg>
    <p:spTree>
      <p:nvGrpSpPr>
        <p:cNvPr id="1" name=""/>
        <p:cNvGrpSpPr/>
        <p:nvPr/>
      </p:nvGrpSpPr>
      <p:grpSpPr>
        <a:xfrm>
          <a:off x="0" y="0"/>
          <a:ext cx="0" cy="0"/>
          <a:chOff x="0" y="0"/>
          <a:chExt cx="0" cy="0"/>
        </a:xfrm>
      </p:grpSpPr>
      <p:sp>
        <p:nvSpPr>
          <p:cNvPr id="9" name="Tijdelijke aanduiding voor afbeelding 16">
            <a:extLst>
              <a:ext uri="{FF2B5EF4-FFF2-40B4-BE49-F238E27FC236}">
                <a16:creationId xmlns:a16="http://schemas.microsoft.com/office/drawing/2014/main" id="{01448C0E-861A-455D-A196-874AFA9BF79C}"/>
              </a:ext>
            </a:extLst>
          </p:cNvPr>
          <p:cNvSpPr>
            <a:spLocks noGrp="1"/>
          </p:cNvSpPr>
          <p:nvPr>
            <p:ph type="pic" sz="quarter" idx="13" hasCustomPrompt="1"/>
          </p:nvPr>
        </p:nvSpPr>
        <p:spPr>
          <a:xfrm>
            <a:off x="0" y="0"/>
            <a:ext cx="7035113" cy="6858000"/>
          </a:xfrm>
          <a:pattFill prst="pct60">
            <a:fgClr>
              <a:schemeClr val="bg1">
                <a:lumMod val="95000"/>
              </a:schemeClr>
            </a:fgClr>
            <a:bgClr>
              <a:schemeClr val="bg1">
                <a:lumMod val="85000"/>
              </a:schemeClr>
            </a:bgClr>
          </a:patt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the tab ‘</a:t>
            </a:r>
            <a:r>
              <a:rPr lang="en-GB" noProof="0" dirty="0" err="1"/>
              <a:t>Slidebuilder</a:t>
            </a:r>
            <a:r>
              <a:rPr lang="en-GB" noProof="0" dirty="0"/>
              <a:t>’, click on ‘Images’,</a:t>
            </a:r>
            <a:br>
              <a:rPr lang="en-GB" noProof="0" dirty="0"/>
            </a:br>
            <a:r>
              <a:rPr lang="en-GB" noProof="0" dirty="0"/>
              <a:t>select the preferred image and click on ‘Insert’.</a:t>
            </a:r>
          </a:p>
        </p:txBody>
      </p:sp>
      <p:sp>
        <p:nvSpPr>
          <p:cNvPr id="3" name="Tijdelijke aanduiding voor verticale tekst 2">
            <a:extLst>
              <a:ext uri="{FF2B5EF4-FFF2-40B4-BE49-F238E27FC236}">
                <a16:creationId xmlns:a16="http://schemas.microsoft.com/office/drawing/2014/main" id="{3B184817-515D-4870-8CED-0DECE6FF2FC8}"/>
              </a:ext>
            </a:extLst>
          </p:cNvPr>
          <p:cNvSpPr>
            <a:spLocks noGrp="1"/>
          </p:cNvSpPr>
          <p:nvPr>
            <p:ph type="body" orient="vert" idx="1" hasCustomPrompt="1"/>
          </p:nvPr>
        </p:nvSpPr>
        <p:spPr>
          <a:xfrm>
            <a:off x="7752876" y="1569104"/>
            <a:ext cx="3718399" cy="4431646"/>
          </a:xfrm>
        </p:spPr>
        <p:txBody>
          <a:bodyPr vert="horz"/>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GB" noProof="0" dirty="0"/>
              <a:t>Bullet</a:t>
            </a:r>
          </a:p>
          <a:p>
            <a:pPr lvl="1"/>
            <a:r>
              <a:rPr lang="en-GB" noProof="0" dirty="0"/>
              <a:t>Sub-bullet </a:t>
            </a:r>
          </a:p>
          <a:p>
            <a:pPr lvl="2"/>
            <a:r>
              <a:rPr lang="en-GB" noProof="0" dirty="0"/>
              <a:t>Default text</a:t>
            </a:r>
            <a:br>
              <a:rPr lang="en-GB" noProof="0" dirty="0"/>
            </a:br>
            <a:endParaRPr lang="en-GB" noProof="0" dirty="0"/>
          </a:p>
          <a:p>
            <a:pPr lvl="3"/>
            <a:r>
              <a:rPr lang="en-GB" noProof="0" dirty="0"/>
              <a:t>Title/Quote</a:t>
            </a:r>
          </a:p>
          <a:p>
            <a:pPr lvl="4"/>
            <a:r>
              <a:rPr lang="en-GB" noProof="0" dirty="0"/>
              <a:t>Subtitle</a:t>
            </a:r>
          </a:p>
          <a:p>
            <a:pPr lvl="5"/>
            <a:r>
              <a:rPr lang="en-GB" noProof="0" dirty="0"/>
              <a:t>Default text</a:t>
            </a:r>
            <a:br>
              <a:rPr lang="en-GB" noProof="0" dirty="0"/>
            </a:br>
            <a:endParaRPr lang="en-GB" noProof="0" dirty="0"/>
          </a:p>
          <a:p>
            <a:pPr lvl="6"/>
            <a:r>
              <a:rPr lang="en-GB" noProof="0" dirty="0"/>
              <a:t>Numerical bullet</a:t>
            </a:r>
          </a:p>
          <a:p>
            <a:pPr lvl="7"/>
            <a:r>
              <a:rPr lang="en-GB" noProof="0" dirty="0"/>
              <a:t>Alphabetical bullet</a:t>
            </a:r>
          </a:p>
          <a:p>
            <a:pPr lvl="8"/>
            <a:r>
              <a:rPr lang="en-GB" noProof="0" dirty="0"/>
              <a:t>Source</a:t>
            </a:r>
          </a:p>
          <a:p>
            <a:pPr lvl="8"/>
            <a:endParaRPr lang="en-GB" noProof="0" dirty="0"/>
          </a:p>
        </p:txBody>
      </p:sp>
      <p:sp>
        <p:nvSpPr>
          <p:cNvPr id="8" name="Rechthoek 7">
            <a:extLst>
              <a:ext uri="{FF2B5EF4-FFF2-40B4-BE49-F238E27FC236}">
                <a16:creationId xmlns:a16="http://schemas.microsoft.com/office/drawing/2014/main" id="{0F5F4741-7E9A-4CAB-94EB-11EAC243E80F}"/>
              </a:ext>
            </a:extLst>
          </p:cNvPr>
          <p:cNvSpPr/>
          <p:nvPr userDrawn="1"/>
        </p:nvSpPr>
        <p:spPr>
          <a:xfrm>
            <a:off x="0" y="-441330"/>
            <a:ext cx="3109826"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en-GB" sz="1800" b="1" cap="none" baseline="0" noProof="0" dirty="0">
                <a:solidFill>
                  <a:schemeClr val="accent1"/>
                </a:solidFill>
                <a:latin typeface="+mj-lt"/>
              </a:rPr>
              <a:t>Image (L) + text | light mode</a:t>
            </a:r>
          </a:p>
        </p:txBody>
      </p:sp>
      <p:sp>
        <p:nvSpPr>
          <p:cNvPr id="2" name="Tijdelijke aanduiding voor datum 1">
            <a:extLst>
              <a:ext uri="{FF2B5EF4-FFF2-40B4-BE49-F238E27FC236}">
                <a16:creationId xmlns:a16="http://schemas.microsoft.com/office/drawing/2014/main" id="{D2CC7142-B29C-44C0-A766-50C559F83F0D}"/>
              </a:ext>
            </a:extLst>
          </p:cNvPr>
          <p:cNvSpPr>
            <a:spLocks noGrp="1"/>
          </p:cNvSpPr>
          <p:nvPr>
            <p:ph type="dt" sz="half" idx="14"/>
          </p:nvPr>
        </p:nvSpPr>
        <p:spPr/>
        <p:txBody>
          <a:bodyPr/>
          <a:lstStyle>
            <a:lvl1pPr>
              <a:defRPr>
                <a:solidFill>
                  <a:schemeClr val="tx2"/>
                </a:solidFill>
              </a:defRPr>
            </a:lvl1pPr>
          </a:lstStyle>
          <a:p>
            <a:r>
              <a:rPr lang="LID4096"/>
              <a:t>08/30/2024</a:t>
            </a:r>
            <a:endParaRPr lang="en-GB" dirty="0"/>
          </a:p>
        </p:txBody>
      </p:sp>
      <p:sp>
        <p:nvSpPr>
          <p:cNvPr id="5" name="Tijdelijke aanduiding voor dianummer 4">
            <a:extLst>
              <a:ext uri="{FF2B5EF4-FFF2-40B4-BE49-F238E27FC236}">
                <a16:creationId xmlns:a16="http://schemas.microsoft.com/office/drawing/2014/main" id="{CA4D5831-898C-467F-9278-A1AE8AFEACB0}"/>
              </a:ext>
            </a:extLst>
          </p:cNvPr>
          <p:cNvSpPr>
            <a:spLocks noGrp="1"/>
          </p:cNvSpPr>
          <p:nvPr>
            <p:ph type="sldNum" sz="quarter" idx="16"/>
          </p:nvPr>
        </p:nvSpPr>
        <p:spPr/>
        <p:txBody>
          <a:bodyPr/>
          <a:lstStyle>
            <a:lvl1pPr>
              <a:defRPr>
                <a:solidFill>
                  <a:schemeClr val="tx2"/>
                </a:solidFill>
              </a:defRPr>
            </a:lvl1pPr>
          </a:lstStyle>
          <a:p>
            <a:fld id="{9E843DB9-9987-4157-AB9C-CEA8D7D910BB}" type="slidenum">
              <a:rPr lang="en-GB" smtClean="0"/>
              <a:pPr/>
              <a:t>‹#›</a:t>
            </a:fld>
            <a:endParaRPr lang="en-GB" dirty="0"/>
          </a:p>
        </p:txBody>
      </p:sp>
      <p:sp>
        <p:nvSpPr>
          <p:cNvPr id="6" name="Titel 5">
            <a:extLst>
              <a:ext uri="{FF2B5EF4-FFF2-40B4-BE49-F238E27FC236}">
                <a16:creationId xmlns:a16="http://schemas.microsoft.com/office/drawing/2014/main" id="{E05E34B7-2C9E-9A98-E207-B06777DF2086}"/>
              </a:ext>
            </a:extLst>
          </p:cNvPr>
          <p:cNvSpPr>
            <a:spLocks noGrp="1"/>
          </p:cNvSpPr>
          <p:nvPr>
            <p:ph type="title" hasCustomPrompt="1"/>
          </p:nvPr>
        </p:nvSpPr>
        <p:spPr>
          <a:xfrm>
            <a:off x="7753311" y="722454"/>
            <a:ext cx="3718052" cy="323709"/>
          </a:xfrm>
        </p:spPr>
        <p:txBody>
          <a:bodyPr/>
          <a:lstStyle/>
          <a:p>
            <a:r>
              <a:rPr lang="en-GB" noProof="0" dirty="0"/>
              <a:t>Title goes here</a:t>
            </a:r>
            <a:endParaRPr lang="en-GB" dirty="0"/>
          </a:p>
        </p:txBody>
      </p:sp>
      <p:sp>
        <p:nvSpPr>
          <p:cNvPr id="20" name="Tijdelijke aanduiding voor tekst 18">
            <a:extLst>
              <a:ext uri="{FF2B5EF4-FFF2-40B4-BE49-F238E27FC236}">
                <a16:creationId xmlns:a16="http://schemas.microsoft.com/office/drawing/2014/main" id="{D67C0CDF-DF54-BAD6-CE34-0D10178A4EC3}"/>
              </a:ext>
            </a:extLst>
          </p:cNvPr>
          <p:cNvSpPr>
            <a:spLocks noGrp="1"/>
          </p:cNvSpPr>
          <p:nvPr>
            <p:ph type="body" sz="quarter" idx="18" hasCustomPrompt="1"/>
          </p:nvPr>
        </p:nvSpPr>
        <p:spPr>
          <a:xfrm>
            <a:off x="0" y="4094329"/>
            <a:ext cx="7035113" cy="2763672"/>
          </a:xfrm>
          <a:gradFill flip="none" rotWithShape="1">
            <a:gsLst>
              <a:gs pos="0">
                <a:schemeClr val="tx1">
                  <a:alpha val="29000"/>
                </a:schemeClr>
              </a:gs>
              <a:gs pos="48000">
                <a:schemeClr val="tx1">
                  <a:alpha val="0"/>
                </a:schemeClr>
              </a:gs>
            </a:gsLst>
            <a:lin ang="16200000" scaled="1"/>
            <a:tileRect/>
          </a:gradFill>
        </p:spPr>
        <p:txBody>
          <a:bodyPr/>
          <a:lstStyle>
            <a:lvl1pPr marL="0" indent="0">
              <a:buNone/>
              <a:defRPr sz="100">
                <a:solidFill>
                  <a:schemeClr val="tx2">
                    <a:alpha val="0"/>
                  </a:schemeClr>
                </a:solidFill>
              </a:defRPr>
            </a:lvl1pPr>
          </a:lstStyle>
          <a:p>
            <a:pPr lvl="0"/>
            <a:r>
              <a:rPr lang="en-GB" dirty="0"/>
              <a:t> </a:t>
            </a:r>
          </a:p>
        </p:txBody>
      </p:sp>
      <p:sp>
        <p:nvSpPr>
          <p:cNvPr id="19" name="Tijdelijke aanduiding voor tekst 18">
            <a:extLst>
              <a:ext uri="{FF2B5EF4-FFF2-40B4-BE49-F238E27FC236}">
                <a16:creationId xmlns:a16="http://schemas.microsoft.com/office/drawing/2014/main" id="{BE9B9236-02AD-4FF6-37E4-BA4CB5E71A38}"/>
              </a:ext>
            </a:extLst>
          </p:cNvPr>
          <p:cNvSpPr>
            <a:spLocks noGrp="1" noRot="1" noMove="1" noResize="1" noEditPoints="1" noAdjustHandles="1" noChangeArrowheads="1" noChangeShapeType="1"/>
          </p:cNvSpPr>
          <p:nvPr>
            <p:ph type="body" sz="quarter" idx="17" hasCustomPrompt="1"/>
          </p:nvPr>
        </p:nvSpPr>
        <p:spPr>
          <a:xfrm>
            <a:off x="720362" y="6216736"/>
            <a:ext cx="961200" cy="381600"/>
          </a:xfrm>
          <a:blipFill>
            <a:blip r:embed="rId2">
              <a:lum bright="100000"/>
              <a:extLst>
                <a:ext uri="{96DAC541-7B7A-43D3-8B79-37D633B846F1}">
                  <asvg:svgBlip xmlns:asvg="http://schemas.microsoft.com/office/drawing/2016/SVG/main" r:embed="rId3"/>
                </a:ext>
              </a:extLst>
            </a:blip>
            <a:srcRect/>
            <a:stretch>
              <a:fillRect t="53" b="53"/>
            </a:stretch>
          </a:blipFill>
        </p:spPr>
        <p:txBody>
          <a:bodyPr/>
          <a:lstStyle>
            <a:lvl1pPr marL="0" indent="0">
              <a:buNone/>
              <a:defRPr sz="100">
                <a:solidFill>
                  <a:schemeClr val="tx2">
                    <a:alpha val="0"/>
                  </a:schemeClr>
                </a:solidFill>
              </a:defRPr>
            </a:lvl1pPr>
          </a:lstStyle>
          <a:p>
            <a:pPr lvl="0"/>
            <a:r>
              <a:rPr lang="en-GB" dirty="0"/>
              <a:t> </a:t>
            </a:r>
          </a:p>
        </p:txBody>
      </p:sp>
      <p:grpSp>
        <p:nvGrpSpPr>
          <p:cNvPr id="4" name="INSTRUCTION">
            <a:extLst>
              <a:ext uri="{FF2B5EF4-FFF2-40B4-BE49-F238E27FC236}">
                <a16:creationId xmlns:a16="http://schemas.microsoft.com/office/drawing/2014/main" id="{1C182753-D37A-03FB-5F8F-6C5C81751998}"/>
              </a:ext>
            </a:extLst>
          </p:cNvPr>
          <p:cNvGrpSpPr/>
          <p:nvPr userDrawn="1"/>
        </p:nvGrpSpPr>
        <p:grpSpPr>
          <a:xfrm>
            <a:off x="12377595" y="0"/>
            <a:ext cx="3693386" cy="5359349"/>
            <a:chOff x="-3786437" y="0"/>
            <a:chExt cx="3693386" cy="5359349"/>
          </a:xfrm>
        </p:grpSpPr>
        <p:sp>
          <p:nvSpPr>
            <p:cNvPr id="7" name="Rechthoek 6">
              <a:extLst>
                <a:ext uri="{FF2B5EF4-FFF2-40B4-BE49-F238E27FC236}">
                  <a16:creationId xmlns:a16="http://schemas.microsoft.com/office/drawing/2014/main" id="{161F0B3A-2DD2-EB00-E6E3-C14742E429C9}"/>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Choosing text levels</a:t>
              </a:r>
            </a:p>
          </p:txBody>
        </p:sp>
        <p:sp>
          <p:nvSpPr>
            <p:cNvPr id="10" name="Ovaal 9">
              <a:extLst>
                <a:ext uri="{FF2B5EF4-FFF2-40B4-BE49-F238E27FC236}">
                  <a16:creationId xmlns:a16="http://schemas.microsoft.com/office/drawing/2014/main" id="{1F91C9AE-A758-75C9-F413-ACF0E33628CA}"/>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1" name="Rechthoek 10">
              <a:extLst>
                <a:ext uri="{FF2B5EF4-FFF2-40B4-BE49-F238E27FC236}">
                  <a16:creationId xmlns:a16="http://schemas.microsoft.com/office/drawing/2014/main" id="{0429B57F-8B37-0B56-0B77-DA799942F169}"/>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357188" marR="0" lvl="0" indent="-357188"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en-GB" sz="1400" b="0" i="0" u="none" strike="noStrike" kern="0" cap="none" spc="0" normalizeH="0" baseline="0" noProof="0" dirty="0">
                  <a:ln>
                    <a:noFill/>
                  </a:ln>
                  <a:solidFill>
                    <a:srgbClr val="000000"/>
                  </a:solidFill>
                  <a:effectLst/>
                  <a:uLnTx/>
                  <a:uFillTx/>
                  <a:latin typeface="+mj-lt"/>
                  <a:cs typeface="Calibri" panose="020F0502020204030204" pitchFamily="34" charset="0"/>
                </a:rPr>
                <a:t>Bullet</a:t>
              </a:r>
            </a:p>
          </p:txBody>
        </p:sp>
        <p:sp>
          <p:nvSpPr>
            <p:cNvPr id="12" name="Ovaal 11">
              <a:extLst>
                <a:ext uri="{FF2B5EF4-FFF2-40B4-BE49-F238E27FC236}">
                  <a16:creationId xmlns:a16="http://schemas.microsoft.com/office/drawing/2014/main" id="{5950C5DC-DC34-7E0C-3235-87885FD49B67}"/>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3" name="Rechthoek 12">
              <a:extLst>
                <a:ext uri="{FF2B5EF4-FFF2-40B4-BE49-F238E27FC236}">
                  <a16:creationId xmlns:a16="http://schemas.microsoft.com/office/drawing/2014/main" id="{77360CAA-330D-D085-28A4-B75D4894FA7D}"/>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Under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‘Home’</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use the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list level-buttons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to choose a text level. </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Choose from:</a:t>
              </a:r>
            </a:p>
          </p:txBody>
        </p:sp>
        <p:sp>
          <p:nvSpPr>
            <p:cNvPr id="14" name="Rechthoek 13">
              <a:extLst>
                <a:ext uri="{FF2B5EF4-FFF2-40B4-BE49-F238E27FC236}">
                  <a16:creationId xmlns:a16="http://schemas.microsoft.com/office/drawing/2014/main" id="{4B9AA7C0-7935-6B9F-5601-B8133BE2F52C}"/>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715963" marR="0" lvl="0" indent="-358775"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en-GB" sz="1400" b="0" i="0" u="none" strike="noStrike" kern="0" cap="none" spc="0" normalizeH="0" baseline="0" noProof="0" dirty="0">
                  <a:ln>
                    <a:noFill/>
                  </a:ln>
                  <a:solidFill>
                    <a:srgbClr val="000000"/>
                  </a:solidFill>
                  <a:effectLst/>
                  <a:uLnTx/>
                  <a:uFillTx/>
                  <a:latin typeface="+mj-lt"/>
                  <a:cs typeface="Calibri" panose="020F0502020204030204" pitchFamily="34" charset="0"/>
                </a:rPr>
                <a:t>Sub-bullet </a:t>
              </a:r>
            </a:p>
          </p:txBody>
        </p:sp>
        <p:sp>
          <p:nvSpPr>
            <p:cNvPr id="15" name="Ovaal 14">
              <a:extLst>
                <a:ext uri="{FF2B5EF4-FFF2-40B4-BE49-F238E27FC236}">
                  <a16:creationId xmlns:a16="http://schemas.microsoft.com/office/drawing/2014/main" id="{C79B9160-D88E-F079-19A9-DC5600DA6DE9}"/>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16" name="Rechthoek 15">
              <a:extLst>
                <a:ext uri="{FF2B5EF4-FFF2-40B4-BE49-F238E27FC236}">
                  <a16:creationId xmlns:a16="http://schemas.microsoft.com/office/drawing/2014/main" id="{8433726C-E98D-390F-6861-07BC05D7EB3A}"/>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1400" b="0" i="0" u="none" strike="noStrike" kern="0" cap="none" spc="0" normalizeH="0" baseline="0" noProof="0" dirty="0">
                  <a:ln>
                    <a:noFill/>
                  </a:ln>
                  <a:solidFill>
                    <a:srgbClr val="000000"/>
                  </a:solidFill>
                  <a:effectLst/>
                  <a:uLnTx/>
                  <a:uFillTx/>
                  <a:latin typeface="+mj-lt"/>
                  <a:cs typeface="Calibri" panose="020F0502020204030204" pitchFamily="34" charset="0"/>
                </a:rPr>
                <a:t>Default text</a:t>
              </a:r>
            </a:p>
          </p:txBody>
        </p:sp>
        <p:sp>
          <p:nvSpPr>
            <p:cNvPr id="17" name="Ovaal 16">
              <a:extLst>
                <a:ext uri="{FF2B5EF4-FFF2-40B4-BE49-F238E27FC236}">
                  <a16:creationId xmlns:a16="http://schemas.microsoft.com/office/drawing/2014/main" id="{4A6647FA-AD76-A6BA-47CF-F69A4FD9424E}"/>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18" name="Rechthoek 17">
              <a:extLst>
                <a:ext uri="{FF2B5EF4-FFF2-40B4-BE49-F238E27FC236}">
                  <a16:creationId xmlns:a16="http://schemas.microsoft.com/office/drawing/2014/main" id="{8D5ACFBE-F773-84B1-D9AA-55ABF9474671}"/>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2400" b="1" i="0" u="none" strike="noStrike" kern="0" cap="none" spc="0" normalizeH="0" baseline="0" noProof="0" dirty="0">
                  <a:ln>
                    <a:noFill/>
                  </a:ln>
                  <a:solidFill>
                    <a:schemeClr val="tx1"/>
                  </a:solidFill>
                  <a:effectLst/>
                  <a:uLnTx/>
                  <a:uFillTx/>
                  <a:latin typeface="+mj-lt"/>
                  <a:cs typeface="Calibri" panose="020F0502020204030204" pitchFamily="34" charset="0"/>
                </a:rPr>
                <a:t>Title/Quote</a:t>
              </a:r>
            </a:p>
          </p:txBody>
        </p:sp>
        <p:sp>
          <p:nvSpPr>
            <p:cNvPr id="21" name="Ovaal 20">
              <a:extLst>
                <a:ext uri="{FF2B5EF4-FFF2-40B4-BE49-F238E27FC236}">
                  <a16:creationId xmlns:a16="http://schemas.microsoft.com/office/drawing/2014/main" id="{69F50771-D2E9-AAB8-5266-A021FC4FDFEE}"/>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5</a:t>
              </a:r>
            </a:p>
          </p:txBody>
        </p:sp>
        <p:sp>
          <p:nvSpPr>
            <p:cNvPr id="22" name="Rechthoek 21">
              <a:extLst>
                <a:ext uri="{FF2B5EF4-FFF2-40B4-BE49-F238E27FC236}">
                  <a16:creationId xmlns:a16="http://schemas.microsoft.com/office/drawing/2014/main" id="{39F61985-6A8C-D188-BE6E-B06994B5FCD1}"/>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1800" b="0" i="0" u="none" strike="noStrike" kern="0" cap="none" spc="0" normalizeH="0" baseline="0" noProof="0" dirty="0">
                  <a:ln>
                    <a:noFill/>
                  </a:ln>
                  <a:solidFill>
                    <a:schemeClr val="accent1"/>
                  </a:solidFill>
                  <a:effectLst/>
                  <a:uLnTx/>
                  <a:uFillTx/>
                  <a:latin typeface="+mj-lt"/>
                  <a:cs typeface="Calibri" panose="020F0502020204030204" pitchFamily="34" charset="0"/>
                </a:rPr>
                <a:t>Subtitle</a:t>
              </a:r>
            </a:p>
          </p:txBody>
        </p:sp>
        <p:sp>
          <p:nvSpPr>
            <p:cNvPr id="23" name="Ovaal 22">
              <a:extLst>
                <a:ext uri="{FF2B5EF4-FFF2-40B4-BE49-F238E27FC236}">
                  <a16:creationId xmlns:a16="http://schemas.microsoft.com/office/drawing/2014/main" id="{87C8C0C0-557C-F8E5-F6BA-C5C8646F2635}"/>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6</a:t>
              </a:r>
            </a:p>
          </p:txBody>
        </p:sp>
        <p:sp>
          <p:nvSpPr>
            <p:cNvPr id="24" name="Rechthoek 23">
              <a:extLst>
                <a:ext uri="{FF2B5EF4-FFF2-40B4-BE49-F238E27FC236}">
                  <a16:creationId xmlns:a16="http://schemas.microsoft.com/office/drawing/2014/main" id="{4527198F-5168-183C-7F2B-D89D3484BFE9}"/>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357188" marR="0" lvl="0" indent="-357188" defTabSz="914400" eaLnBrk="1" fontAlgn="auto" latinLnBrk="0" hangingPunct="1">
                <a:lnSpc>
                  <a:spcPct val="100000"/>
                </a:lnSpc>
                <a:spcBef>
                  <a:spcPts val="600"/>
                </a:spcBef>
                <a:spcAft>
                  <a:spcPts val="600"/>
                </a:spcAft>
                <a:buClr>
                  <a:schemeClr val="accent1"/>
                </a:buClr>
                <a:buSzTx/>
                <a:buFont typeface="+mj-lt"/>
                <a:buAutoNum type="arabicPeriod"/>
                <a:tabLst/>
                <a:defRPr/>
              </a:pPr>
              <a:r>
                <a:rPr kumimoji="0" lang="en-GB" sz="1400" b="0" i="0" u="none" strike="noStrike" kern="0" cap="none" spc="0" normalizeH="0" baseline="0" noProof="0" dirty="0">
                  <a:ln>
                    <a:noFill/>
                  </a:ln>
                  <a:solidFill>
                    <a:schemeClr val="tx1"/>
                  </a:solidFill>
                  <a:effectLst/>
                  <a:uLnTx/>
                  <a:uFillTx/>
                  <a:latin typeface="+mj-lt"/>
                  <a:cs typeface="Calibri" panose="020F0502020204030204" pitchFamily="34" charset="0"/>
                </a:rPr>
                <a:t>Numerical bullet</a:t>
              </a:r>
            </a:p>
          </p:txBody>
        </p:sp>
        <p:sp>
          <p:nvSpPr>
            <p:cNvPr id="25" name="Ovaal 24">
              <a:extLst>
                <a:ext uri="{FF2B5EF4-FFF2-40B4-BE49-F238E27FC236}">
                  <a16:creationId xmlns:a16="http://schemas.microsoft.com/office/drawing/2014/main" id="{BDAF6704-20B0-1032-1B5F-4F57DE495CC6}"/>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7</a:t>
              </a:r>
            </a:p>
          </p:txBody>
        </p:sp>
        <p:sp>
          <p:nvSpPr>
            <p:cNvPr id="26" name="Rechthoek 25">
              <a:extLst>
                <a:ext uri="{FF2B5EF4-FFF2-40B4-BE49-F238E27FC236}">
                  <a16:creationId xmlns:a16="http://schemas.microsoft.com/office/drawing/2014/main" id="{E6B9BC69-3959-89C0-7DB8-E8FC6A598774}"/>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342900" marR="0" lvl="0" indent="-342900" defTabSz="914400" eaLnBrk="1" fontAlgn="auto" latinLnBrk="0" hangingPunct="1">
                <a:lnSpc>
                  <a:spcPct val="100000"/>
                </a:lnSpc>
                <a:spcBef>
                  <a:spcPts val="600"/>
                </a:spcBef>
                <a:spcAft>
                  <a:spcPts val="600"/>
                </a:spcAft>
                <a:buClr>
                  <a:schemeClr val="accent1"/>
                </a:buClr>
                <a:buSzTx/>
                <a:buFont typeface="+mj-lt"/>
                <a:buAutoNum type="alphaLcPeriod"/>
                <a:tabLst/>
                <a:defRPr/>
              </a:pPr>
              <a:r>
                <a:rPr kumimoji="0" lang="en-GB" sz="1400" b="0" i="0" u="none" strike="noStrike" kern="0" cap="none" spc="0" normalizeH="0" baseline="0" noProof="0" dirty="0">
                  <a:ln>
                    <a:noFill/>
                  </a:ln>
                  <a:solidFill>
                    <a:schemeClr val="tx1"/>
                  </a:solidFill>
                  <a:effectLst/>
                  <a:uLnTx/>
                  <a:uFillTx/>
                  <a:latin typeface="+mj-lt"/>
                  <a:cs typeface="Calibri" panose="020F0502020204030204" pitchFamily="34" charset="0"/>
                </a:rPr>
                <a:t>Alphabetical bullet</a:t>
              </a:r>
            </a:p>
          </p:txBody>
        </p:sp>
        <p:sp>
          <p:nvSpPr>
            <p:cNvPr id="27" name="Ovaal 26">
              <a:extLst>
                <a:ext uri="{FF2B5EF4-FFF2-40B4-BE49-F238E27FC236}">
                  <a16:creationId xmlns:a16="http://schemas.microsoft.com/office/drawing/2014/main" id="{C4B62ECE-564F-C3EB-D674-E60D1F209E3C}"/>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8</a:t>
              </a:r>
            </a:p>
          </p:txBody>
        </p:sp>
        <p:sp>
          <p:nvSpPr>
            <p:cNvPr id="28" name="Rechthoek 27">
              <a:extLst>
                <a:ext uri="{FF2B5EF4-FFF2-40B4-BE49-F238E27FC236}">
                  <a16:creationId xmlns:a16="http://schemas.microsoft.com/office/drawing/2014/main" id="{E25DF11A-613E-A712-C438-02963C5AF507}"/>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tx1"/>
                </a:buClr>
                <a:buSzTx/>
                <a:buFont typeface="Calibri" panose="020F0502020204030204" pitchFamily="34" charset="0"/>
                <a:buNone/>
                <a:tabLst/>
                <a:defRPr/>
              </a:pPr>
              <a:r>
                <a:rPr kumimoji="0" lang="en-GB" sz="1200" b="0" i="1" u="none" strike="noStrike" kern="0" cap="none" spc="0" normalizeH="0" baseline="0" noProof="0" dirty="0">
                  <a:ln>
                    <a:noFill/>
                  </a:ln>
                  <a:solidFill>
                    <a:srgbClr val="000000"/>
                  </a:solidFill>
                  <a:effectLst/>
                  <a:uLnTx/>
                  <a:uFillTx/>
                  <a:latin typeface="+mj-lt"/>
                  <a:cs typeface="Calibri" panose="020F0502020204030204" pitchFamily="34" charset="0"/>
                </a:rPr>
                <a:t>Source</a:t>
              </a:r>
            </a:p>
          </p:txBody>
        </p:sp>
        <p:sp>
          <p:nvSpPr>
            <p:cNvPr id="29" name="Ovaal 28">
              <a:extLst>
                <a:ext uri="{FF2B5EF4-FFF2-40B4-BE49-F238E27FC236}">
                  <a16:creationId xmlns:a16="http://schemas.microsoft.com/office/drawing/2014/main" id="{ECF4898B-C9CC-BF10-9A0F-D8B5E7790B44}"/>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9</a:t>
              </a:r>
            </a:p>
          </p:txBody>
        </p:sp>
        <p:sp>
          <p:nvSpPr>
            <p:cNvPr id="30" name="Rechthoek 29">
              <a:extLst>
                <a:ext uri="{FF2B5EF4-FFF2-40B4-BE49-F238E27FC236}">
                  <a16:creationId xmlns:a16="http://schemas.microsoft.com/office/drawing/2014/main" id="{7CE6187F-206D-D323-FD67-3692EB987465}"/>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1400" b="0" i="0" u="none" strike="noStrike" kern="0" cap="none" spc="0" normalizeH="0" baseline="0" noProof="0" dirty="0">
                  <a:ln>
                    <a:noFill/>
                  </a:ln>
                  <a:solidFill>
                    <a:srgbClr val="000000"/>
                  </a:solidFill>
                  <a:effectLst/>
                  <a:uLnTx/>
                  <a:uFillTx/>
                  <a:latin typeface="+mj-lt"/>
                  <a:cs typeface="Calibri" panose="020F0502020204030204" pitchFamily="34" charset="0"/>
                </a:rPr>
                <a:t>Default text</a:t>
              </a:r>
            </a:p>
          </p:txBody>
        </p:sp>
        <p:sp>
          <p:nvSpPr>
            <p:cNvPr id="31" name="Rechthoek 30">
              <a:extLst>
                <a:ext uri="{FF2B5EF4-FFF2-40B4-BE49-F238E27FC236}">
                  <a16:creationId xmlns:a16="http://schemas.microsoft.com/office/drawing/2014/main" id="{6C738772-7F99-FFA5-0565-928ACF5ADE51}"/>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grpSp>
          <p:nvGrpSpPr>
            <p:cNvPr id="32" name="ICOON_info">
              <a:extLst>
                <a:ext uri="{FF2B5EF4-FFF2-40B4-BE49-F238E27FC236}">
                  <a16:creationId xmlns:a16="http://schemas.microsoft.com/office/drawing/2014/main" id="{197957C7-1BD6-B96E-5E84-FBA03F5CE29D}"/>
                </a:ext>
              </a:extLst>
            </p:cNvPr>
            <p:cNvGrpSpPr/>
            <p:nvPr userDrawn="1"/>
          </p:nvGrpSpPr>
          <p:grpSpPr>
            <a:xfrm>
              <a:off x="-376736" y="4400186"/>
              <a:ext cx="283685" cy="283685"/>
              <a:chOff x="-510741" y="5913713"/>
              <a:chExt cx="267555" cy="267555"/>
            </a:xfrm>
          </p:grpSpPr>
          <p:sp>
            <p:nvSpPr>
              <p:cNvPr id="80" name="Ovaal 79">
                <a:extLst>
                  <a:ext uri="{FF2B5EF4-FFF2-40B4-BE49-F238E27FC236}">
                    <a16:creationId xmlns:a16="http://schemas.microsoft.com/office/drawing/2014/main" id="{540926F7-39DA-54F3-4FA9-8AE00F6C8AD0}"/>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81" name="Graphic 163" descr="Informatie">
                <a:extLst>
                  <a:ext uri="{FF2B5EF4-FFF2-40B4-BE49-F238E27FC236}">
                    <a16:creationId xmlns:a16="http://schemas.microsoft.com/office/drawing/2014/main" id="{AC49195C-9C87-6164-ECA2-CD4CA82C8812}"/>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33" name="VOORBEELD">
              <a:extLst>
                <a:ext uri="{FF2B5EF4-FFF2-40B4-BE49-F238E27FC236}">
                  <a16:creationId xmlns:a16="http://schemas.microsoft.com/office/drawing/2014/main" id="{DDAFE7FE-A134-D46C-3562-5B08CD8C4BED}"/>
                </a:ext>
              </a:extLst>
            </p:cNvPr>
            <p:cNvGrpSpPr/>
            <p:nvPr userDrawn="1"/>
          </p:nvGrpSpPr>
          <p:grpSpPr>
            <a:xfrm>
              <a:off x="-3605171" y="458674"/>
              <a:ext cx="3234311" cy="558875"/>
              <a:chOff x="-3605171" y="458674"/>
              <a:chExt cx="3234311" cy="558875"/>
            </a:xfrm>
          </p:grpSpPr>
          <p:sp>
            <p:nvSpPr>
              <p:cNvPr id="40" name="Rechthoek 39">
                <a:extLst>
                  <a:ext uri="{FF2B5EF4-FFF2-40B4-BE49-F238E27FC236}">
                    <a16:creationId xmlns:a16="http://schemas.microsoft.com/office/drawing/2014/main" id="{19A15B23-37F5-321B-4FC4-1688B79ADC40}"/>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en-GB" sz="900" b="1" noProof="0" dirty="0">
                    <a:solidFill>
                      <a:srgbClr val="211F26"/>
                    </a:solidFill>
                    <a:latin typeface="Calibri" panose="020F0502020204030204" pitchFamily="34" charset="0"/>
                    <a:cs typeface="Calibri" panose="020F0502020204030204" pitchFamily="34" charset="0"/>
                  </a:rPr>
                  <a:t>Home</a:t>
                </a:r>
              </a:p>
            </p:txBody>
          </p:sp>
          <p:sp>
            <p:nvSpPr>
              <p:cNvPr id="41" name="Rechthoek 40">
                <a:extLst>
                  <a:ext uri="{FF2B5EF4-FFF2-40B4-BE49-F238E27FC236}">
                    <a16:creationId xmlns:a16="http://schemas.microsoft.com/office/drawing/2014/main" id="{F5466969-64E7-C9A7-83BB-603D440D162E}"/>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nvGrpSpPr>
              <p:cNvPr id="42" name="Groep 41">
                <a:extLst>
                  <a:ext uri="{FF2B5EF4-FFF2-40B4-BE49-F238E27FC236}">
                    <a16:creationId xmlns:a16="http://schemas.microsoft.com/office/drawing/2014/main" id="{2CB18FA1-922A-3264-FEDA-9E1C48439749}"/>
                  </a:ext>
                </a:extLst>
              </p:cNvPr>
              <p:cNvGrpSpPr/>
              <p:nvPr userDrawn="1"/>
            </p:nvGrpSpPr>
            <p:grpSpPr>
              <a:xfrm>
                <a:off x="-3386247" y="830871"/>
                <a:ext cx="139423" cy="109566"/>
                <a:chOff x="-2866744" y="827071"/>
                <a:chExt cx="168701" cy="132575"/>
              </a:xfrm>
            </p:grpSpPr>
            <p:grpSp>
              <p:nvGrpSpPr>
                <p:cNvPr id="73" name="Groep 72">
                  <a:extLst>
                    <a:ext uri="{FF2B5EF4-FFF2-40B4-BE49-F238E27FC236}">
                      <a16:creationId xmlns:a16="http://schemas.microsoft.com/office/drawing/2014/main" id="{7366486D-7CE8-331A-1109-F24848A05BFF}"/>
                    </a:ext>
                  </a:extLst>
                </p:cNvPr>
                <p:cNvGrpSpPr/>
                <p:nvPr userDrawn="1"/>
              </p:nvGrpSpPr>
              <p:grpSpPr>
                <a:xfrm>
                  <a:off x="-2866744" y="827071"/>
                  <a:ext cx="168701" cy="132575"/>
                  <a:chOff x="-2866744" y="827071"/>
                  <a:chExt cx="168701" cy="132575"/>
                </a:xfrm>
              </p:grpSpPr>
              <p:cxnSp>
                <p:nvCxnSpPr>
                  <p:cNvPr id="75" name="Rechte verbindingslijn 74">
                    <a:extLst>
                      <a:ext uri="{FF2B5EF4-FFF2-40B4-BE49-F238E27FC236}">
                        <a16:creationId xmlns:a16="http://schemas.microsoft.com/office/drawing/2014/main" id="{C05C80DD-8BC4-BE9E-3FC9-DF79BFEDDDB5}"/>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6" name="Rechte verbindingslijn 75">
                    <a:extLst>
                      <a:ext uri="{FF2B5EF4-FFF2-40B4-BE49-F238E27FC236}">
                        <a16:creationId xmlns:a16="http://schemas.microsoft.com/office/drawing/2014/main" id="{F9878F74-E673-7989-FFC8-C0B738CE8D88}"/>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7" name="Rechte verbindingslijn 76">
                    <a:extLst>
                      <a:ext uri="{FF2B5EF4-FFF2-40B4-BE49-F238E27FC236}">
                        <a16:creationId xmlns:a16="http://schemas.microsoft.com/office/drawing/2014/main" id="{E7376151-8C77-24D5-9797-B1A58E7D48FC}"/>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8" name="Rechte verbindingslijn 77">
                    <a:extLst>
                      <a:ext uri="{FF2B5EF4-FFF2-40B4-BE49-F238E27FC236}">
                        <a16:creationId xmlns:a16="http://schemas.microsoft.com/office/drawing/2014/main" id="{C47F31E4-159B-DB9D-AFCD-8F638C3C5D22}"/>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9" name="Rechte verbindingslijn 78">
                    <a:extLst>
                      <a:ext uri="{FF2B5EF4-FFF2-40B4-BE49-F238E27FC236}">
                        <a16:creationId xmlns:a16="http://schemas.microsoft.com/office/drawing/2014/main" id="{AD41218B-5D12-246A-8EA5-F815FB5132EA}"/>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4" name="Pijl: rechts 73">
                  <a:extLst>
                    <a:ext uri="{FF2B5EF4-FFF2-40B4-BE49-F238E27FC236}">
                      <a16:creationId xmlns:a16="http://schemas.microsoft.com/office/drawing/2014/main" id="{5AF306A7-0913-30EC-2C0F-BD94665B1C06}"/>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43" name="Groep 42">
                <a:extLst>
                  <a:ext uri="{FF2B5EF4-FFF2-40B4-BE49-F238E27FC236}">
                    <a16:creationId xmlns:a16="http://schemas.microsoft.com/office/drawing/2014/main" id="{EF1BD19D-B10D-9955-3F9E-FD8BE8EE1787}"/>
                  </a:ext>
                </a:extLst>
              </p:cNvPr>
              <p:cNvGrpSpPr/>
              <p:nvPr userDrawn="1"/>
            </p:nvGrpSpPr>
            <p:grpSpPr>
              <a:xfrm>
                <a:off x="-3605171" y="830871"/>
                <a:ext cx="139423" cy="109566"/>
                <a:chOff x="-2866744" y="518074"/>
                <a:chExt cx="168701" cy="132575"/>
              </a:xfrm>
            </p:grpSpPr>
            <p:grpSp>
              <p:nvGrpSpPr>
                <p:cNvPr id="66" name="Groep 65">
                  <a:extLst>
                    <a:ext uri="{FF2B5EF4-FFF2-40B4-BE49-F238E27FC236}">
                      <a16:creationId xmlns:a16="http://schemas.microsoft.com/office/drawing/2014/main" id="{3D27DBE4-D0BB-6E91-812D-A6294A990E17}"/>
                    </a:ext>
                  </a:extLst>
                </p:cNvPr>
                <p:cNvGrpSpPr/>
                <p:nvPr userDrawn="1"/>
              </p:nvGrpSpPr>
              <p:grpSpPr>
                <a:xfrm>
                  <a:off x="-2866744" y="518074"/>
                  <a:ext cx="168701" cy="132575"/>
                  <a:chOff x="-2866744" y="518074"/>
                  <a:chExt cx="168701" cy="132575"/>
                </a:xfrm>
              </p:grpSpPr>
              <p:cxnSp>
                <p:nvCxnSpPr>
                  <p:cNvPr id="68" name="Rechte verbindingslijn 67">
                    <a:extLst>
                      <a:ext uri="{FF2B5EF4-FFF2-40B4-BE49-F238E27FC236}">
                        <a16:creationId xmlns:a16="http://schemas.microsoft.com/office/drawing/2014/main" id="{D8FCA4C7-5886-C66A-C2E4-D7827E29FC74}"/>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9" name="Rechte verbindingslijn 68">
                    <a:extLst>
                      <a:ext uri="{FF2B5EF4-FFF2-40B4-BE49-F238E27FC236}">
                        <a16:creationId xmlns:a16="http://schemas.microsoft.com/office/drawing/2014/main" id="{3E250946-2239-7323-E14B-B04C28199E24}"/>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70" name="Rechte verbindingslijn 69">
                    <a:extLst>
                      <a:ext uri="{FF2B5EF4-FFF2-40B4-BE49-F238E27FC236}">
                        <a16:creationId xmlns:a16="http://schemas.microsoft.com/office/drawing/2014/main" id="{9229D1AC-C7D6-A0B1-4BF9-8A9B98227A27}"/>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71" name="Rechte verbindingslijn 70">
                    <a:extLst>
                      <a:ext uri="{FF2B5EF4-FFF2-40B4-BE49-F238E27FC236}">
                        <a16:creationId xmlns:a16="http://schemas.microsoft.com/office/drawing/2014/main" id="{93F41268-BA3A-2771-4E10-28D8162CD3C2}"/>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72" name="Rechte verbindingslijn 71">
                    <a:extLst>
                      <a:ext uri="{FF2B5EF4-FFF2-40B4-BE49-F238E27FC236}">
                        <a16:creationId xmlns:a16="http://schemas.microsoft.com/office/drawing/2014/main" id="{9B277F83-263A-47EB-DA6D-FFE56E35C62F}"/>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7" name="Pijl: rechts 66">
                  <a:extLst>
                    <a:ext uri="{FF2B5EF4-FFF2-40B4-BE49-F238E27FC236}">
                      <a16:creationId xmlns:a16="http://schemas.microsoft.com/office/drawing/2014/main" id="{F09C4DFF-399C-FEE7-17D5-407FEE5DA0A7}"/>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cxnSp>
            <p:nvCxnSpPr>
              <p:cNvPr id="44" name="Rechte verbindingslijn 43">
                <a:extLst>
                  <a:ext uri="{FF2B5EF4-FFF2-40B4-BE49-F238E27FC236}">
                    <a16:creationId xmlns:a16="http://schemas.microsoft.com/office/drawing/2014/main" id="{5CE31B18-8A50-3F55-8F2B-C0798467F1FD}"/>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45" name="Rechte verbindingslijn 44">
                <a:extLst>
                  <a:ext uri="{FF2B5EF4-FFF2-40B4-BE49-F238E27FC236}">
                    <a16:creationId xmlns:a16="http://schemas.microsoft.com/office/drawing/2014/main" id="{6BC2E004-7B63-0399-3B0C-4756D1BCBC32}"/>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46" name="Rechthoek 45">
                <a:extLst>
                  <a:ext uri="{FF2B5EF4-FFF2-40B4-BE49-F238E27FC236}">
                    <a16:creationId xmlns:a16="http://schemas.microsoft.com/office/drawing/2014/main" id="{8183CEAC-464C-24B1-3187-5A453A8FBA19}"/>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Text level down</a:t>
                </a:r>
              </a:p>
            </p:txBody>
          </p:sp>
          <p:sp>
            <p:nvSpPr>
              <p:cNvPr id="47" name="Rechthoek 46">
                <a:extLst>
                  <a:ext uri="{FF2B5EF4-FFF2-40B4-BE49-F238E27FC236}">
                    <a16:creationId xmlns:a16="http://schemas.microsoft.com/office/drawing/2014/main" id="{7D838FDD-95CB-2F8D-5BD5-069785C7CDB3}"/>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Text level up</a:t>
                </a:r>
              </a:p>
            </p:txBody>
          </p:sp>
          <p:grpSp>
            <p:nvGrpSpPr>
              <p:cNvPr id="48" name="Groep 47">
                <a:extLst>
                  <a:ext uri="{FF2B5EF4-FFF2-40B4-BE49-F238E27FC236}">
                    <a16:creationId xmlns:a16="http://schemas.microsoft.com/office/drawing/2014/main" id="{A90E01B7-9A1B-2B0F-71F6-228F08522F63}"/>
                  </a:ext>
                </a:extLst>
              </p:cNvPr>
              <p:cNvGrpSpPr/>
              <p:nvPr userDrawn="1"/>
            </p:nvGrpSpPr>
            <p:grpSpPr>
              <a:xfrm>
                <a:off x="-2916763" y="769168"/>
                <a:ext cx="268738" cy="248381"/>
                <a:chOff x="-2916763" y="769168"/>
                <a:chExt cx="268738" cy="248381"/>
              </a:xfrm>
            </p:grpSpPr>
            <p:sp>
              <p:nvSpPr>
                <p:cNvPr id="58" name="Rechthoek 57">
                  <a:extLst>
                    <a:ext uri="{FF2B5EF4-FFF2-40B4-BE49-F238E27FC236}">
                      <a16:creationId xmlns:a16="http://schemas.microsoft.com/office/drawing/2014/main" id="{C145A0F9-45D7-DB49-7E48-5A288040AD58}"/>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en-GB" sz="1050" b="0" noProof="0" dirty="0">
                    <a:solidFill>
                      <a:srgbClr val="211F26"/>
                    </a:solidFill>
                    <a:latin typeface="Calibri" panose="020F0502020204030204" pitchFamily="34" charset="0"/>
                    <a:cs typeface="Calibri" panose="020F0502020204030204" pitchFamily="34" charset="0"/>
                  </a:endParaRPr>
                </a:p>
              </p:txBody>
            </p:sp>
            <p:grpSp>
              <p:nvGrpSpPr>
                <p:cNvPr id="59" name="Groep 58">
                  <a:extLst>
                    <a:ext uri="{FF2B5EF4-FFF2-40B4-BE49-F238E27FC236}">
                      <a16:creationId xmlns:a16="http://schemas.microsoft.com/office/drawing/2014/main" id="{A4E5FA3B-BEF0-AA32-B834-7A4BA41B215D}"/>
                    </a:ext>
                  </a:extLst>
                </p:cNvPr>
                <p:cNvGrpSpPr/>
                <p:nvPr userDrawn="1"/>
              </p:nvGrpSpPr>
              <p:grpSpPr>
                <a:xfrm>
                  <a:off x="-2866744" y="827071"/>
                  <a:ext cx="168701" cy="132575"/>
                  <a:chOff x="-2866744" y="827071"/>
                  <a:chExt cx="168701" cy="132575"/>
                </a:xfrm>
              </p:grpSpPr>
              <p:cxnSp>
                <p:nvCxnSpPr>
                  <p:cNvPr id="61" name="Rechte verbindingslijn 60">
                    <a:extLst>
                      <a:ext uri="{FF2B5EF4-FFF2-40B4-BE49-F238E27FC236}">
                        <a16:creationId xmlns:a16="http://schemas.microsoft.com/office/drawing/2014/main" id="{DC82169D-C4EA-81FD-9D45-76A15F35EC6C}"/>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62" name="Rechte verbindingslijn 61">
                    <a:extLst>
                      <a:ext uri="{FF2B5EF4-FFF2-40B4-BE49-F238E27FC236}">
                        <a16:creationId xmlns:a16="http://schemas.microsoft.com/office/drawing/2014/main" id="{B441147B-4F7B-A44B-E5A9-3D7B1C4CFCD4}"/>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63" name="Rechte verbindingslijn 62">
                    <a:extLst>
                      <a:ext uri="{FF2B5EF4-FFF2-40B4-BE49-F238E27FC236}">
                        <a16:creationId xmlns:a16="http://schemas.microsoft.com/office/drawing/2014/main" id="{83F89102-52EB-7F74-05E6-EF450C02276C}"/>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4" name="Rechte verbindingslijn 63">
                    <a:extLst>
                      <a:ext uri="{FF2B5EF4-FFF2-40B4-BE49-F238E27FC236}">
                        <a16:creationId xmlns:a16="http://schemas.microsoft.com/office/drawing/2014/main" id="{B2B657DC-5239-D3B2-60EC-7D0238573D7F}"/>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5" name="Rechte verbindingslijn 64">
                    <a:extLst>
                      <a:ext uri="{FF2B5EF4-FFF2-40B4-BE49-F238E27FC236}">
                        <a16:creationId xmlns:a16="http://schemas.microsoft.com/office/drawing/2014/main" id="{D9B1B29C-9EB0-4FC7-C876-356A3D5EF2AF}"/>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60" name="Pijl: rechts 59">
                  <a:extLst>
                    <a:ext uri="{FF2B5EF4-FFF2-40B4-BE49-F238E27FC236}">
                      <a16:creationId xmlns:a16="http://schemas.microsoft.com/office/drawing/2014/main" id="{84032DBA-F42C-139A-6A14-76771E673516}"/>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49" name="Groep 48">
                <a:extLst>
                  <a:ext uri="{FF2B5EF4-FFF2-40B4-BE49-F238E27FC236}">
                    <a16:creationId xmlns:a16="http://schemas.microsoft.com/office/drawing/2014/main" id="{12D68B95-41BA-70F4-0FF2-5CCA90ACF7C2}"/>
                  </a:ext>
                </a:extLst>
              </p:cNvPr>
              <p:cNvGrpSpPr/>
              <p:nvPr userDrawn="1"/>
            </p:nvGrpSpPr>
            <p:grpSpPr>
              <a:xfrm>
                <a:off x="-2916763" y="460171"/>
                <a:ext cx="268738" cy="248381"/>
                <a:chOff x="-2916763" y="460171"/>
                <a:chExt cx="268738" cy="248381"/>
              </a:xfrm>
            </p:grpSpPr>
            <p:sp>
              <p:nvSpPr>
                <p:cNvPr id="50" name="Rechthoek 49">
                  <a:extLst>
                    <a:ext uri="{FF2B5EF4-FFF2-40B4-BE49-F238E27FC236}">
                      <a16:creationId xmlns:a16="http://schemas.microsoft.com/office/drawing/2014/main" id="{E01FF351-893D-0851-B22B-043D8D903920}"/>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en-GB" sz="1050" b="0" noProof="0" dirty="0">
                    <a:solidFill>
                      <a:srgbClr val="211F26"/>
                    </a:solidFill>
                    <a:latin typeface="Calibri" panose="020F0502020204030204" pitchFamily="34" charset="0"/>
                    <a:cs typeface="Calibri" panose="020F0502020204030204" pitchFamily="34" charset="0"/>
                  </a:endParaRPr>
                </a:p>
              </p:txBody>
            </p:sp>
            <p:grpSp>
              <p:nvGrpSpPr>
                <p:cNvPr id="51" name="Groep 50">
                  <a:extLst>
                    <a:ext uri="{FF2B5EF4-FFF2-40B4-BE49-F238E27FC236}">
                      <a16:creationId xmlns:a16="http://schemas.microsoft.com/office/drawing/2014/main" id="{064406A5-B06A-39F4-1870-5DEAA0CC0E17}"/>
                    </a:ext>
                  </a:extLst>
                </p:cNvPr>
                <p:cNvGrpSpPr/>
                <p:nvPr userDrawn="1"/>
              </p:nvGrpSpPr>
              <p:grpSpPr>
                <a:xfrm>
                  <a:off x="-2866744" y="518074"/>
                  <a:ext cx="168701" cy="132575"/>
                  <a:chOff x="-2866744" y="518074"/>
                  <a:chExt cx="168701" cy="132575"/>
                </a:xfrm>
              </p:grpSpPr>
              <p:cxnSp>
                <p:nvCxnSpPr>
                  <p:cNvPr id="53" name="Rechte verbindingslijn 52">
                    <a:extLst>
                      <a:ext uri="{FF2B5EF4-FFF2-40B4-BE49-F238E27FC236}">
                        <a16:creationId xmlns:a16="http://schemas.microsoft.com/office/drawing/2014/main" id="{193E6AF6-40D8-27FE-5473-655D6D5D95DB}"/>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4" name="Rechte verbindingslijn 53">
                    <a:extLst>
                      <a:ext uri="{FF2B5EF4-FFF2-40B4-BE49-F238E27FC236}">
                        <a16:creationId xmlns:a16="http://schemas.microsoft.com/office/drawing/2014/main" id="{142E451F-F47B-26DB-0D50-D5B04F66DF29}"/>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5" name="Rechte verbindingslijn 54">
                    <a:extLst>
                      <a:ext uri="{FF2B5EF4-FFF2-40B4-BE49-F238E27FC236}">
                        <a16:creationId xmlns:a16="http://schemas.microsoft.com/office/drawing/2014/main" id="{0871F5BA-F3A4-0DB3-DF67-154973C5FAC3}"/>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6" name="Rechte verbindingslijn 55">
                    <a:extLst>
                      <a:ext uri="{FF2B5EF4-FFF2-40B4-BE49-F238E27FC236}">
                        <a16:creationId xmlns:a16="http://schemas.microsoft.com/office/drawing/2014/main" id="{67C1A0D6-BC07-9492-251D-29B0E2B74804}"/>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7" name="Rechte verbindingslijn 56">
                    <a:extLst>
                      <a:ext uri="{FF2B5EF4-FFF2-40B4-BE49-F238E27FC236}">
                        <a16:creationId xmlns:a16="http://schemas.microsoft.com/office/drawing/2014/main" id="{282F3C60-7498-B2AF-C463-75F180DF76FE}"/>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52" name="Pijl: rechts 51">
                  <a:extLst>
                    <a:ext uri="{FF2B5EF4-FFF2-40B4-BE49-F238E27FC236}">
                      <a16:creationId xmlns:a16="http://schemas.microsoft.com/office/drawing/2014/main" id="{B2FB7C18-D130-40E4-2131-28F62138C8F7}"/>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grpSp>
          <p:nvGrpSpPr>
            <p:cNvPr id="34" name="Groep 33">
              <a:extLst>
                <a:ext uri="{FF2B5EF4-FFF2-40B4-BE49-F238E27FC236}">
                  <a16:creationId xmlns:a16="http://schemas.microsoft.com/office/drawing/2014/main" id="{184818AA-F36C-9CB3-9D0C-9FFB58A47D07}"/>
                </a:ext>
              </a:extLst>
            </p:cNvPr>
            <p:cNvGrpSpPr/>
            <p:nvPr userDrawn="1"/>
          </p:nvGrpSpPr>
          <p:grpSpPr>
            <a:xfrm>
              <a:off x="-938434" y="4663037"/>
              <a:ext cx="627798" cy="576693"/>
              <a:chOff x="-1753862" y="6112775"/>
              <a:chExt cx="759635" cy="697798"/>
            </a:xfrm>
          </p:grpSpPr>
          <p:grpSp>
            <p:nvGrpSpPr>
              <p:cNvPr id="35" name="Inspireren">
                <a:extLst>
                  <a:ext uri="{FF2B5EF4-FFF2-40B4-BE49-F238E27FC236}">
                    <a16:creationId xmlns:a16="http://schemas.microsoft.com/office/drawing/2014/main" id="{F0F65DC2-BBC6-21B0-EB36-EB677C3BBFA5}"/>
                  </a:ext>
                </a:extLst>
              </p:cNvPr>
              <p:cNvGrpSpPr>
                <a:grpSpLocks noChangeAspect="1"/>
              </p:cNvGrpSpPr>
              <p:nvPr userDrawn="1"/>
            </p:nvGrpSpPr>
            <p:grpSpPr bwMode="auto">
              <a:xfrm>
                <a:off x="-1484858" y="6112775"/>
                <a:ext cx="205431" cy="293286"/>
                <a:chOff x="4768" y="2783"/>
                <a:chExt cx="788" cy="1125"/>
              </a:xfrm>
              <a:gradFill>
                <a:gsLst>
                  <a:gs pos="0">
                    <a:srgbClr val="9D9FA1"/>
                  </a:gs>
                  <a:gs pos="70000">
                    <a:srgbClr val="211F26"/>
                  </a:gs>
                </a:gsLst>
                <a:lin ang="2700000" scaled="0"/>
              </a:gradFill>
            </p:grpSpPr>
            <p:sp>
              <p:nvSpPr>
                <p:cNvPr id="37" name="Freeform 12">
                  <a:extLst>
                    <a:ext uri="{FF2B5EF4-FFF2-40B4-BE49-F238E27FC236}">
                      <a16:creationId xmlns:a16="http://schemas.microsoft.com/office/drawing/2014/main" id="{4C8CB1AA-0713-2EDB-ED43-436B12BE1E94}"/>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38" name="Freeform 13">
                  <a:extLst>
                    <a:ext uri="{FF2B5EF4-FFF2-40B4-BE49-F238E27FC236}">
                      <a16:creationId xmlns:a16="http://schemas.microsoft.com/office/drawing/2014/main" id="{35DEFC04-A9A7-169E-CCF5-E9FDFA43C60F}"/>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39" name="Freeform 14">
                  <a:extLst>
                    <a:ext uri="{FF2B5EF4-FFF2-40B4-BE49-F238E27FC236}">
                      <a16:creationId xmlns:a16="http://schemas.microsoft.com/office/drawing/2014/main" id="{8A06F22F-7609-F715-B955-22D528324843}"/>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36" name="Tekstvak 35">
                <a:extLst>
                  <a:ext uri="{FF2B5EF4-FFF2-40B4-BE49-F238E27FC236}">
                    <a16:creationId xmlns:a16="http://schemas.microsoft.com/office/drawing/2014/main" id="{C8A23695-E32B-B2DD-5D29-1A2CADF76FAE}"/>
                  </a:ext>
                </a:extLst>
              </p:cNvPr>
              <p:cNvSpPr txBox="1"/>
              <p:nvPr userDrawn="1"/>
            </p:nvSpPr>
            <p:spPr>
              <a:xfrm>
                <a:off x="-1753862" y="6420664"/>
                <a:ext cx="759635" cy="38990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grpSp>
      <p:grpSp>
        <p:nvGrpSpPr>
          <p:cNvPr id="82" name="INSTRUCTION">
            <a:extLst>
              <a:ext uri="{FF2B5EF4-FFF2-40B4-BE49-F238E27FC236}">
                <a16:creationId xmlns:a16="http://schemas.microsoft.com/office/drawing/2014/main" id="{ABBA2584-EB2E-097C-61ED-9AD0B02E720F}"/>
              </a:ext>
            </a:extLst>
          </p:cNvPr>
          <p:cNvGrpSpPr/>
          <p:nvPr userDrawn="1"/>
        </p:nvGrpSpPr>
        <p:grpSpPr>
          <a:xfrm>
            <a:off x="-3786165" y="-1"/>
            <a:ext cx="3693386" cy="6640349"/>
            <a:chOff x="-3786165" y="-1"/>
            <a:chExt cx="3693386" cy="6640349"/>
          </a:xfrm>
        </p:grpSpPr>
        <p:sp>
          <p:nvSpPr>
            <p:cNvPr id="83" name="Rechthoek 82">
              <a:extLst>
                <a:ext uri="{FF2B5EF4-FFF2-40B4-BE49-F238E27FC236}">
                  <a16:creationId xmlns:a16="http://schemas.microsoft.com/office/drawing/2014/main" id="{197CFE1F-62E8-0CB4-F076-3895FD22F547}"/>
                </a:ext>
              </a:extLst>
            </p:cNvPr>
            <p:cNvSpPr/>
            <p:nvPr userDrawn="1"/>
          </p:nvSpPr>
          <p:spPr>
            <a:xfrm>
              <a:off x="-3786165" y="-1"/>
              <a:ext cx="3593091" cy="5991727"/>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Insert/edit an image</a:t>
              </a:r>
            </a:p>
          </p:txBody>
        </p:sp>
        <p:sp>
          <p:nvSpPr>
            <p:cNvPr id="84" name="Ovaal 83">
              <a:extLst>
                <a:ext uri="{FF2B5EF4-FFF2-40B4-BE49-F238E27FC236}">
                  <a16:creationId xmlns:a16="http://schemas.microsoft.com/office/drawing/2014/main" id="{01EF32E0-A25C-0B98-C22C-DB8BB01C7195}"/>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85" name="Rechthoek 84">
              <a:extLst>
                <a:ext uri="{FF2B5EF4-FFF2-40B4-BE49-F238E27FC236}">
                  <a16:creationId xmlns:a16="http://schemas.microsoft.com/office/drawing/2014/main" id="{3CBF2FA5-CCDC-025D-ADE5-3EAB258BBFF5}"/>
                </a:ext>
              </a:extLst>
            </p:cNvPr>
            <p:cNvSpPr/>
            <p:nvPr userDrawn="1"/>
          </p:nvSpPr>
          <p:spPr>
            <a:xfrm>
              <a:off x="-3319415" y="465324"/>
              <a:ext cx="2962706" cy="668152"/>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If necessary, delete the existing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by using the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key’</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Select the placeholder,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1" i="0" u="none" strike="noStrike" kern="0" cap="none" spc="0" normalizeH="0" baseline="0" noProof="0" dirty="0" err="1">
                  <a:ln>
                    <a:noFill/>
                  </a:ln>
                  <a:solidFill>
                    <a:srgbClr val="000000"/>
                  </a:solidFill>
                  <a:effectLst/>
                  <a:uLnTx/>
                  <a:uFillTx/>
                  <a:latin typeface="Calibri" panose="020F0502020204030204" pitchFamily="34" charset="0"/>
                  <a:ea typeface="+mn-ea"/>
                  <a:cs typeface="Calibri" panose="020F0502020204030204" pitchFamily="34" charset="0"/>
                </a:rPr>
                <a:t>Slidebuilder</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 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‘Images’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endPar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86" name="Ovaal 85">
              <a:extLst>
                <a:ext uri="{FF2B5EF4-FFF2-40B4-BE49-F238E27FC236}">
                  <a16:creationId xmlns:a16="http://schemas.microsoft.com/office/drawing/2014/main" id="{631CEF0A-6463-D0BF-6C68-F3C3EDDA97B7}"/>
                </a:ext>
              </a:extLst>
            </p:cNvPr>
            <p:cNvSpPr/>
            <p:nvPr userDrawn="1"/>
          </p:nvSpPr>
          <p:spPr>
            <a:xfrm>
              <a:off x="-3603587" y="2633935"/>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87" name="Rechthoek 86">
              <a:extLst>
                <a:ext uri="{FF2B5EF4-FFF2-40B4-BE49-F238E27FC236}">
                  <a16:creationId xmlns:a16="http://schemas.microsoft.com/office/drawing/2014/main" id="{E3D7DA09-0073-1375-CFB7-D48D4FF2F420}"/>
                </a:ext>
              </a:extLst>
            </p:cNvPr>
            <p:cNvSpPr/>
            <p:nvPr userDrawn="1"/>
          </p:nvSpPr>
          <p:spPr>
            <a:xfrm>
              <a:off x="-3319416" y="2633936"/>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Click with the right mouse button on the thumbnail display of the slide on the left side </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of the screen and choose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‘Reset slide’</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88" name="Ovaal 87">
              <a:extLst>
                <a:ext uri="{FF2B5EF4-FFF2-40B4-BE49-F238E27FC236}">
                  <a16:creationId xmlns:a16="http://schemas.microsoft.com/office/drawing/2014/main" id="{545AEC8C-ECC1-F810-E268-3E0FD2C3317A}"/>
                </a:ext>
              </a:extLst>
            </p:cNvPr>
            <p:cNvSpPr/>
            <p:nvPr userDrawn="1"/>
          </p:nvSpPr>
          <p:spPr>
            <a:xfrm>
              <a:off x="-3603587" y="4226365"/>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89" name="Rechthoek 88">
              <a:extLst>
                <a:ext uri="{FF2B5EF4-FFF2-40B4-BE49-F238E27FC236}">
                  <a16:creationId xmlns:a16="http://schemas.microsoft.com/office/drawing/2014/main" id="{B241703D-7C46-A6BF-B227-6DFBCECA5F50}"/>
                </a:ext>
              </a:extLst>
            </p:cNvPr>
            <p:cNvSpPr/>
            <p:nvPr userDrawn="1"/>
          </p:nvSpPr>
          <p:spPr>
            <a:xfrm>
              <a:off x="-3319416" y="4226366"/>
              <a:ext cx="2944683" cy="820954"/>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To scale or drag the image,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‘Picture Tools - Format’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‘Crop’</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Scale the image itself with</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spheres and scale the image frame with the brackets.</a:t>
              </a:r>
            </a:p>
          </p:txBody>
        </p:sp>
        <p:sp>
          <p:nvSpPr>
            <p:cNvPr id="90" name="Rechthoek 89">
              <a:extLst>
                <a:ext uri="{FF2B5EF4-FFF2-40B4-BE49-F238E27FC236}">
                  <a16:creationId xmlns:a16="http://schemas.microsoft.com/office/drawing/2014/main" id="{5AC093CC-3EC1-A92F-02DA-AE729C416523}"/>
                </a:ext>
              </a:extLst>
            </p:cNvPr>
            <p:cNvSpPr/>
            <p:nvPr userDrawn="1"/>
          </p:nvSpPr>
          <p:spPr>
            <a:xfrm>
              <a:off x="-3316836" y="3200265"/>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en-GB" sz="1000" b="0" i="1" noProof="0" dirty="0">
                <a:solidFill>
                  <a:srgbClr val="211F26"/>
                </a:solidFill>
                <a:latin typeface="Calibri" panose="020F0502020204030204" pitchFamily="34" charset="0"/>
                <a:cs typeface="Calibri" panose="020F0502020204030204" pitchFamily="34" charset="0"/>
              </a:endParaRPr>
            </a:p>
          </p:txBody>
        </p:sp>
        <p:grpSp>
          <p:nvGrpSpPr>
            <p:cNvPr id="91" name="Groep 90">
              <a:extLst>
                <a:ext uri="{FF2B5EF4-FFF2-40B4-BE49-F238E27FC236}">
                  <a16:creationId xmlns:a16="http://schemas.microsoft.com/office/drawing/2014/main" id="{CA7FC607-2ED5-C448-D706-EF201EAC42B6}"/>
                </a:ext>
              </a:extLst>
            </p:cNvPr>
            <p:cNvGrpSpPr/>
            <p:nvPr userDrawn="1"/>
          </p:nvGrpSpPr>
          <p:grpSpPr>
            <a:xfrm>
              <a:off x="-2485819" y="3479783"/>
              <a:ext cx="1222990" cy="563933"/>
              <a:chOff x="-2485819" y="3399207"/>
              <a:chExt cx="1222990" cy="563933"/>
            </a:xfrm>
          </p:grpSpPr>
          <p:sp>
            <p:nvSpPr>
              <p:cNvPr id="130" name="Rechthoek 129">
                <a:extLst>
                  <a:ext uri="{FF2B5EF4-FFF2-40B4-BE49-F238E27FC236}">
                    <a16:creationId xmlns:a16="http://schemas.microsoft.com/office/drawing/2014/main" id="{9E96E077-0E80-F053-510A-0207308572D2}"/>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131" name="Rechthoek 130">
                <a:extLst>
                  <a:ext uri="{FF2B5EF4-FFF2-40B4-BE49-F238E27FC236}">
                    <a16:creationId xmlns:a16="http://schemas.microsoft.com/office/drawing/2014/main" id="{E881AF09-38C3-E2F5-10E4-BBE9764C1C1D}"/>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nvGrpSpPr>
              <p:cNvPr id="132" name="Groep 131">
                <a:extLst>
                  <a:ext uri="{FF2B5EF4-FFF2-40B4-BE49-F238E27FC236}">
                    <a16:creationId xmlns:a16="http://schemas.microsoft.com/office/drawing/2014/main" id="{FC877618-F4D8-0538-8B40-747782A16638}"/>
                  </a:ext>
                </a:extLst>
              </p:cNvPr>
              <p:cNvGrpSpPr/>
              <p:nvPr userDrawn="1"/>
            </p:nvGrpSpPr>
            <p:grpSpPr>
              <a:xfrm>
                <a:off x="-2403869" y="3460544"/>
                <a:ext cx="155951" cy="131922"/>
                <a:chOff x="12968836" y="3354170"/>
                <a:chExt cx="404806" cy="342433"/>
              </a:xfrm>
            </p:grpSpPr>
            <p:sp>
              <p:nvSpPr>
                <p:cNvPr id="145" name="Rechthoek: afgeronde hoeken 144">
                  <a:extLst>
                    <a:ext uri="{FF2B5EF4-FFF2-40B4-BE49-F238E27FC236}">
                      <a16:creationId xmlns:a16="http://schemas.microsoft.com/office/drawing/2014/main" id="{20532B2D-CDA3-FA36-CAAF-86D4F99D9659}"/>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146" name="Rechthoek 145">
                  <a:extLst>
                    <a:ext uri="{FF2B5EF4-FFF2-40B4-BE49-F238E27FC236}">
                      <a16:creationId xmlns:a16="http://schemas.microsoft.com/office/drawing/2014/main" id="{7D028589-6AE7-5D8A-70DB-589935217595}"/>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47" name="Rechthoek 146">
                  <a:extLst>
                    <a:ext uri="{FF2B5EF4-FFF2-40B4-BE49-F238E27FC236}">
                      <a16:creationId xmlns:a16="http://schemas.microsoft.com/office/drawing/2014/main" id="{EECCCCC9-A47D-A533-F544-F38BBEBC14F4}"/>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48" name="Rechthoek 147">
                  <a:extLst>
                    <a:ext uri="{FF2B5EF4-FFF2-40B4-BE49-F238E27FC236}">
                      <a16:creationId xmlns:a16="http://schemas.microsoft.com/office/drawing/2014/main" id="{D1A39F79-BD4E-38DA-909D-D5605198F4B1}"/>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49" name="Rechthoek 148">
                  <a:extLst>
                    <a:ext uri="{FF2B5EF4-FFF2-40B4-BE49-F238E27FC236}">
                      <a16:creationId xmlns:a16="http://schemas.microsoft.com/office/drawing/2014/main" id="{9E386CB9-59D6-A1A2-3EED-45CC91F5C00A}"/>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50" name="Rechthoek 149">
                  <a:extLst>
                    <a:ext uri="{FF2B5EF4-FFF2-40B4-BE49-F238E27FC236}">
                      <a16:creationId xmlns:a16="http://schemas.microsoft.com/office/drawing/2014/main" id="{DA199680-BE14-2A1E-268D-FE43C05695B1}"/>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133" name="Groep 132">
                <a:extLst>
                  <a:ext uri="{FF2B5EF4-FFF2-40B4-BE49-F238E27FC236}">
                    <a16:creationId xmlns:a16="http://schemas.microsoft.com/office/drawing/2014/main" id="{E7DBE0D6-7EA2-89E9-CE65-1CF29C25D75A}"/>
                  </a:ext>
                </a:extLst>
              </p:cNvPr>
              <p:cNvGrpSpPr/>
              <p:nvPr userDrawn="1"/>
            </p:nvGrpSpPr>
            <p:grpSpPr>
              <a:xfrm>
                <a:off x="-2423424" y="3690208"/>
                <a:ext cx="166739" cy="218963"/>
                <a:chOff x="12940828" y="3950597"/>
                <a:chExt cx="432813" cy="568367"/>
              </a:xfrm>
            </p:grpSpPr>
            <p:grpSp>
              <p:nvGrpSpPr>
                <p:cNvPr id="137" name="Groep 136">
                  <a:extLst>
                    <a:ext uri="{FF2B5EF4-FFF2-40B4-BE49-F238E27FC236}">
                      <a16:creationId xmlns:a16="http://schemas.microsoft.com/office/drawing/2014/main" id="{E18461F9-11B5-C8CB-0E81-69E6D3FCD0FB}"/>
                    </a:ext>
                  </a:extLst>
                </p:cNvPr>
                <p:cNvGrpSpPr/>
                <p:nvPr userDrawn="1"/>
              </p:nvGrpSpPr>
              <p:grpSpPr>
                <a:xfrm>
                  <a:off x="13000382" y="4006891"/>
                  <a:ext cx="373259" cy="315747"/>
                  <a:chOff x="12968836" y="3354170"/>
                  <a:chExt cx="404806" cy="342433"/>
                </a:xfrm>
              </p:grpSpPr>
              <p:sp>
                <p:nvSpPr>
                  <p:cNvPr id="139" name="Rechthoek: afgeronde hoeken 138">
                    <a:extLst>
                      <a:ext uri="{FF2B5EF4-FFF2-40B4-BE49-F238E27FC236}">
                        <a16:creationId xmlns:a16="http://schemas.microsoft.com/office/drawing/2014/main" id="{A33F0500-6672-F106-4282-8FCD6F10A1F5}"/>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140" name="Rechthoek 139">
                    <a:extLst>
                      <a:ext uri="{FF2B5EF4-FFF2-40B4-BE49-F238E27FC236}">
                        <a16:creationId xmlns:a16="http://schemas.microsoft.com/office/drawing/2014/main" id="{6B6B4812-828C-D822-E7A0-741034281611}"/>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41" name="Rechthoek 140">
                    <a:extLst>
                      <a:ext uri="{FF2B5EF4-FFF2-40B4-BE49-F238E27FC236}">
                        <a16:creationId xmlns:a16="http://schemas.microsoft.com/office/drawing/2014/main" id="{5CEA06D3-9BCE-72D5-E374-91F261957ECC}"/>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42" name="Rechthoek 141">
                    <a:extLst>
                      <a:ext uri="{FF2B5EF4-FFF2-40B4-BE49-F238E27FC236}">
                        <a16:creationId xmlns:a16="http://schemas.microsoft.com/office/drawing/2014/main" id="{A3153A60-2EC8-A221-91C5-7ACE42CA4E52}"/>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43" name="Rechthoek 142">
                    <a:extLst>
                      <a:ext uri="{FF2B5EF4-FFF2-40B4-BE49-F238E27FC236}">
                        <a16:creationId xmlns:a16="http://schemas.microsoft.com/office/drawing/2014/main" id="{C38140D7-D6AF-FEA7-6AF9-5C2C2A9C0B00}"/>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44" name="Rechthoek 143">
                    <a:extLst>
                      <a:ext uri="{FF2B5EF4-FFF2-40B4-BE49-F238E27FC236}">
                        <a16:creationId xmlns:a16="http://schemas.microsoft.com/office/drawing/2014/main" id="{FA36004D-FD9C-B107-01EA-DD6FA8AA8D86}"/>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sp>
              <p:nvSpPr>
                <p:cNvPr id="138" name="Boog 137">
                  <a:extLst>
                    <a:ext uri="{FF2B5EF4-FFF2-40B4-BE49-F238E27FC236}">
                      <a16:creationId xmlns:a16="http://schemas.microsoft.com/office/drawing/2014/main" id="{84A96E7D-A637-42C8-8F63-26465DCFBB8D}"/>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en-GB" sz="2400" noProof="0" dirty="0">
                    <a:solidFill>
                      <a:srgbClr val="211F26"/>
                    </a:solidFill>
                    <a:latin typeface="Calibri" panose="020F0502020204030204" pitchFamily="34" charset="0"/>
                    <a:cs typeface="Calibri" panose="020F0502020204030204" pitchFamily="34" charset="0"/>
                  </a:endParaRPr>
                </a:p>
              </p:txBody>
            </p:sp>
          </p:grpSp>
          <p:sp>
            <p:nvSpPr>
              <p:cNvPr id="134" name="Tekstvak 133">
                <a:extLst>
                  <a:ext uri="{FF2B5EF4-FFF2-40B4-BE49-F238E27FC236}">
                    <a16:creationId xmlns:a16="http://schemas.microsoft.com/office/drawing/2014/main" id="{12B9ED65-7296-1120-7AC6-461D16714F7C}"/>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Layout</a:t>
                </a:r>
              </a:p>
            </p:txBody>
          </p:sp>
          <p:sp>
            <p:nvSpPr>
              <p:cNvPr id="135" name="Tekstvak 134">
                <a:extLst>
                  <a:ext uri="{FF2B5EF4-FFF2-40B4-BE49-F238E27FC236}">
                    <a16:creationId xmlns:a16="http://schemas.microsoft.com/office/drawing/2014/main" id="{C56B4E1E-06A7-DAE2-ED36-3F1FC1FC6EF0}"/>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Reset slide</a:t>
                </a:r>
              </a:p>
            </p:txBody>
          </p:sp>
          <p:sp>
            <p:nvSpPr>
              <p:cNvPr id="136" name="Vrije vorm: vorm 135">
                <a:extLst>
                  <a:ext uri="{FF2B5EF4-FFF2-40B4-BE49-F238E27FC236}">
                    <a16:creationId xmlns:a16="http://schemas.microsoft.com/office/drawing/2014/main" id="{B2A7B7A8-6066-C590-56F4-92D8DEB319E4}"/>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grpSp>
        <p:grpSp>
          <p:nvGrpSpPr>
            <p:cNvPr id="92" name="Groep 91">
              <a:extLst>
                <a:ext uri="{FF2B5EF4-FFF2-40B4-BE49-F238E27FC236}">
                  <a16:creationId xmlns:a16="http://schemas.microsoft.com/office/drawing/2014/main" id="{84CDA475-9168-AA76-FF8D-9FB4BBF514D8}"/>
                </a:ext>
              </a:extLst>
            </p:cNvPr>
            <p:cNvGrpSpPr/>
            <p:nvPr userDrawn="1"/>
          </p:nvGrpSpPr>
          <p:grpSpPr>
            <a:xfrm>
              <a:off x="-3786165" y="5680652"/>
              <a:ext cx="3693386" cy="959696"/>
              <a:chOff x="-3786437" y="6163468"/>
              <a:chExt cx="3693386" cy="959696"/>
            </a:xfrm>
          </p:grpSpPr>
          <p:sp>
            <p:nvSpPr>
              <p:cNvPr id="120" name="Rechthoek 119">
                <a:extLst>
                  <a:ext uri="{FF2B5EF4-FFF2-40B4-BE49-F238E27FC236}">
                    <a16:creationId xmlns:a16="http://schemas.microsoft.com/office/drawing/2014/main" id="{5A31E6D1-BF05-E3D1-1EB8-2981DE5C0376}"/>
                  </a:ext>
                </a:extLst>
              </p:cNvPr>
              <p:cNvSpPr/>
              <p:nvPr userDrawn="1"/>
            </p:nvSpPr>
            <p:spPr>
              <a:xfrm>
                <a:off x="-3786437" y="6295164"/>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grpSp>
            <p:nvGrpSpPr>
              <p:cNvPr id="121" name="ICOON_info">
                <a:extLst>
                  <a:ext uri="{FF2B5EF4-FFF2-40B4-BE49-F238E27FC236}">
                    <a16:creationId xmlns:a16="http://schemas.microsoft.com/office/drawing/2014/main" id="{0D0F6C5E-CA7C-0E19-9F9B-E0410E872783}"/>
                  </a:ext>
                </a:extLst>
              </p:cNvPr>
              <p:cNvGrpSpPr/>
              <p:nvPr userDrawn="1"/>
            </p:nvGrpSpPr>
            <p:grpSpPr>
              <a:xfrm>
                <a:off x="-376736" y="6163468"/>
                <a:ext cx="283685" cy="283685"/>
                <a:chOff x="-510741" y="5913713"/>
                <a:chExt cx="267555" cy="267555"/>
              </a:xfrm>
            </p:grpSpPr>
            <p:sp>
              <p:nvSpPr>
                <p:cNvPr id="128" name="Ovaal 127">
                  <a:extLst>
                    <a:ext uri="{FF2B5EF4-FFF2-40B4-BE49-F238E27FC236}">
                      <a16:creationId xmlns:a16="http://schemas.microsoft.com/office/drawing/2014/main" id="{57662B22-43FE-3E38-970B-4021994EF13A}"/>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129" name="Graphic 163" descr="Informatie">
                  <a:extLst>
                    <a:ext uri="{FF2B5EF4-FFF2-40B4-BE49-F238E27FC236}">
                      <a16:creationId xmlns:a16="http://schemas.microsoft.com/office/drawing/2014/main" id="{42EE14BC-D019-FE01-BC94-92188C12C395}"/>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122" name="Groep 121">
                <a:extLst>
                  <a:ext uri="{FF2B5EF4-FFF2-40B4-BE49-F238E27FC236}">
                    <a16:creationId xmlns:a16="http://schemas.microsoft.com/office/drawing/2014/main" id="{11B39E94-2DB5-3632-D6F5-1066AB4A12F6}"/>
                  </a:ext>
                </a:extLst>
              </p:cNvPr>
              <p:cNvGrpSpPr/>
              <p:nvPr userDrawn="1"/>
            </p:nvGrpSpPr>
            <p:grpSpPr>
              <a:xfrm>
                <a:off x="-938434" y="6420818"/>
                <a:ext cx="627798" cy="576693"/>
                <a:chOff x="-938434" y="4570310"/>
                <a:chExt cx="627798" cy="576693"/>
              </a:xfrm>
            </p:grpSpPr>
            <p:grpSp>
              <p:nvGrpSpPr>
                <p:cNvPr id="123" name="Inspireren">
                  <a:extLst>
                    <a:ext uri="{FF2B5EF4-FFF2-40B4-BE49-F238E27FC236}">
                      <a16:creationId xmlns:a16="http://schemas.microsoft.com/office/drawing/2014/main" id="{7C5CCB28-788B-69AD-61E7-8FFE9C8DDFF4}"/>
                    </a:ext>
                  </a:extLst>
                </p:cNvPr>
                <p:cNvGrpSpPr>
                  <a:grpSpLocks noChangeAspect="1"/>
                </p:cNvGrpSpPr>
                <p:nvPr userDrawn="1"/>
              </p:nvGrpSpPr>
              <p:grpSpPr bwMode="auto">
                <a:xfrm>
                  <a:off x="-716116" y="4570310"/>
                  <a:ext cx="169778" cy="242385"/>
                  <a:chOff x="4768" y="2783"/>
                  <a:chExt cx="788" cy="1125"/>
                </a:xfrm>
                <a:gradFill>
                  <a:gsLst>
                    <a:gs pos="0">
                      <a:srgbClr val="9D9FA1"/>
                    </a:gs>
                    <a:gs pos="70000">
                      <a:srgbClr val="211F26"/>
                    </a:gs>
                  </a:gsLst>
                  <a:lin ang="2700000" scaled="0"/>
                </a:gradFill>
              </p:grpSpPr>
              <p:sp>
                <p:nvSpPr>
                  <p:cNvPr id="125" name="Freeform 12">
                    <a:extLst>
                      <a:ext uri="{FF2B5EF4-FFF2-40B4-BE49-F238E27FC236}">
                        <a16:creationId xmlns:a16="http://schemas.microsoft.com/office/drawing/2014/main" id="{B1979129-8360-5A8F-9025-74FCE4263B74}"/>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126" name="Freeform 13">
                    <a:extLst>
                      <a:ext uri="{FF2B5EF4-FFF2-40B4-BE49-F238E27FC236}">
                        <a16:creationId xmlns:a16="http://schemas.microsoft.com/office/drawing/2014/main" id="{062B8236-9687-2507-4998-6D149721E94B}"/>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127" name="Freeform 14">
                    <a:extLst>
                      <a:ext uri="{FF2B5EF4-FFF2-40B4-BE49-F238E27FC236}">
                        <a16:creationId xmlns:a16="http://schemas.microsoft.com/office/drawing/2014/main" id="{F10E2487-6402-6DAE-C117-5B6D3D260559}"/>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124" name="Tekstvak 123">
                  <a:extLst>
                    <a:ext uri="{FF2B5EF4-FFF2-40B4-BE49-F238E27FC236}">
                      <a16:creationId xmlns:a16="http://schemas.microsoft.com/office/drawing/2014/main" id="{99B5D6F4-5D1E-FD38-719A-33B75CF8C8D0}"/>
                    </a:ext>
                  </a:extLst>
                </p:cNvPr>
                <p:cNvSpPr txBox="1"/>
                <p:nvPr userDrawn="1"/>
              </p:nvSpPr>
              <p:spPr>
                <a:xfrm>
                  <a:off x="-938434" y="4824764"/>
                  <a:ext cx="627798" cy="32223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grpSp>
        <p:grpSp>
          <p:nvGrpSpPr>
            <p:cNvPr id="93" name="Groep 92">
              <a:extLst>
                <a:ext uri="{FF2B5EF4-FFF2-40B4-BE49-F238E27FC236}">
                  <a16:creationId xmlns:a16="http://schemas.microsoft.com/office/drawing/2014/main" id="{9A2E264A-8EA2-B9CC-521C-A51CC9A8D037}"/>
                </a:ext>
              </a:extLst>
            </p:cNvPr>
            <p:cNvGrpSpPr/>
            <p:nvPr userDrawn="1"/>
          </p:nvGrpSpPr>
          <p:grpSpPr>
            <a:xfrm>
              <a:off x="-3426806" y="5129582"/>
              <a:ext cx="514284" cy="506545"/>
              <a:chOff x="12617641" y="3403239"/>
              <a:chExt cx="752963" cy="741634"/>
            </a:xfrm>
          </p:grpSpPr>
          <p:grpSp>
            <p:nvGrpSpPr>
              <p:cNvPr id="104" name="Groep 103">
                <a:extLst>
                  <a:ext uri="{FF2B5EF4-FFF2-40B4-BE49-F238E27FC236}">
                    <a16:creationId xmlns:a16="http://schemas.microsoft.com/office/drawing/2014/main" id="{6AE8B6CD-971E-3744-5319-11531C0135CA}"/>
                  </a:ext>
                </a:extLst>
              </p:cNvPr>
              <p:cNvGrpSpPr/>
              <p:nvPr userDrawn="1"/>
            </p:nvGrpSpPr>
            <p:grpSpPr>
              <a:xfrm>
                <a:off x="12771530" y="3403239"/>
                <a:ext cx="467176" cy="448491"/>
                <a:chOff x="12782157" y="3403239"/>
                <a:chExt cx="467176" cy="448491"/>
              </a:xfrm>
            </p:grpSpPr>
            <p:grpSp>
              <p:nvGrpSpPr>
                <p:cNvPr id="107" name="Groep 106">
                  <a:extLst>
                    <a:ext uri="{FF2B5EF4-FFF2-40B4-BE49-F238E27FC236}">
                      <a16:creationId xmlns:a16="http://schemas.microsoft.com/office/drawing/2014/main" id="{4F86ABF1-AED6-69CC-41E8-A3F5DE01B2A6}"/>
                    </a:ext>
                  </a:extLst>
                </p:cNvPr>
                <p:cNvGrpSpPr/>
                <p:nvPr userDrawn="1"/>
              </p:nvGrpSpPr>
              <p:grpSpPr>
                <a:xfrm>
                  <a:off x="12782157" y="3403239"/>
                  <a:ext cx="412976" cy="396132"/>
                  <a:chOff x="13554906" y="3320109"/>
                  <a:chExt cx="443917" cy="425811"/>
                </a:xfrm>
              </p:grpSpPr>
              <p:grpSp>
                <p:nvGrpSpPr>
                  <p:cNvPr id="114" name="Groep 113">
                    <a:extLst>
                      <a:ext uri="{FF2B5EF4-FFF2-40B4-BE49-F238E27FC236}">
                        <a16:creationId xmlns:a16="http://schemas.microsoft.com/office/drawing/2014/main" id="{A7A8C876-6306-B932-1915-932B0F76BDE4}"/>
                      </a:ext>
                    </a:extLst>
                  </p:cNvPr>
                  <p:cNvGrpSpPr/>
                  <p:nvPr userDrawn="1"/>
                </p:nvGrpSpPr>
                <p:grpSpPr>
                  <a:xfrm>
                    <a:off x="13554906" y="3320109"/>
                    <a:ext cx="443917" cy="425811"/>
                    <a:chOff x="12909684" y="1276143"/>
                    <a:chExt cx="443917" cy="425811"/>
                  </a:xfrm>
                </p:grpSpPr>
                <p:sp>
                  <p:nvSpPr>
                    <p:cNvPr id="117" name="Rechthoek 116">
                      <a:extLst>
                        <a:ext uri="{FF2B5EF4-FFF2-40B4-BE49-F238E27FC236}">
                          <a16:creationId xmlns:a16="http://schemas.microsoft.com/office/drawing/2014/main" id="{DCCE4507-54C3-5A71-C0C9-D06864EA0F77}"/>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118" name="Rechthoek 117">
                      <a:extLst>
                        <a:ext uri="{FF2B5EF4-FFF2-40B4-BE49-F238E27FC236}">
                          <a16:creationId xmlns:a16="http://schemas.microsoft.com/office/drawing/2014/main" id="{647FAF5E-8C74-2291-98B5-07765370DA31}"/>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119" name="Ovaal 118">
                      <a:extLst>
                        <a:ext uri="{FF2B5EF4-FFF2-40B4-BE49-F238E27FC236}">
                          <a16:creationId xmlns:a16="http://schemas.microsoft.com/office/drawing/2014/main" id="{8272CFB2-C196-E22A-6FCE-447128165D38}"/>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pic>
                <p:nvPicPr>
                  <p:cNvPr id="115" name="Afbeelding 114">
                    <a:extLst>
                      <a:ext uri="{FF2B5EF4-FFF2-40B4-BE49-F238E27FC236}">
                        <a16:creationId xmlns:a16="http://schemas.microsoft.com/office/drawing/2014/main" id="{5AE5EF3A-0F5C-010B-4F71-BD025AC7E4BD}"/>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a:off x="13567296" y="3424991"/>
                    <a:ext cx="173367" cy="140220"/>
                  </a:xfrm>
                  <a:prstGeom prst="rect">
                    <a:avLst/>
                  </a:prstGeom>
                </p:spPr>
              </p:pic>
              <p:pic>
                <p:nvPicPr>
                  <p:cNvPr id="116" name="Afbeelding 115">
                    <a:extLst>
                      <a:ext uri="{FF2B5EF4-FFF2-40B4-BE49-F238E27FC236}">
                        <a16:creationId xmlns:a16="http://schemas.microsoft.com/office/drawing/2014/main" id="{190620F3-18EC-27BA-2475-AA1A6A927D91}"/>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108" name="Groep 107">
                  <a:extLst>
                    <a:ext uri="{FF2B5EF4-FFF2-40B4-BE49-F238E27FC236}">
                      <a16:creationId xmlns:a16="http://schemas.microsoft.com/office/drawing/2014/main" id="{886EB32F-5865-873B-48FC-904B7843217F}"/>
                    </a:ext>
                  </a:extLst>
                </p:cNvPr>
                <p:cNvGrpSpPr/>
                <p:nvPr userDrawn="1"/>
              </p:nvGrpSpPr>
              <p:grpSpPr>
                <a:xfrm>
                  <a:off x="13103513" y="3705268"/>
                  <a:ext cx="145820" cy="146462"/>
                  <a:chOff x="13096169" y="3602278"/>
                  <a:chExt cx="145820" cy="146462"/>
                </a:xfrm>
              </p:grpSpPr>
              <p:sp>
                <p:nvSpPr>
                  <p:cNvPr id="112" name="Rechthoek 111">
                    <a:extLst>
                      <a:ext uri="{FF2B5EF4-FFF2-40B4-BE49-F238E27FC236}">
                        <a16:creationId xmlns:a16="http://schemas.microsoft.com/office/drawing/2014/main" id="{AB84B581-2C37-66C9-C748-1C0A68A66DCF}"/>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13" name="Rechthoek 112">
                    <a:extLst>
                      <a:ext uri="{FF2B5EF4-FFF2-40B4-BE49-F238E27FC236}">
                        <a16:creationId xmlns:a16="http://schemas.microsoft.com/office/drawing/2014/main" id="{E1690D03-2492-1FD6-0726-BF08D95D13E4}"/>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109" name="Groep 108">
                  <a:extLst>
                    <a:ext uri="{FF2B5EF4-FFF2-40B4-BE49-F238E27FC236}">
                      <a16:creationId xmlns:a16="http://schemas.microsoft.com/office/drawing/2014/main" id="{10325537-5A98-FDE4-07BD-73B9E057E3DD}"/>
                    </a:ext>
                  </a:extLst>
                </p:cNvPr>
                <p:cNvGrpSpPr/>
                <p:nvPr userDrawn="1"/>
              </p:nvGrpSpPr>
              <p:grpSpPr>
                <a:xfrm rot="10800000">
                  <a:off x="13061402" y="3665637"/>
                  <a:ext cx="145820" cy="146462"/>
                  <a:chOff x="13096169" y="3602278"/>
                  <a:chExt cx="145820" cy="146462"/>
                </a:xfrm>
              </p:grpSpPr>
              <p:sp>
                <p:nvSpPr>
                  <p:cNvPr id="110" name="Rechthoek 109">
                    <a:extLst>
                      <a:ext uri="{FF2B5EF4-FFF2-40B4-BE49-F238E27FC236}">
                        <a16:creationId xmlns:a16="http://schemas.microsoft.com/office/drawing/2014/main" id="{006095F2-7D8F-55B6-8522-1B2DF4797989}"/>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11" name="Rechthoek 110">
                    <a:extLst>
                      <a:ext uri="{FF2B5EF4-FFF2-40B4-BE49-F238E27FC236}">
                        <a16:creationId xmlns:a16="http://schemas.microsoft.com/office/drawing/2014/main" id="{93E72C50-15CD-B642-2E37-A93325161486}"/>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sp>
            <p:nvSpPr>
              <p:cNvPr id="105" name="Rechthoek 104">
                <a:extLst>
                  <a:ext uri="{FF2B5EF4-FFF2-40B4-BE49-F238E27FC236}">
                    <a16:creationId xmlns:a16="http://schemas.microsoft.com/office/drawing/2014/main" id="{1E08ED1F-EF07-15E3-802C-52803D5E4E62}"/>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900" b="0" noProof="0" dirty="0">
                    <a:solidFill>
                      <a:srgbClr val="211F26"/>
                    </a:solidFill>
                    <a:latin typeface="Calibri" panose="020F0502020204030204" pitchFamily="34" charset="0"/>
                    <a:cs typeface="Calibri" panose="020F0502020204030204" pitchFamily="34" charset="0"/>
                  </a:rPr>
                  <a:t>Crop</a:t>
                </a:r>
              </a:p>
            </p:txBody>
          </p:sp>
          <p:sp>
            <p:nvSpPr>
              <p:cNvPr id="106" name="Gelijkbenige driehoek 105">
                <a:extLst>
                  <a:ext uri="{FF2B5EF4-FFF2-40B4-BE49-F238E27FC236}">
                    <a16:creationId xmlns:a16="http://schemas.microsoft.com/office/drawing/2014/main" id="{91608643-D1B3-4768-F951-B23F24ECAFC8}"/>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sp>
          <p:nvSpPr>
            <p:cNvPr id="94" name="Ovaal 93">
              <a:extLst>
                <a:ext uri="{FF2B5EF4-FFF2-40B4-BE49-F238E27FC236}">
                  <a16:creationId xmlns:a16="http://schemas.microsoft.com/office/drawing/2014/main" id="{A00954BB-5325-4A84-7D90-114E402F9962}"/>
                </a:ext>
              </a:extLst>
            </p:cNvPr>
            <p:cNvSpPr/>
            <p:nvPr userDrawn="1"/>
          </p:nvSpPr>
          <p:spPr>
            <a:xfrm>
              <a:off x="-3603587" y="18111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95" name="Rechthoek 94">
              <a:extLst>
                <a:ext uri="{FF2B5EF4-FFF2-40B4-BE49-F238E27FC236}">
                  <a16:creationId xmlns:a16="http://schemas.microsoft.com/office/drawing/2014/main" id="{1EE2235F-F018-D5E5-106F-3CD24842DA7D}"/>
                </a:ext>
              </a:extLst>
            </p:cNvPr>
            <p:cNvSpPr/>
            <p:nvPr userDrawn="1"/>
          </p:nvSpPr>
          <p:spPr>
            <a:xfrm>
              <a:off x="-3319415" y="1811185"/>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 the preferred category and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and click 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‘Insert’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96" name="Rechthoek 95">
              <a:extLst>
                <a:ext uri="{FF2B5EF4-FFF2-40B4-BE49-F238E27FC236}">
                  <a16:creationId xmlns:a16="http://schemas.microsoft.com/office/drawing/2014/main" id="{23AA42D3-9774-8BBC-843D-4416DF5B478F}"/>
                </a:ext>
              </a:extLst>
            </p:cNvPr>
            <p:cNvSpPr/>
            <p:nvPr userDrawn="1"/>
          </p:nvSpPr>
          <p:spPr>
            <a:xfrm>
              <a:off x="-3319415" y="2245760"/>
              <a:ext cx="825500" cy="209550"/>
            </a:xfrm>
            <a:prstGeom prst="rect">
              <a:avLst/>
            </a:prstGeom>
            <a:solidFill>
              <a:srgbClr val="1FF52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1000" b="1" noProof="0" dirty="0">
                  <a:solidFill>
                    <a:srgbClr val="211F26"/>
                  </a:solidFill>
                  <a:latin typeface="Calibri" panose="020F0502020204030204" pitchFamily="34" charset="0"/>
                  <a:cs typeface="Calibri" panose="020F0502020204030204" pitchFamily="34" charset="0"/>
                </a:rPr>
                <a:t>Insert</a:t>
              </a:r>
            </a:p>
          </p:txBody>
        </p:sp>
        <p:grpSp>
          <p:nvGrpSpPr>
            <p:cNvPr id="97" name="Groep 96">
              <a:extLst>
                <a:ext uri="{FF2B5EF4-FFF2-40B4-BE49-F238E27FC236}">
                  <a16:creationId xmlns:a16="http://schemas.microsoft.com/office/drawing/2014/main" id="{F352F5CD-B1BD-4861-FEA7-E5EDF29D9F97}"/>
                </a:ext>
              </a:extLst>
            </p:cNvPr>
            <p:cNvGrpSpPr/>
            <p:nvPr userDrawn="1"/>
          </p:nvGrpSpPr>
          <p:grpSpPr>
            <a:xfrm>
              <a:off x="-3365484" y="1226982"/>
              <a:ext cx="446937" cy="406485"/>
              <a:chOff x="-3563526" y="1409294"/>
              <a:chExt cx="354190" cy="322133"/>
            </a:xfrm>
          </p:grpSpPr>
          <p:grpSp>
            <p:nvGrpSpPr>
              <p:cNvPr id="98" name="Groep 97">
                <a:extLst>
                  <a:ext uri="{FF2B5EF4-FFF2-40B4-BE49-F238E27FC236}">
                    <a16:creationId xmlns:a16="http://schemas.microsoft.com/office/drawing/2014/main" id="{94C0320C-6307-4149-B1B4-5E90FBC232B9}"/>
                  </a:ext>
                </a:extLst>
              </p:cNvPr>
              <p:cNvGrpSpPr/>
              <p:nvPr userDrawn="1"/>
            </p:nvGrpSpPr>
            <p:grpSpPr>
              <a:xfrm>
                <a:off x="-3499992" y="1409294"/>
                <a:ext cx="225195" cy="195499"/>
                <a:chOff x="8987389" y="1361199"/>
                <a:chExt cx="2200275" cy="1914525"/>
              </a:xfrm>
            </p:grpSpPr>
            <p:sp>
              <p:nvSpPr>
                <p:cNvPr id="100" name="Vrije vorm: vorm 99">
                  <a:extLst>
                    <a:ext uri="{FF2B5EF4-FFF2-40B4-BE49-F238E27FC236}">
                      <a16:creationId xmlns:a16="http://schemas.microsoft.com/office/drawing/2014/main" id="{9CF1F5EC-FFE7-7BD7-CB13-5A0DF99BB735}"/>
                    </a:ext>
                  </a:extLst>
                </p:cNvPr>
                <p:cNvSpPr/>
                <p:nvPr/>
              </p:nvSpPr>
              <p:spPr>
                <a:xfrm>
                  <a:off x="9363620" y="1831738"/>
                  <a:ext cx="371477" cy="371472"/>
                </a:xfrm>
                <a:custGeom>
                  <a:avLst/>
                  <a:gdLst>
                    <a:gd name="connsiteX0" fmla="*/ 369094 w 371475"/>
                    <a:gd name="connsiteY0" fmla="*/ 188119 h 371475"/>
                    <a:gd name="connsiteX1" fmla="*/ 188119 w 371475"/>
                    <a:gd name="connsiteY1" fmla="*/ 369094 h 371475"/>
                    <a:gd name="connsiteX2" fmla="*/ 7144 w 371475"/>
                    <a:gd name="connsiteY2" fmla="*/ 188119 h 371475"/>
                    <a:gd name="connsiteX3" fmla="*/ 188119 w 371475"/>
                    <a:gd name="connsiteY3" fmla="*/ 7144 h 371475"/>
                    <a:gd name="connsiteX4" fmla="*/ 369094 w 371475"/>
                    <a:gd name="connsiteY4" fmla="*/ 188119 h 371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 h="371475">
                      <a:moveTo>
                        <a:pt x="369094" y="188119"/>
                      </a:moveTo>
                      <a:cubicBezTo>
                        <a:pt x="369094" y="288068"/>
                        <a:pt x="288068" y="369094"/>
                        <a:pt x="188119" y="369094"/>
                      </a:cubicBezTo>
                      <a:cubicBezTo>
                        <a:pt x="88169" y="369094"/>
                        <a:pt x="7144" y="288068"/>
                        <a:pt x="7144" y="188119"/>
                      </a:cubicBezTo>
                      <a:cubicBezTo>
                        <a:pt x="7144" y="88169"/>
                        <a:pt x="88169" y="7144"/>
                        <a:pt x="188119" y="7144"/>
                      </a:cubicBezTo>
                      <a:cubicBezTo>
                        <a:pt x="288068" y="7144"/>
                        <a:pt x="369094" y="88169"/>
                        <a:pt x="369094" y="188119"/>
                      </a:cubicBezTo>
                      <a:close/>
                    </a:path>
                  </a:pathLst>
                </a:custGeom>
                <a:solidFill>
                  <a:srgbClr val="1FF524"/>
                </a:solidFill>
                <a:ln w="9525" cap="flat">
                  <a:noFill/>
                  <a:prstDash val="solid"/>
                  <a:miter/>
                </a:ln>
              </p:spPr>
              <p:txBody>
                <a:bodyPr rtlCol="0" anchor="ctr"/>
                <a:lstStyle/>
                <a:p>
                  <a:pPr defTabSz="995469"/>
                  <a:endParaRPr lang="en-GB" sz="7200" noProof="0" dirty="0">
                    <a:solidFill>
                      <a:srgbClr val="211F26"/>
                    </a:solidFill>
                    <a:latin typeface="+mn-lt"/>
                  </a:endParaRPr>
                </a:p>
              </p:txBody>
            </p:sp>
            <p:grpSp>
              <p:nvGrpSpPr>
                <p:cNvPr id="101" name="Groep 100">
                  <a:extLst>
                    <a:ext uri="{FF2B5EF4-FFF2-40B4-BE49-F238E27FC236}">
                      <a16:creationId xmlns:a16="http://schemas.microsoft.com/office/drawing/2014/main" id="{7FA4587A-D307-DF5A-EBE9-988766AE4015}"/>
                    </a:ext>
                  </a:extLst>
                </p:cNvPr>
                <p:cNvGrpSpPr/>
                <p:nvPr/>
              </p:nvGrpSpPr>
              <p:grpSpPr>
                <a:xfrm>
                  <a:off x="8987389" y="1361199"/>
                  <a:ext cx="2200275" cy="1914525"/>
                  <a:chOff x="8987389" y="1361199"/>
                  <a:chExt cx="2200275" cy="1914525"/>
                </a:xfrm>
                <a:gradFill>
                  <a:gsLst>
                    <a:gs pos="0">
                      <a:srgbClr val="9D9FA1"/>
                    </a:gs>
                    <a:gs pos="70000">
                      <a:srgbClr val="211F26"/>
                    </a:gs>
                  </a:gsLst>
                  <a:lin ang="2700000" scaled="0"/>
                </a:gradFill>
              </p:grpSpPr>
              <p:sp>
                <p:nvSpPr>
                  <p:cNvPr id="102" name="Vrije vorm: vorm 101">
                    <a:extLst>
                      <a:ext uri="{FF2B5EF4-FFF2-40B4-BE49-F238E27FC236}">
                        <a16:creationId xmlns:a16="http://schemas.microsoft.com/office/drawing/2014/main" id="{580874E5-40C7-33FB-571A-42AA15E4B39C}"/>
                      </a:ext>
                    </a:extLst>
                  </p:cNvPr>
                  <p:cNvSpPr/>
                  <p:nvPr/>
                </p:nvSpPr>
                <p:spPr>
                  <a:xfrm>
                    <a:off x="8987389" y="1361199"/>
                    <a:ext cx="2200275" cy="1914525"/>
                  </a:xfrm>
                  <a:custGeom>
                    <a:avLst/>
                    <a:gdLst>
                      <a:gd name="connsiteX0" fmla="*/ 7144 w 2200275"/>
                      <a:gd name="connsiteY0" fmla="*/ 7144 h 1914525"/>
                      <a:gd name="connsiteX1" fmla="*/ 7144 w 2200275"/>
                      <a:gd name="connsiteY1" fmla="*/ 245269 h 1914525"/>
                      <a:gd name="connsiteX2" fmla="*/ 432911 w 2200275"/>
                      <a:gd name="connsiteY2" fmla="*/ 245269 h 1914525"/>
                      <a:gd name="connsiteX3" fmla="*/ 432911 w 2200275"/>
                      <a:gd name="connsiteY3" fmla="*/ 245269 h 1914525"/>
                      <a:gd name="connsiteX4" fmla="*/ 1959769 w 2200275"/>
                      <a:gd name="connsiteY4" fmla="*/ 245269 h 1914525"/>
                      <a:gd name="connsiteX5" fmla="*/ 1959769 w 2200275"/>
                      <a:gd name="connsiteY5" fmla="*/ 1674019 h 1914525"/>
                      <a:gd name="connsiteX6" fmla="*/ 245269 w 2200275"/>
                      <a:gd name="connsiteY6" fmla="*/ 1674019 h 1914525"/>
                      <a:gd name="connsiteX7" fmla="*/ 245269 w 2200275"/>
                      <a:gd name="connsiteY7" fmla="*/ 350044 h 1914525"/>
                      <a:gd name="connsiteX8" fmla="*/ 7144 w 2200275"/>
                      <a:gd name="connsiteY8" fmla="*/ 350044 h 1914525"/>
                      <a:gd name="connsiteX9" fmla="*/ 7144 w 2200275"/>
                      <a:gd name="connsiteY9" fmla="*/ 1912144 h 1914525"/>
                      <a:gd name="connsiteX10" fmla="*/ 2197894 w 2200275"/>
                      <a:gd name="connsiteY10" fmla="*/ 1912144 h 1914525"/>
                      <a:gd name="connsiteX11" fmla="*/ 2197894 w 2200275"/>
                      <a:gd name="connsiteY11" fmla="*/ 7144 h 1914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0275" h="1914525">
                        <a:moveTo>
                          <a:pt x="7144" y="7144"/>
                        </a:moveTo>
                        <a:lnTo>
                          <a:pt x="7144" y="245269"/>
                        </a:lnTo>
                        <a:lnTo>
                          <a:pt x="432911" y="245269"/>
                        </a:lnTo>
                        <a:lnTo>
                          <a:pt x="432911" y="245269"/>
                        </a:lnTo>
                        <a:lnTo>
                          <a:pt x="1959769" y="245269"/>
                        </a:lnTo>
                        <a:lnTo>
                          <a:pt x="1959769" y="1674019"/>
                        </a:lnTo>
                        <a:lnTo>
                          <a:pt x="245269" y="1674019"/>
                        </a:lnTo>
                        <a:lnTo>
                          <a:pt x="245269" y="350044"/>
                        </a:lnTo>
                        <a:lnTo>
                          <a:pt x="7144" y="350044"/>
                        </a:lnTo>
                        <a:lnTo>
                          <a:pt x="7144" y="1912144"/>
                        </a:lnTo>
                        <a:lnTo>
                          <a:pt x="2197894" y="1912144"/>
                        </a:lnTo>
                        <a:lnTo>
                          <a:pt x="2197894" y="7144"/>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sp>
                <p:nvSpPr>
                  <p:cNvPr id="103" name="Vrije vorm: vorm 102">
                    <a:extLst>
                      <a:ext uri="{FF2B5EF4-FFF2-40B4-BE49-F238E27FC236}">
                        <a16:creationId xmlns:a16="http://schemas.microsoft.com/office/drawing/2014/main" id="{A3DDEB1A-597C-4424-0853-95C317934B02}"/>
                      </a:ext>
                    </a:extLst>
                  </p:cNvPr>
                  <p:cNvSpPr/>
                  <p:nvPr/>
                </p:nvSpPr>
                <p:spPr>
                  <a:xfrm>
                    <a:off x="9362668" y="1953652"/>
                    <a:ext cx="1438273" cy="885828"/>
                  </a:xfrm>
                  <a:custGeom>
                    <a:avLst/>
                    <a:gdLst>
                      <a:gd name="connsiteX0" fmla="*/ 1070134 w 1438275"/>
                      <a:gd name="connsiteY0" fmla="*/ 7144 h 885825"/>
                      <a:gd name="connsiteX1" fmla="*/ 801529 w 1438275"/>
                      <a:gd name="connsiteY1" fmla="*/ 275749 h 885825"/>
                      <a:gd name="connsiteX2" fmla="*/ 662464 w 1438275"/>
                      <a:gd name="connsiteY2" fmla="*/ 137636 h 885825"/>
                      <a:gd name="connsiteX3" fmla="*/ 7144 w 1438275"/>
                      <a:gd name="connsiteY3" fmla="*/ 784384 h 885825"/>
                      <a:gd name="connsiteX4" fmla="*/ 108109 w 1438275"/>
                      <a:gd name="connsiteY4" fmla="*/ 885349 h 885825"/>
                      <a:gd name="connsiteX5" fmla="*/ 662464 w 1438275"/>
                      <a:gd name="connsiteY5" fmla="*/ 338614 h 885825"/>
                      <a:gd name="connsiteX6" fmla="*/ 928211 w 1438275"/>
                      <a:gd name="connsiteY6" fmla="*/ 605314 h 885825"/>
                      <a:gd name="connsiteX7" fmla="*/ 1029176 w 1438275"/>
                      <a:gd name="connsiteY7" fmla="*/ 503396 h 885825"/>
                      <a:gd name="connsiteX8" fmla="*/ 902494 w 1438275"/>
                      <a:gd name="connsiteY8" fmla="*/ 376714 h 885825"/>
                      <a:gd name="connsiteX9" fmla="*/ 1070134 w 1438275"/>
                      <a:gd name="connsiteY9" fmla="*/ 209074 h 885825"/>
                      <a:gd name="connsiteX10" fmla="*/ 1337786 w 1438275"/>
                      <a:gd name="connsiteY10" fmla="*/ 480536 h 885825"/>
                      <a:gd name="connsiteX11" fmla="*/ 1438751 w 1438275"/>
                      <a:gd name="connsiteY11" fmla="*/ 378619 h 885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38275" h="885825">
                        <a:moveTo>
                          <a:pt x="1070134" y="7144"/>
                        </a:moveTo>
                        <a:lnTo>
                          <a:pt x="801529" y="275749"/>
                        </a:lnTo>
                        <a:lnTo>
                          <a:pt x="662464" y="137636"/>
                        </a:lnTo>
                        <a:lnTo>
                          <a:pt x="7144" y="784384"/>
                        </a:lnTo>
                        <a:lnTo>
                          <a:pt x="108109" y="885349"/>
                        </a:lnTo>
                        <a:lnTo>
                          <a:pt x="662464" y="338614"/>
                        </a:lnTo>
                        <a:lnTo>
                          <a:pt x="928211" y="605314"/>
                        </a:lnTo>
                        <a:lnTo>
                          <a:pt x="1029176" y="503396"/>
                        </a:lnTo>
                        <a:lnTo>
                          <a:pt x="902494" y="376714"/>
                        </a:lnTo>
                        <a:lnTo>
                          <a:pt x="1070134" y="209074"/>
                        </a:lnTo>
                        <a:lnTo>
                          <a:pt x="1337786" y="480536"/>
                        </a:lnTo>
                        <a:lnTo>
                          <a:pt x="1438751" y="378619"/>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grpSp>
          </p:grpSp>
          <p:sp>
            <p:nvSpPr>
              <p:cNvPr id="99" name="Tekstvak 98">
                <a:extLst>
                  <a:ext uri="{FF2B5EF4-FFF2-40B4-BE49-F238E27FC236}">
                    <a16:creationId xmlns:a16="http://schemas.microsoft.com/office/drawing/2014/main" id="{6053E988-0CF6-1284-8060-57F1D01A177C}"/>
                  </a:ext>
                </a:extLst>
              </p:cNvPr>
              <p:cNvSpPr txBox="1"/>
              <p:nvPr userDrawn="1"/>
            </p:nvSpPr>
            <p:spPr>
              <a:xfrm>
                <a:off x="-3563526" y="1617700"/>
                <a:ext cx="354190" cy="113727"/>
              </a:xfrm>
              <a:prstGeom prst="rect">
                <a:avLst/>
              </a:prstGeom>
              <a:noFill/>
            </p:spPr>
            <p:txBody>
              <a:bodyPr wrap="square" lIns="0" tIns="18000" rIns="0" bIns="0" rtlCol="0" anchor="t">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Images</a:t>
                </a:r>
              </a:p>
            </p:txBody>
          </p:sp>
        </p:grpSp>
      </p:grpSp>
      <p:sp>
        <p:nvSpPr>
          <p:cNvPr id="152" name="Rectangle 151">
            <a:extLst>
              <a:ext uri="{FF2B5EF4-FFF2-40B4-BE49-F238E27FC236}">
                <a16:creationId xmlns:a16="http://schemas.microsoft.com/office/drawing/2014/main" id="{9E82F19C-73D4-0ED4-B21C-3195303F05B4}"/>
              </a:ext>
            </a:extLst>
          </p:cNvPr>
          <p:cNvSpPr/>
          <p:nvPr userDrawn="1"/>
        </p:nvSpPr>
        <p:spPr>
          <a:xfrm>
            <a:off x="718666" y="-1"/>
            <a:ext cx="10751096" cy="3736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r>
              <a:rPr lang="en-US" sz="1600" dirty="0"/>
              <a:t>Objective | Background | Methods | Results | Conclusions</a:t>
            </a:r>
            <a:endParaRPr lang="LID4096" sz="1600" dirty="0" err="1"/>
          </a:p>
        </p:txBody>
      </p:sp>
    </p:spTree>
    <p:extLst>
      <p:ext uri="{BB962C8B-B14F-4D97-AF65-F5344CB8AC3E}">
        <p14:creationId xmlns:p14="http://schemas.microsoft.com/office/powerpoint/2010/main" val="1419333477"/>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Image (L) + text | blue mode">
    <p:bg>
      <p:bgPr>
        <a:solidFill>
          <a:schemeClr val="accent1"/>
        </a:solidFill>
        <a:effectLst/>
      </p:bgPr>
    </p:bg>
    <p:spTree>
      <p:nvGrpSpPr>
        <p:cNvPr id="1" name=""/>
        <p:cNvGrpSpPr/>
        <p:nvPr/>
      </p:nvGrpSpPr>
      <p:grpSpPr>
        <a:xfrm>
          <a:off x="0" y="0"/>
          <a:ext cx="0" cy="0"/>
          <a:chOff x="0" y="0"/>
          <a:chExt cx="0" cy="0"/>
        </a:xfrm>
      </p:grpSpPr>
      <p:sp>
        <p:nvSpPr>
          <p:cNvPr id="9" name="Tijdelijke aanduiding voor afbeelding 16">
            <a:extLst>
              <a:ext uri="{FF2B5EF4-FFF2-40B4-BE49-F238E27FC236}">
                <a16:creationId xmlns:a16="http://schemas.microsoft.com/office/drawing/2014/main" id="{01448C0E-861A-455D-A196-874AFA9BF79C}"/>
              </a:ext>
            </a:extLst>
          </p:cNvPr>
          <p:cNvSpPr>
            <a:spLocks noGrp="1"/>
          </p:cNvSpPr>
          <p:nvPr>
            <p:ph type="pic" sz="quarter" idx="13" hasCustomPrompt="1"/>
          </p:nvPr>
        </p:nvSpPr>
        <p:spPr>
          <a:xfrm>
            <a:off x="-1" y="0"/>
            <a:ext cx="7035113" cy="6858000"/>
          </a:xfrm>
          <a:pattFill prst="pct60">
            <a:fgClr>
              <a:schemeClr val="bg1">
                <a:lumMod val="95000"/>
              </a:schemeClr>
            </a:fgClr>
            <a:bgClr>
              <a:schemeClr val="bg1">
                <a:lumMod val="85000"/>
              </a:schemeClr>
            </a:bgClr>
          </a:patt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the tab ‘</a:t>
            </a:r>
            <a:r>
              <a:rPr lang="en-GB" noProof="0" dirty="0" err="1"/>
              <a:t>Slidebuilder</a:t>
            </a:r>
            <a:r>
              <a:rPr lang="en-GB" noProof="0" dirty="0"/>
              <a:t>’, click on ‘Images’,</a:t>
            </a:r>
            <a:br>
              <a:rPr lang="en-GB" noProof="0" dirty="0"/>
            </a:br>
            <a:r>
              <a:rPr lang="en-GB" noProof="0" dirty="0"/>
              <a:t>select the preferred image and click on ‘Insert’.</a:t>
            </a:r>
          </a:p>
        </p:txBody>
      </p:sp>
      <p:sp>
        <p:nvSpPr>
          <p:cNvPr id="3" name="Tijdelijke aanduiding voor verticale tekst 2">
            <a:extLst>
              <a:ext uri="{FF2B5EF4-FFF2-40B4-BE49-F238E27FC236}">
                <a16:creationId xmlns:a16="http://schemas.microsoft.com/office/drawing/2014/main" id="{3B184817-515D-4870-8CED-0DECE6FF2FC8}"/>
              </a:ext>
            </a:extLst>
          </p:cNvPr>
          <p:cNvSpPr>
            <a:spLocks noGrp="1"/>
          </p:cNvSpPr>
          <p:nvPr>
            <p:ph type="body" orient="vert" idx="1" hasCustomPrompt="1"/>
          </p:nvPr>
        </p:nvSpPr>
        <p:spPr>
          <a:xfrm>
            <a:off x="7751363" y="1569104"/>
            <a:ext cx="3718399" cy="4431646"/>
          </a:xfrm>
        </p:spPr>
        <p:txBody>
          <a:bodyPr vert="horz"/>
          <a:lstStyle>
            <a:lvl1pPr>
              <a:buClr>
                <a:schemeClr val="bg1"/>
              </a:buClr>
              <a:defRPr>
                <a:solidFill>
                  <a:schemeClr val="bg1"/>
                </a:solidFill>
              </a:defRPr>
            </a:lvl1pPr>
            <a:lvl2pPr>
              <a:buClr>
                <a:schemeClr val="bg1"/>
              </a:buClr>
              <a:defRPr>
                <a:solidFill>
                  <a:schemeClr val="bg1"/>
                </a:solidFill>
              </a:defRPr>
            </a:lvl2pPr>
            <a:lvl3pPr>
              <a:defRPr>
                <a:solidFill>
                  <a:schemeClr val="bg1"/>
                </a:solidFill>
              </a:defRPr>
            </a:lvl3pPr>
            <a:lvl4pPr>
              <a:defRPr>
                <a:solidFill>
                  <a:schemeClr val="tx2"/>
                </a:solidFill>
              </a:defRPr>
            </a:lvl4pPr>
            <a:lvl5pPr>
              <a:defRPr b="0">
                <a:solidFill>
                  <a:schemeClr val="tx2"/>
                </a:solidFill>
              </a:defRPr>
            </a:lvl5pPr>
            <a:lvl6pPr>
              <a:defRPr b="0">
                <a:solidFill>
                  <a:schemeClr val="bg1"/>
                </a:solidFill>
              </a:defRPr>
            </a:lvl6pPr>
            <a:lvl7pPr>
              <a:buClr>
                <a:schemeClr val="bg1"/>
              </a:buClr>
              <a:defRPr>
                <a:solidFill>
                  <a:schemeClr val="bg1"/>
                </a:solidFill>
              </a:defRPr>
            </a:lvl7pPr>
            <a:lvl8pPr>
              <a:buClr>
                <a:schemeClr val="bg2"/>
              </a:buClr>
              <a:defRPr>
                <a:solidFill>
                  <a:schemeClr val="bg1"/>
                </a:solidFill>
              </a:defRPr>
            </a:lvl8pPr>
            <a:lvl9pPr>
              <a:defRPr>
                <a:solidFill>
                  <a:schemeClr val="bg1"/>
                </a:solidFill>
              </a:defRPr>
            </a:lvl9pPr>
          </a:lstStyle>
          <a:p>
            <a:pPr lvl="0"/>
            <a:r>
              <a:rPr lang="en-GB" noProof="0" dirty="0"/>
              <a:t>Bullet</a:t>
            </a:r>
          </a:p>
          <a:p>
            <a:pPr lvl="1"/>
            <a:r>
              <a:rPr lang="en-GB" noProof="0" dirty="0"/>
              <a:t>Sub-bullet </a:t>
            </a:r>
          </a:p>
          <a:p>
            <a:pPr lvl="2"/>
            <a:r>
              <a:rPr lang="en-GB" noProof="0" dirty="0"/>
              <a:t>Default text</a:t>
            </a:r>
            <a:br>
              <a:rPr lang="en-GB" noProof="0" dirty="0"/>
            </a:br>
            <a:endParaRPr lang="en-GB" noProof="0" dirty="0"/>
          </a:p>
          <a:p>
            <a:pPr lvl="3"/>
            <a:r>
              <a:rPr lang="en-GB" noProof="0" dirty="0"/>
              <a:t>Title/Quote</a:t>
            </a:r>
          </a:p>
          <a:p>
            <a:pPr lvl="4"/>
            <a:r>
              <a:rPr lang="en-GB" noProof="0" dirty="0"/>
              <a:t>Subtitle</a:t>
            </a:r>
          </a:p>
          <a:p>
            <a:pPr lvl="5"/>
            <a:r>
              <a:rPr lang="en-GB" noProof="0" dirty="0"/>
              <a:t>Default text</a:t>
            </a:r>
            <a:br>
              <a:rPr lang="en-GB" noProof="0" dirty="0"/>
            </a:br>
            <a:endParaRPr lang="en-GB" noProof="0" dirty="0"/>
          </a:p>
          <a:p>
            <a:pPr lvl="6"/>
            <a:r>
              <a:rPr lang="en-GB" noProof="0" dirty="0"/>
              <a:t>Numerical bullet</a:t>
            </a:r>
          </a:p>
          <a:p>
            <a:pPr lvl="7"/>
            <a:r>
              <a:rPr lang="en-GB" noProof="0" dirty="0"/>
              <a:t>Alphabetical bullet</a:t>
            </a:r>
          </a:p>
          <a:p>
            <a:pPr lvl="8"/>
            <a:r>
              <a:rPr lang="en-GB" noProof="0" dirty="0"/>
              <a:t>Source</a:t>
            </a:r>
          </a:p>
        </p:txBody>
      </p:sp>
      <p:sp>
        <p:nvSpPr>
          <p:cNvPr id="8" name="Rechthoek 7">
            <a:extLst>
              <a:ext uri="{FF2B5EF4-FFF2-40B4-BE49-F238E27FC236}">
                <a16:creationId xmlns:a16="http://schemas.microsoft.com/office/drawing/2014/main" id="{0F5F4741-7E9A-4CAB-94EB-11EAC243E80F}"/>
              </a:ext>
            </a:extLst>
          </p:cNvPr>
          <p:cNvSpPr/>
          <p:nvPr userDrawn="1"/>
        </p:nvSpPr>
        <p:spPr>
          <a:xfrm>
            <a:off x="0" y="-441330"/>
            <a:ext cx="3097002"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en-GB" sz="1800" b="1" cap="none" baseline="0" noProof="0" dirty="0">
                <a:solidFill>
                  <a:schemeClr val="accent1"/>
                </a:solidFill>
                <a:latin typeface="+mj-lt"/>
              </a:rPr>
              <a:t>Image (L) + text | blue mode</a:t>
            </a:r>
          </a:p>
        </p:txBody>
      </p:sp>
      <p:sp>
        <p:nvSpPr>
          <p:cNvPr id="2" name="Tijdelijke aanduiding voor datum 1">
            <a:extLst>
              <a:ext uri="{FF2B5EF4-FFF2-40B4-BE49-F238E27FC236}">
                <a16:creationId xmlns:a16="http://schemas.microsoft.com/office/drawing/2014/main" id="{D2CC7142-B29C-44C0-A766-50C559F83F0D}"/>
              </a:ext>
            </a:extLst>
          </p:cNvPr>
          <p:cNvSpPr>
            <a:spLocks noGrp="1"/>
          </p:cNvSpPr>
          <p:nvPr>
            <p:ph type="dt" sz="half" idx="14"/>
          </p:nvPr>
        </p:nvSpPr>
        <p:spPr/>
        <p:txBody>
          <a:bodyPr/>
          <a:lstStyle>
            <a:lvl1pPr>
              <a:defRPr>
                <a:solidFill>
                  <a:schemeClr val="bg1"/>
                </a:solidFill>
              </a:defRPr>
            </a:lvl1pPr>
          </a:lstStyle>
          <a:p>
            <a:r>
              <a:rPr lang="LID4096"/>
              <a:t>08/30/2024</a:t>
            </a:r>
            <a:endParaRPr lang="en-GB" dirty="0"/>
          </a:p>
        </p:txBody>
      </p:sp>
      <p:sp>
        <p:nvSpPr>
          <p:cNvPr id="5" name="Tijdelijke aanduiding voor dianummer 4">
            <a:extLst>
              <a:ext uri="{FF2B5EF4-FFF2-40B4-BE49-F238E27FC236}">
                <a16:creationId xmlns:a16="http://schemas.microsoft.com/office/drawing/2014/main" id="{CA4D5831-898C-467F-9278-A1AE8AFEACB0}"/>
              </a:ext>
            </a:extLst>
          </p:cNvPr>
          <p:cNvSpPr>
            <a:spLocks noGrp="1"/>
          </p:cNvSpPr>
          <p:nvPr>
            <p:ph type="sldNum" sz="quarter" idx="16"/>
          </p:nvPr>
        </p:nvSpPr>
        <p:spPr/>
        <p:txBody>
          <a:bodyPr/>
          <a:lstStyle>
            <a:lvl1pPr>
              <a:defRPr>
                <a:solidFill>
                  <a:schemeClr val="bg1"/>
                </a:solidFill>
              </a:defRPr>
            </a:lvl1pPr>
          </a:lstStyle>
          <a:p>
            <a:fld id="{9E843DB9-9987-4157-AB9C-CEA8D7D910BB}" type="slidenum">
              <a:rPr lang="en-GB" smtClean="0"/>
              <a:pPr/>
              <a:t>‹#›</a:t>
            </a:fld>
            <a:endParaRPr lang="en-GB" dirty="0"/>
          </a:p>
        </p:txBody>
      </p:sp>
      <p:sp>
        <p:nvSpPr>
          <p:cNvPr id="6" name="Titel 5">
            <a:extLst>
              <a:ext uri="{FF2B5EF4-FFF2-40B4-BE49-F238E27FC236}">
                <a16:creationId xmlns:a16="http://schemas.microsoft.com/office/drawing/2014/main" id="{E05E34B7-2C9E-9A98-E207-B06777DF2086}"/>
              </a:ext>
            </a:extLst>
          </p:cNvPr>
          <p:cNvSpPr>
            <a:spLocks noGrp="1"/>
          </p:cNvSpPr>
          <p:nvPr>
            <p:ph type="title" hasCustomPrompt="1"/>
          </p:nvPr>
        </p:nvSpPr>
        <p:spPr>
          <a:xfrm>
            <a:off x="7751710" y="722454"/>
            <a:ext cx="3718052" cy="323709"/>
          </a:xfrm>
        </p:spPr>
        <p:txBody>
          <a:bodyPr/>
          <a:lstStyle>
            <a:lvl1pPr>
              <a:defRPr>
                <a:solidFill>
                  <a:schemeClr val="tx2"/>
                </a:solidFill>
              </a:defRPr>
            </a:lvl1pPr>
          </a:lstStyle>
          <a:p>
            <a:r>
              <a:rPr lang="en-GB" noProof="0" dirty="0"/>
              <a:t>Title goes here</a:t>
            </a:r>
            <a:endParaRPr lang="en-GB" dirty="0"/>
          </a:p>
        </p:txBody>
      </p:sp>
      <p:sp>
        <p:nvSpPr>
          <p:cNvPr id="20" name="Tijdelijke aanduiding voor tekst 18">
            <a:extLst>
              <a:ext uri="{FF2B5EF4-FFF2-40B4-BE49-F238E27FC236}">
                <a16:creationId xmlns:a16="http://schemas.microsoft.com/office/drawing/2014/main" id="{D67C0CDF-DF54-BAD6-CE34-0D10178A4EC3}"/>
              </a:ext>
            </a:extLst>
          </p:cNvPr>
          <p:cNvSpPr>
            <a:spLocks noGrp="1"/>
          </p:cNvSpPr>
          <p:nvPr>
            <p:ph type="body" sz="quarter" idx="18" hasCustomPrompt="1"/>
          </p:nvPr>
        </p:nvSpPr>
        <p:spPr>
          <a:xfrm>
            <a:off x="-1" y="4094329"/>
            <a:ext cx="7035113" cy="2763672"/>
          </a:xfrm>
          <a:gradFill flip="none" rotWithShape="1">
            <a:gsLst>
              <a:gs pos="0">
                <a:schemeClr val="tx1">
                  <a:alpha val="29000"/>
                </a:schemeClr>
              </a:gs>
              <a:gs pos="48000">
                <a:schemeClr val="tx1">
                  <a:alpha val="0"/>
                </a:schemeClr>
              </a:gs>
            </a:gsLst>
            <a:lin ang="16200000" scaled="1"/>
            <a:tileRect/>
          </a:gradFill>
        </p:spPr>
        <p:txBody>
          <a:bodyPr/>
          <a:lstStyle>
            <a:lvl1pPr marL="0" indent="0">
              <a:buNone/>
              <a:defRPr sz="100">
                <a:solidFill>
                  <a:schemeClr val="tx2">
                    <a:alpha val="0"/>
                  </a:schemeClr>
                </a:solidFill>
              </a:defRPr>
            </a:lvl1pPr>
          </a:lstStyle>
          <a:p>
            <a:pPr lvl="0"/>
            <a:r>
              <a:rPr lang="en-GB" dirty="0"/>
              <a:t> </a:t>
            </a:r>
          </a:p>
        </p:txBody>
      </p:sp>
      <p:sp>
        <p:nvSpPr>
          <p:cNvPr id="19" name="Tijdelijke aanduiding voor tekst 18">
            <a:extLst>
              <a:ext uri="{FF2B5EF4-FFF2-40B4-BE49-F238E27FC236}">
                <a16:creationId xmlns:a16="http://schemas.microsoft.com/office/drawing/2014/main" id="{BE9B9236-02AD-4FF6-37E4-BA4CB5E71A38}"/>
              </a:ext>
            </a:extLst>
          </p:cNvPr>
          <p:cNvSpPr>
            <a:spLocks noGrp="1" noRot="1" noMove="1" noResize="1" noEditPoints="1" noAdjustHandles="1" noChangeArrowheads="1" noChangeShapeType="1"/>
          </p:cNvSpPr>
          <p:nvPr>
            <p:ph type="body" sz="quarter" idx="17" hasCustomPrompt="1"/>
          </p:nvPr>
        </p:nvSpPr>
        <p:spPr>
          <a:xfrm>
            <a:off x="720362" y="6216736"/>
            <a:ext cx="961200" cy="381600"/>
          </a:xfrm>
          <a:blipFill>
            <a:blip r:embed="rId2">
              <a:lum bright="100000"/>
              <a:extLst>
                <a:ext uri="{96DAC541-7B7A-43D3-8B79-37D633B846F1}">
                  <asvg:svgBlip xmlns:asvg="http://schemas.microsoft.com/office/drawing/2016/SVG/main" r:embed="rId3"/>
                </a:ext>
              </a:extLst>
            </a:blip>
            <a:srcRect/>
            <a:stretch>
              <a:fillRect t="53" b="53"/>
            </a:stretch>
          </a:blipFill>
        </p:spPr>
        <p:txBody>
          <a:bodyPr/>
          <a:lstStyle>
            <a:lvl1pPr marL="0" indent="0">
              <a:buNone/>
              <a:defRPr sz="100">
                <a:solidFill>
                  <a:schemeClr val="tx2">
                    <a:alpha val="0"/>
                  </a:schemeClr>
                </a:solidFill>
              </a:defRPr>
            </a:lvl1pPr>
          </a:lstStyle>
          <a:p>
            <a:pPr lvl="0"/>
            <a:r>
              <a:rPr lang="en-GB" dirty="0"/>
              <a:t> </a:t>
            </a:r>
          </a:p>
        </p:txBody>
      </p:sp>
      <p:grpSp>
        <p:nvGrpSpPr>
          <p:cNvPr id="4" name="INSTRUCTION">
            <a:extLst>
              <a:ext uri="{FF2B5EF4-FFF2-40B4-BE49-F238E27FC236}">
                <a16:creationId xmlns:a16="http://schemas.microsoft.com/office/drawing/2014/main" id="{F2CE8C7B-360C-FFE0-9E57-5AD6A1997D6F}"/>
              </a:ext>
            </a:extLst>
          </p:cNvPr>
          <p:cNvGrpSpPr/>
          <p:nvPr userDrawn="1"/>
        </p:nvGrpSpPr>
        <p:grpSpPr>
          <a:xfrm>
            <a:off x="12377595" y="0"/>
            <a:ext cx="3693386" cy="5359349"/>
            <a:chOff x="-3786437" y="0"/>
            <a:chExt cx="3693386" cy="5359349"/>
          </a:xfrm>
        </p:grpSpPr>
        <p:sp>
          <p:nvSpPr>
            <p:cNvPr id="7" name="Rechthoek 6">
              <a:extLst>
                <a:ext uri="{FF2B5EF4-FFF2-40B4-BE49-F238E27FC236}">
                  <a16:creationId xmlns:a16="http://schemas.microsoft.com/office/drawing/2014/main" id="{C5564012-1912-9450-5FB3-C2D99D9A0187}"/>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Choosing text levels</a:t>
              </a:r>
            </a:p>
          </p:txBody>
        </p:sp>
        <p:sp>
          <p:nvSpPr>
            <p:cNvPr id="10" name="Rechthoek 9">
              <a:extLst>
                <a:ext uri="{FF2B5EF4-FFF2-40B4-BE49-F238E27FC236}">
                  <a16:creationId xmlns:a16="http://schemas.microsoft.com/office/drawing/2014/main" id="{9F482477-B036-5D7E-2431-4686085ECED7}"/>
                </a:ext>
              </a:extLst>
            </p:cNvPr>
            <p:cNvSpPr/>
            <p:nvPr userDrawn="1"/>
          </p:nvSpPr>
          <p:spPr>
            <a:xfrm>
              <a:off x="-3786165" y="1707400"/>
              <a:ext cx="3593091" cy="2836018"/>
            </a:xfrm>
            <a:prstGeom prst="rect">
              <a:avLst/>
            </a:prstGeom>
            <a:solidFill>
              <a:schemeClr val="accent1"/>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 </a:t>
              </a:r>
            </a:p>
          </p:txBody>
        </p:sp>
        <p:sp>
          <p:nvSpPr>
            <p:cNvPr id="11" name="Ovaal 10">
              <a:extLst>
                <a:ext uri="{FF2B5EF4-FFF2-40B4-BE49-F238E27FC236}">
                  <a16:creationId xmlns:a16="http://schemas.microsoft.com/office/drawing/2014/main" id="{7C18B15F-8CB0-36CB-4132-022C379024B5}"/>
                </a:ext>
              </a:extLst>
            </p:cNvPr>
            <p:cNvSpPr/>
            <p:nvPr userDrawn="1"/>
          </p:nvSpPr>
          <p:spPr>
            <a:xfrm>
              <a:off x="-3604183" y="1837484"/>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1</a:t>
              </a:r>
            </a:p>
          </p:txBody>
        </p:sp>
        <p:sp>
          <p:nvSpPr>
            <p:cNvPr id="12" name="Rechthoek 11">
              <a:extLst>
                <a:ext uri="{FF2B5EF4-FFF2-40B4-BE49-F238E27FC236}">
                  <a16:creationId xmlns:a16="http://schemas.microsoft.com/office/drawing/2014/main" id="{2DB448D0-37D2-1E97-AE6E-6CB6EB87E8A6}"/>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357188" marR="0" lvl="0" indent="-357188" defTabSz="914400" eaLnBrk="1" fontAlgn="auto" latinLnBrk="0" hangingPunct="1">
                <a:lnSpc>
                  <a:spcPct val="100000"/>
                </a:lnSpc>
                <a:spcBef>
                  <a:spcPts val="600"/>
                </a:spcBef>
                <a:spcAft>
                  <a:spcPts val="600"/>
                </a:spcAft>
                <a:buClr>
                  <a:schemeClr val="bg1"/>
                </a:buClr>
                <a:buSzTx/>
                <a:buFont typeface="Calibri" panose="020F0502020204030204" pitchFamily="34" charset="0"/>
                <a:buChar char="•"/>
                <a:tabLst/>
                <a:defRPr/>
              </a:pPr>
              <a:r>
                <a:rPr kumimoji="0" lang="en-GB" sz="1400" b="0" i="0" u="none" strike="noStrike" kern="0" cap="none" spc="0" normalizeH="0" baseline="0" noProof="0" dirty="0">
                  <a:ln>
                    <a:noFill/>
                  </a:ln>
                  <a:solidFill>
                    <a:schemeClr val="bg1"/>
                  </a:solidFill>
                  <a:effectLst/>
                  <a:uLnTx/>
                  <a:uFillTx/>
                  <a:latin typeface="+mj-lt"/>
                  <a:cs typeface="Calibri" panose="020F0502020204030204" pitchFamily="34" charset="0"/>
                </a:rPr>
                <a:t>Bullet</a:t>
              </a:r>
            </a:p>
          </p:txBody>
        </p:sp>
        <p:sp>
          <p:nvSpPr>
            <p:cNvPr id="13" name="Ovaal 12">
              <a:extLst>
                <a:ext uri="{FF2B5EF4-FFF2-40B4-BE49-F238E27FC236}">
                  <a16:creationId xmlns:a16="http://schemas.microsoft.com/office/drawing/2014/main" id="{DECD613A-2768-135B-D788-E7D8831FAE78}"/>
                </a:ext>
              </a:extLst>
            </p:cNvPr>
            <p:cNvSpPr/>
            <p:nvPr userDrawn="1"/>
          </p:nvSpPr>
          <p:spPr>
            <a:xfrm>
              <a:off x="-3604183" y="2128768"/>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2</a:t>
              </a:r>
            </a:p>
          </p:txBody>
        </p:sp>
        <p:sp>
          <p:nvSpPr>
            <p:cNvPr id="14" name="Rechthoek 13">
              <a:extLst>
                <a:ext uri="{FF2B5EF4-FFF2-40B4-BE49-F238E27FC236}">
                  <a16:creationId xmlns:a16="http://schemas.microsoft.com/office/drawing/2014/main" id="{732C590C-39D9-6A87-B4BE-E667C01E00CC}"/>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Under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‘Home’</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use the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list level-buttons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to choose a text level. </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Choose from:</a:t>
              </a:r>
            </a:p>
          </p:txBody>
        </p:sp>
        <p:sp>
          <p:nvSpPr>
            <p:cNvPr id="15" name="Rechthoek 14">
              <a:extLst>
                <a:ext uri="{FF2B5EF4-FFF2-40B4-BE49-F238E27FC236}">
                  <a16:creationId xmlns:a16="http://schemas.microsoft.com/office/drawing/2014/main" id="{6D8C6019-E558-67A0-1DEB-1B99FBD3AEC4}"/>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715963" marR="0" lvl="0" indent="-358775" defTabSz="914400" eaLnBrk="1" fontAlgn="auto" latinLnBrk="0" hangingPunct="1">
                <a:lnSpc>
                  <a:spcPct val="100000"/>
                </a:lnSpc>
                <a:spcBef>
                  <a:spcPts val="600"/>
                </a:spcBef>
                <a:spcAft>
                  <a:spcPts val="600"/>
                </a:spcAft>
                <a:buClr>
                  <a:schemeClr val="bg1"/>
                </a:buClr>
                <a:buSzTx/>
                <a:buFont typeface="Calibri" panose="020F0502020204030204" pitchFamily="34" charset="0"/>
                <a:buChar char="•"/>
                <a:tabLst/>
                <a:defRPr/>
              </a:pPr>
              <a:r>
                <a:rPr kumimoji="0" lang="en-GB" sz="1400" b="0" i="0" u="none" strike="noStrike" kern="0" cap="none" spc="0" normalizeH="0" baseline="0" noProof="0" dirty="0">
                  <a:ln>
                    <a:noFill/>
                  </a:ln>
                  <a:solidFill>
                    <a:schemeClr val="bg1"/>
                  </a:solidFill>
                  <a:effectLst/>
                  <a:uLnTx/>
                  <a:uFillTx/>
                  <a:latin typeface="+mj-lt"/>
                  <a:cs typeface="Calibri" panose="020F0502020204030204" pitchFamily="34" charset="0"/>
                </a:rPr>
                <a:t>Sub-bullet </a:t>
              </a:r>
            </a:p>
          </p:txBody>
        </p:sp>
        <p:sp>
          <p:nvSpPr>
            <p:cNvPr id="16" name="Ovaal 15">
              <a:extLst>
                <a:ext uri="{FF2B5EF4-FFF2-40B4-BE49-F238E27FC236}">
                  <a16:creationId xmlns:a16="http://schemas.microsoft.com/office/drawing/2014/main" id="{763C2EAC-36A1-60E5-82F1-4542194264C6}"/>
                </a:ext>
              </a:extLst>
            </p:cNvPr>
            <p:cNvSpPr/>
            <p:nvPr userDrawn="1"/>
          </p:nvSpPr>
          <p:spPr>
            <a:xfrm>
              <a:off x="-3604183" y="2420052"/>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3</a:t>
              </a:r>
            </a:p>
          </p:txBody>
        </p:sp>
        <p:sp>
          <p:nvSpPr>
            <p:cNvPr id="17" name="Rechthoek 16">
              <a:extLst>
                <a:ext uri="{FF2B5EF4-FFF2-40B4-BE49-F238E27FC236}">
                  <a16:creationId xmlns:a16="http://schemas.microsoft.com/office/drawing/2014/main" id="{FB40DCBF-AB24-25E1-8F58-9F1241FDAFF5}"/>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1400" b="0" i="0" u="none" strike="noStrike" kern="0" cap="none" spc="0" normalizeH="0" baseline="0" noProof="0" dirty="0">
                  <a:ln>
                    <a:noFill/>
                  </a:ln>
                  <a:solidFill>
                    <a:schemeClr val="bg1"/>
                  </a:solidFill>
                  <a:effectLst/>
                  <a:uLnTx/>
                  <a:uFillTx/>
                  <a:latin typeface="+mj-lt"/>
                  <a:cs typeface="Calibri" panose="020F0502020204030204" pitchFamily="34" charset="0"/>
                </a:rPr>
                <a:t>Default text</a:t>
              </a:r>
            </a:p>
          </p:txBody>
        </p:sp>
        <p:sp>
          <p:nvSpPr>
            <p:cNvPr id="18" name="Ovaal 17">
              <a:extLst>
                <a:ext uri="{FF2B5EF4-FFF2-40B4-BE49-F238E27FC236}">
                  <a16:creationId xmlns:a16="http://schemas.microsoft.com/office/drawing/2014/main" id="{D21D15D5-7379-E56D-FEFC-980320947E6D}"/>
                </a:ext>
              </a:extLst>
            </p:cNvPr>
            <p:cNvSpPr/>
            <p:nvPr userDrawn="1"/>
          </p:nvSpPr>
          <p:spPr>
            <a:xfrm>
              <a:off x="-3604183" y="2711336"/>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4</a:t>
              </a:r>
            </a:p>
          </p:txBody>
        </p:sp>
        <p:sp>
          <p:nvSpPr>
            <p:cNvPr id="21" name="Rechthoek 20">
              <a:extLst>
                <a:ext uri="{FF2B5EF4-FFF2-40B4-BE49-F238E27FC236}">
                  <a16:creationId xmlns:a16="http://schemas.microsoft.com/office/drawing/2014/main" id="{46C415F4-0755-BCDA-3411-F3AB8ADD02B5}"/>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2400" b="1" i="0" u="none" strike="noStrike" kern="0" cap="none" spc="0" normalizeH="0" baseline="0" noProof="0" dirty="0">
                  <a:ln>
                    <a:noFill/>
                  </a:ln>
                  <a:solidFill>
                    <a:schemeClr val="tx1"/>
                  </a:solidFill>
                  <a:effectLst/>
                  <a:uLnTx/>
                  <a:uFillTx/>
                  <a:latin typeface="+mj-lt"/>
                  <a:cs typeface="Calibri" panose="020F0502020204030204" pitchFamily="34" charset="0"/>
                </a:rPr>
                <a:t>Title/Quote</a:t>
              </a:r>
            </a:p>
          </p:txBody>
        </p:sp>
        <p:sp>
          <p:nvSpPr>
            <p:cNvPr id="22" name="Ovaal 21">
              <a:extLst>
                <a:ext uri="{FF2B5EF4-FFF2-40B4-BE49-F238E27FC236}">
                  <a16:creationId xmlns:a16="http://schemas.microsoft.com/office/drawing/2014/main" id="{0D658161-325A-28F7-6955-43E9A2D0800C}"/>
                </a:ext>
              </a:extLst>
            </p:cNvPr>
            <p:cNvSpPr/>
            <p:nvPr userDrawn="1"/>
          </p:nvSpPr>
          <p:spPr>
            <a:xfrm>
              <a:off x="-3604183" y="3002620"/>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5</a:t>
              </a:r>
            </a:p>
          </p:txBody>
        </p:sp>
        <p:sp>
          <p:nvSpPr>
            <p:cNvPr id="23" name="Rechthoek 22">
              <a:extLst>
                <a:ext uri="{FF2B5EF4-FFF2-40B4-BE49-F238E27FC236}">
                  <a16:creationId xmlns:a16="http://schemas.microsoft.com/office/drawing/2014/main" id="{3C16F4D7-033E-39EF-3698-E52C4CFF82AF}"/>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1800" b="0" i="0" u="none" strike="noStrike" kern="0" cap="none" spc="0" normalizeH="0" baseline="0" noProof="0" dirty="0">
                  <a:ln>
                    <a:noFill/>
                  </a:ln>
                  <a:solidFill>
                    <a:schemeClr val="tx1"/>
                  </a:solidFill>
                  <a:effectLst/>
                  <a:uLnTx/>
                  <a:uFillTx/>
                  <a:latin typeface="+mj-lt"/>
                  <a:cs typeface="Calibri" panose="020F0502020204030204" pitchFamily="34" charset="0"/>
                </a:rPr>
                <a:t>Subtitle</a:t>
              </a:r>
            </a:p>
          </p:txBody>
        </p:sp>
        <p:sp>
          <p:nvSpPr>
            <p:cNvPr id="24" name="Ovaal 23">
              <a:extLst>
                <a:ext uri="{FF2B5EF4-FFF2-40B4-BE49-F238E27FC236}">
                  <a16:creationId xmlns:a16="http://schemas.microsoft.com/office/drawing/2014/main" id="{92DA9D1E-1316-8EAF-39C3-633F69188591}"/>
                </a:ext>
              </a:extLst>
            </p:cNvPr>
            <p:cNvSpPr/>
            <p:nvPr userDrawn="1"/>
          </p:nvSpPr>
          <p:spPr>
            <a:xfrm>
              <a:off x="-3604183" y="3293904"/>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6</a:t>
              </a:r>
            </a:p>
          </p:txBody>
        </p:sp>
        <p:sp>
          <p:nvSpPr>
            <p:cNvPr id="25" name="Rechthoek 24">
              <a:extLst>
                <a:ext uri="{FF2B5EF4-FFF2-40B4-BE49-F238E27FC236}">
                  <a16:creationId xmlns:a16="http://schemas.microsoft.com/office/drawing/2014/main" id="{C3811279-355F-46ED-11D2-C158074834BA}"/>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357188" marR="0" lvl="0" indent="-357188" defTabSz="914400" eaLnBrk="1" fontAlgn="auto" latinLnBrk="0" hangingPunct="1">
                <a:lnSpc>
                  <a:spcPct val="100000"/>
                </a:lnSpc>
                <a:spcBef>
                  <a:spcPts val="600"/>
                </a:spcBef>
                <a:spcAft>
                  <a:spcPts val="600"/>
                </a:spcAft>
                <a:buClr>
                  <a:schemeClr val="bg1"/>
                </a:buClr>
                <a:buSzTx/>
                <a:buFont typeface="+mj-lt"/>
                <a:buAutoNum type="arabicPeriod"/>
                <a:tabLst/>
                <a:defRPr/>
              </a:pPr>
              <a:r>
                <a:rPr kumimoji="0" lang="en-GB" sz="1400" b="0" i="0" u="none" strike="noStrike" kern="0" cap="none" spc="0" normalizeH="0" baseline="0" noProof="0" dirty="0">
                  <a:ln>
                    <a:noFill/>
                  </a:ln>
                  <a:solidFill>
                    <a:schemeClr val="bg1"/>
                  </a:solidFill>
                  <a:effectLst/>
                  <a:uLnTx/>
                  <a:uFillTx/>
                  <a:latin typeface="+mj-lt"/>
                  <a:cs typeface="Calibri" panose="020F0502020204030204" pitchFamily="34" charset="0"/>
                </a:rPr>
                <a:t>Numerical bullet</a:t>
              </a:r>
            </a:p>
          </p:txBody>
        </p:sp>
        <p:sp>
          <p:nvSpPr>
            <p:cNvPr id="26" name="Ovaal 25">
              <a:extLst>
                <a:ext uri="{FF2B5EF4-FFF2-40B4-BE49-F238E27FC236}">
                  <a16:creationId xmlns:a16="http://schemas.microsoft.com/office/drawing/2014/main" id="{2CD76153-E7AE-B444-343F-F0925ACA915E}"/>
                </a:ext>
              </a:extLst>
            </p:cNvPr>
            <p:cNvSpPr/>
            <p:nvPr userDrawn="1"/>
          </p:nvSpPr>
          <p:spPr>
            <a:xfrm>
              <a:off x="-3604183" y="3585188"/>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7</a:t>
              </a:r>
            </a:p>
          </p:txBody>
        </p:sp>
        <p:sp>
          <p:nvSpPr>
            <p:cNvPr id="27" name="Rechthoek 26">
              <a:extLst>
                <a:ext uri="{FF2B5EF4-FFF2-40B4-BE49-F238E27FC236}">
                  <a16:creationId xmlns:a16="http://schemas.microsoft.com/office/drawing/2014/main" id="{DD3D3F60-DBFA-8C2F-8866-FBEEEE8579ED}"/>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342900" marR="0" lvl="0" indent="-342900" defTabSz="914400" eaLnBrk="1" fontAlgn="auto" latinLnBrk="0" hangingPunct="1">
                <a:lnSpc>
                  <a:spcPct val="100000"/>
                </a:lnSpc>
                <a:spcBef>
                  <a:spcPts val="600"/>
                </a:spcBef>
                <a:spcAft>
                  <a:spcPts val="600"/>
                </a:spcAft>
                <a:buClr>
                  <a:schemeClr val="bg1"/>
                </a:buClr>
                <a:buSzTx/>
                <a:buFont typeface="+mj-lt"/>
                <a:buAutoNum type="alphaLcPeriod"/>
                <a:tabLst/>
                <a:defRPr/>
              </a:pPr>
              <a:r>
                <a:rPr kumimoji="0" lang="en-GB" sz="1400" b="0" i="0" u="none" strike="noStrike" kern="0" cap="none" spc="0" normalizeH="0" baseline="0" noProof="0" dirty="0">
                  <a:ln>
                    <a:noFill/>
                  </a:ln>
                  <a:solidFill>
                    <a:schemeClr val="bg1"/>
                  </a:solidFill>
                  <a:effectLst/>
                  <a:uLnTx/>
                  <a:uFillTx/>
                  <a:latin typeface="+mj-lt"/>
                  <a:cs typeface="Calibri" panose="020F0502020204030204" pitchFamily="34" charset="0"/>
                </a:rPr>
                <a:t>Alphabetical bullet</a:t>
              </a:r>
            </a:p>
          </p:txBody>
        </p:sp>
        <p:sp>
          <p:nvSpPr>
            <p:cNvPr id="28" name="Ovaal 27">
              <a:extLst>
                <a:ext uri="{FF2B5EF4-FFF2-40B4-BE49-F238E27FC236}">
                  <a16:creationId xmlns:a16="http://schemas.microsoft.com/office/drawing/2014/main" id="{0451C1E2-471C-8B47-F19F-A20F42365765}"/>
                </a:ext>
              </a:extLst>
            </p:cNvPr>
            <p:cNvSpPr/>
            <p:nvPr userDrawn="1"/>
          </p:nvSpPr>
          <p:spPr>
            <a:xfrm>
              <a:off x="-3604183" y="3876472"/>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8</a:t>
              </a:r>
            </a:p>
          </p:txBody>
        </p:sp>
        <p:sp>
          <p:nvSpPr>
            <p:cNvPr id="29" name="Rechthoek 28">
              <a:extLst>
                <a:ext uri="{FF2B5EF4-FFF2-40B4-BE49-F238E27FC236}">
                  <a16:creationId xmlns:a16="http://schemas.microsoft.com/office/drawing/2014/main" id="{203E4EA4-74F1-86D2-871D-232F972F5058}"/>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tx1"/>
                </a:buClr>
                <a:buSzTx/>
                <a:buFont typeface="Calibri" panose="020F0502020204030204" pitchFamily="34" charset="0"/>
                <a:buNone/>
                <a:tabLst/>
                <a:defRPr/>
              </a:pPr>
              <a:r>
                <a:rPr kumimoji="0" lang="en-GB" sz="1200" b="0" i="1" u="none" strike="noStrike" kern="0" cap="none" spc="0" normalizeH="0" baseline="0" noProof="0" dirty="0">
                  <a:ln>
                    <a:noFill/>
                  </a:ln>
                  <a:solidFill>
                    <a:schemeClr val="bg1"/>
                  </a:solidFill>
                  <a:effectLst/>
                  <a:uLnTx/>
                  <a:uFillTx/>
                  <a:latin typeface="+mj-lt"/>
                  <a:cs typeface="Calibri" panose="020F0502020204030204" pitchFamily="34" charset="0"/>
                </a:rPr>
                <a:t>Source</a:t>
              </a:r>
            </a:p>
          </p:txBody>
        </p:sp>
        <p:sp>
          <p:nvSpPr>
            <p:cNvPr id="30" name="Ovaal 29">
              <a:extLst>
                <a:ext uri="{FF2B5EF4-FFF2-40B4-BE49-F238E27FC236}">
                  <a16:creationId xmlns:a16="http://schemas.microsoft.com/office/drawing/2014/main" id="{E09AEEB4-7905-4EC1-E1AB-10C2E52585AF}"/>
                </a:ext>
              </a:extLst>
            </p:cNvPr>
            <p:cNvSpPr/>
            <p:nvPr userDrawn="1"/>
          </p:nvSpPr>
          <p:spPr>
            <a:xfrm>
              <a:off x="-3604183" y="4168594"/>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9</a:t>
              </a:r>
            </a:p>
          </p:txBody>
        </p:sp>
        <p:sp>
          <p:nvSpPr>
            <p:cNvPr id="31" name="Rechthoek 30">
              <a:extLst>
                <a:ext uri="{FF2B5EF4-FFF2-40B4-BE49-F238E27FC236}">
                  <a16:creationId xmlns:a16="http://schemas.microsoft.com/office/drawing/2014/main" id="{DAFB141D-4210-F056-0EC0-7C95C7E13A0B}"/>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1400" b="0" i="0" u="none" strike="noStrike" kern="0" cap="none" spc="0" normalizeH="0" baseline="0" noProof="0" dirty="0">
                  <a:ln>
                    <a:noFill/>
                  </a:ln>
                  <a:solidFill>
                    <a:schemeClr val="bg1"/>
                  </a:solidFill>
                  <a:effectLst/>
                  <a:uLnTx/>
                  <a:uFillTx/>
                  <a:latin typeface="+mj-lt"/>
                  <a:cs typeface="Calibri" panose="020F0502020204030204" pitchFamily="34" charset="0"/>
                </a:rPr>
                <a:t>Default text</a:t>
              </a:r>
            </a:p>
          </p:txBody>
        </p:sp>
        <p:sp>
          <p:nvSpPr>
            <p:cNvPr id="32" name="Rechthoek 31">
              <a:extLst>
                <a:ext uri="{FF2B5EF4-FFF2-40B4-BE49-F238E27FC236}">
                  <a16:creationId xmlns:a16="http://schemas.microsoft.com/office/drawing/2014/main" id="{0FD5EE1E-05D7-6BAE-8011-5C42CE77ABAF}"/>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grpSp>
          <p:nvGrpSpPr>
            <p:cNvPr id="33" name="ICOON_info">
              <a:extLst>
                <a:ext uri="{FF2B5EF4-FFF2-40B4-BE49-F238E27FC236}">
                  <a16:creationId xmlns:a16="http://schemas.microsoft.com/office/drawing/2014/main" id="{4A367698-9FDD-9329-42AE-CA1338F81F9A}"/>
                </a:ext>
              </a:extLst>
            </p:cNvPr>
            <p:cNvGrpSpPr/>
            <p:nvPr userDrawn="1"/>
          </p:nvGrpSpPr>
          <p:grpSpPr>
            <a:xfrm>
              <a:off x="-376736" y="4400186"/>
              <a:ext cx="283685" cy="283685"/>
              <a:chOff x="-510741" y="5913713"/>
              <a:chExt cx="267555" cy="267555"/>
            </a:xfrm>
          </p:grpSpPr>
          <p:sp>
            <p:nvSpPr>
              <p:cNvPr id="81" name="Ovaal 80">
                <a:extLst>
                  <a:ext uri="{FF2B5EF4-FFF2-40B4-BE49-F238E27FC236}">
                    <a16:creationId xmlns:a16="http://schemas.microsoft.com/office/drawing/2014/main" id="{34BBE4E7-3B8E-DD1F-E079-1533483E5E3F}"/>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82" name="Graphic 163" descr="Informatie">
                <a:extLst>
                  <a:ext uri="{FF2B5EF4-FFF2-40B4-BE49-F238E27FC236}">
                    <a16:creationId xmlns:a16="http://schemas.microsoft.com/office/drawing/2014/main" id="{D1755EB3-38C6-3692-0173-FC6AA22741A1}"/>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34" name="VOORBEELD">
              <a:extLst>
                <a:ext uri="{FF2B5EF4-FFF2-40B4-BE49-F238E27FC236}">
                  <a16:creationId xmlns:a16="http://schemas.microsoft.com/office/drawing/2014/main" id="{74093231-30A3-00A7-4C66-1601A7768CDC}"/>
                </a:ext>
              </a:extLst>
            </p:cNvPr>
            <p:cNvGrpSpPr/>
            <p:nvPr userDrawn="1"/>
          </p:nvGrpSpPr>
          <p:grpSpPr>
            <a:xfrm>
              <a:off x="-3605171" y="458674"/>
              <a:ext cx="3234311" cy="558875"/>
              <a:chOff x="-3605171" y="458674"/>
              <a:chExt cx="3234311" cy="558875"/>
            </a:xfrm>
          </p:grpSpPr>
          <p:sp>
            <p:nvSpPr>
              <p:cNvPr id="41" name="Rechthoek 40">
                <a:extLst>
                  <a:ext uri="{FF2B5EF4-FFF2-40B4-BE49-F238E27FC236}">
                    <a16:creationId xmlns:a16="http://schemas.microsoft.com/office/drawing/2014/main" id="{8F03249D-AAD0-68D8-8C2F-368CFBDB3993}"/>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en-GB" sz="900" b="1" noProof="0" dirty="0">
                    <a:solidFill>
                      <a:srgbClr val="211F26"/>
                    </a:solidFill>
                    <a:latin typeface="Calibri" panose="020F0502020204030204" pitchFamily="34" charset="0"/>
                    <a:cs typeface="Calibri" panose="020F0502020204030204" pitchFamily="34" charset="0"/>
                  </a:rPr>
                  <a:t>Home</a:t>
                </a:r>
              </a:p>
            </p:txBody>
          </p:sp>
          <p:sp>
            <p:nvSpPr>
              <p:cNvPr id="42" name="Rechthoek 41">
                <a:extLst>
                  <a:ext uri="{FF2B5EF4-FFF2-40B4-BE49-F238E27FC236}">
                    <a16:creationId xmlns:a16="http://schemas.microsoft.com/office/drawing/2014/main" id="{6CB16A27-0EA7-DDA1-485D-1879EC47550C}"/>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nvGrpSpPr>
              <p:cNvPr id="43" name="Groep 42">
                <a:extLst>
                  <a:ext uri="{FF2B5EF4-FFF2-40B4-BE49-F238E27FC236}">
                    <a16:creationId xmlns:a16="http://schemas.microsoft.com/office/drawing/2014/main" id="{5DDF132B-FB9C-78D9-3F26-D9F110CF73BF}"/>
                  </a:ext>
                </a:extLst>
              </p:cNvPr>
              <p:cNvGrpSpPr/>
              <p:nvPr userDrawn="1"/>
            </p:nvGrpSpPr>
            <p:grpSpPr>
              <a:xfrm>
                <a:off x="-3386247" y="830871"/>
                <a:ext cx="139423" cy="109566"/>
                <a:chOff x="-2866744" y="827071"/>
                <a:chExt cx="168701" cy="132575"/>
              </a:xfrm>
            </p:grpSpPr>
            <p:grpSp>
              <p:nvGrpSpPr>
                <p:cNvPr id="74" name="Groep 73">
                  <a:extLst>
                    <a:ext uri="{FF2B5EF4-FFF2-40B4-BE49-F238E27FC236}">
                      <a16:creationId xmlns:a16="http://schemas.microsoft.com/office/drawing/2014/main" id="{144C11BC-4810-5E1C-B34A-BA233A22BE73}"/>
                    </a:ext>
                  </a:extLst>
                </p:cNvPr>
                <p:cNvGrpSpPr/>
                <p:nvPr userDrawn="1"/>
              </p:nvGrpSpPr>
              <p:grpSpPr>
                <a:xfrm>
                  <a:off x="-2866744" y="827071"/>
                  <a:ext cx="168701" cy="132575"/>
                  <a:chOff x="-2866744" y="827071"/>
                  <a:chExt cx="168701" cy="132575"/>
                </a:xfrm>
              </p:grpSpPr>
              <p:cxnSp>
                <p:nvCxnSpPr>
                  <p:cNvPr id="76" name="Rechte verbindingslijn 75">
                    <a:extLst>
                      <a:ext uri="{FF2B5EF4-FFF2-40B4-BE49-F238E27FC236}">
                        <a16:creationId xmlns:a16="http://schemas.microsoft.com/office/drawing/2014/main" id="{46BD0B0D-D8DF-F59B-04FD-D838EBA4973B}"/>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7" name="Rechte verbindingslijn 76">
                    <a:extLst>
                      <a:ext uri="{FF2B5EF4-FFF2-40B4-BE49-F238E27FC236}">
                        <a16:creationId xmlns:a16="http://schemas.microsoft.com/office/drawing/2014/main" id="{E720DFC0-4D28-B137-27A2-C0B189183B74}"/>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8" name="Rechte verbindingslijn 77">
                    <a:extLst>
                      <a:ext uri="{FF2B5EF4-FFF2-40B4-BE49-F238E27FC236}">
                        <a16:creationId xmlns:a16="http://schemas.microsoft.com/office/drawing/2014/main" id="{1118595D-1200-7858-5D9C-7A238486B174}"/>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9" name="Rechte verbindingslijn 78">
                    <a:extLst>
                      <a:ext uri="{FF2B5EF4-FFF2-40B4-BE49-F238E27FC236}">
                        <a16:creationId xmlns:a16="http://schemas.microsoft.com/office/drawing/2014/main" id="{B26C46AD-0B66-9D7C-9FC4-8A16A53D1166}"/>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80" name="Rechte verbindingslijn 79">
                    <a:extLst>
                      <a:ext uri="{FF2B5EF4-FFF2-40B4-BE49-F238E27FC236}">
                        <a16:creationId xmlns:a16="http://schemas.microsoft.com/office/drawing/2014/main" id="{055A3277-E624-18B6-D19A-275071054469}"/>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5" name="Pijl: rechts 74">
                  <a:extLst>
                    <a:ext uri="{FF2B5EF4-FFF2-40B4-BE49-F238E27FC236}">
                      <a16:creationId xmlns:a16="http://schemas.microsoft.com/office/drawing/2014/main" id="{2315519A-4B0E-0B2F-4460-D58FE51B0214}"/>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44" name="Groep 43">
                <a:extLst>
                  <a:ext uri="{FF2B5EF4-FFF2-40B4-BE49-F238E27FC236}">
                    <a16:creationId xmlns:a16="http://schemas.microsoft.com/office/drawing/2014/main" id="{526EC352-36FE-8142-03BE-04B569AFE72A}"/>
                  </a:ext>
                </a:extLst>
              </p:cNvPr>
              <p:cNvGrpSpPr/>
              <p:nvPr userDrawn="1"/>
            </p:nvGrpSpPr>
            <p:grpSpPr>
              <a:xfrm>
                <a:off x="-3605171" y="830871"/>
                <a:ext cx="139423" cy="109566"/>
                <a:chOff x="-2866744" y="518074"/>
                <a:chExt cx="168701" cy="132575"/>
              </a:xfrm>
            </p:grpSpPr>
            <p:grpSp>
              <p:nvGrpSpPr>
                <p:cNvPr id="67" name="Groep 66">
                  <a:extLst>
                    <a:ext uri="{FF2B5EF4-FFF2-40B4-BE49-F238E27FC236}">
                      <a16:creationId xmlns:a16="http://schemas.microsoft.com/office/drawing/2014/main" id="{09632EB7-48E0-71E7-BDF7-D925658DD910}"/>
                    </a:ext>
                  </a:extLst>
                </p:cNvPr>
                <p:cNvGrpSpPr/>
                <p:nvPr userDrawn="1"/>
              </p:nvGrpSpPr>
              <p:grpSpPr>
                <a:xfrm>
                  <a:off x="-2866744" y="518074"/>
                  <a:ext cx="168701" cy="132575"/>
                  <a:chOff x="-2866744" y="518074"/>
                  <a:chExt cx="168701" cy="132575"/>
                </a:xfrm>
              </p:grpSpPr>
              <p:cxnSp>
                <p:nvCxnSpPr>
                  <p:cNvPr id="69" name="Rechte verbindingslijn 68">
                    <a:extLst>
                      <a:ext uri="{FF2B5EF4-FFF2-40B4-BE49-F238E27FC236}">
                        <a16:creationId xmlns:a16="http://schemas.microsoft.com/office/drawing/2014/main" id="{ED2F9E54-A731-26FD-A767-68E6701FDC8C}"/>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70" name="Rechte verbindingslijn 69">
                    <a:extLst>
                      <a:ext uri="{FF2B5EF4-FFF2-40B4-BE49-F238E27FC236}">
                        <a16:creationId xmlns:a16="http://schemas.microsoft.com/office/drawing/2014/main" id="{939AC02C-9082-7147-1CC1-8D1C6569CE86}"/>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71" name="Rechte verbindingslijn 70">
                    <a:extLst>
                      <a:ext uri="{FF2B5EF4-FFF2-40B4-BE49-F238E27FC236}">
                        <a16:creationId xmlns:a16="http://schemas.microsoft.com/office/drawing/2014/main" id="{5396A51E-9B20-C56D-AE39-E19FF2B3A7B9}"/>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72" name="Rechte verbindingslijn 71">
                    <a:extLst>
                      <a:ext uri="{FF2B5EF4-FFF2-40B4-BE49-F238E27FC236}">
                        <a16:creationId xmlns:a16="http://schemas.microsoft.com/office/drawing/2014/main" id="{C17FC455-FD73-4D26-3461-CDB12A0C0CC3}"/>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73" name="Rechte verbindingslijn 72">
                    <a:extLst>
                      <a:ext uri="{FF2B5EF4-FFF2-40B4-BE49-F238E27FC236}">
                        <a16:creationId xmlns:a16="http://schemas.microsoft.com/office/drawing/2014/main" id="{C11482E8-ACF8-FDA8-220C-812C900BA8E9}"/>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8" name="Pijl: rechts 67">
                  <a:extLst>
                    <a:ext uri="{FF2B5EF4-FFF2-40B4-BE49-F238E27FC236}">
                      <a16:creationId xmlns:a16="http://schemas.microsoft.com/office/drawing/2014/main" id="{A9AAFCDC-9F4D-37E6-2766-CB1B18CB15CC}"/>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cxnSp>
            <p:nvCxnSpPr>
              <p:cNvPr id="45" name="Rechte verbindingslijn 44">
                <a:extLst>
                  <a:ext uri="{FF2B5EF4-FFF2-40B4-BE49-F238E27FC236}">
                    <a16:creationId xmlns:a16="http://schemas.microsoft.com/office/drawing/2014/main" id="{363AD987-1161-2872-1491-35E77880AF42}"/>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46" name="Rechte verbindingslijn 45">
                <a:extLst>
                  <a:ext uri="{FF2B5EF4-FFF2-40B4-BE49-F238E27FC236}">
                    <a16:creationId xmlns:a16="http://schemas.microsoft.com/office/drawing/2014/main" id="{A5F2F453-F46E-4600-23E1-7B0C68AEAB53}"/>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47" name="Rechthoek 46">
                <a:extLst>
                  <a:ext uri="{FF2B5EF4-FFF2-40B4-BE49-F238E27FC236}">
                    <a16:creationId xmlns:a16="http://schemas.microsoft.com/office/drawing/2014/main" id="{DF25AE5A-8195-91AF-E8B8-C86C0A10510C}"/>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Text level down</a:t>
                </a:r>
              </a:p>
            </p:txBody>
          </p:sp>
          <p:sp>
            <p:nvSpPr>
              <p:cNvPr id="48" name="Rechthoek 47">
                <a:extLst>
                  <a:ext uri="{FF2B5EF4-FFF2-40B4-BE49-F238E27FC236}">
                    <a16:creationId xmlns:a16="http://schemas.microsoft.com/office/drawing/2014/main" id="{ACACE095-809D-92CE-852E-91F4A2A46A10}"/>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Text level up</a:t>
                </a:r>
              </a:p>
            </p:txBody>
          </p:sp>
          <p:grpSp>
            <p:nvGrpSpPr>
              <p:cNvPr id="49" name="Groep 48">
                <a:extLst>
                  <a:ext uri="{FF2B5EF4-FFF2-40B4-BE49-F238E27FC236}">
                    <a16:creationId xmlns:a16="http://schemas.microsoft.com/office/drawing/2014/main" id="{45509355-2089-447A-20C1-E20B857B1926}"/>
                  </a:ext>
                </a:extLst>
              </p:cNvPr>
              <p:cNvGrpSpPr/>
              <p:nvPr userDrawn="1"/>
            </p:nvGrpSpPr>
            <p:grpSpPr>
              <a:xfrm>
                <a:off x="-2916763" y="769168"/>
                <a:ext cx="268738" cy="248381"/>
                <a:chOff x="-2916763" y="769168"/>
                <a:chExt cx="268738" cy="248381"/>
              </a:xfrm>
            </p:grpSpPr>
            <p:sp>
              <p:nvSpPr>
                <p:cNvPr id="59" name="Rechthoek 58">
                  <a:extLst>
                    <a:ext uri="{FF2B5EF4-FFF2-40B4-BE49-F238E27FC236}">
                      <a16:creationId xmlns:a16="http://schemas.microsoft.com/office/drawing/2014/main" id="{9C433AA5-6AC2-FA6D-AE2E-4B4370D97455}"/>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en-GB" sz="1050" b="0" noProof="0" dirty="0">
                    <a:solidFill>
                      <a:srgbClr val="211F26"/>
                    </a:solidFill>
                    <a:latin typeface="Calibri" panose="020F0502020204030204" pitchFamily="34" charset="0"/>
                    <a:cs typeface="Calibri" panose="020F0502020204030204" pitchFamily="34" charset="0"/>
                  </a:endParaRPr>
                </a:p>
              </p:txBody>
            </p:sp>
            <p:grpSp>
              <p:nvGrpSpPr>
                <p:cNvPr id="60" name="Groep 59">
                  <a:extLst>
                    <a:ext uri="{FF2B5EF4-FFF2-40B4-BE49-F238E27FC236}">
                      <a16:creationId xmlns:a16="http://schemas.microsoft.com/office/drawing/2014/main" id="{6CC64A8F-EFC7-5128-A869-F4DB4BEC45F8}"/>
                    </a:ext>
                  </a:extLst>
                </p:cNvPr>
                <p:cNvGrpSpPr/>
                <p:nvPr userDrawn="1"/>
              </p:nvGrpSpPr>
              <p:grpSpPr>
                <a:xfrm>
                  <a:off x="-2866744" y="827071"/>
                  <a:ext cx="168701" cy="132575"/>
                  <a:chOff x="-2866744" y="827071"/>
                  <a:chExt cx="168701" cy="132575"/>
                </a:xfrm>
              </p:grpSpPr>
              <p:cxnSp>
                <p:nvCxnSpPr>
                  <p:cNvPr id="62" name="Rechte verbindingslijn 61">
                    <a:extLst>
                      <a:ext uri="{FF2B5EF4-FFF2-40B4-BE49-F238E27FC236}">
                        <a16:creationId xmlns:a16="http://schemas.microsoft.com/office/drawing/2014/main" id="{C5054BE0-1632-D53A-02FE-C86830FDBFDE}"/>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63" name="Rechte verbindingslijn 62">
                    <a:extLst>
                      <a:ext uri="{FF2B5EF4-FFF2-40B4-BE49-F238E27FC236}">
                        <a16:creationId xmlns:a16="http://schemas.microsoft.com/office/drawing/2014/main" id="{73EAD92F-51AB-3C12-2F56-452291C94AD6}"/>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64" name="Rechte verbindingslijn 63">
                    <a:extLst>
                      <a:ext uri="{FF2B5EF4-FFF2-40B4-BE49-F238E27FC236}">
                        <a16:creationId xmlns:a16="http://schemas.microsoft.com/office/drawing/2014/main" id="{1CD778D7-33A5-C84C-13B6-E60FD9A93428}"/>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5" name="Rechte verbindingslijn 64">
                    <a:extLst>
                      <a:ext uri="{FF2B5EF4-FFF2-40B4-BE49-F238E27FC236}">
                        <a16:creationId xmlns:a16="http://schemas.microsoft.com/office/drawing/2014/main" id="{3C54E428-7FED-2343-FD61-273FF063EAF9}"/>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6" name="Rechte verbindingslijn 65">
                    <a:extLst>
                      <a:ext uri="{FF2B5EF4-FFF2-40B4-BE49-F238E27FC236}">
                        <a16:creationId xmlns:a16="http://schemas.microsoft.com/office/drawing/2014/main" id="{D7A7612C-6FEF-938C-EAC4-55A9BEB814AA}"/>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61" name="Pijl: rechts 60">
                  <a:extLst>
                    <a:ext uri="{FF2B5EF4-FFF2-40B4-BE49-F238E27FC236}">
                      <a16:creationId xmlns:a16="http://schemas.microsoft.com/office/drawing/2014/main" id="{C30FD48E-B893-3404-64C1-5CC8ACC369C4}"/>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50" name="Groep 49">
                <a:extLst>
                  <a:ext uri="{FF2B5EF4-FFF2-40B4-BE49-F238E27FC236}">
                    <a16:creationId xmlns:a16="http://schemas.microsoft.com/office/drawing/2014/main" id="{FFAB11BA-864A-1D5F-B220-8DD3A10A3E8E}"/>
                  </a:ext>
                </a:extLst>
              </p:cNvPr>
              <p:cNvGrpSpPr/>
              <p:nvPr userDrawn="1"/>
            </p:nvGrpSpPr>
            <p:grpSpPr>
              <a:xfrm>
                <a:off x="-2916763" y="460171"/>
                <a:ext cx="268738" cy="248381"/>
                <a:chOff x="-2916763" y="460171"/>
                <a:chExt cx="268738" cy="248381"/>
              </a:xfrm>
            </p:grpSpPr>
            <p:sp>
              <p:nvSpPr>
                <p:cNvPr id="51" name="Rechthoek 50">
                  <a:extLst>
                    <a:ext uri="{FF2B5EF4-FFF2-40B4-BE49-F238E27FC236}">
                      <a16:creationId xmlns:a16="http://schemas.microsoft.com/office/drawing/2014/main" id="{63179556-C1DD-7952-5E45-4213386037CB}"/>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en-GB" sz="1050" b="0" noProof="0" dirty="0">
                    <a:solidFill>
                      <a:srgbClr val="211F26"/>
                    </a:solidFill>
                    <a:latin typeface="Calibri" panose="020F0502020204030204" pitchFamily="34" charset="0"/>
                    <a:cs typeface="Calibri" panose="020F0502020204030204" pitchFamily="34" charset="0"/>
                  </a:endParaRPr>
                </a:p>
              </p:txBody>
            </p:sp>
            <p:grpSp>
              <p:nvGrpSpPr>
                <p:cNvPr id="52" name="Groep 51">
                  <a:extLst>
                    <a:ext uri="{FF2B5EF4-FFF2-40B4-BE49-F238E27FC236}">
                      <a16:creationId xmlns:a16="http://schemas.microsoft.com/office/drawing/2014/main" id="{1E2AF22F-473C-A6E8-F63C-21666C95052D}"/>
                    </a:ext>
                  </a:extLst>
                </p:cNvPr>
                <p:cNvGrpSpPr/>
                <p:nvPr userDrawn="1"/>
              </p:nvGrpSpPr>
              <p:grpSpPr>
                <a:xfrm>
                  <a:off x="-2866744" y="518074"/>
                  <a:ext cx="168701" cy="132575"/>
                  <a:chOff x="-2866744" y="518074"/>
                  <a:chExt cx="168701" cy="132575"/>
                </a:xfrm>
              </p:grpSpPr>
              <p:cxnSp>
                <p:nvCxnSpPr>
                  <p:cNvPr id="54" name="Rechte verbindingslijn 53">
                    <a:extLst>
                      <a:ext uri="{FF2B5EF4-FFF2-40B4-BE49-F238E27FC236}">
                        <a16:creationId xmlns:a16="http://schemas.microsoft.com/office/drawing/2014/main" id="{1760650E-CC90-10A4-5154-0571AB789877}"/>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5" name="Rechte verbindingslijn 54">
                    <a:extLst>
                      <a:ext uri="{FF2B5EF4-FFF2-40B4-BE49-F238E27FC236}">
                        <a16:creationId xmlns:a16="http://schemas.microsoft.com/office/drawing/2014/main" id="{2A3E8100-7EDE-6785-4843-98958C8C7D5A}"/>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6" name="Rechte verbindingslijn 55">
                    <a:extLst>
                      <a:ext uri="{FF2B5EF4-FFF2-40B4-BE49-F238E27FC236}">
                        <a16:creationId xmlns:a16="http://schemas.microsoft.com/office/drawing/2014/main" id="{2A3C1821-A1A1-ED03-F727-85DC1CE11DBE}"/>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7" name="Rechte verbindingslijn 56">
                    <a:extLst>
                      <a:ext uri="{FF2B5EF4-FFF2-40B4-BE49-F238E27FC236}">
                        <a16:creationId xmlns:a16="http://schemas.microsoft.com/office/drawing/2014/main" id="{6444AD83-3460-AAA2-AC09-1EFE16037AF3}"/>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8" name="Rechte verbindingslijn 57">
                    <a:extLst>
                      <a:ext uri="{FF2B5EF4-FFF2-40B4-BE49-F238E27FC236}">
                        <a16:creationId xmlns:a16="http://schemas.microsoft.com/office/drawing/2014/main" id="{4F3C2A51-65C6-6739-7B12-855ED168D35D}"/>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53" name="Pijl: rechts 52">
                  <a:extLst>
                    <a:ext uri="{FF2B5EF4-FFF2-40B4-BE49-F238E27FC236}">
                      <a16:creationId xmlns:a16="http://schemas.microsoft.com/office/drawing/2014/main" id="{D168D7AF-E66C-9D68-F29D-12B56BDC2992}"/>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grpSp>
          <p:nvGrpSpPr>
            <p:cNvPr id="35" name="Groep 34">
              <a:extLst>
                <a:ext uri="{FF2B5EF4-FFF2-40B4-BE49-F238E27FC236}">
                  <a16:creationId xmlns:a16="http://schemas.microsoft.com/office/drawing/2014/main" id="{6A86315F-CE6D-A421-9582-63DB1311F6B7}"/>
                </a:ext>
              </a:extLst>
            </p:cNvPr>
            <p:cNvGrpSpPr/>
            <p:nvPr userDrawn="1"/>
          </p:nvGrpSpPr>
          <p:grpSpPr>
            <a:xfrm>
              <a:off x="-938434" y="4663037"/>
              <a:ext cx="627798" cy="576693"/>
              <a:chOff x="-1753862" y="6112775"/>
              <a:chExt cx="759635" cy="697798"/>
            </a:xfrm>
          </p:grpSpPr>
          <p:grpSp>
            <p:nvGrpSpPr>
              <p:cNvPr id="36" name="Inspireren">
                <a:extLst>
                  <a:ext uri="{FF2B5EF4-FFF2-40B4-BE49-F238E27FC236}">
                    <a16:creationId xmlns:a16="http://schemas.microsoft.com/office/drawing/2014/main" id="{A7C26EC0-A42E-F5B9-8F0A-44F064D2FCA4}"/>
                  </a:ext>
                </a:extLst>
              </p:cNvPr>
              <p:cNvGrpSpPr>
                <a:grpSpLocks noChangeAspect="1"/>
              </p:cNvGrpSpPr>
              <p:nvPr userDrawn="1"/>
            </p:nvGrpSpPr>
            <p:grpSpPr bwMode="auto">
              <a:xfrm>
                <a:off x="-1484858" y="6112775"/>
                <a:ext cx="205431" cy="293286"/>
                <a:chOff x="4768" y="2783"/>
                <a:chExt cx="788" cy="1125"/>
              </a:xfrm>
              <a:gradFill>
                <a:gsLst>
                  <a:gs pos="0">
                    <a:srgbClr val="9D9FA1"/>
                  </a:gs>
                  <a:gs pos="70000">
                    <a:srgbClr val="211F26"/>
                  </a:gs>
                </a:gsLst>
                <a:lin ang="2700000" scaled="0"/>
              </a:gradFill>
            </p:grpSpPr>
            <p:sp>
              <p:nvSpPr>
                <p:cNvPr id="38" name="Freeform 12">
                  <a:extLst>
                    <a:ext uri="{FF2B5EF4-FFF2-40B4-BE49-F238E27FC236}">
                      <a16:creationId xmlns:a16="http://schemas.microsoft.com/office/drawing/2014/main" id="{EBC72EBD-677E-CECE-3EBC-06F281CFE9B5}"/>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39" name="Freeform 13">
                  <a:extLst>
                    <a:ext uri="{FF2B5EF4-FFF2-40B4-BE49-F238E27FC236}">
                      <a16:creationId xmlns:a16="http://schemas.microsoft.com/office/drawing/2014/main" id="{25F18558-DA35-FB02-7E20-4E64CDB3E9FE}"/>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40" name="Freeform 14">
                  <a:extLst>
                    <a:ext uri="{FF2B5EF4-FFF2-40B4-BE49-F238E27FC236}">
                      <a16:creationId xmlns:a16="http://schemas.microsoft.com/office/drawing/2014/main" id="{D890AC45-FF2F-B336-876B-057FF7171137}"/>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37" name="Tekstvak 36">
                <a:extLst>
                  <a:ext uri="{FF2B5EF4-FFF2-40B4-BE49-F238E27FC236}">
                    <a16:creationId xmlns:a16="http://schemas.microsoft.com/office/drawing/2014/main" id="{8B9FB497-A268-4702-E483-D37D608CBC87}"/>
                  </a:ext>
                </a:extLst>
              </p:cNvPr>
              <p:cNvSpPr txBox="1"/>
              <p:nvPr userDrawn="1"/>
            </p:nvSpPr>
            <p:spPr>
              <a:xfrm>
                <a:off x="-1753862" y="6420664"/>
                <a:ext cx="759635" cy="38990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grpSp>
      <p:grpSp>
        <p:nvGrpSpPr>
          <p:cNvPr id="83" name="INSTRUCTION">
            <a:extLst>
              <a:ext uri="{FF2B5EF4-FFF2-40B4-BE49-F238E27FC236}">
                <a16:creationId xmlns:a16="http://schemas.microsoft.com/office/drawing/2014/main" id="{DADB640B-F848-BF22-D9FD-1280D8BB256D}"/>
              </a:ext>
            </a:extLst>
          </p:cNvPr>
          <p:cNvGrpSpPr/>
          <p:nvPr userDrawn="1"/>
        </p:nvGrpSpPr>
        <p:grpSpPr>
          <a:xfrm>
            <a:off x="-3786165" y="-1"/>
            <a:ext cx="3693386" cy="6640349"/>
            <a:chOff x="-3786165" y="-1"/>
            <a:chExt cx="3693386" cy="6640349"/>
          </a:xfrm>
        </p:grpSpPr>
        <p:sp>
          <p:nvSpPr>
            <p:cNvPr id="84" name="Rechthoek 83">
              <a:extLst>
                <a:ext uri="{FF2B5EF4-FFF2-40B4-BE49-F238E27FC236}">
                  <a16:creationId xmlns:a16="http://schemas.microsoft.com/office/drawing/2014/main" id="{30A59C9E-A5E3-9CFB-DB6D-D1818672C988}"/>
                </a:ext>
              </a:extLst>
            </p:cNvPr>
            <p:cNvSpPr/>
            <p:nvPr userDrawn="1"/>
          </p:nvSpPr>
          <p:spPr>
            <a:xfrm>
              <a:off x="-3786165" y="-1"/>
              <a:ext cx="3593091" cy="5991727"/>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Insert/edit an image</a:t>
              </a:r>
            </a:p>
          </p:txBody>
        </p:sp>
        <p:sp>
          <p:nvSpPr>
            <p:cNvPr id="85" name="Ovaal 84">
              <a:extLst>
                <a:ext uri="{FF2B5EF4-FFF2-40B4-BE49-F238E27FC236}">
                  <a16:creationId xmlns:a16="http://schemas.microsoft.com/office/drawing/2014/main" id="{31F617BA-443B-B604-887B-807D4774C08B}"/>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86" name="Rechthoek 85">
              <a:extLst>
                <a:ext uri="{FF2B5EF4-FFF2-40B4-BE49-F238E27FC236}">
                  <a16:creationId xmlns:a16="http://schemas.microsoft.com/office/drawing/2014/main" id="{92B0F077-C636-F02C-B0E5-6C6E08D4AFD9}"/>
                </a:ext>
              </a:extLst>
            </p:cNvPr>
            <p:cNvSpPr/>
            <p:nvPr userDrawn="1"/>
          </p:nvSpPr>
          <p:spPr>
            <a:xfrm>
              <a:off x="-3319415" y="465324"/>
              <a:ext cx="2962706" cy="668152"/>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If necessary, delete the existing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by using the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key’</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Select the placeholder,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1" i="0" u="none" strike="noStrike" kern="0" cap="none" spc="0" normalizeH="0" baseline="0" noProof="0" dirty="0" err="1">
                  <a:ln>
                    <a:noFill/>
                  </a:ln>
                  <a:solidFill>
                    <a:srgbClr val="000000"/>
                  </a:solidFill>
                  <a:effectLst/>
                  <a:uLnTx/>
                  <a:uFillTx/>
                  <a:latin typeface="Calibri" panose="020F0502020204030204" pitchFamily="34" charset="0"/>
                  <a:ea typeface="+mn-ea"/>
                  <a:cs typeface="Calibri" panose="020F0502020204030204" pitchFamily="34" charset="0"/>
                </a:rPr>
                <a:t>Slidebuilder</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 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‘Images’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endPar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87" name="Ovaal 86">
              <a:extLst>
                <a:ext uri="{FF2B5EF4-FFF2-40B4-BE49-F238E27FC236}">
                  <a16:creationId xmlns:a16="http://schemas.microsoft.com/office/drawing/2014/main" id="{E3F72F69-7C07-CFCB-51F8-E99D69156451}"/>
                </a:ext>
              </a:extLst>
            </p:cNvPr>
            <p:cNvSpPr/>
            <p:nvPr userDrawn="1"/>
          </p:nvSpPr>
          <p:spPr>
            <a:xfrm>
              <a:off x="-3603587" y="2633935"/>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88" name="Rechthoek 87">
              <a:extLst>
                <a:ext uri="{FF2B5EF4-FFF2-40B4-BE49-F238E27FC236}">
                  <a16:creationId xmlns:a16="http://schemas.microsoft.com/office/drawing/2014/main" id="{9091F0B1-182E-AB64-F686-2FCEE439E9AF}"/>
                </a:ext>
              </a:extLst>
            </p:cNvPr>
            <p:cNvSpPr/>
            <p:nvPr userDrawn="1"/>
          </p:nvSpPr>
          <p:spPr>
            <a:xfrm>
              <a:off x="-3319416" y="2633936"/>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Click with the right mouse button on the thumbnail display of the slide on the left side </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of the screen and choose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‘Reset slide’</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89" name="Ovaal 88">
              <a:extLst>
                <a:ext uri="{FF2B5EF4-FFF2-40B4-BE49-F238E27FC236}">
                  <a16:creationId xmlns:a16="http://schemas.microsoft.com/office/drawing/2014/main" id="{CFEFB352-A2BE-D63C-2FAB-5C2BF6A26504}"/>
                </a:ext>
              </a:extLst>
            </p:cNvPr>
            <p:cNvSpPr/>
            <p:nvPr userDrawn="1"/>
          </p:nvSpPr>
          <p:spPr>
            <a:xfrm>
              <a:off x="-3603587" y="4226365"/>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90" name="Rechthoek 89">
              <a:extLst>
                <a:ext uri="{FF2B5EF4-FFF2-40B4-BE49-F238E27FC236}">
                  <a16:creationId xmlns:a16="http://schemas.microsoft.com/office/drawing/2014/main" id="{7B801473-D5E8-DAC9-B62C-1CCAA1AE98AC}"/>
                </a:ext>
              </a:extLst>
            </p:cNvPr>
            <p:cNvSpPr/>
            <p:nvPr userDrawn="1"/>
          </p:nvSpPr>
          <p:spPr>
            <a:xfrm>
              <a:off x="-3319416" y="4226366"/>
              <a:ext cx="2944683" cy="820954"/>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To scale or drag the image,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‘Picture Tools - Format’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‘Crop’</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Scale the image itself with</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spheres and scale the image frame with the brackets.</a:t>
              </a:r>
            </a:p>
          </p:txBody>
        </p:sp>
        <p:sp>
          <p:nvSpPr>
            <p:cNvPr id="91" name="Rechthoek 90">
              <a:extLst>
                <a:ext uri="{FF2B5EF4-FFF2-40B4-BE49-F238E27FC236}">
                  <a16:creationId xmlns:a16="http://schemas.microsoft.com/office/drawing/2014/main" id="{7ECF16FD-A827-8A4F-C0A9-BCA60D9BC6FB}"/>
                </a:ext>
              </a:extLst>
            </p:cNvPr>
            <p:cNvSpPr/>
            <p:nvPr userDrawn="1"/>
          </p:nvSpPr>
          <p:spPr>
            <a:xfrm>
              <a:off x="-3316836" y="3200265"/>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en-GB" sz="1000" b="0" i="1" noProof="0" dirty="0">
                <a:solidFill>
                  <a:srgbClr val="211F26"/>
                </a:solidFill>
                <a:latin typeface="Calibri" panose="020F0502020204030204" pitchFamily="34" charset="0"/>
                <a:cs typeface="Calibri" panose="020F0502020204030204" pitchFamily="34" charset="0"/>
              </a:endParaRPr>
            </a:p>
          </p:txBody>
        </p:sp>
        <p:grpSp>
          <p:nvGrpSpPr>
            <p:cNvPr id="92" name="Groep 91">
              <a:extLst>
                <a:ext uri="{FF2B5EF4-FFF2-40B4-BE49-F238E27FC236}">
                  <a16:creationId xmlns:a16="http://schemas.microsoft.com/office/drawing/2014/main" id="{80534B9D-5094-52EA-E869-2A3B610D1AF7}"/>
                </a:ext>
              </a:extLst>
            </p:cNvPr>
            <p:cNvGrpSpPr/>
            <p:nvPr userDrawn="1"/>
          </p:nvGrpSpPr>
          <p:grpSpPr>
            <a:xfrm>
              <a:off x="-2485819" y="3479783"/>
              <a:ext cx="1222990" cy="563933"/>
              <a:chOff x="-2485819" y="3399207"/>
              <a:chExt cx="1222990" cy="563933"/>
            </a:xfrm>
          </p:grpSpPr>
          <p:sp>
            <p:nvSpPr>
              <p:cNvPr id="131" name="Rechthoek 130">
                <a:extLst>
                  <a:ext uri="{FF2B5EF4-FFF2-40B4-BE49-F238E27FC236}">
                    <a16:creationId xmlns:a16="http://schemas.microsoft.com/office/drawing/2014/main" id="{0EC07636-605E-EC78-0E6B-F18D7E227469}"/>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132" name="Rechthoek 131">
                <a:extLst>
                  <a:ext uri="{FF2B5EF4-FFF2-40B4-BE49-F238E27FC236}">
                    <a16:creationId xmlns:a16="http://schemas.microsoft.com/office/drawing/2014/main" id="{25326BA8-AA52-3973-2EF2-4282A6370A90}"/>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nvGrpSpPr>
              <p:cNvPr id="133" name="Groep 132">
                <a:extLst>
                  <a:ext uri="{FF2B5EF4-FFF2-40B4-BE49-F238E27FC236}">
                    <a16:creationId xmlns:a16="http://schemas.microsoft.com/office/drawing/2014/main" id="{A6F3190D-B871-F8BD-A59D-F0E213EC18DA}"/>
                  </a:ext>
                </a:extLst>
              </p:cNvPr>
              <p:cNvGrpSpPr/>
              <p:nvPr userDrawn="1"/>
            </p:nvGrpSpPr>
            <p:grpSpPr>
              <a:xfrm>
                <a:off x="-2403869" y="3460544"/>
                <a:ext cx="155951" cy="131922"/>
                <a:chOff x="12968836" y="3354170"/>
                <a:chExt cx="404806" cy="342433"/>
              </a:xfrm>
            </p:grpSpPr>
            <p:sp>
              <p:nvSpPr>
                <p:cNvPr id="146" name="Rechthoek: afgeronde hoeken 145">
                  <a:extLst>
                    <a:ext uri="{FF2B5EF4-FFF2-40B4-BE49-F238E27FC236}">
                      <a16:creationId xmlns:a16="http://schemas.microsoft.com/office/drawing/2014/main" id="{B69C5BC7-7F6C-D15D-4294-D0183C42991B}"/>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147" name="Rechthoek 146">
                  <a:extLst>
                    <a:ext uri="{FF2B5EF4-FFF2-40B4-BE49-F238E27FC236}">
                      <a16:creationId xmlns:a16="http://schemas.microsoft.com/office/drawing/2014/main" id="{12132457-6BB3-5FD1-6969-5A35ABDB0FF4}"/>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48" name="Rechthoek 147">
                  <a:extLst>
                    <a:ext uri="{FF2B5EF4-FFF2-40B4-BE49-F238E27FC236}">
                      <a16:creationId xmlns:a16="http://schemas.microsoft.com/office/drawing/2014/main" id="{D383B8B7-E7A4-E39F-2D5A-17041E6081D3}"/>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49" name="Rechthoek 148">
                  <a:extLst>
                    <a:ext uri="{FF2B5EF4-FFF2-40B4-BE49-F238E27FC236}">
                      <a16:creationId xmlns:a16="http://schemas.microsoft.com/office/drawing/2014/main" id="{C537C40B-564E-434F-5FAF-B38FC66FD12A}"/>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50" name="Rechthoek 149">
                  <a:extLst>
                    <a:ext uri="{FF2B5EF4-FFF2-40B4-BE49-F238E27FC236}">
                      <a16:creationId xmlns:a16="http://schemas.microsoft.com/office/drawing/2014/main" id="{D4D46503-562A-91B5-07C9-A7806C1ACB3C}"/>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51" name="Rechthoek 150">
                  <a:extLst>
                    <a:ext uri="{FF2B5EF4-FFF2-40B4-BE49-F238E27FC236}">
                      <a16:creationId xmlns:a16="http://schemas.microsoft.com/office/drawing/2014/main" id="{7DC78F9F-DBD1-4690-EEB3-D55CF1C68FA7}"/>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134" name="Groep 133">
                <a:extLst>
                  <a:ext uri="{FF2B5EF4-FFF2-40B4-BE49-F238E27FC236}">
                    <a16:creationId xmlns:a16="http://schemas.microsoft.com/office/drawing/2014/main" id="{D0FBB1C7-28DA-B9C0-7691-28988782201F}"/>
                  </a:ext>
                </a:extLst>
              </p:cNvPr>
              <p:cNvGrpSpPr/>
              <p:nvPr userDrawn="1"/>
            </p:nvGrpSpPr>
            <p:grpSpPr>
              <a:xfrm>
                <a:off x="-2423424" y="3690208"/>
                <a:ext cx="166739" cy="218963"/>
                <a:chOff x="12940828" y="3950597"/>
                <a:chExt cx="432813" cy="568367"/>
              </a:xfrm>
            </p:grpSpPr>
            <p:grpSp>
              <p:nvGrpSpPr>
                <p:cNvPr id="138" name="Groep 137">
                  <a:extLst>
                    <a:ext uri="{FF2B5EF4-FFF2-40B4-BE49-F238E27FC236}">
                      <a16:creationId xmlns:a16="http://schemas.microsoft.com/office/drawing/2014/main" id="{CA764267-1C4F-2584-454A-1184B133A3FE}"/>
                    </a:ext>
                  </a:extLst>
                </p:cNvPr>
                <p:cNvGrpSpPr/>
                <p:nvPr userDrawn="1"/>
              </p:nvGrpSpPr>
              <p:grpSpPr>
                <a:xfrm>
                  <a:off x="13000382" y="4006891"/>
                  <a:ext cx="373259" cy="315747"/>
                  <a:chOff x="12968836" y="3354170"/>
                  <a:chExt cx="404806" cy="342433"/>
                </a:xfrm>
              </p:grpSpPr>
              <p:sp>
                <p:nvSpPr>
                  <p:cNvPr id="140" name="Rechthoek: afgeronde hoeken 139">
                    <a:extLst>
                      <a:ext uri="{FF2B5EF4-FFF2-40B4-BE49-F238E27FC236}">
                        <a16:creationId xmlns:a16="http://schemas.microsoft.com/office/drawing/2014/main" id="{3D627100-7CAA-5068-0024-FDC664D23C1B}"/>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141" name="Rechthoek 140">
                    <a:extLst>
                      <a:ext uri="{FF2B5EF4-FFF2-40B4-BE49-F238E27FC236}">
                        <a16:creationId xmlns:a16="http://schemas.microsoft.com/office/drawing/2014/main" id="{C3392647-A40B-7DC5-E652-1F3D2982A64E}"/>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42" name="Rechthoek 141">
                    <a:extLst>
                      <a:ext uri="{FF2B5EF4-FFF2-40B4-BE49-F238E27FC236}">
                        <a16:creationId xmlns:a16="http://schemas.microsoft.com/office/drawing/2014/main" id="{5C4FE589-B40B-0945-C711-6727D94FF42E}"/>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43" name="Rechthoek 142">
                    <a:extLst>
                      <a:ext uri="{FF2B5EF4-FFF2-40B4-BE49-F238E27FC236}">
                        <a16:creationId xmlns:a16="http://schemas.microsoft.com/office/drawing/2014/main" id="{CD58B93F-2C90-1F4A-DD69-CF8CF8E07B15}"/>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44" name="Rechthoek 143">
                    <a:extLst>
                      <a:ext uri="{FF2B5EF4-FFF2-40B4-BE49-F238E27FC236}">
                        <a16:creationId xmlns:a16="http://schemas.microsoft.com/office/drawing/2014/main" id="{211A8B7A-4B14-A89D-94B7-A053990BDF38}"/>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45" name="Rechthoek 144">
                    <a:extLst>
                      <a:ext uri="{FF2B5EF4-FFF2-40B4-BE49-F238E27FC236}">
                        <a16:creationId xmlns:a16="http://schemas.microsoft.com/office/drawing/2014/main" id="{A6FDFA63-9A0E-59F7-07A3-3BA7F55EF683}"/>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sp>
              <p:nvSpPr>
                <p:cNvPr id="139" name="Boog 138">
                  <a:extLst>
                    <a:ext uri="{FF2B5EF4-FFF2-40B4-BE49-F238E27FC236}">
                      <a16:creationId xmlns:a16="http://schemas.microsoft.com/office/drawing/2014/main" id="{93934C78-BA19-5FF5-A663-51F0F25094BE}"/>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en-GB" sz="2400" noProof="0" dirty="0">
                    <a:solidFill>
                      <a:srgbClr val="211F26"/>
                    </a:solidFill>
                    <a:latin typeface="Calibri" panose="020F0502020204030204" pitchFamily="34" charset="0"/>
                    <a:cs typeface="Calibri" panose="020F0502020204030204" pitchFamily="34" charset="0"/>
                  </a:endParaRPr>
                </a:p>
              </p:txBody>
            </p:sp>
          </p:grpSp>
          <p:sp>
            <p:nvSpPr>
              <p:cNvPr id="135" name="Tekstvak 134">
                <a:extLst>
                  <a:ext uri="{FF2B5EF4-FFF2-40B4-BE49-F238E27FC236}">
                    <a16:creationId xmlns:a16="http://schemas.microsoft.com/office/drawing/2014/main" id="{C584F701-9445-1FCC-9E79-CB8E38E71B38}"/>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Layout</a:t>
                </a:r>
              </a:p>
            </p:txBody>
          </p:sp>
          <p:sp>
            <p:nvSpPr>
              <p:cNvPr id="136" name="Tekstvak 135">
                <a:extLst>
                  <a:ext uri="{FF2B5EF4-FFF2-40B4-BE49-F238E27FC236}">
                    <a16:creationId xmlns:a16="http://schemas.microsoft.com/office/drawing/2014/main" id="{9B838821-5A9A-5FC3-7D0C-0C2161031F8A}"/>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Reset slide</a:t>
                </a:r>
              </a:p>
            </p:txBody>
          </p:sp>
          <p:sp>
            <p:nvSpPr>
              <p:cNvPr id="137" name="Vrije vorm: vorm 136">
                <a:extLst>
                  <a:ext uri="{FF2B5EF4-FFF2-40B4-BE49-F238E27FC236}">
                    <a16:creationId xmlns:a16="http://schemas.microsoft.com/office/drawing/2014/main" id="{0E00BB0D-9EC3-71ED-BB92-82EC7D4B8EFC}"/>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grpSp>
        <p:grpSp>
          <p:nvGrpSpPr>
            <p:cNvPr id="93" name="Groep 92">
              <a:extLst>
                <a:ext uri="{FF2B5EF4-FFF2-40B4-BE49-F238E27FC236}">
                  <a16:creationId xmlns:a16="http://schemas.microsoft.com/office/drawing/2014/main" id="{F41B6FB0-6DE5-3043-0F64-3C28B565310F}"/>
                </a:ext>
              </a:extLst>
            </p:cNvPr>
            <p:cNvGrpSpPr/>
            <p:nvPr userDrawn="1"/>
          </p:nvGrpSpPr>
          <p:grpSpPr>
            <a:xfrm>
              <a:off x="-3786165" y="5680652"/>
              <a:ext cx="3693386" cy="959696"/>
              <a:chOff x="-3786437" y="6163468"/>
              <a:chExt cx="3693386" cy="959696"/>
            </a:xfrm>
          </p:grpSpPr>
          <p:sp>
            <p:nvSpPr>
              <p:cNvPr id="121" name="Rechthoek 120">
                <a:extLst>
                  <a:ext uri="{FF2B5EF4-FFF2-40B4-BE49-F238E27FC236}">
                    <a16:creationId xmlns:a16="http://schemas.microsoft.com/office/drawing/2014/main" id="{32902CD8-B7A4-4A94-3355-A58737AC59B8}"/>
                  </a:ext>
                </a:extLst>
              </p:cNvPr>
              <p:cNvSpPr/>
              <p:nvPr userDrawn="1"/>
            </p:nvSpPr>
            <p:spPr>
              <a:xfrm>
                <a:off x="-3786437" y="6295164"/>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grpSp>
            <p:nvGrpSpPr>
              <p:cNvPr id="122" name="ICOON_info">
                <a:extLst>
                  <a:ext uri="{FF2B5EF4-FFF2-40B4-BE49-F238E27FC236}">
                    <a16:creationId xmlns:a16="http://schemas.microsoft.com/office/drawing/2014/main" id="{161A0F02-D7A7-9E22-DBF0-36B7CB3408A9}"/>
                  </a:ext>
                </a:extLst>
              </p:cNvPr>
              <p:cNvGrpSpPr/>
              <p:nvPr userDrawn="1"/>
            </p:nvGrpSpPr>
            <p:grpSpPr>
              <a:xfrm>
                <a:off x="-376736" y="6163468"/>
                <a:ext cx="283685" cy="283685"/>
                <a:chOff x="-510741" y="5913713"/>
                <a:chExt cx="267555" cy="267555"/>
              </a:xfrm>
            </p:grpSpPr>
            <p:sp>
              <p:nvSpPr>
                <p:cNvPr id="129" name="Ovaal 128">
                  <a:extLst>
                    <a:ext uri="{FF2B5EF4-FFF2-40B4-BE49-F238E27FC236}">
                      <a16:creationId xmlns:a16="http://schemas.microsoft.com/office/drawing/2014/main" id="{68D6C11E-FACC-4A35-49CB-34B5EE3B079A}"/>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130" name="Graphic 163" descr="Informatie">
                  <a:extLst>
                    <a:ext uri="{FF2B5EF4-FFF2-40B4-BE49-F238E27FC236}">
                      <a16:creationId xmlns:a16="http://schemas.microsoft.com/office/drawing/2014/main" id="{2CB0D6B8-8A90-0918-ECE3-10E2C322A077}"/>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123" name="Groep 122">
                <a:extLst>
                  <a:ext uri="{FF2B5EF4-FFF2-40B4-BE49-F238E27FC236}">
                    <a16:creationId xmlns:a16="http://schemas.microsoft.com/office/drawing/2014/main" id="{7D1444BC-65AC-894E-BE11-2F81C4746B86}"/>
                  </a:ext>
                </a:extLst>
              </p:cNvPr>
              <p:cNvGrpSpPr/>
              <p:nvPr userDrawn="1"/>
            </p:nvGrpSpPr>
            <p:grpSpPr>
              <a:xfrm>
                <a:off x="-938434" y="6420818"/>
                <a:ext cx="627798" cy="576693"/>
                <a:chOff x="-938434" y="4570310"/>
                <a:chExt cx="627798" cy="576693"/>
              </a:xfrm>
            </p:grpSpPr>
            <p:grpSp>
              <p:nvGrpSpPr>
                <p:cNvPr id="124" name="Inspireren">
                  <a:extLst>
                    <a:ext uri="{FF2B5EF4-FFF2-40B4-BE49-F238E27FC236}">
                      <a16:creationId xmlns:a16="http://schemas.microsoft.com/office/drawing/2014/main" id="{73790A88-64EA-FBB5-C84B-B29D01231EBF}"/>
                    </a:ext>
                  </a:extLst>
                </p:cNvPr>
                <p:cNvGrpSpPr>
                  <a:grpSpLocks noChangeAspect="1"/>
                </p:cNvGrpSpPr>
                <p:nvPr userDrawn="1"/>
              </p:nvGrpSpPr>
              <p:grpSpPr bwMode="auto">
                <a:xfrm>
                  <a:off x="-716116" y="4570310"/>
                  <a:ext cx="169778" cy="242385"/>
                  <a:chOff x="4768" y="2783"/>
                  <a:chExt cx="788" cy="1125"/>
                </a:xfrm>
                <a:gradFill>
                  <a:gsLst>
                    <a:gs pos="0">
                      <a:srgbClr val="9D9FA1"/>
                    </a:gs>
                    <a:gs pos="70000">
                      <a:srgbClr val="211F26"/>
                    </a:gs>
                  </a:gsLst>
                  <a:lin ang="2700000" scaled="0"/>
                </a:gradFill>
              </p:grpSpPr>
              <p:sp>
                <p:nvSpPr>
                  <p:cNvPr id="126" name="Freeform 12">
                    <a:extLst>
                      <a:ext uri="{FF2B5EF4-FFF2-40B4-BE49-F238E27FC236}">
                        <a16:creationId xmlns:a16="http://schemas.microsoft.com/office/drawing/2014/main" id="{B13080AE-CC17-8D30-2A89-6EF330C4EA05}"/>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127" name="Freeform 13">
                    <a:extLst>
                      <a:ext uri="{FF2B5EF4-FFF2-40B4-BE49-F238E27FC236}">
                        <a16:creationId xmlns:a16="http://schemas.microsoft.com/office/drawing/2014/main" id="{E1DE025A-993A-E256-DFF8-C05AD5E1AA12}"/>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128" name="Freeform 14">
                    <a:extLst>
                      <a:ext uri="{FF2B5EF4-FFF2-40B4-BE49-F238E27FC236}">
                        <a16:creationId xmlns:a16="http://schemas.microsoft.com/office/drawing/2014/main" id="{8527177F-6F96-5EB2-0CB8-7EE4F2CC98B0}"/>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125" name="Tekstvak 124">
                  <a:extLst>
                    <a:ext uri="{FF2B5EF4-FFF2-40B4-BE49-F238E27FC236}">
                      <a16:creationId xmlns:a16="http://schemas.microsoft.com/office/drawing/2014/main" id="{AE7907BE-1008-4C4F-7A98-3382D2AD0CA9}"/>
                    </a:ext>
                  </a:extLst>
                </p:cNvPr>
                <p:cNvSpPr txBox="1"/>
                <p:nvPr userDrawn="1"/>
              </p:nvSpPr>
              <p:spPr>
                <a:xfrm>
                  <a:off x="-938434" y="4824764"/>
                  <a:ext cx="627798" cy="32223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grpSp>
        <p:grpSp>
          <p:nvGrpSpPr>
            <p:cNvPr id="94" name="Groep 93">
              <a:extLst>
                <a:ext uri="{FF2B5EF4-FFF2-40B4-BE49-F238E27FC236}">
                  <a16:creationId xmlns:a16="http://schemas.microsoft.com/office/drawing/2014/main" id="{4DCAFB2A-9564-E13A-6978-26E18E179B72}"/>
                </a:ext>
              </a:extLst>
            </p:cNvPr>
            <p:cNvGrpSpPr/>
            <p:nvPr userDrawn="1"/>
          </p:nvGrpSpPr>
          <p:grpSpPr>
            <a:xfrm>
              <a:off x="-3426806" y="5129582"/>
              <a:ext cx="514284" cy="506545"/>
              <a:chOff x="12617641" y="3403239"/>
              <a:chExt cx="752963" cy="741634"/>
            </a:xfrm>
          </p:grpSpPr>
          <p:grpSp>
            <p:nvGrpSpPr>
              <p:cNvPr id="105" name="Groep 104">
                <a:extLst>
                  <a:ext uri="{FF2B5EF4-FFF2-40B4-BE49-F238E27FC236}">
                    <a16:creationId xmlns:a16="http://schemas.microsoft.com/office/drawing/2014/main" id="{2F2DF590-3E74-2972-A9FC-69E233CC7723}"/>
                  </a:ext>
                </a:extLst>
              </p:cNvPr>
              <p:cNvGrpSpPr/>
              <p:nvPr userDrawn="1"/>
            </p:nvGrpSpPr>
            <p:grpSpPr>
              <a:xfrm>
                <a:off x="12771530" y="3403239"/>
                <a:ext cx="467176" cy="448491"/>
                <a:chOff x="12782157" y="3403239"/>
                <a:chExt cx="467176" cy="448491"/>
              </a:xfrm>
            </p:grpSpPr>
            <p:grpSp>
              <p:nvGrpSpPr>
                <p:cNvPr id="108" name="Groep 107">
                  <a:extLst>
                    <a:ext uri="{FF2B5EF4-FFF2-40B4-BE49-F238E27FC236}">
                      <a16:creationId xmlns:a16="http://schemas.microsoft.com/office/drawing/2014/main" id="{79AE5742-0FD1-B388-EDE7-AAA8393C589D}"/>
                    </a:ext>
                  </a:extLst>
                </p:cNvPr>
                <p:cNvGrpSpPr/>
                <p:nvPr userDrawn="1"/>
              </p:nvGrpSpPr>
              <p:grpSpPr>
                <a:xfrm>
                  <a:off x="12782157" y="3403239"/>
                  <a:ext cx="412976" cy="396132"/>
                  <a:chOff x="13554906" y="3320109"/>
                  <a:chExt cx="443917" cy="425811"/>
                </a:xfrm>
              </p:grpSpPr>
              <p:grpSp>
                <p:nvGrpSpPr>
                  <p:cNvPr id="115" name="Groep 114">
                    <a:extLst>
                      <a:ext uri="{FF2B5EF4-FFF2-40B4-BE49-F238E27FC236}">
                        <a16:creationId xmlns:a16="http://schemas.microsoft.com/office/drawing/2014/main" id="{AACBE424-0327-C5C7-BBCC-A8484F770B6E}"/>
                      </a:ext>
                    </a:extLst>
                  </p:cNvPr>
                  <p:cNvGrpSpPr/>
                  <p:nvPr userDrawn="1"/>
                </p:nvGrpSpPr>
                <p:grpSpPr>
                  <a:xfrm>
                    <a:off x="13554906" y="3320109"/>
                    <a:ext cx="443917" cy="425811"/>
                    <a:chOff x="12909684" y="1276143"/>
                    <a:chExt cx="443917" cy="425811"/>
                  </a:xfrm>
                </p:grpSpPr>
                <p:sp>
                  <p:nvSpPr>
                    <p:cNvPr id="118" name="Rechthoek 117">
                      <a:extLst>
                        <a:ext uri="{FF2B5EF4-FFF2-40B4-BE49-F238E27FC236}">
                          <a16:creationId xmlns:a16="http://schemas.microsoft.com/office/drawing/2014/main" id="{8DDE7238-DEDB-BD61-2AC0-A84479975970}"/>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119" name="Rechthoek 118">
                      <a:extLst>
                        <a:ext uri="{FF2B5EF4-FFF2-40B4-BE49-F238E27FC236}">
                          <a16:creationId xmlns:a16="http://schemas.microsoft.com/office/drawing/2014/main" id="{24CAF6A2-72B6-7A8C-776E-0CECF05CCDA2}"/>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120" name="Ovaal 119">
                      <a:extLst>
                        <a:ext uri="{FF2B5EF4-FFF2-40B4-BE49-F238E27FC236}">
                          <a16:creationId xmlns:a16="http://schemas.microsoft.com/office/drawing/2014/main" id="{062C60B0-FBAE-1387-8B3C-A0A30355BB2A}"/>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pic>
                <p:nvPicPr>
                  <p:cNvPr id="116" name="Afbeelding 115">
                    <a:extLst>
                      <a:ext uri="{FF2B5EF4-FFF2-40B4-BE49-F238E27FC236}">
                        <a16:creationId xmlns:a16="http://schemas.microsoft.com/office/drawing/2014/main" id="{CDF3B38B-56FE-FE19-7CBA-AC26D74F4DBC}"/>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a:off x="13567296" y="3424991"/>
                    <a:ext cx="173367" cy="140220"/>
                  </a:xfrm>
                  <a:prstGeom prst="rect">
                    <a:avLst/>
                  </a:prstGeom>
                </p:spPr>
              </p:pic>
              <p:pic>
                <p:nvPicPr>
                  <p:cNvPr id="117" name="Afbeelding 116">
                    <a:extLst>
                      <a:ext uri="{FF2B5EF4-FFF2-40B4-BE49-F238E27FC236}">
                        <a16:creationId xmlns:a16="http://schemas.microsoft.com/office/drawing/2014/main" id="{56925B78-2420-9263-5698-320AFF9F2E02}"/>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109" name="Groep 108">
                  <a:extLst>
                    <a:ext uri="{FF2B5EF4-FFF2-40B4-BE49-F238E27FC236}">
                      <a16:creationId xmlns:a16="http://schemas.microsoft.com/office/drawing/2014/main" id="{FF26AFE1-85ED-4883-FD58-36FD1AF1E9AF}"/>
                    </a:ext>
                  </a:extLst>
                </p:cNvPr>
                <p:cNvGrpSpPr/>
                <p:nvPr userDrawn="1"/>
              </p:nvGrpSpPr>
              <p:grpSpPr>
                <a:xfrm>
                  <a:off x="13103513" y="3705268"/>
                  <a:ext cx="145820" cy="146462"/>
                  <a:chOff x="13096169" y="3602278"/>
                  <a:chExt cx="145820" cy="146462"/>
                </a:xfrm>
              </p:grpSpPr>
              <p:sp>
                <p:nvSpPr>
                  <p:cNvPr id="113" name="Rechthoek 112">
                    <a:extLst>
                      <a:ext uri="{FF2B5EF4-FFF2-40B4-BE49-F238E27FC236}">
                        <a16:creationId xmlns:a16="http://schemas.microsoft.com/office/drawing/2014/main" id="{74AE44B6-3547-F066-961C-FE3BECD93C10}"/>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14" name="Rechthoek 113">
                    <a:extLst>
                      <a:ext uri="{FF2B5EF4-FFF2-40B4-BE49-F238E27FC236}">
                        <a16:creationId xmlns:a16="http://schemas.microsoft.com/office/drawing/2014/main" id="{E4E17695-279A-1BCA-565E-BE42B3CB5350}"/>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110" name="Groep 109">
                  <a:extLst>
                    <a:ext uri="{FF2B5EF4-FFF2-40B4-BE49-F238E27FC236}">
                      <a16:creationId xmlns:a16="http://schemas.microsoft.com/office/drawing/2014/main" id="{8191F1BF-C315-B89C-BBC0-FD99A46D1FCB}"/>
                    </a:ext>
                  </a:extLst>
                </p:cNvPr>
                <p:cNvGrpSpPr/>
                <p:nvPr userDrawn="1"/>
              </p:nvGrpSpPr>
              <p:grpSpPr>
                <a:xfrm rot="10800000">
                  <a:off x="13061402" y="3665637"/>
                  <a:ext cx="145820" cy="146462"/>
                  <a:chOff x="13096169" y="3602278"/>
                  <a:chExt cx="145820" cy="146462"/>
                </a:xfrm>
              </p:grpSpPr>
              <p:sp>
                <p:nvSpPr>
                  <p:cNvPr id="111" name="Rechthoek 110">
                    <a:extLst>
                      <a:ext uri="{FF2B5EF4-FFF2-40B4-BE49-F238E27FC236}">
                        <a16:creationId xmlns:a16="http://schemas.microsoft.com/office/drawing/2014/main" id="{CE75644D-6EDD-5C74-1374-B45DF3B52CDB}"/>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12" name="Rechthoek 111">
                    <a:extLst>
                      <a:ext uri="{FF2B5EF4-FFF2-40B4-BE49-F238E27FC236}">
                        <a16:creationId xmlns:a16="http://schemas.microsoft.com/office/drawing/2014/main" id="{7297CA82-0828-28AC-291E-05552A1DA8CC}"/>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sp>
            <p:nvSpPr>
              <p:cNvPr id="106" name="Rechthoek 105">
                <a:extLst>
                  <a:ext uri="{FF2B5EF4-FFF2-40B4-BE49-F238E27FC236}">
                    <a16:creationId xmlns:a16="http://schemas.microsoft.com/office/drawing/2014/main" id="{66A8E329-8C4C-744C-B50F-F908B69830CD}"/>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900" b="0" noProof="0" dirty="0">
                    <a:solidFill>
                      <a:srgbClr val="211F26"/>
                    </a:solidFill>
                    <a:latin typeface="Calibri" panose="020F0502020204030204" pitchFamily="34" charset="0"/>
                    <a:cs typeface="Calibri" panose="020F0502020204030204" pitchFamily="34" charset="0"/>
                  </a:rPr>
                  <a:t>Crop</a:t>
                </a:r>
              </a:p>
            </p:txBody>
          </p:sp>
          <p:sp>
            <p:nvSpPr>
              <p:cNvPr id="107" name="Gelijkbenige driehoek 106">
                <a:extLst>
                  <a:ext uri="{FF2B5EF4-FFF2-40B4-BE49-F238E27FC236}">
                    <a16:creationId xmlns:a16="http://schemas.microsoft.com/office/drawing/2014/main" id="{8C8738C7-DAFA-B166-ADAC-54C8A9C0898D}"/>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sp>
          <p:nvSpPr>
            <p:cNvPr id="95" name="Ovaal 94">
              <a:extLst>
                <a:ext uri="{FF2B5EF4-FFF2-40B4-BE49-F238E27FC236}">
                  <a16:creationId xmlns:a16="http://schemas.microsoft.com/office/drawing/2014/main" id="{A532AA27-C5B7-8227-55CF-E0CD6BA55F39}"/>
                </a:ext>
              </a:extLst>
            </p:cNvPr>
            <p:cNvSpPr/>
            <p:nvPr userDrawn="1"/>
          </p:nvSpPr>
          <p:spPr>
            <a:xfrm>
              <a:off x="-3603587" y="18111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96" name="Rechthoek 95">
              <a:extLst>
                <a:ext uri="{FF2B5EF4-FFF2-40B4-BE49-F238E27FC236}">
                  <a16:creationId xmlns:a16="http://schemas.microsoft.com/office/drawing/2014/main" id="{27294885-0684-1A98-196C-F3597A4FA6BE}"/>
                </a:ext>
              </a:extLst>
            </p:cNvPr>
            <p:cNvSpPr/>
            <p:nvPr userDrawn="1"/>
          </p:nvSpPr>
          <p:spPr>
            <a:xfrm>
              <a:off x="-3319415" y="1811185"/>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 the preferred category and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and click 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‘Insert’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97" name="Rechthoek 96">
              <a:extLst>
                <a:ext uri="{FF2B5EF4-FFF2-40B4-BE49-F238E27FC236}">
                  <a16:creationId xmlns:a16="http://schemas.microsoft.com/office/drawing/2014/main" id="{4DB68C6F-8BFA-85AE-9D37-34F392C2ACEC}"/>
                </a:ext>
              </a:extLst>
            </p:cNvPr>
            <p:cNvSpPr/>
            <p:nvPr userDrawn="1"/>
          </p:nvSpPr>
          <p:spPr>
            <a:xfrm>
              <a:off x="-3319415" y="2245760"/>
              <a:ext cx="825500" cy="209550"/>
            </a:xfrm>
            <a:prstGeom prst="rect">
              <a:avLst/>
            </a:prstGeom>
            <a:solidFill>
              <a:srgbClr val="1FF52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1000" b="1" noProof="0" dirty="0">
                  <a:solidFill>
                    <a:srgbClr val="211F26"/>
                  </a:solidFill>
                  <a:latin typeface="Calibri" panose="020F0502020204030204" pitchFamily="34" charset="0"/>
                  <a:cs typeface="Calibri" panose="020F0502020204030204" pitchFamily="34" charset="0"/>
                </a:rPr>
                <a:t>Insert</a:t>
              </a:r>
            </a:p>
          </p:txBody>
        </p:sp>
        <p:grpSp>
          <p:nvGrpSpPr>
            <p:cNvPr id="98" name="Groep 97">
              <a:extLst>
                <a:ext uri="{FF2B5EF4-FFF2-40B4-BE49-F238E27FC236}">
                  <a16:creationId xmlns:a16="http://schemas.microsoft.com/office/drawing/2014/main" id="{9648D4D6-F727-688B-B1A8-EB1DE507EA79}"/>
                </a:ext>
              </a:extLst>
            </p:cNvPr>
            <p:cNvGrpSpPr/>
            <p:nvPr userDrawn="1"/>
          </p:nvGrpSpPr>
          <p:grpSpPr>
            <a:xfrm>
              <a:off x="-3365484" y="1226982"/>
              <a:ext cx="446937" cy="406485"/>
              <a:chOff x="-3563526" y="1409294"/>
              <a:chExt cx="354190" cy="322133"/>
            </a:xfrm>
          </p:grpSpPr>
          <p:grpSp>
            <p:nvGrpSpPr>
              <p:cNvPr id="99" name="Groep 98">
                <a:extLst>
                  <a:ext uri="{FF2B5EF4-FFF2-40B4-BE49-F238E27FC236}">
                    <a16:creationId xmlns:a16="http://schemas.microsoft.com/office/drawing/2014/main" id="{6B608090-81AF-A43C-C813-76E48AB1972E}"/>
                  </a:ext>
                </a:extLst>
              </p:cNvPr>
              <p:cNvGrpSpPr/>
              <p:nvPr userDrawn="1"/>
            </p:nvGrpSpPr>
            <p:grpSpPr>
              <a:xfrm>
                <a:off x="-3499992" y="1409294"/>
                <a:ext cx="225195" cy="195499"/>
                <a:chOff x="8987389" y="1361199"/>
                <a:chExt cx="2200275" cy="1914525"/>
              </a:xfrm>
            </p:grpSpPr>
            <p:sp>
              <p:nvSpPr>
                <p:cNvPr id="101" name="Vrije vorm: vorm 100">
                  <a:extLst>
                    <a:ext uri="{FF2B5EF4-FFF2-40B4-BE49-F238E27FC236}">
                      <a16:creationId xmlns:a16="http://schemas.microsoft.com/office/drawing/2014/main" id="{B8461E32-E73D-1B3F-FBAB-7F844D7EE0F0}"/>
                    </a:ext>
                  </a:extLst>
                </p:cNvPr>
                <p:cNvSpPr/>
                <p:nvPr/>
              </p:nvSpPr>
              <p:spPr>
                <a:xfrm>
                  <a:off x="9363620" y="1831738"/>
                  <a:ext cx="371477" cy="371472"/>
                </a:xfrm>
                <a:custGeom>
                  <a:avLst/>
                  <a:gdLst>
                    <a:gd name="connsiteX0" fmla="*/ 369094 w 371475"/>
                    <a:gd name="connsiteY0" fmla="*/ 188119 h 371475"/>
                    <a:gd name="connsiteX1" fmla="*/ 188119 w 371475"/>
                    <a:gd name="connsiteY1" fmla="*/ 369094 h 371475"/>
                    <a:gd name="connsiteX2" fmla="*/ 7144 w 371475"/>
                    <a:gd name="connsiteY2" fmla="*/ 188119 h 371475"/>
                    <a:gd name="connsiteX3" fmla="*/ 188119 w 371475"/>
                    <a:gd name="connsiteY3" fmla="*/ 7144 h 371475"/>
                    <a:gd name="connsiteX4" fmla="*/ 369094 w 371475"/>
                    <a:gd name="connsiteY4" fmla="*/ 188119 h 371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 h="371475">
                      <a:moveTo>
                        <a:pt x="369094" y="188119"/>
                      </a:moveTo>
                      <a:cubicBezTo>
                        <a:pt x="369094" y="288068"/>
                        <a:pt x="288068" y="369094"/>
                        <a:pt x="188119" y="369094"/>
                      </a:cubicBezTo>
                      <a:cubicBezTo>
                        <a:pt x="88169" y="369094"/>
                        <a:pt x="7144" y="288068"/>
                        <a:pt x="7144" y="188119"/>
                      </a:cubicBezTo>
                      <a:cubicBezTo>
                        <a:pt x="7144" y="88169"/>
                        <a:pt x="88169" y="7144"/>
                        <a:pt x="188119" y="7144"/>
                      </a:cubicBezTo>
                      <a:cubicBezTo>
                        <a:pt x="288068" y="7144"/>
                        <a:pt x="369094" y="88169"/>
                        <a:pt x="369094" y="188119"/>
                      </a:cubicBezTo>
                      <a:close/>
                    </a:path>
                  </a:pathLst>
                </a:custGeom>
                <a:solidFill>
                  <a:srgbClr val="1FF524"/>
                </a:solidFill>
                <a:ln w="9525" cap="flat">
                  <a:noFill/>
                  <a:prstDash val="solid"/>
                  <a:miter/>
                </a:ln>
              </p:spPr>
              <p:txBody>
                <a:bodyPr rtlCol="0" anchor="ctr"/>
                <a:lstStyle/>
                <a:p>
                  <a:pPr defTabSz="995469"/>
                  <a:endParaRPr lang="en-GB" sz="7200" noProof="0" dirty="0">
                    <a:solidFill>
                      <a:srgbClr val="211F26"/>
                    </a:solidFill>
                    <a:latin typeface="+mn-lt"/>
                  </a:endParaRPr>
                </a:p>
              </p:txBody>
            </p:sp>
            <p:grpSp>
              <p:nvGrpSpPr>
                <p:cNvPr id="102" name="Groep 101">
                  <a:extLst>
                    <a:ext uri="{FF2B5EF4-FFF2-40B4-BE49-F238E27FC236}">
                      <a16:creationId xmlns:a16="http://schemas.microsoft.com/office/drawing/2014/main" id="{E236059C-7079-0E28-32DA-0FA9073CE34F}"/>
                    </a:ext>
                  </a:extLst>
                </p:cNvPr>
                <p:cNvGrpSpPr/>
                <p:nvPr/>
              </p:nvGrpSpPr>
              <p:grpSpPr>
                <a:xfrm>
                  <a:off x="8987389" y="1361199"/>
                  <a:ext cx="2200275" cy="1914525"/>
                  <a:chOff x="8987389" y="1361199"/>
                  <a:chExt cx="2200275" cy="1914525"/>
                </a:xfrm>
                <a:gradFill>
                  <a:gsLst>
                    <a:gs pos="0">
                      <a:srgbClr val="9D9FA1"/>
                    </a:gs>
                    <a:gs pos="70000">
                      <a:srgbClr val="211F26"/>
                    </a:gs>
                  </a:gsLst>
                  <a:lin ang="2700000" scaled="0"/>
                </a:gradFill>
              </p:grpSpPr>
              <p:sp>
                <p:nvSpPr>
                  <p:cNvPr id="103" name="Vrije vorm: vorm 102">
                    <a:extLst>
                      <a:ext uri="{FF2B5EF4-FFF2-40B4-BE49-F238E27FC236}">
                        <a16:creationId xmlns:a16="http://schemas.microsoft.com/office/drawing/2014/main" id="{B15D5726-B38D-0E0A-B5BD-2D0FE776D877}"/>
                      </a:ext>
                    </a:extLst>
                  </p:cNvPr>
                  <p:cNvSpPr/>
                  <p:nvPr/>
                </p:nvSpPr>
                <p:spPr>
                  <a:xfrm>
                    <a:off x="8987389" y="1361199"/>
                    <a:ext cx="2200275" cy="1914525"/>
                  </a:xfrm>
                  <a:custGeom>
                    <a:avLst/>
                    <a:gdLst>
                      <a:gd name="connsiteX0" fmla="*/ 7144 w 2200275"/>
                      <a:gd name="connsiteY0" fmla="*/ 7144 h 1914525"/>
                      <a:gd name="connsiteX1" fmla="*/ 7144 w 2200275"/>
                      <a:gd name="connsiteY1" fmla="*/ 245269 h 1914525"/>
                      <a:gd name="connsiteX2" fmla="*/ 432911 w 2200275"/>
                      <a:gd name="connsiteY2" fmla="*/ 245269 h 1914525"/>
                      <a:gd name="connsiteX3" fmla="*/ 432911 w 2200275"/>
                      <a:gd name="connsiteY3" fmla="*/ 245269 h 1914525"/>
                      <a:gd name="connsiteX4" fmla="*/ 1959769 w 2200275"/>
                      <a:gd name="connsiteY4" fmla="*/ 245269 h 1914525"/>
                      <a:gd name="connsiteX5" fmla="*/ 1959769 w 2200275"/>
                      <a:gd name="connsiteY5" fmla="*/ 1674019 h 1914525"/>
                      <a:gd name="connsiteX6" fmla="*/ 245269 w 2200275"/>
                      <a:gd name="connsiteY6" fmla="*/ 1674019 h 1914525"/>
                      <a:gd name="connsiteX7" fmla="*/ 245269 w 2200275"/>
                      <a:gd name="connsiteY7" fmla="*/ 350044 h 1914525"/>
                      <a:gd name="connsiteX8" fmla="*/ 7144 w 2200275"/>
                      <a:gd name="connsiteY8" fmla="*/ 350044 h 1914525"/>
                      <a:gd name="connsiteX9" fmla="*/ 7144 w 2200275"/>
                      <a:gd name="connsiteY9" fmla="*/ 1912144 h 1914525"/>
                      <a:gd name="connsiteX10" fmla="*/ 2197894 w 2200275"/>
                      <a:gd name="connsiteY10" fmla="*/ 1912144 h 1914525"/>
                      <a:gd name="connsiteX11" fmla="*/ 2197894 w 2200275"/>
                      <a:gd name="connsiteY11" fmla="*/ 7144 h 1914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0275" h="1914525">
                        <a:moveTo>
                          <a:pt x="7144" y="7144"/>
                        </a:moveTo>
                        <a:lnTo>
                          <a:pt x="7144" y="245269"/>
                        </a:lnTo>
                        <a:lnTo>
                          <a:pt x="432911" y="245269"/>
                        </a:lnTo>
                        <a:lnTo>
                          <a:pt x="432911" y="245269"/>
                        </a:lnTo>
                        <a:lnTo>
                          <a:pt x="1959769" y="245269"/>
                        </a:lnTo>
                        <a:lnTo>
                          <a:pt x="1959769" y="1674019"/>
                        </a:lnTo>
                        <a:lnTo>
                          <a:pt x="245269" y="1674019"/>
                        </a:lnTo>
                        <a:lnTo>
                          <a:pt x="245269" y="350044"/>
                        </a:lnTo>
                        <a:lnTo>
                          <a:pt x="7144" y="350044"/>
                        </a:lnTo>
                        <a:lnTo>
                          <a:pt x="7144" y="1912144"/>
                        </a:lnTo>
                        <a:lnTo>
                          <a:pt x="2197894" y="1912144"/>
                        </a:lnTo>
                        <a:lnTo>
                          <a:pt x="2197894" y="7144"/>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sp>
                <p:nvSpPr>
                  <p:cNvPr id="104" name="Vrije vorm: vorm 103">
                    <a:extLst>
                      <a:ext uri="{FF2B5EF4-FFF2-40B4-BE49-F238E27FC236}">
                        <a16:creationId xmlns:a16="http://schemas.microsoft.com/office/drawing/2014/main" id="{69DB4185-0C50-12CC-86E4-1B80536F780C}"/>
                      </a:ext>
                    </a:extLst>
                  </p:cNvPr>
                  <p:cNvSpPr/>
                  <p:nvPr/>
                </p:nvSpPr>
                <p:spPr>
                  <a:xfrm>
                    <a:off x="9362668" y="1953652"/>
                    <a:ext cx="1438273" cy="885828"/>
                  </a:xfrm>
                  <a:custGeom>
                    <a:avLst/>
                    <a:gdLst>
                      <a:gd name="connsiteX0" fmla="*/ 1070134 w 1438275"/>
                      <a:gd name="connsiteY0" fmla="*/ 7144 h 885825"/>
                      <a:gd name="connsiteX1" fmla="*/ 801529 w 1438275"/>
                      <a:gd name="connsiteY1" fmla="*/ 275749 h 885825"/>
                      <a:gd name="connsiteX2" fmla="*/ 662464 w 1438275"/>
                      <a:gd name="connsiteY2" fmla="*/ 137636 h 885825"/>
                      <a:gd name="connsiteX3" fmla="*/ 7144 w 1438275"/>
                      <a:gd name="connsiteY3" fmla="*/ 784384 h 885825"/>
                      <a:gd name="connsiteX4" fmla="*/ 108109 w 1438275"/>
                      <a:gd name="connsiteY4" fmla="*/ 885349 h 885825"/>
                      <a:gd name="connsiteX5" fmla="*/ 662464 w 1438275"/>
                      <a:gd name="connsiteY5" fmla="*/ 338614 h 885825"/>
                      <a:gd name="connsiteX6" fmla="*/ 928211 w 1438275"/>
                      <a:gd name="connsiteY6" fmla="*/ 605314 h 885825"/>
                      <a:gd name="connsiteX7" fmla="*/ 1029176 w 1438275"/>
                      <a:gd name="connsiteY7" fmla="*/ 503396 h 885825"/>
                      <a:gd name="connsiteX8" fmla="*/ 902494 w 1438275"/>
                      <a:gd name="connsiteY8" fmla="*/ 376714 h 885825"/>
                      <a:gd name="connsiteX9" fmla="*/ 1070134 w 1438275"/>
                      <a:gd name="connsiteY9" fmla="*/ 209074 h 885825"/>
                      <a:gd name="connsiteX10" fmla="*/ 1337786 w 1438275"/>
                      <a:gd name="connsiteY10" fmla="*/ 480536 h 885825"/>
                      <a:gd name="connsiteX11" fmla="*/ 1438751 w 1438275"/>
                      <a:gd name="connsiteY11" fmla="*/ 378619 h 885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38275" h="885825">
                        <a:moveTo>
                          <a:pt x="1070134" y="7144"/>
                        </a:moveTo>
                        <a:lnTo>
                          <a:pt x="801529" y="275749"/>
                        </a:lnTo>
                        <a:lnTo>
                          <a:pt x="662464" y="137636"/>
                        </a:lnTo>
                        <a:lnTo>
                          <a:pt x="7144" y="784384"/>
                        </a:lnTo>
                        <a:lnTo>
                          <a:pt x="108109" y="885349"/>
                        </a:lnTo>
                        <a:lnTo>
                          <a:pt x="662464" y="338614"/>
                        </a:lnTo>
                        <a:lnTo>
                          <a:pt x="928211" y="605314"/>
                        </a:lnTo>
                        <a:lnTo>
                          <a:pt x="1029176" y="503396"/>
                        </a:lnTo>
                        <a:lnTo>
                          <a:pt x="902494" y="376714"/>
                        </a:lnTo>
                        <a:lnTo>
                          <a:pt x="1070134" y="209074"/>
                        </a:lnTo>
                        <a:lnTo>
                          <a:pt x="1337786" y="480536"/>
                        </a:lnTo>
                        <a:lnTo>
                          <a:pt x="1438751" y="378619"/>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grpSp>
          </p:grpSp>
          <p:sp>
            <p:nvSpPr>
              <p:cNvPr id="100" name="Tekstvak 99">
                <a:extLst>
                  <a:ext uri="{FF2B5EF4-FFF2-40B4-BE49-F238E27FC236}">
                    <a16:creationId xmlns:a16="http://schemas.microsoft.com/office/drawing/2014/main" id="{ED472295-600B-FA4B-183A-522A345F29A1}"/>
                  </a:ext>
                </a:extLst>
              </p:cNvPr>
              <p:cNvSpPr txBox="1"/>
              <p:nvPr userDrawn="1"/>
            </p:nvSpPr>
            <p:spPr>
              <a:xfrm>
                <a:off x="-3563526" y="1617700"/>
                <a:ext cx="354190" cy="113727"/>
              </a:xfrm>
              <a:prstGeom prst="rect">
                <a:avLst/>
              </a:prstGeom>
              <a:noFill/>
            </p:spPr>
            <p:txBody>
              <a:bodyPr wrap="square" lIns="0" tIns="18000" rIns="0" bIns="0" rtlCol="0" anchor="t">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Images</a:t>
                </a:r>
              </a:p>
            </p:txBody>
          </p:sp>
        </p:grpSp>
      </p:grpSp>
      <p:sp>
        <p:nvSpPr>
          <p:cNvPr id="153" name="Rectangle 152">
            <a:extLst>
              <a:ext uri="{FF2B5EF4-FFF2-40B4-BE49-F238E27FC236}">
                <a16:creationId xmlns:a16="http://schemas.microsoft.com/office/drawing/2014/main" id="{BF8C946E-F7A0-F264-C966-F5856797CFB3}"/>
              </a:ext>
            </a:extLst>
          </p:cNvPr>
          <p:cNvSpPr/>
          <p:nvPr userDrawn="1"/>
        </p:nvSpPr>
        <p:spPr>
          <a:xfrm>
            <a:off x="718666" y="-1"/>
            <a:ext cx="10751096" cy="3736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r>
              <a:rPr lang="en-US" sz="1600" dirty="0"/>
              <a:t>Objective | Background | Methods | Results | Conclusions</a:t>
            </a:r>
            <a:endParaRPr lang="LID4096" sz="1600" dirty="0" err="1"/>
          </a:p>
        </p:txBody>
      </p:sp>
    </p:spTree>
    <p:extLst>
      <p:ext uri="{BB962C8B-B14F-4D97-AF65-F5344CB8AC3E}">
        <p14:creationId xmlns:p14="http://schemas.microsoft.com/office/powerpoint/2010/main" val="142439990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Image (L) + text | dark mode">
    <p:bg>
      <p:bgPr>
        <a:solidFill>
          <a:schemeClr val="accent2"/>
        </a:solidFill>
        <a:effectLst/>
      </p:bgPr>
    </p:bg>
    <p:spTree>
      <p:nvGrpSpPr>
        <p:cNvPr id="1" name=""/>
        <p:cNvGrpSpPr/>
        <p:nvPr/>
      </p:nvGrpSpPr>
      <p:grpSpPr>
        <a:xfrm>
          <a:off x="0" y="0"/>
          <a:ext cx="0" cy="0"/>
          <a:chOff x="0" y="0"/>
          <a:chExt cx="0" cy="0"/>
        </a:xfrm>
      </p:grpSpPr>
      <p:sp>
        <p:nvSpPr>
          <p:cNvPr id="9" name="Tijdelijke aanduiding voor afbeelding 16">
            <a:extLst>
              <a:ext uri="{FF2B5EF4-FFF2-40B4-BE49-F238E27FC236}">
                <a16:creationId xmlns:a16="http://schemas.microsoft.com/office/drawing/2014/main" id="{01448C0E-861A-455D-A196-874AFA9BF79C}"/>
              </a:ext>
            </a:extLst>
          </p:cNvPr>
          <p:cNvSpPr>
            <a:spLocks noGrp="1"/>
          </p:cNvSpPr>
          <p:nvPr>
            <p:ph type="pic" sz="quarter" idx="13" hasCustomPrompt="1"/>
          </p:nvPr>
        </p:nvSpPr>
        <p:spPr>
          <a:xfrm>
            <a:off x="0" y="0"/>
            <a:ext cx="7035112" cy="6858000"/>
          </a:xfrm>
          <a:pattFill prst="pct60">
            <a:fgClr>
              <a:schemeClr val="bg1">
                <a:lumMod val="95000"/>
              </a:schemeClr>
            </a:fgClr>
            <a:bgClr>
              <a:schemeClr val="bg1">
                <a:lumMod val="85000"/>
              </a:schemeClr>
            </a:bgClr>
          </a:patt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the tab ‘</a:t>
            </a:r>
            <a:r>
              <a:rPr lang="en-GB" noProof="0" dirty="0" err="1"/>
              <a:t>Slidebuilder</a:t>
            </a:r>
            <a:r>
              <a:rPr lang="en-GB" noProof="0" dirty="0"/>
              <a:t>’, click on ‘Images’,</a:t>
            </a:r>
            <a:br>
              <a:rPr lang="en-GB" noProof="0" dirty="0"/>
            </a:br>
            <a:r>
              <a:rPr lang="en-GB" noProof="0" dirty="0"/>
              <a:t>select the preferred image and click on ‘Insert’.</a:t>
            </a:r>
          </a:p>
        </p:txBody>
      </p:sp>
      <p:sp>
        <p:nvSpPr>
          <p:cNvPr id="3" name="Tijdelijke aanduiding voor verticale tekst 2">
            <a:extLst>
              <a:ext uri="{FF2B5EF4-FFF2-40B4-BE49-F238E27FC236}">
                <a16:creationId xmlns:a16="http://schemas.microsoft.com/office/drawing/2014/main" id="{3B184817-515D-4870-8CED-0DECE6FF2FC8}"/>
              </a:ext>
            </a:extLst>
          </p:cNvPr>
          <p:cNvSpPr>
            <a:spLocks noGrp="1"/>
          </p:cNvSpPr>
          <p:nvPr>
            <p:ph type="body" orient="vert" idx="1" hasCustomPrompt="1"/>
          </p:nvPr>
        </p:nvSpPr>
        <p:spPr>
          <a:xfrm>
            <a:off x="7751363" y="1569104"/>
            <a:ext cx="3718399" cy="4431646"/>
          </a:xfrm>
        </p:spPr>
        <p:txBody>
          <a:bodyPr vert="horz"/>
          <a:lstStyle>
            <a:lvl1pPr>
              <a:buClr>
                <a:schemeClr val="bg1"/>
              </a:buClr>
              <a:defRPr>
                <a:solidFill>
                  <a:schemeClr val="bg1"/>
                </a:solidFill>
              </a:defRPr>
            </a:lvl1pPr>
            <a:lvl2pPr>
              <a:buClr>
                <a:schemeClr val="bg1"/>
              </a:buClr>
              <a:defRPr>
                <a:solidFill>
                  <a:schemeClr val="bg1"/>
                </a:solidFill>
              </a:defRPr>
            </a:lvl2pPr>
            <a:lvl3pPr>
              <a:defRPr>
                <a:solidFill>
                  <a:schemeClr val="bg1"/>
                </a:solidFill>
              </a:defRPr>
            </a:lvl3pPr>
            <a:lvl4pPr>
              <a:defRPr>
                <a:solidFill>
                  <a:schemeClr val="bg1"/>
                </a:solidFill>
              </a:defRPr>
            </a:lvl4pPr>
            <a:lvl5pPr>
              <a:defRPr b="0">
                <a:solidFill>
                  <a:schemeClr val="bg1"/>
                </a:solidFill>
              </a:defRPr>
            </a:lvl5pPr>
            <a:lvl6pPr>
              <a:defRPr b="0">
                <a:solidFill>
                  <a:schemeClr val="bg1"/>
                </a:solidFill>
              </a:defRPr>
            </a:lvl6pPr>
            <a:lvl7pPr>
              <a:buClr>
                <a:schemeClr val="bg1"/>
              </a:buClr>
              <a:defRPr>
                <a:solidFill>
                  <a:schemeClr val="bg1"/>
                </a:solidFill>
              </a:defRPr>
            </a:lvl7pPr>
            <a:lvl8pPr>
              <a:buClr>
                <a:schemeClr val="bg2"/>
              </a:buClr>
              <a:defRPr>
                <a:solidFill>
                  <a:schemeClr val="bg1"/>
                </a:solidFill>
              </a:defRPr>
            </a:lvl8pPr>
            <a:lvl9pPr>
              <a:defRPr>
                <a:solidFill>
                  <a:schemeClr val="bg1"/>
                </a:solidFill>
              </a:defRPr>
            </a:lvl9pPr>
          </a:lstStyle>
          <a:p>
            <a:pPr lvl="0"/>
            <a:r>
              <a:rPr lang="en-GB" noProof="0" dirty="0"/>
              <a:t>Bullet</a:t>
            </a:r>
          </a:p>
          <a:p>
            <a:pPr lvl="1"/>
            <a:r>
              <a:rPr lang="en-GB" noProof="0" dirty="0"/>
              <a:t>Sub-bullet </a:t>
            </a:r>
          </a:p>
          <a:p>
            <a:pPr lvl="2"/>
            <a:r>
              <a:rPr lang="en-GB" noProof="0" dirty="0"/>
              <a:t>Default text</a:t>
            </a:r>
            <a:br>
              <a:rPr lang="en-GB" noProof="0" dirty="0"/>
            </a:br>
            <a:endParaRPr lang="en-GB" noProof="0" dirty="0"/>
          </a:p>
          <a:p>
            <a:pPr lvl="3"/>
            <a:r>
              <a:rPr lang="en-GB" noProof="0" dirty="0"/>
              <a:t>Title/Quote</a:t>
            </a:r>
          </a:p>
          <a:p>
            <a:pPr lvl="4"/>
            <a:r>
              <a:rPr lang="en-GB" noProof="0" dirty="0"/>
              <a:t>Subtitle</a:t>
            </a:r>
          </a:p>
          <a:p>
            <a:pPr lvl="5"/>
            <a:r>
              <a:rPr lang="en-GB" noProof="0" dirty="0"/>
              <a:t>Default text</a:t>
            </a:r>
            <a:br>
              <a:rPr lang="en-GB" noProof="0" dirty="0"/>
            </a:br>
            <a:endParaRPr lang="en-GB" noProof="0" dirty="0"/>
          </a:p>
          <a:p>
            <a:pPr lvl="6"/>
            <a:r>
              <a:rPr lang="en-GB" noProof="0" dirty="0"/>
              <a:t>Numerical bullet</a:t>
            </a:r>
          </a:p>
          <a:p>
            <a:pPr lvl="7"/>
            <a:r>
              <a:rPr lang="en-GB" noProof="0" dirty="0"/>
              <a:t>Alphabetical bullet</a:t>
            </a:r>
          </a:p>
          <a:p>
            <a:pPr lvl="8"/>
            <a:r>
              <a:rPr lang="en-GB" noProof="0" dirty="0"/>
              <a:t>Source</a:t>
            </a:r>
          </a:p>
          <a:p>
            <a:pPr lvl="8"/>
            <a:endParaRPr lang="en-GB" noProof="0" dirty="0"/>
          </a:p>
        </p:txBody>
      </p:sp>
      <p:sp>
        <p:nvSpPr>
          <p:cNvPr id="8" name="Rechthoek 7">
            <a:extLst>
              <a:ext uri="{FF2B5EF4-FFF2-40B4-BE49-F238E27FC236}">
                <a16:creationId xmlns:a16="http://schemas.microsoft.com/office/drawing/2014/main" id="{0F5F4741-7E9A-4CAB-94EB-11EAC243E80F}"/>
              </a:ext>
            </a:extLst>
          </p:cNvPr>
          <p:cNvSpPr/>
          <p:nvPr userDrawn="1"/>
        </p:nvSpPr>
        <p:spPr>
          <a:xfrm>
            <a:off x="0" y="-441330"/>
            <a:ext cx="3109826"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fr-FR" sz="1800" b="1" cap="none" baseline="0" noProof="0" dirty="0">
                <a:solidFill>
                  <a:schemeClr val="accent1"/>
                </a:solidFill>
                <a:latin typeface="+mj-lt"/>
              </a:rPr>
              <a:t>Image (L) + text | dark mode</a:t>
            </a:r>
            <a:endParaRPr lang="en-GB" sz="1800" b="1" cap="none" baseline="0" noProof="0" dirty="0">
              <a:solidFill>
                <a:schemeClr val="accent1"/>
              </a:solidFill>
              <a:latin typeface="+mj-lt"/>
            </a:endParaRPr>
          </a:p>
        </p:txBody>
      </p:sp>
      <p:sp>
        <p:nvSpPr>
          <p:cNvPr id="2" name="Tijdelijke aanduiding voor datum 1">
            <a:extLst>
              <a:ext uri="{FF2B5EF4-FFF2-40B4-BE49-F238E27FC236}">
                <a16:creationId xmlns:a16="http://schemas.microsoft.com/office/drawing/2014/main" id="{D2CC7142-B29C-44C0-A766-50C559F83F0D}"/>
              </a:ext>
            </a:extLst>
          </p:cNvPr>
          <p:cNvSpPr>
            <a:spLocks noGrp="1"/>
          </p:cNvSpPr>
          <p:nvPr>
            <p:ph type="dt" sz="half" idx="14"/>
          </p:nvPr>
        </p:nvSpPr>
        <p:spPr/>
        <p:txBody>
          <a:bodyPr/>
          <a:lstStyle>
            <a:lvl1pPr>
              <a:defRPr>
                <a:solidFill>
                  <a:schemeClr val="bg1"/>
                </a:solidFill>
              </a:defRPr>
            </a:lvl1pPr>
          </a:lstStyle>
          <a:p>
            <a:r>
              <a:rPr lang="LID4096"/>
              <a:t>08/30/2024</a:t>
            </a:r>
            <a:endParaRPr lang="en-GB" dirty="0"/>
          </a:p>
        </p:txBody>
      </p:sp>
      <p:sp>
        <p:nvSpPr>
          <p:cNvPr id="5" name="Tijdelijke aanduiding voor dianummer 4">
            <a:extLst>
              <a:ext uri="{FF2B5EF4-FFF2-40B4-BE49-F238E27FC236}">
                <a16:creationId xmlns:a16="http://schemas.microsoft.com/office/drawing/2014/main" id="{CA4D5831-898C-467F-9278-A1AE8AFEACB0}"/>
              </a:ext>
            </a:extLst>
          </p:cNvPr>
          <p:cNvSpPr>
            <a:spLocks noGrp="1"/>
          </p:cNvSpPr>
          <p:nvPr>
            <p:ph type="sldNum" sz="quarter" idx="16"/>
          </p:nvPr>
        </p:nvSpPr>
        <p:spPr/>
        <p:txBody>
          <a:bodyPr/>
          <a:lstStyle>
            <a:lvl1pPr>
              <a:defRPr>
                <a:solidFill>
                  <a:schemeClr val="bg1"/>
                </a:solidFill>
              </a:defRPr>
            </a:lvl1pPr>
          </a:lstStyle>
          <a:p>
            <a:fld id="{9E843DB9-9987-4157-AB9C-CEA8D7D910BB}" type="slidenum">
              <a:rPr lang="en-GB" smtClean="0"/>
              <a:pPr/>
              <a:t>‹#›</a:t>
            </a:fld>
            <a:endParaRPr lang="en-GB" dirty="0"/>
          </a:p>
        </p:txBody>
      </p:sp>
      <p:sp>
        <p:nvSpPr>
          <p:cNvPr id="6" name="Titel 5">
            <a:extLst>
              <a:ext uri="{FF2B5EF4-FFF2-40B4-BE49-F238E27FC236}">
                <a16:creationId xmlns:a16="http://schemas.microsoft.com/office/drawing/2014/main" id="{E05E34B7-2C9E-9A98-E207-B06777DF2086}"/>
              </a:ext>
            </a:extLst>
          </p:cNvPr>
          <p:cNvSpPr>
            <a:spLocks noGrp="1"/>
          </p:cNvSpPr>
          <p:nvPr>
            <p:ph type="title" hasCustomPrompt="1"/>
          </p:nvPr>
        </p:nvSpPr>
        <p:spPr>
          <a:xfrm>
            <a:off x="7751710" y="722454"/>
            <a:ext cx="3718052" cy="323709"/>
          </a:xfrm>
        </p:spPr>
        <p:txBody>
          <a:bodyPr/>
          <a:lstStyle>
            <a:lvl1pPr>
              <a:defRPr>
                <a:solidFill>
                  <a:schemeClr val="bg1"/>
                </a:solidFill>
              </a:defRPr>
            </a:lvl1pPr>
          </a:lstStyle>
          <a:p>
            <a:r>
              <a:rPr lang="en-GB" noProof="0" dirty="0"/>
              <a:t>Title goes here</a:t>
            </a:r>
            <a:endParaRPr lang="en-GB" dirty="0"/>
          </a:p>
        </p:txBody>
      </p:sp>
      <p:sp>
        <p:nvSpPr>
          <p:cNvPr id="20" name="Tijdelijke aanduiding voor tekst 18">
            <a:extLst>
              <a:ext uri="{FF2B5EF4-FFF2-40B4-BE49-F238E27FC236}">
                <a16:creationId xmlns:a16="http://schemas.microsoft.com/office/drawing/2014/main" id="{D67C0CDF-DF54-BAD6-CE34-0D10178A4EC3}"/>
              </a:ext>
            </a:extLst>
          </p:cNvPr>
          <p:cNvSpPr>
            <a:spLocks noGrp="1"/>
          </p:cNvSpPr>
          <p:nvPr>
            <p:ph type="body" sz="quarter" idx="18" hasCustomPrompt="1"/>
          </p:nvPr>
        </p:nvSpPr>
        <p:spPr>
          <a:xfrm>
            <a:off x="0" y="4094329"/>
            <a:ext cx="7035112" cy="2763672"/>
          </a:xfrm>
          <a:gradFill flip="none" rotWithShape="1">
            <a:gsLst>
              <a:gs pos="0">
                <a:schemeClr val="tx1">
                  <a:alpha val="29000"/>
                </a:schemeClr>
              </a:gs>
              <a:gs pos="48000">
                <a:schemeClr val="tx1">
                  <a:alpha val="0"/>
                </a:schemeClr>
              </a:gs>
            </a:gsLst>
            <a:lin ang="16200000" scaled="1"/>
            <a:tileRect/>
          </a:gradFill>
        </p:spPr>
        <p:txBody>
          <a:bodyPr/>
          <a:lstStyle>
            <a:lvl1pPr marL="0" indent="0">
              <a:buNone/>
              <a:defRPr sz="100">
                <a:solidFill>
                  <a:schemeClr val="tx2">
                    <a:alpha val="0"/>
                  </a:schemeClr>
                </a:solidFill>
              </a:defRPr>
            </a:lvl1pPr>
          </a:lstStyle>
          <a:p>
            <a:pPr lvl="0"/>
            <a:r>
              <a:rPr lang="en-GB" dirty="0"/>
              <a:t> </a:t>
            </a:r>
          </a:p>
        </p:txBody>
      </p:sp>
      <p:sp>
        <p:nvSpPr>
          <p:cNvPr id="19" name="Tijdelijke aanduiding voor tekst 18">
            <a:extLst>
              <a:ext uri="{FF2B5EF4-FFF2-40B4-BE49-F238E27FC236}">
                <a16:creationId xmlns:a16="http://schemas.microsoft.com/office/drawing/2014/main" id="{BE9B9236-02AD-4FF6-37E4-BA4CB5E71A38}"/>
              </a:ext>
            </a:extLst>
          </p:cNvPr>
          <p:cNvSpPr>
            <a:spLocks noGrp="1" noRot="1" noMove="1" noResize="1" noEditPoints="1" noAdjustHandles="1" noChangeArrowheads="1" noChangeShapeType="1"/>
          </p:cNvSpPr>
          <p:nvPr>
            <p:ph type="body" sz="quarter" idx="17" hasCustomPrompt="1"/>
          </p:nvPr>
        </p:nvSpPr>
        <p:spPr>
          <a:xfrm>
            <a:off x="720362" y="6216736"/>
            <a:ext cx="961200" cy="381600"/>
          </a:xfrm>
          <a:blipFill>
            <a:blip r:embed="rId2">
              <a:lum bright="100000"/>
              <a:extLst>
                <a:ext uri="{96DAC541-7B7A-43D3-8B79-37D633B846F1}">
                  <asvg:svgBlip xmlns:asvg="http://schemas.microsoft.com/office/drawing/2016/SVG/main" r:embed="rId3"/>
                </a:ext>
              </a:extLst>
            </a:blip>
            <a:srcRect/>
            <a:stretch>
              <a:fillRect t="53" b="53"/>
            </a:stretch>
          </a:blipFill>
        </p:spPr>
        <p:txBody>
          <a:bodyPr/>
          <a:lstStyle>
            <a:lvl1pPr marL="0" indent="0">
              <a:buNone/>
              <a:defRPr sz="100">
                <a:solidFill>
                  <a:schemeClr val="tx2">
                    <a:alpha val="0"/>
                  </a:schemeClr>
                </a:solidFill>
              </a:defRPr>
            </a:lvl1pPr>
          </a:lstStyle>
          <a:p>
            <a:pPr lvl="0"/>
            <a:r>
              <a:rPr lang="en-GB" dirty="0"/>
              <a:t> </a:t>
            </a:r>
          </a:p>
        </p:txBody>
      </p:sp>
      <p:grpSp>
        <p:nvGrpSpPr>
          <p:cNvPr id="4" name="INSTRUCTION">
            <a:extLst>
              <a:ext uri="{FF2B5EF4-FFF2-40B4-BE49-F238E27FC236}">
                <a16:creationId xmlns:a16="http://schemas.microsoft.com/office/drawing/2014/main" id="{A7336FF7-18FF-3BB8-5AEA-E983219567F5}"/>
              </a:ext>
            </a:extLst>
          </p:cNvPr>
          <p:cNvGrpSpPr/>
          <p:nvPr userDrawn="1"/>
        </p:nvGrpSpPr>
        <p:grpSpPr>
          <a:xfrm>
            <a:off x="-3786165" y="-1"/>
            <a:ext cx="3693386" cy="6640349"/>
            <a:chOff x="-3786165" y="-1"/>
            <a:chExt cx="3693386" cy="6640349"/>
          </a:xfrm>
        </p:grpSpPr>
        <p:sp>
          <p:nvSpPr>
            <p:cNvPr id="7" name="Rechthoek 6">
              <a:extLst>
                <a:ext uri="{FF2B5EF4-FFF2-40B4-BE49-F238E27FC236}">
                  <a16:creationId xmlns:a16="http://schemas.microsoft.com/office/drawing/2014/main" id="{8C770C59-D708-F964-89F9-E59E317418A1}"/>
                </a:ext>
              </a:extLst>
            </p:cNvPr>
            <p:cNvSpPr/>
            <p:nvPr userDrawn="1"/>
          </p:nvSpPr>
          <p:spPr>
            <a:xfrm>
              <a:off x="-3786165" y="-1"/>
              <a:ext cx="3593091" cy="5991727"/>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Insert/edit an image</a:t>
              </a:r>
            </a:p>
          </p:txBody>
        </p:sp>
        <p:sp>
          <p:nvSpPr>
            <p:cNvPr id="10" name="Ovaal 9">
              <a:extLst>
                <a:ext uri="{FF2B5EF4-FFF2-40B4-BE49-F238E27FC236}">
                  <a16:creationId xmlns:a16="http://schemas.microsoft.com/office/drawing/2014/main" id="{EE48741E-CA30-117C-60C6-1C308653AB24}"/>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1" name="Rechthoek 10">
              <a:extLst>
                <a:ext uri="{FF2B5EF4-FFF2-40B4-BE49-F238E27FC236}">
                  <a16:creationId xmlns:a16="http://schemas.microsoft.com/office/drawing/2014/main" id="{88A8179E-0C1F-1E64-E21C-7D5FE802D0CC}"/>
                </a:ext>
              </a:extLst>
            </p:cNvPr>
            <p:cNvSpPr/>
            <p:nvPr userDrawn="1"/>
          </p:nvSpPr>
          <p:spPr>
            <a:xfrm>
              <a:off x="-3319415" y="465324"/>
              <a:ext cx="2962706" cy="668152"/>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If necessary, delete the existing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by using the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key’</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Select the placeholder,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1" i="0" u="none" strike="noStrike" kern="0" cap="none" spc="0" normalizeH="0" baseline="0" noProof="0" dirty="0" err="1">
                  <a:ln>
                    <a:noFill/>
                  </a:ln>
                  <a:solidFill>
                    <a:srgbClr val="000000"/>
                  </a:solidFill>
                  <a:effectLst/>
                  <a:uLnTx/>
                  <a:uFillTx/>
                  <a:latin typeface="Calibri" panose="020F0502020204030204" pitchFamily="34" charset="0"/>
                  <a:ea typeface="+mn-ea"/>
                  <a:cs typeface="Calibri" panose="020F0502020204030204" pitchFamily="34" charset="0"/>
                </a:rPr>
                <a:t>Slidebuilder</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 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‘Images’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endPar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12" name="Ovaal 11">
              <a:extLst>
                <a:ext uri="{FF2B5EF4-FFF2-40B4-BE49-F238E27FC236}">
                  <a16:creationId xmlns:a16="http://schemas.microsoft.com/office/drawing/2014/main" id="{7650F560-EA1D-F0EA-031C-BA7971A45D4B}"/>
                </a:ext>
              </a:extLst>
            </p:cNvPr>
            <p:cNvSpPr/>
            <p:nvPr userDrawn="1"/>
          </p:nvSpPr>
          <p:spPr>
            <a:xfrm>
              <a:off x="-3603587" y="2633935"/>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13" name="Rechthoek 12">
              <a:extLst>
                <a:ext uri="{FF2B5EF4-FFF2-40B4-BE49-F238E27FC236}">
                  <a16:creationId xmlns:a16="http://schemas.microsoft.com/office/drawing/2014/main" id="{DE947BCF-4AEB-601F-6859-0E6D01CD798C}"/>
                </a:ext>
              </a:extLst>
            </p:cNvPr>
            <p:cNvSpPr/>
            <p:nvPr userDrawn="1"/>
          </p:nvSpPr>
          <p:spPr>
            <a:xfrm>
              <a:off x="-3319416" y="2633936"/>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Click with the right mouse button on the thumbnail display of the slide on the left side </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of the screen and choose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‘Reset slide’</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14" name="Ovaal 13">
              <a:extLst>
                <a:ext uri="{FF2B5EF4-FFF2-40B4-BE49-F238E27FC236}">
                  <a16:creationId xmlns:a16="http://schemas.microsoft.com/office/drawing/2014/main" id="{3B75BDB9-29FC-AEDF-BE33-AF52FADAB9C9}"/>
                </a:ext>
              </a:extLst>
            </p:cNvPr>
            <p:cNvSpPr/>
            <p:nvPr userDrawn="1"/>
          </p:nvSpPr>
          <p:spPr>
            <a:xfrm>
              <a:off x="-3603587" y="4226365"/>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15" name="Rechthoek 14">
              <a:extLst>
                <a:ext uri="{FF2B5EF4-FFF2-40B4-BE49-F238E27FC236}">
                  <a16:creationId xmlns:a16="http://schemas.microsoft.com/office/drawing/2014/main" id="{D8B57B2C-B484-CDBB-ECB9-7B12A253A78E}"/>
                </a:ext>
              </a:extLst>
            </p:cNvPr>
            <p:cNvSpPr/>
            <p:nvPr userDrawn="1"/>
          </p:nvSpPr>
          <p:spPr>
            <a:xfrm>
              <a:off x="-3319416" y="4226366"/>
              <a:ext cx="2944683" cy="820954"/>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To scale or drag the image,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‘Picture Tools - Format’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‘Crop’</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Scale the image itself with</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spheres and scale the image frame with the brackets.</a:t>
              </a:r>
            </a:p>
          </p:txBody>
        </p:sp>
        <p:sp>
          <p:nvSpPr>
            <p:cNvPr id="16" name="Rechthoek 15">
              <a:extLst>
                <a:ext uri="{FF2B5EF4-FFF2-40B4-BE49-F238E27FC236}">
                  <a16:creationId xmlns:a16="http://schemas.microsoft.com/office/drawing/2014/main" id="{46414778-C8E8-4B70-81E1-CD07B6AB51D4}"/>
                </a:ext>
              </a:extLst>
            </p:cNvPr>
            <p:cNvSpPr/>
            <p:nvPr userDrawn="1"/>
          </p:nvSpPr>
          <p:spPr>
            <a:xfrm>
              <a:off x="-3316836" y="3200265"/>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en-GB" sz="1000" b="0" i="1" noProof="0" dirty="0">
                <a:solidFill>
                  <a:srgbClr val="211F26"/>
                </a:solidFill>
                <a:latin typeface="Calibri" panose="020F0502020204030204" pitchFamily="34" charset="0"/>
                <a:cs typeface="Calibri" panose="020F0502020204030204" pitchFamily="34" charset="0"/>
              </a:endParaRPr>
            </a:p>
          </p:txBody>
        </p:sp>
        <p:grpSp>
          <p:nvGrpSpPr>
            <p:cNvPr id="17" name="Groep 16">
              <a:extLst>
                <a:ext uri="{FF2B5EF4-FFF2-40B4-BE49-F238E27FC236}">
                  <a16:creationId xmlns:a16="http://schemas.microsoft.com/office/drawing/2014/main" id="{E9C2B093-EDB0-5F40-D292-4A905355B386}"/>
                </a:ext>
              </a:extLst>
            </p:cNvPr>
            <p:cNvGrpSpPr/>
            <p:nvPr userDrawn="1"/>
          </p:nvGrpSpPr>
          <p:grpSpPr>
            <a:xfrm>
              <a:off x="-2485819" y="3479783"/>
              <a:ext cx="1222990" cy="563933"/>
              <a:chOff x="-2485819" y="3399207"/>
              <a:chExt cx="1222990" cy="563933"/>
            </a:xfrm>
          </p:grpSpPr>
          <p:sp>
            <p:nvSpPr>
              <p:cNvPr id="58" name="Rechthoek 57">
                <a:extLst>
                  <a:ext uri="{FF2B5EF4-FFF2-40B4-BE49-F238E27FC236}">
                    <a16:creationId xmlns:a16="http://schemas.microsoft.com/office/drawing/2014/main" id="{56A6D143-97DA-1FBC-0159-F98F7C02A094}"/>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59" name="Rechthoek 58">
                <a:extLst>
                  <a:ext uri="{FF2B5EF4-FFF2-40B4-BE49-F238E27FC236}">
                    <a16:creationId xmlns:a16="http://schemas.microsoft.com/office/drawing/2014/main" id="{8A89AFB5-C0D5-A34D-7042-62ACA4D4DBF3}"/>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nvGrpSpPr>
              <p:cNvPr id="60" name="Groep 59">
                <a:extLst>
                  <a:ext uri="{FF2B5EF4-FFF2-40B4-BE49-F238E27FC236}">
                    <a16:creationId xmlns:a16="http://schemas.microsoft.com/office/drawing/2014/main" id="{AD10234B-746A-BCC6-8413-E91002E9FFCE}"/>
                  </a:ext>
                </a:extLst>
              </p:cNvPr>
              <p:cNvGrpSpPr/>
              <p:nvPr userDrawn="1"/>
            </p:nvGrpSpPr>
            <p:grpSpPr>
              <a:xfrm>
                <a:off x="-2403869" y="3460544"/>
                <a:ext cx="155951" cy="131922"/>
                <a:chOff x="12968836" y="3354170"/>
                <a:chExt cx="404806" cy="342433"/>
              </a:xfrm>
            </p:grpSpPr>
            <p:sp>
              <p:nvSpPr>
                <p:cNvPr id="73" name="Rechthoek: afgeronde hoeken 72">
                  <a:extLst>
                    <a:ext uri="{FF2B5EF4-FFF2-40B4-BE49-F238E27FC236}">
                      <a16:creationId xmlns:a16="http://schemas.microsoft.com/office/drawing/2014/main" id="{030E6B89-58B9-55AE-7303-DA231A9537F2}"/>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74" name="Rechthoek 73">
                  <a:extLst>
                    <a:ext uri="{FF2B5EF4-FFF2-40B4-BE49-F238E27FC236}">
                      <a16:creationId xmlns:a16="http://schemas.microsoft.com/office/drawing/2014/main" id="{452E2F6F-FB77-E0D8-3F55-20CDCB0B0C42}"/>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75" name="Rechthoek 74">
                  <a:extLst>
                    <a:ext uri="{FF2B5EF4-FFF2-40B4-BE49-F238E27FC236}">
                      <a16:creationId xmlns:a16="http://schemas.microsoft.com/office/drawing/2014/main" id="{74E57709-86D8-9295-DD87-28D8EFB59AEC}"/>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76" name="Rechthoek 75">
                  <a:extLst>
                    <a:ext uri="{FF2B5EF4-FFF2-40B4-BE49-F238E27FC236}">
                      <a16:creationId xmlns:a16="http://schemas.microsoft.com/office/drawing/2014/main" id="{B8224673-FE02-FF00-D930-21BDB7248F31}"/>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77" name="Rechthoek 76">
                  <a:extLst>
                    <a:ext uri="{FF2B5EF4-FFF2-40B4-BE49-F238E27FC236}">
                      <a16:creationId xmlns:a16="http://schemas.microsoft.com/office/drawing/2014/main" id="{F0FB8FCB-DB22-1525-A02E-3EEEB1300D57}"/>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78" name="Rechthoek 77">
                  <a:extLst>
                    <a:ext uri="{FF2B5EF4-FFF2-40B4-BE49-F238E27FC236}">
                      <a16:creationId xmlns:a16="http://schemas.microsoft.com/office/drawing/2014/main" id="{7947469E-FC83-B524-6A12-7499EBFA7CEE}"/>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61" name="Groep 60">
                <a:extLst>
                  <a:ext uri="{FF2B5EF4-FFF2-40B4-BE49-F238E27FC236}">
                    <a16:creationId xmlns:a16="http://schemas.microsoft.com/office/drawing/2014/main" id="{219AD492-35FA-37D4-978E-4303BFD6CA65}"/>
                  </a:ext>
                </a:extLst>
              </p:cNvPr>
              <p:cNvGrpSpPr/>
              <p:nvPr userDrawn="1"/>
            </p:nvGrpSpPr>
            <p:grpSpPr>
              <a:xfrm>
                <a:off x="-2423424" y="3690208"/>
                <a:ext cx="166739" cy="218963"/>
                <a:chOff x="12940828" y="3950597"/>
                <a:chExt cx="432813" cy="568367"/>
              </a:xfrm>
            </p:grpSpPr>
            <p:grpSp>
              <p:nvGrpSpPr>
                <p:cNvPr id="65" name="Groep 64">
                  <a:extLst>
                    <a:ext uri="{FF2B5EF4-FFF2-40B4-BE49-F238E27FC236}">
                      <a16:creationId xmlns:a16="http://schemas.microsoft.com/office/drawing/2014/main" id="{2FB59377-2435-FB65-4AC5-D4E30865CE6B}"/>
                    </a:ext>
                  </a:extLst>
                </p:cNvPr>
                <p:cNvGrpSpPr/>
                <p:nvPr userDrawn="1"/>
              </p:nvGrpSpPr>
              <p:grpSpPr>
                <a:xfrm>
                  <a:off x="13000382" y="4006891"/>
                  <a:ext cx="373259" cy="315747"/>
                  <a:chOff x="12968836" y="3354170"/>
                  <a:chExt cx="404806" cy="342433"/>
                </a:xfrm>
              </p:grpSpPr>
              <p:sp>
                <p:nvSpPr>
                  <p:cNvPr id="67" name="Rechthoek: afgeronde hoeken 66">
                    <a:extLst>
                      <a:ext uri="{FF2B5EF4-FFF2-40B4-BE49-F238E27FC236}">
                        <a16:creationId xmlns:a16="http://schemas.microsoft.com/office/drawing/2014/main" id="{B3149741-1451-A6D0-D7BA-95BC07C4294C}"/>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68" name="Rechthoek 67">
                    <a:extLst>
                      <a:ext uri="{FF2B5EF4-FFF2-40B4-BE49-F238E27FC236}">
                        <a16:creationId xmlns:a16="http://schemas.microsoft.com/office/drawing/2014/main" id="{B79DE03C-1274-C94F-19F1-5CFE5A208C42}"/>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69" name="Rechthoek 68">
                    <a:extLst>
                      <a:ext uri="{FF2B5EF4-FFF2-40B4-BE49-F238E27FC236}">
                        <a16:creationId xmlns:a16="http://schemas.microsoft.com/office/drawing/2014/main" id="{B3B80C84-98B6-EE4A-AA97-8EB32ECCE1FF}"/>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70" name="Rechthoek 69">
                    <a:extLst>
                      <a:ext uri="{FF2B5EF4-FFF2-40B4-BE49-F238E27FC236}">
                        <a16:creationId xmlns:a16="http://schemas.microsoft.com/office/drawing/2014/main" id="{7C599F19-AAA5-F994-7F3E-59B75FB8222A}"/>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71" name="Rechthoek 70">
                    <a:extLst>
                      <a:ext uri="{FF2B5EF4-FFF2-40B4-BE49-F238E27FC236}">
                        <a16:creationId xmlns:a16="http://schemas.microsoft.com/office/drawing/2014/main" id="{4E0967AD-4F8A-D0BD-9A67-85CEF93BB6C7}"/>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72" name="Rechthoek 71">
                    <a:extLst>
                      <a:ext uri="{FF2B5EF4-FFF2-40B4-BE49-F238E27FC236}">
                        <a16:creationId xmlns:a16="http://schemas.microsoft.com/office/drawing/2014/main" id="{E45FEE40-2FCB-0701-61B6-60C6BAAB9866}"/>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sp>
              <p:nvSpPr>
                <p:cNvPr id="66" name="Boog 65">
                  <a:extLst>
                    <a:ext uri="{FF2B5EF4-FFF2-40B4-BE49-F238E27FC236}">
                      <a16:creationId xmlns:a16="http://schemas.microsoft.com/office/drawing/2014/main" id="{4D28163B-7175-CAA8-906B-87BA06F1862E}"/>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en-GB" sz="2400" noProof="0" dirty="0">
                    <a:solidFill>
                      <a:srgbClr val="211F26"/>
                    </a:solidFill>
                    <a:latin typeface="Calibri" panose="020F0502020204030204" pitchFamily="34" charset="0"/>
                    <a:cs typeface="Calibri" panose="020F0502020204030204" pitchFamily="34" charset="0"/>
                  </a:endParaRPr>
                </a:p>
              </p:txBody>
            </p:sp>
          </p:grpSp>
          <p:sp>
            <p:nvSpPr>
              <p:cNvPr id="62" name="Tekstvak 61">
                <a:extLst>
                  <a:ext uri="{FF2B5EF4-FFF2-40B4-BE49-F238E27FC236}">
                    <a16:creationId xmlns:a16="http://schemas.microsoft.com/office/drawing/2014/main" id="{201300D6-726F-E35C-3AA6-BB733D8E5EAD}"/>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Layout</a:t>
                </a:r>
              </a:p>
            </p:txBody>
          </p:sp>
          <p:sp>
            <p:nvSpPr>
              <p:cNvPr id="63" name="Tekstvak 62">
                <a:extLst>
                  <a:ext uri="{FF2B5EF4-FFF2-40B4-BE49-F238E27FC236}">
                    <a16:creationId xmlns:a16="http://schemas.microsoft.com/office/drawing/2014/main" id="{EF2572E2-9484-1CE8-D388-B7EBCB69F743}"/>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Reset slide</a:t>
                </a:r>
              </a:p>
            </p:txBody>
          </p:sp>
          <p:sp>
            <p:nvSpPr>
              <p:cNvPr id="64" name="Vrije vorm: vorm 63">
                <a:extLst>
                  <a:ext uri="{FF2B5EF4-FFF2-40B4-BE49-F238E27FC236}">
                    <a16:creationId xmlns:a16="http://schemas.microsoft.com/office/drawing/2014/main" id="{E5391AE2-7F0E-CADB-EBA4-772021FA20B2}"/>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grpSp>
        <p:grpSp>
          <p:nvGrpSpPr>
            <p:cNvPr id="18" name="Groep 17">
              <a:extLst>
                <a:ext uri="{FF2B5EF4-FFF2-40B4-BE49-F238E27FC236}">
                  <a16:creationId xmlns:a16="http://schemas.microsoft.com/office/drawing/2014/main" id="{AC138F54-9069-D405-D823-3CE87D591A92}"/>
                </a:ext>
              </a:extLst>
            </p:cNvPr>
            <p:cNvGrpSpPr/>
            <p:nvPr userDrawn="1"/>
          </p:nvGrpSpPr>
          <p:grpSpPr>
            <a:xfrm>
              <a:off x="-3786165" y="5680652"/>
              <a:ext cx="3693386" cy="959696"/>
              <a:chOff x="-3786437" y="6163468"/>
              <a:chExt cx="3693386" cy="959696"/>
            </a:xfrm>
          </p:grpSpPr>
          <p:sp>
            <p:nvSpPr>
              <p:cNvPr id="48" name="Rechthoek 47">
                <a:extLst>
                  <a:ext uri="{FF2B5EF4-FFF2-40B4-BE49-F238E27FC236}">
                    <a16:creationId xmlns:a16="http://schemas.microsoft.com/office/drawing/2014/main" id="{77B28C19-1D07-E5E3-7371-A6BF2BA10EEB}"/>
                  </a:ext>
                </a:extLst>
              </p:cNvPr>
              <p:cNvSpPr/>
              <p:nvPr userDrawn="1"/>
            </p:nvSpPr>
            <p:spPr>
              <a:xfrm>
                <a:off x="-3786437" y="6295164"/>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grpSp>
            <p:nvGrpSpPr>
              <p:cNvPr id="49" name="ICOON_info">
                <a:extLst>
                  <a:ext uri="{FF2B5EF4-FFF2-40B4-BE49-F238E27FC236}">
                    <a16:creationId xmlns:a16="http://schemas.microsoft.com/office/drawing/2014/main" id="{8B2F2EDF-935F-BFC1-EAE2-BFE9DE353D0A}"/>
                  </a:ext>
                </a:extLst>
              </p:cNvPr>
              <p:cNvGrpSpPr/>
              <p:nvPr userDrawn="1"/>
            </p:nvGrpSpPr>
            <p:grpSpPr>
              <a:xfrm>
                <a:off x="-376736" y="6163468"/>
                <a:ext cx="283685" cy="283685"/>
                <a:chOff x="-510741" y="5913713"/>
                <a:chExt cx="267555" cy="267555"/>
              </a:xfrm>
            </p:grpSpPr>
            <p:sp>
              <p:nvSpPr>
                <p:cNvPr id="56" name="Ovaal 55">
                  <a:extLst>
                    <a:ext uri="{FF2B5EF4-FFF2-40B4-BE49-F238E27FC236}">
                      <a16:creationId xmlns:a16="http://schemas.microsoft.com/office/drawing/2014/main" id="{DC8C16BF-D80C-D82E-E9E0-96B51E08AEA1}"/>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57" name="Graphic 163" descr="Informatie">
                  <a:extLst>
                    <a:ext uri="{FF2B5EF4-FFF2-40B4-BE49-F238E27FC236}">
                      <a16:creationId xmlns:a16="http://schemas.microsoft.com/office/drawing/2014/main" id="{00411D94-0F43-1744-7F62-556550349F3C}"/>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50" name="Groep 49">
                <a:extLst>
                  <a:ext uri="{FF2B5EF4-FFF2-40B4-BE49-F238E27FC236}">
                    <a16:creationId xmlns:a16="http://schemas.microsoft.com/office/drawing/2014/main" id="{F106D254-B184-895A-C7A3-1803CB483944}"/>
                  </a:ext>
                </a:extLst>
              </p:cNvPr>
              <p:cNvGrpSpPr/>
              <p:nvPr userDrawn="1"/>
            </p:nvGrpSpPr>
            <p:grpSpPr>
              <a:xfrm>
                <a:off x="-938434" y="6420818"/>
                <a:ext cx="627798" cy="576693"/>
                <a:chOff x="-938434" y="4570310"/>
                <a:chExt cx="627798" cy="576693"/>
              </a:xfrm>
            </p:grpSpPr>
            <p:grpSp>
              <p:nvGrpSpPr>
                <p:cNvPr id="51" name="Inspireren">
                  <a:extLst>
                    <a:ext uri="{FF2B5EF4-FFF2-40B4-BE49-F238E27FC236}">
                      <a16:creationId xmlns:a16="http://schemas.microsoft.com/office/drawing/2014/main" id="{98F1D1E8-2DD7-70A7-E3B3-F5D7E74E7967}"/>
                    </a:ext>
                  </a:extLst>
                </p:cNvPr>
                <p:cNvGrpSpPr>
                  <a:grpSpLocks noChangeAspect="1"/>
                </p:cNvGrpSpPr>
                <p:nvPr userDrawn="1"/>
              </p:nvGrpSpPr>
              <p:grpSpPr bwMode="auto">
                <a:xfrm>
                  <a:off x="-716116" y="4570310"/>
                  <a:ext cx="169778" cy="242385"/>
                  <a:chOff x="4768" y="2783"/>
                  <a:chExt cx="788" cy="1125"/>
                </a:xfrm>
                <a:gradFill>
                  <a:gsLst>
                    <a:gs pos="0">
                      <a:srgbClr val="9D9FA1"/>
                    </a:gs>
                    <a:gs pos="70000">
                      <a:srgbClr val="211F26"/>
                    </a:gs>
                  </a:gsLst>
                  <a:lin ang="2700000" scaled="0"/>
                </a:gradFill>
              </p:grpSpPr>
              <p:sp>
                <p:nvSpPr>
                  <p:cNvPr id="53" name="Freeform 12">
                    <a:extLst>
                      <a:ext uri="{FF2B5EF4-FFF2-40B4-BE49-F238E27FC236}">
                        <a16:creationId xmlns:a16="http://schemas.microsoft.com/office/drawing/2014/main" id="{F13A0130-608B-8F0C-2C34-8DB7A141257C}"/>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54" name="Freeform 13">
                    <a:extLst>
                      <a:ext uri="{FF2B5EF4-FFF2-40B4-BE49-F238E27FC236}">
                        <a16:creationId xmlns:a16="http://schemas.microsoft.com/office/drawing/2014/main" id="{49A6CDD9-B881-0AA9-9539-E8EF620BFCC0}"/>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55" name="Freeform 14">
                    <a:extLst>
                      <a:ext uri="{FF2B5EF4-FFF2-40B4-BE49-F238E27FC236}">
                        <a16:creationId xmlns:a16="http://schemas.microsoft.com/office/drawing/2014/main" id="{119F5919-919E-7EAB-DC5A-F13A1EF6637C}"/>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52" name="Tekstvak 51">
                  <a:extLst>
                    <a:ext uri="{FF2B5EF4-FFF2-40B4-BE49-F238E27FC236}">
                      <a16:creationId xmlns:a16="http://schemas.microsoft.com/office/drawing/2014/main" id="{0C08ABFD-EE1C-E82B-A339-E9914FD82489}"/>
                    </a:ext>
                  </a:extLst>
                </p:cNvPr>
                <p:cNvSpPr txBox="1"/>
                <p:nvPr userDrawn="1"/>
              </p:nvSpPr>
              <p:spPr>
                <a:xfrm>
                  <a:off x="-938434" y="4824764"/>
                  <a:ext cx="627798" cy="32223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grpSp>
        <p:grpSp>
          <p:nvGrpSpPr>
            <p:cNvPr id="21" name="Groep 20">
              <a:extLst>
                <a:ext uri="{FF2B5EF4-FFF2-40B4-BE49-F238E27FC236}">
                  <a16:creationId xmlns:a16="http://schemas.microsoft.com/office/drawing/2014/main" id="{1923CB5C-702E-1049-5161-D8278C1B03E6}"/>
                </a:ext>
              </a:extLst>
            </p:cNvPr>
            <p:cNvGrpSpPr/>
            <p:nvPr userDrawn="1"/>
          </p:nvGrpSpPr>
          <p:grpSpPr>
            <a:xfrm>
              <a:off x="-3426806" y="5129582"/>
              <a:ext cx="514284" cy="506545"/>
              <a:chOff x="12617641" y="3403239"/>
              <a:chExt cx="752963" cy="741634"/>
            </a:xfrm>
          </p:grpSpPr>
          <p:grpSp>
            <p:nvGrpSpPr>
              <p:cNvPr id="32" name="Groep 31">
                <a:extLst>
                  <a:ext uri="{FF2B5EF4-FFF2-40B4-BE49-F238E27FC236}">
                    <a16:creationId xmlns:a16="http://schemas.microsoft.com/office/drawing/2014/main" id="{C752A4FB-682E-9FB7-59E4-FFB571703969}"/>
                  </a:ext>
                </a:extLst>
              </p:cNvPr>
              <p:cNvGrpSpPr/>
              <p:nvPr userDrawn="1"/>
            </p:nvGrpSpPr>
            <p:grpSpPr>
              <a:xfrm>
                <a:off x="12771530" y="3403239"/>
                <a:ext cx="467176" cy="448491"/>
                <a:chOff x="12782157" y="3403239"/>
                <a:chExt cx="467176" cy="448491"/>
              </a:xfrm>
            </p:grpSpPr>
            <p:grpSp>
              <p:nvGrpSpPr>
                <p:cNvPr id="35" name="Groep 34">
                  <a:extLst>
                    <a:ext uri="{FF2B5EF4-FFF2-40B4-BE49-F238E27FC236}">
                      <a16:creationId xmlns:a16="http://schemas.microsoft.com/office/drawing/2014/main" id="{429596E8-0EF8-F48A-AF79-37B11CB3E4A5}"/>
                    </a:ext>
                  </a:extLst>
                </p:cNvPr>
                <p:cNvGrpSpPr/>
                <p:nvPr userDrawn="1"/>
              </p:nvGrpSpPr>
              <p:grpSpPr>
                <a:xfrm>
                  <a:off x="12782157" y="3403239"/>
                  <a:ext cx="412976" cy="396132"/>
                  <a:chOff x="13554906" y="3320109"/>
                  <a:chExt cx="443917" cy="425811"/>
                </a:xfrm>
              </p:grpSpPr>
              <p:grpSp>
                <p:nvGrpSpPr>
                  <p:cNvPr id="42" name="Groep 41">
                    <a:extLst>
                      <a:ext uri="{FF2B5EF4-FFF2-40B4-BE49-F238E27FC236}">
                        <a16:creationId xmlns:a16="http://schemas.microsoft.com/office/drawing/2014/main" id="{6173BA00-BDAF-D9F6-5602-8C9B9D4CD3E0}"/>
                      </a:ext>
                    </a:extLst>
                  </p:cNvPr>
                  <p:cNvGrpSpPr/>
                  <p:nvPr userDrawn="1"/>
                </p:nvGrpSpPr>
                <p:grpSpPr>
                  <a:xfrm>
                    <a:off x="13554906" y="3320109"/>
                    <a:ext cx="443917" cy="425811"/>
                    <a:chOff x="12909684" y="1276143"/>
                    <a:chExt cx="443917" cy="425811"/>
                  </a:xfrm>
                </p:grpSpPr>
                <p:sp>
                  <p:nvSpPr>
                    <p:cNvPr id="45" name="Rechthoek 44">
                      <a:extLst>
                        <a:ext uri="{FF2B5EF4-FFF2-40B4-BE49-F238E27FC236}">
                          <a16:creationId xmlns:a16="http://schemas.microsoft.com/office/drawing/2014/main" id="{31611FDB-5321-B5AC-CD19-32339D25FA8A}"/>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46" name="Rechthoek 45">
                      <a:extLst>
                        <a:ext uri="{FF2B5EF4-FFF2-40B4-BE49-F238E27FC236}">
                          <a16:creationId xmlns:a16="http://schemas.microsoft.com/office/drawing/2014/main" id="{F5762C02-6485-DE25-7B70-921C9D3193C3}"/>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47" name="Ovaal 46">
                      <a:extLst>
                        <a:ext uri="{FF2B5EF4-FFF2-40B4-BE49-F238E27FC236}">
                          <a16:creationId xmlns:a16="http://schemas.microsoft.com/office/drawing/2014/main" id="{FF84C1A4-6E3A-7E7F-9686-BDF578B3650C}"/>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pic>
                <p:nvPicPr>
                  <p:cNvPr id="43" name="Afbeelding 42">
                    <a:extLst>
                      <a:ext uri="{FF2B5EF4-FFF2-40B4-BE49-F238E27FC236}">
                        <a16:creationId xmlns:a16="http://schemas.microsoft.com/office/drawing/2014/main" id="{3C67B1C0-178E-F471-8E3E-2FE56B30A2FF}"/>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a:off x="13567296" y="3424991"/>
                    <a:ext cx="173367" cy="140220"/>
                  </a:xfrm>
                  <a:prstGeom prst="rect">
                    <a:avLst/>
                  </a:prstGeom>
                </p:spPr>
              </p:pic>
              <p:pic>
                <p:nvPicPr>
                  <p:cNvPr id="44" name="Afbeelding 43">
                    <a:extLst>
                      <a:ext uri="{FF2B5EF4-FFF2-40B4-BE49-F238E27FC236}">
                        <a16:creationId xmlns:a16="http://schemas.microsoft.com/office/drawing/2014/main" id="{CDA9251C-32FA-9E92-51F2-E504DD03CEB1}"/>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36" name="Groep 35">
                  <a:extLst>
                    <a:ext uri="{FF2B5EF4-FFF2-40B4-BE49-F238E27FC236}">
                      <a16:creationId xmlns:a16="http://schemas.microsoft.com/office/drawing/2014/main" id="{F8C032AF-DF1F-088A-A98E-E7E147B93AA2}"/>
                    </a:ext>
                  </a:extLst>
                </p:cNvPr>
                <p:cNvGrpSpPr/>
                <p:nvPr userDrawn="1"/>
              </p:nvGrpSpPr>
              <p:grpSpPr>
                <a:xfrm>
                  <a:off x="13103513" y="3705268"/>
                  <a:ext cx="145820" cy="146462"/>
                  <a:chOff x="13096169" y="3602278"/>
                  <a:chExt cx="145820" cy="146462"/>
                </a:xfrm>
              </p:grpSpPr>
              <p:sp>
                <p:nvSpPr>
                  <p:cNvPr id="40" name="Rechthoek 39">
                    <a:extLst>
                      <a:ext uri="{FF2B5EF4-FFF2-40B4-BE49-F238E27FC236}">
                        <a16:creationId xmlns:a16="http://schemas.microsoft.com/office/drawing/2014/main" id="{2CD6BBF0-E75C-B0C4-C22E-4AAA402410DF}"/>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41" name="Rechthoek 40">
                    <a:extLst>
                      <a:ext uri="{FF2B5EF4-FFF2-40B4-BE49-F238E27FC236}">
                        <a16:creationId xmlns:a16="http://schemas.microsoft.com/office/drawing/2014/main" id="{EC0628E7-D46B-1F65-1223-7D3259E3E3F6}"/>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37" name="Groep 36">
                  <a:extLst>
                    <a:ext uri="{FF2B5EF4-FFF2-40B4-BE49-F238E27FC236}">
                      <a16:creationId xmlns:a16="http://schemas.microsoft.com/office/drawing/2014/main" id="{6B4B8766-ABE0-99CF-03B2-F54B1F0CF01E}"/>
                    </a:ext>
                  </a:extLst>
                </p:cNvPr>
                <p:cNvGrpSpPr/>
                <p:nvPr userDrawn="1"/>
              </p:nvGrpSpPr>
              <p:grpSpPr>
                <a:xfrm rot="10800000">
                  <a:off x="13061402" y="3665637"/>
                  <a:ext cx="145820" cy="146462"/>
                  <a:chOff x="13096169" y="3602278"/>
                  <a:chExt cx="145820" cy="146462"/>
                </a:xfrm>
              </p:grpSpPr>
              <p:sp>
                <p:nvSpPr>
                  <p:cNvPr id="38" name="Rechthoek 37">
                    <a:extLst>
                      <a:ext uri="{FF2B5EF4-FFF2-40B4-BE49-F238E27FC236}">
                        <a16:creationId xmlns:a16="http://schemas.microsoft.com/office/drawing/2014/main" id="{2CDF8746-5F58-217E-AC6D-98C825F56B9A}"/>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39" name="Rechthoek 38">
                    <a:extLst>
                      <a:ext uri="{FF2B5EF4-FFF2-40B4-BE49-F238E27FC236}">
                        <a16:creationId xmlns:a16="http://schemas.microsoft.com/office/drawing/2014/main" id="{02609685-BC32-C20C-E6D5-3AA9CE27F906}"/>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sp>
            <p:nvSpPr>
              <p:cNvPr id="33" name="Rechthoek 32">
                <a:extLst>
                  <a:ext uri="{FF2B5EF4-FFF2-40B4-BE49-F238E27FC236}">
                    <a16:creationId xmlns:a16="http://schemas.microsoft.com/office/drawing/2014/main" id="{4D6FEA86-EB08-7D77-1BC3-ACE55992FBB9}"/>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900" b="0" noProof="0" dirty="0">
                    <a:solidFill>
                      <a:srgbClr val="211F26"/>
                    </a:solidFill>
                    <a:latin typeface="Calibri" panose="020F0502020204030204" pitchFamily="34" charset="0"/>
                    <a:cs typeface="Calibri" panose="020F0502020204030204" pitchFamily="34" charset="0"/>
                  </a:rPr>
                  <a:t>Crop</a:t>
                </a:r>
              </a:p>
            </p:txBody>
          </p:sp>
          <p:sp>
            <p:nvSpPr>
              <p:cNvPr id="34" name="Gelijkbenige driehoek 33">
                <a:extLst>
                  <a:ext uri="{FF2B5EF4-FFF2-40B4-BE49-F238E27FC236}">
                    <a16:creationId xmlns:a16="http://schemas.microsoft.com/office/drawing/2014/main" id="{82C976CC-965E-7725-D8D1-AE59C467F42B}"/>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sp>
          <p:nvSpPr>
            <p:cNvPr id="22" name="Ovaal 21">
              <a:extLst>
                <a:ext uri="{FF2B5EF4-FFF2-40B4-BE49-F238E27FC236}">
                  <a16:creationId xmlns:a16="http://schemas.microsoft.com/office/drawing/2014/main" id="{6CBC82C2-E07F-C27F-3B40-37DE103CC3DE}"/>
                </a:ext>
              </a:extLst>
            </p:cNvPr>
            <p:cNvSpPr/>
            <p:nvPr userDrawn="1"/>
          </p:nvSpPr>
          <p:spPr>
            <a:xfrm>
              <a:off x="-3603587" y="18111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23" name="Rechthoek 22">
              <a:extLst>
                <a:ext uri="{FF2B5EF4-FFF2-40B4-BE49-F238E27FC236}">
                  <a16:creationId xmlns:a16="http://schemas.microsoft.com/office/drawing/2014/main" id="{90B0BD46-FA64-110F-1847-E0A18ECA8D15}"/>
                </a:ext>
              </a:extLst>
            </p:cNvPr>
            <p:cNvSpPr/>
            <p:nvPr userDrawn="1"/>
          </p:nvSpPr>
          <p:spPr>
            <a:xfrm>
              <a:off x="-3319415" y="1811185"/>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 the preferred category and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and click 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‘Insert’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24" name="Rechthoek 23">
              <a:extLst>
                <a:ext uri="{FF2B5EF4-FFF2-40B4-BE49-F238E27FC236}">
                  <a16:creationId xmlns:a16="http://schemas.microsoft.com/office/drawing/2014/main" id="{C8B80033-7F25-0523-8A5C-2DDF4DC05014}"/>
                </a:ext>
              </a:extLst>
            </p:cNvPr>
            <p:cNvSpPr/>
            <p:nvPr userDrawn="1"/>
          </p:nvSpPr>
          <p:spPr>
            <a:xfrm>
              <a:off x="-3319415" y="2245760"/>
              <a:ext cx="825500" cy="209550"/>
            </a:xfrm>
            <a:prstGeom prst="rect">
              <a:avLst/>
            </a:prstGeom>
            <a:solidFill>
              <a:srgbClr val="1FF52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1000" b="1" noProof="0" dirty="0">
                  <a:solidFill>
                    <a:srgbClr val="211F26"/>
                  </a:solidFill>
                  <a:latin typeface="Calibri" panose="020F0502020204030204" pitchFamily="34" charset="0"/>
                  <a:cs typeface="Calibri" panose="020F0502020204030204" pitchFamily="34" charset="0"/>
                </a:rPr>
                <a:t>Insert</a:t>
              </a:r>
            </a:p>
          </p:txBody>
        </p:sp>
        <p:grpSp>
          <p:nvGrpSpPr>
            <p:cNvPr id="25" name="Groep 24">
              <a:extLst>
                <a:ext uri="{FF2B5EF4-FFF2-40B4-BE49-F238E27FC236}">
                  <a16:creationId xmlns:a16="http://schemas.microsoft.com/office/drawing/2014/main" id="{2CA96F27-72E5-B1D3-AD0C-8356DEC1BBF4}"/>
                </a:ext>
              </a:extLst>
            </p:cNvPr>
            <p:cNvGrpSpPr/>
            <p:nvPr userDrawn="1"/>
          </p:nvGrpSpPr>
          <p:grpSpPr>
            <a:xfrm>
              <a:off x="-3365484" y="1226982"/>
              <a:ext cx="446937" cy="406485"/>
              <a:chOff x="-3563526" y="1409294"/>
              <a:chExt cx="354190" cy="322133"/>
            </a:xfrm>
          </p:grpSpPr>
          <p:grpSp>
            <p:nvGrpSpPr>
              <p:cNvPr id="26" name="Groep 25">
                <a:extLst>
                  <a:ext uri="{FF2B5EF4-FFF2-40B4-BE49-F238E27FC236}">
                    <a16:creationId xmlns:a16="http://schemas.microsoft.com/office/drawing/2014/main" id="{1E79B584-F09B-6344-8669-2B23FACD2CE1}"/>
                  </a:ext>
                </a:extLst>
              </p:cNvPr>
              <p:cNvGrpSpPr/>
              <p:nvPr userDrawn="1"/>
            </p:nvGrpSpPr>
            <p:grpSpPr>
              <a:xfrm>
                <a:off x="-3499992" y="1409294"/>
                <a:ext cx="225195" cy="195499"/>
                <a:chOff x="8987389" y="1361199"/>
                <a:chExt cx="2200275" cy="1914525"/>
              </a:xfrm>
            </p:grpSpPr>
            <p:sp>
              <p:nvSpPr>
                <p:cNvPr id="28" name="Vrije vorm: vorm 27">
                  <a:extLst>
                    <a:ext uri="{FF2B5EF4-FFF2-40B4-BE49-F238E27FC236}">
                      <a16:creationId xmlns:a16="http://schemas.microsoft.com/office/drawing/2014/main" id="{8E3BDEBC-B023-A5FA-BDB4-B49D3E240C9B}"/>
                    </a:ext>
                  </a:extLst>
                </p:cNvPr>
                <p:cNvSpPr/>
                <p:nvPr/>
              </p:nvSpPr>
              <p:spPr>
                <a:xfrm>
                  <a:off x="9363620" y="1831738"/>
                  <a:ext cx="371477" cy="371472"/>
                </a:xfrm>
                <a:custGeom>
                  <a:avLst/>
                  <a:gdLst>
                    <a:gd name="connsiteX0" fmla="*/ 369094 w 371475"/>
                    <a:gd name="connsiteY0" fmla="*/ 188119 h 371475"/>
                    <a:gd name="connsiteX1" fmla="*/ 188119 w 371475"/>
                    <a:gd name="connsiteY1" fmla="*/ 369094 h 371475"/>
                    <a:gd name="connsiteX2" fmla="*/ 7144 w 371475"/>
                    <a:gd name="connsiteY2" fmla="*/ 188119 h 371475"/>
                    <a:gd name="connsiteX3" fmla="*/ 188119 w 371475"/>
                    <a:gd name="connsiteY3" fmla="*/ 7144 h 371475"/>
                    <a:gd name="connsiteX4" fmla="*/ 369094 w 371475"/>
                    <a:gd name="connsiteY4" fmla="*/ 188119 h 371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 h="371475">
                      <a:moveTo>
                        <a:pt x="369094" y="188119"/>
                      </a:moveTo>
                      <a:cubicBezTo>
                        <a:pt x="369094" y="288068"/>
                        <a:pt x="288068" y="369094"/>
                        <a:pt x="188119" y="369094"/>
                      </a:cubicBezTo>
                      <a:cubicBezTo>
                        <a:pt x="88169" y="369094"/>
                        <a:pt x="7144" y="288068"/>
                        <a:pt x="7144" y="188119"/>
                      </a:cubicBezTo>
                      <a:cubicBezTo>
                        <a:pt x="7144" y="88169"/>
                        <a:pt x="88169" y="7144"/>
                        <a:pt x="188119" y="7144"/>
                      </a:cubicBezTo>
                      <a:cubicBezTo>
                        <a:pt x="288068" y="7144"/>
                        <a:pt x="369094" y="88169"/>
                        <a:pt x="369094" y="188119"/>
                      </a:cubicBezTo>
                      <a:close/>
                    </a:path>
                  </a:pathLst>
                </a:custGeom>
                <a:solidFill>
                  <a:srgbClr val="1FF524"/>
                </a:solidFill>
                <a:ln w="9525" cap="flat">
                  <a:noFill/>
                  <a:prstDash val="solid"/>
                  <a:miter/>
                </a:ln>
              </p:spPr>
              <p:txBody>
                <a:bodyPr rtlCol="0" anchor="ctr"/>
                <a:lstStyle/>
                <a:p>
                  <a:pPr defTabSz="995469"/>
                  <a:endParaRPr lang="en-GB" sz="7200" noProof="0" dirty="0">
                    <a:solidFill>
                      <a:srgbClr val="211F26"/>
                    </a:solidFill>
                    <a:latin typeface="+mn-lt"/>
                  </a:endParaRPr>
                </a:p>
              </p:txBody>
            </p:sp>
            <p:grpSp>
              <p:nvGrpSpPr>
                <p:cNvPr id="29" name="Groep 28">
                  <a:extLst>
                    <a:ext uri="{FF2B5EF4-FFF2-40B4-BE49-F238E27FC236}">
                      <a16:creationId xmlns:a16="http://schemas.microsoft.com/office/drawing/2014/main" id="{FACBDBA0-4A2C-0F20-615A-020C6AA4AAE8}"/>
                    </a:ext>
                  </a:extLst>
                </p:cNvPr>
                <p:cNvGrpSpPr/>
                <p:nvPr/>
              </p:nvGrpSpPr>
              <p:grpSpPr>
                <a:xfrm>
                  <a:off x="8987389" y="1361199"/>
                  <a:ext cx="2200275" cy="1914525"/>
                  <a:chOff x="8987389" y="1361199"/>
                  <a:chExt cx="2200275" cy="1914525"/>
                </a:xfrm>
                <a:gradFill>
                  <a:gsLst>
                    <a:gs pos="0">
                      <a:srgbClr val="9D9FA1"/>
                    </a:gs>
                    <a:gs pos="70000">
                      <a:srgbClr val="211F26"/>
                    </a:gs>
                  </a:gsLst>
                  <a:lin ang="2700000" scaled="0"/>
                </a:gradFill>
              </p:grpSpPr>
              <p:sp>
                <p:nvSpPr>
                  <p:cNvPr id="30" name="Vrije vorm: vorm 29">
                    <a:extLst>
                      <a:ext uri="{FF2B5EF4-FFF2-40B4-BE49-F238E27FC236}">
                        <a16:creationId xmlns:a16="http://schemas.microsoft.com/office/drawing/2014/main" id="{C8EEBE41-315A-01E2-4C27-ABB71570B980}"/>
                      </a:ext>
                    </a:extLst>
                  </p:cNvPr>
                  <p:cNvSpPr/>
                  <p:nvPr/>
                </p:nvSpPr>
                <p:spPr>
                  <a:xfrm>
                    <a:off x="8987389" y="1361199"/>
                    <a:ext cx="2200275" cy="1914525"/>
                  </a:xfrm>
                  <a:custGeom>
                    <a:avLst/>
                    <a:gdLst>
                      <a:gd name="connsiteX0" fmla="*/ 7144 w 2200275"/>
                      <a:gd name="connsiteY0" fmla="*/ 7144 h 1914525"/>
                      <a:gd name="connsiteX1" fmla="*/ 7144 w 2200275"/>
                      <a:gd name="connsiteY1" fmla="*/ 245269 h 1914525"/>
                      <a:gd name="connsiteX2" fmla="*/ 432911 w 2200275"/>
                      <a:gd name="connsiteY2" fmla="*/ 245269 h 1914525"/>
                      <a:gd name="connsiteX3" fmla="*/ 432911 w 2200275"/>
                      <a:gd name="connsiteY3" fmla="*/ 245269 h 1914525"/>
                      <a:gd name="connsiteX4" fmla="*/ 1959769 w 2200275"/>
                      <a:gd name="connsiteY4" fmla="*/ 245269 h 1914525"/>
                      <a:gd name="connsiteX5" fmla="*/ 1959769 w 2200275"/>
                      <a:gd name="connsiteY5" fmla="*/ 1674019 h 1914525"/>
                      <a:gd name="connsiteX6" fmla="*/ 245269 w 2200275"/>
                      <a:gd name="connsiteY6" fmla="*/ 1674019 h 1914525"/>
                      <a:gd name="connsiteX7" fmla="*/ 245269 w 2200275"/>
                      <a:gd name="connsiteY7" fmla="*/ 350044 h 1914525"/>
                      <a:gd name="connsiteX8" fmla="*/ 7144 w 2200275"/>
                      <a:gd name="connsiteY8" fmla="*/ 350044 h 1914525"/>
                      <a:gd name="connsiteX9" fmla="*/ 7144 w 2200275"/>
                      <a:gd name="connsiteY9" fmla="*/ 1912144 h 1914525"/>
                      <a:gd name="connsiteX10" fmla="*/ 2197894 w 2200275"/>
                      <a:gd name="connsiteY10" fmla="*/ 1912144 h 1914525"/>
                      <a:gd name="connsiteX11" fmla="*/ 2197894 w 2200275"/>
                      <a:gd name="connsiteY11" fmla="*/ 7144 h 1914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0275" h="1914525">
                        <a:moveTo>
                          <a:pt x="7144" y="7144"/>
                        </a:moveTo>
                        <a:lnTo>
                          <a:pt x="7144" y="245269"/>
                        </a:lnTo>
                        <a:lnTo>
                          <a:pt x="432911" y="245269"/>
                        </a:lnTo>
                        <a:lnTo>
                          <a:pt x="432911" y="245269"/>
                        </a:lnTo>
                        <a:lnTo>
                          <a:pt x="1959769" y="245269"/>
                        </a:lnTo>
                        <a:lnTo>
                          <a:pt x="1959769" y="1674019"/>
                        </a:lnTo>
                        <a:lnTo>
                          <a:pt x="245269" y="1674019"/>
                        </a:lnTo>
                        <a:lnTo>
                          <a:pt x="245269" y="350044"/>
                        </a:lnTo>
                        <a:lnTo>
                          <a:pt x="7144" y="350044"/>
                        </a:lnTo>
                        <a:lnTo>
                          <a:pt x="7144" y="1912144"/>
                        </a:lnTo>
                        <a:lnTo>
                          <a:pt x="2197894" y="1912144"/>
                        </a:lnTo>
                        <a:lnTo>
                          <a:pt x="2197894" y="7144"/>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sp>
                <p:nvSpPr>
                  <p:cNvPr id="31" name="Vrije vorm: vorm 30">
                    <a:extLst>
                      <a:ext uri="{FF2B5EF4-FFF2-40B4-BE49-F238E27FC236}">
                        <a16:creationId xmlns:a16="http://schemas.microsoft.com/office/drawing/2014/main" id="{1FDC0460-EF4B-7BB4-42FA-7157D0008EDC}"/>
                      </a:ext>
                    </a:extLst>
                  </p:cNvPr>
                  <p:cNvSpPr/>
                  <p:nvPr/>
                </p:nvSpPr>
                <p:spPr>
                  <a:xfrm>
                    <a:off x="9362668" y="1953652"/>
                    <a:ext cx="1438273" cy="885828"/>
                  </a:xfrm>
                  <a:custGeom>
                    <a:avLst/>
                    <a:gdLst>
                      <a:gd name="connsiteX0" fmla="*/ 1070134 w 1438275"/>
                      <a:gd name="connsiteY0" fmla="*/ 7144 h 885825"/>
                      <a:gd name="connsiteX1" fmla="*/ 801529 w 1438275"/>
                      <a:gd name="connsiteY1" fmla="*/ 275749 h 885825"/>
                      <a:gd name="connsiteX2" fmla="*/ 662464 w 1438275"/>
                      <a:gd name="connsiteY2" fmla="*/ 137636 h 885825"/>
                      <a:gd name="connsiteX3" fmla="*/ 7144 w 1438275"/>
                      <a:gd name="connsiteY3" fmla="*/ 784384 h 885825"/>
                      <a:gd name="connsiteX4" fmla="*/ 108109 w 1438275"/>
                      <a:gd name="connsiteY4" fmla="*/ 885349 h 885825"/>
                      <a:gd name="connsiteX5" fmla="*/ 662464 w 1438275"/>
                      <a:gd name="connsiteY5" fmla="*/ 338614 h 885825"/>
                      <a:gd name="connsiteX6" fmla="*/ 928211 w 1438275"/>
                      <a:gd name="connsiteY6" fmla="*/ 605314 h 885825"/>
                      <a:gd name="connsiteX7" fmla="*/ 1029176 w 1438275"/>
                      <a:gd name="connsiteY7" fmla="*/ 503396 h 885825"/>
                      <a:gd name="connsiteX8" fmla="*/ 902494 w 1438275"/>
                      <a:gd name="connsiteY8" fmla="*/ 376714 h 885825"/>
                      <a:gd name="connsiteX9" fmla="*/ 1070134 w 1438275"/>
                      <a:gd name="connsiteY9" fmla="*/ 209074 h 885825"/>
                      <a:gd name="connsiteX10" fmla="*/ 1337786 w 1438275"/>
                      <a:gd name="connsiteY10" fmla="*/ 480536 h 885825"/>
                      <a:gd name="connsiteX11" fmla="*/ 1438751 w 1438275"/>
                      <a:gd name="connsiteY11" fmla="*/ 378619 h 885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38275" h="885825">
                        <a:moveTo>
                          <a:pt x="1070134" y="7144"/>
                        </a:moveTo>
                        <a:lnTo>
                          <a:pt x="801529" y="275749"/>
                        </a:lnTo>
                        <a:lnTo>
                          <a:pt x="662464" y="137636"/>
                        </a:lnTo>
                        <a:lnTo>
                          <a:pt x="7144" y="784384"/>
                        </a:lnTo>
                        <a:lnTo>
                          <a:pt x="108109" y="885349"/>
                        </a:lnTo>
                        <a:lnTo>
                          <a:pt x="662464" y="338614"/>
                        </a:lnTo>
                        <a:lnTo>
                          <a:pt x="928211" y="605314"/>
                        </a:lnTo>
                        <a:lnTo>
                          <a:pt x="1029176" y="503396"/>
                        </a:lnTo>
                        <a:lnTo>
                          <a:pt x="902494" y="376714"/>
                        </a:lnTo>
                        <a:lnTo>
                          <a:pt x="1070134" y="209074"/>
                        </a:lnTo>
                        <a:lnTo>
                          <a:pt x="1337786" y="480536"/>
                        </a:lnTo>
                        <a:lnTo>
                          <a:pt x="1438751" y="378619"/>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grpSp>
          </p:grpSp>
          <p:sp>
            <p:nvSpPr>
              <p:cNvPr id="27" name="Tekstvak 26">
                <a:extLst>
                  <a:ext uri="{FF2B5EF4-FFF2-40B4-BE49-F238E27FC236}">
                    <a16:creationId xmlns:a16="http://schemas.microsoft.com/office/drawing/2014/main" id="{8B743AA9-EBE1-BA1E-9595-C9D051DA582B}"/>
                  </a:ext>
                </a:extLst>
              </p:cNvPr>
              <p:cNvSpPr txBox="1"/>
              <p:nvPr userDrawn="1"/>
            </p:nvSpPr>
            <p:spPr>
              <a:xfrm>
                <a:off x="-3563526" y="1617700"/>
                <a:ext cx="354190" cy="113727"/>
              </a:xfrm>
              <a:prstGeom prst="rect">
                <a:avLst/>
              </a:prstGeom>
              <a:noFill/>
            </p:spPr>
            <p:txBody>
              <a:bodyPr wrap="square" lIns="0" tIns="18000" rIns="0" bIns="0" rtlCol="0" anchor="t">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Images</a:t>
                </a:r>
              </a:p>
            </p:txBody>
          </p:sp>
        </p:grpSp>
      </p:grpSp>
      <p:sp>
        <p:nvSpPr>
          <p:cNvPr id="80" name="Rectangle 79">
            <a:extLst>
              <a:ext uri="{FF2B5EF4-FFF2-40B4-BE49-F238E27FC236}">
                <a16:creationId xmlns:a16="http://schemas.microsoft.com/office/drawing/2014/main" id="{B7AAEFEA-3015-804E-746F-62FD368722CB}"/>
              </a:ext>
            </a:extLst>
          </p:cNvPr>
          <p:cNvSpPr/>
          <p:nvPr userDrawn="1"/>
        </p:nvSpPr>
        <p:spPr>
          <a:xfrm>
            <a:off x="718666" y="-1"/>
            <a:ext cx="10751096" cy="3736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r>
              <a:rPr lang="en-US" sz="1600" dirty="0"/>
              <a:t>Objective | Background | Methods | Results | Conclusions</a:t>
            </a:r>
            <a:endParaRPr lang="LID4096" sz="1600" dirty="0" err="1"/>
          </a:p>
        </p:txBody>
      </p:sp>
    </p:spTree>
    <p:extLst>
      <p:ext uri="{BB962C8B-B14F-4D97-AF65-F5344CB8AC3E}">
        <p14:creationId xmlns:p14="http://schemas.microsoft.com/office/powerpoint/2010/main" val="1573157102"/>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1"/>
        </a:solidFill>
        <a:effectLst/>
      </p:bgPr>
    </p:bg>
    <p:spTree>
      <p:nvGrpSpPr>
        <p:cNvPr id="1" name=""/>
        <p:cNvGrpSpPr/>
        <p:nvPr/>
      </p:nvGrpSpPr>
      <p:grpSpPr>
        <a:xfrm>
          <a:off x="0" y="0"/>
          <a:ext cx="0" cy="0"/>
          <a:chOff x="0" y="0"/>
          <a:chExt cx="0" cy="0"/>
        </a:xfrm>
      </p:grpSpPr>
      <p:sp>
        <p:nvSpPr>
          <p:cNvPr id="34" name="Rechthoek 33">
            <a:extLst>
              <a:ext uri="{FF2B5EF4-FFF2-40B4-BE49-F238E27FC236}">
                <a16:creationId xmlns:a16="http://schemas.microsoft.com/office/drawing/2014/main" id="{4BA9A9DA-7F82-A455-1C60-3EE6BCAB128C}"/>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sp>
        <p:nvSpPr>
          <p:cNvPr id="7" name="Titel 6">
            <a:extLst>
              <a:ext uri="{FF2B5EF4-FFF2-40B4-BE49-F238E27FC236}">
                <a16:creationId xmlns:a16="http://schemas.microsoft.com/office/drawing/2014/main" id="{B71070AA-35A3-CDB3-EFB2-1ACEEB90FBD9}"/>
              </a:ext>
            </a:extLst>
          </p:cNvPr>
          <p:cNvSpPr>
            <a:spLocks noGrp="1"/>
          </p:cNvSpPr>
          <p:nvPr>
            <p:ph type="title" hasCustomPrompt="1"/>
          </p:nvPr>
        </p:nvSpPr>
        <p:spPr>
          <a:xfrm>
            <a:off x="0" y="-461002"/>
            <a:ext cx="666849" cy="276999"/>
          </a:xfr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lvl1pPr>
              <a:lnSpc>
                <a:spcPct val="100000"/>
              </a:lnSpc>
              <a:defRPr lang="nl-NL" sz="1800" b="1" cap="none" baseline="0">
                <a:solidFill>
                  <a:schemeClr val="accent1"/>
                </a:solidFill>
                <a:latin typeface="+mj-lt"/>
              </a:defRPr>
            </a:lvl1pPr>
          </a:lstStyle>
          <a:p>
            <a:pPr marL="0" lvl="0"/>
            <a:r>
              <a:rPr lang="en-GB" dirty="0"/>
              <a:t>Quote</a:t>
            </a:r>
          </a:p>
        </p:txBody>
      </p:sp>
      <p:sp>
        <p:nvSpPr>
          <p:cNvPr id="36" name="Rechthoek 35">
            <a:extLst>
              <a:ext uri="{FF2B5EF4-FFF2-40B4-BE49-F238E27FC236}">
                <a16:creationId xmlns:a16="http://schemas.microsoft.com/office/drawing/2014/main" id="{643AF82E-C1ED-400F-120E-32FD5E07D149}"/>
              </a:ext>
            </a:extLst>
          </p:cNvPr>
          <p:cNvSpPr>
            <a:spLocks noGrp="1" noRot="1" noMove="1" noResize="1" noEditPoints="1" noAdjustHandles="1" noChangeArrowheads="1" noChangeShapeType="1"/>
          </p:cNvSpPr>
          <p:nvPr userDrawn="1"/>
        </p:nvSpPr>
        <p:spPr>
          <a:xfrm>
            <a:off x="0" y="0"/>
            <a:ext cx="12192000" cy="6858000"/>
          </a:xfrm>
          <a:prstGeom prst="rect">
            <a:avLst/>
          </a:prstGeom>
          <a:solidFill>
            <a:srgbClr val="0076C2"/>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sp>
        <p:nvSpPr>
          <p:cNvPr id="41" name="Vrije vorm: vorm 40">
            <a:extLst>
              <a:ext uri="{FF2B5EF4-FFF2-40B4-BE49-F238E27FC236}">
                <a16:creationId xmlns:a16="http://schemas.microsoft.com/office/drawing/2014/main" id="{D840FC76-4BFA-9D62-E866-F7E43D493289}"/>
              </a:ext>
            </a:extLst>
          </p:cNvPr>
          <p:cNvSpPr>
            <a:spLocks noGrp="1" noRot="1" noMove="1" noResize="1" noEditPoints="1" noAdjustHandles="1" noChangeArrowheads="1" noChangeShapeType="1"/>
          </p:cNvSpPr>
          <p:nvPr userDrawn="1"/>
        </p:nvSpPr>
        <p:spPr>
          <a:xfrm>
            <a:off x="2" y="2"/>
            <a:ext cx="12191999" cy="6857999"/>
          </a:xfrm>
          <a:custGeom>
            <a:avLst/>
            <a:gdLst>
              <a:gd name="connsiteX0" fmla="*/ 2664877 w 12191999"/>
              <a:gd name="connsiteY0" fmla="*/ 0 h 6857999"/>
              <a:gd name="connsiteX1" fmla="*/ 9662219 w 12191999"/>
              <a:gd name="connsiteY1" fmla="*/ 0 h 6857999"/>
              <a:gd name="connsiteX2" fmla="*/ 9669502 w 12191999"/>
              <a:gd name="connsiteY2" fmla="*/ 58454 h 6857999"/>
              <a:gd name="connsiteX3" fmla="*/ 12141987 w 12191999"/>
              <a:gd name="connsiteY3" fmla="*/ 2645975 h 6857999"/>
              <a:gd name="connsiteX4" fmla="*/ 12191999 w 12191999"/>
              <a:gd name="connsiteY4" fmla="*/ 2652349 h 6857999"/>
              <a:gd name="connsiteX5" fmla="*/ 12191999 w 12191999"/>
              <a:gd name="connsiteY5" fmla="*/ 6857999 h 6857999"/>
              <a:gd name="connsiteX6" fmla="*/ 7658728 w 12191999"/>
              <a:gd name="connsiteY6" fmla="*/ 6857999 h 6857999"/>
              <a:gd name="connsiteX7" fmla="*/ 7684133 w 12191999"/>
              <a:gd name="connsiteY7" fmla="*/ 6682259 h 6857999"/>
              <a:gd name="connsiteX8" fmla="*/ 7588732 w 12191999"/>
              <a:gd name="connsiteY8" fmla="*/ 5413362 h 6857999"/>
              <a:gd name="connsiteX9" fmla="*/ 6769078 w 12191999"/>
              <a:gd name="connsiteY9" fmla="*/ 6441900 h 6857999"/>
              <a:gd name="connsiteX10" fmla="*/ 6629774 w 12191999"/>
              <a:gd name="connsiteY10" fmla="*/ 6673849 h 6857999"/>
              <a:gd name="connsiteX11" fmla="*/ 6506207 w 12191999"/>
              <a:gd name="connsiteY11" fmla="*/ 6857999 h 6857999"/>
              <a:gd name="connsiteX12" fmla="*/ 0 w 12191999"/>
              <a:gd name="connsiteY12" fmla="*/ 6857999 h 6857999"/>
              <a:gd name="connsiteX13" fmla="*/ 0 w 12191999"/>
              <a:gd name="connsiteY13" fmla="*/ 4333078 h 6857999"/>
              <a:gd name="connsiteX14" fmla="*/ 146172 w 12191999"/>
              <a:gd name="connsiteY14" fmla="*/ 4092082 h 6857999"/>
              <a:gd name="connsiteX15" fmla="*/ 2642743 w 12191999"/>
              <a:gd name="connsiteY15" fmla="*/ 49565 h 6857999"/>
              <a:gd name="connsiteX16" fmla="*/ 0 w 12191999"/>
              <a:gd name="connsiteY16" fmla="*/ 0 h 6857999"/>
              <a:gd name="connsiteX17" fmla="*/ 960612 w 12191999"/>
              <a:gd name="connsiteY17" fmla="*/ 0 h 6857999"/>
              <a:gd name="connsiteX18" fmla="*/ 943428 w 12191999"/>
              <a:gd name="connsiteY18" fmla="*/ 19059 h 6857999"/>
              <a:gd name="connsiteX19" fmla="*/ 113541 w 12191999"/>
              <a:gd name="connsiteY19" fmla="*/ 831096 h 6857999"/>
              <a:gd name="connsiteX20" fmla="*/ 0 w 12191999"/>
              <a:gd name="connsiteY20" fmla="*/ 931685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2191999" h="6857999">
                <a:moveTo>
                  <a:pt x="2664877" y="0"/>
                </a:moveTo>
                <a:lnTo>
                  <a:pt x="9662219" y="0"/>
                </a:lnTo>
                <a:lnTo>
                  <a:pt x="9669502" y="58454"/>
                </a:lnTo>
                <a:cubicBezTo>
                  <a:pt x="9916918" y="1666551"/>
                  <a:pt x="10899414" y="2453064"/>
                  <a:pt x="12141987" y="2645975"/>
                </a:cubicBezTo>
                <a:lnTo>
                  <a:pt x="12191999" y="2652349"/>
                </a:lnTo>
                <a:lnTo>
                  <a:pt x="12191999" y="6857999"/>
                </a:lnTo>
                <a:lnTo>
                  <a:pt x="7658728" y="6857999"/>
                </a:lnTo>
                <a:lnTo>
                  <a:pt x="7684133" y="6682259"/>
                </a:lnTo>
                <a:cubicBezTo>
                  <a:pt x="7761749" y="6064946"/>
                  <a:pt x="7755600" y="5464341"/>
                  <a:pt x="7588732" y="5413362"/>
                </a:cubicBezTo>
                <a:cubicBezTo>
                  <a:pt x="7340994" y="5335952"/>
                  <a:pt x="7131278" y="5762726"/>
                  <a:pt x="6769078" y="6441900"/>
                </a:cubicBezTo>
                <a:cubicBezTo>
                  <a:pt x="6725598" y="6518910"/>
                  <a:pt x="6679102" y="6596298"/>
                  <a:pt x="6629774" y="6673849"/>
                </a:cubicBezTo>
                <a:lnTo>
                  <a:pt x="6506207" y="6857999"/>
                </a:lnTo>
                <a:lnTo>
                  <a:pt x="0" y="6857999"/>
                </a:lnTo>
                <a:lnTo>
                  <a:pt x="0" y="4333078"/>
                </a:lnTo>
                <a:lnTo>
                  <a:pt x="146172" y="4092082"/>
                </a:lnTo>
                <a:cubicBezTo>
                  <a:pt x="909057" y="2863958"/>
                  <a:pt x="1936780" y="1556781"/>
                  <a:pt x="2642743" y="49565"/>
                </a:cubicBezTo>
                <a:close/>
                <a:moveTo>
                  <a:pt x="0" y="0"/>
                </a:moveTo>
                <a:lnTo>
                  <a:pt x="960612" y="0"/>
                </a:lnTo>
                <a:lnTo>
                  <a:pt x="943428" y="19059"/>
                </a:lnTo>
                <a:cubicBezTo>
                  <a:pt x="681749" y="296223"/>
                  <a:pt x="403894" y="566215"/>
                  <a:pt x="113541" y="831096"/>
                </a:cubicBezTo>
                <a:lnTo>
                  <a:pt x="0" y="93168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ctr">
            <a:noAutofit/>
          </a:bodyPr>
          <a:lstStyle/>
          <a:p>
            <a:pPr algn="ctr">
              <a:lnSpc>
                <a:spcPct val="90000"/>
              </a:lnSpc>
              <a:spcBef>
                <a:spcPts val="200"/>
              </a:spcBef>
              <a:spcAft>
                <a:spcPts val="200"/>
              </a:spcAft>
            </a:pPr>
            <a:endParaRPr lang="en-GB" sz="1600" dirty="0" err="1"/>
          </a:p>
        </p:txBody>
      </p:sp>
      <p:sp>
        <p:nvSpPr>
          <p:cNvPr id="38" name="Tijdelijke aanduiding voor tekst 3">
            <a:extLst>
              <a:ext uri="{FF2B5EF4-FFF2-40B4-BE49-F238E27FC236}">
                <a16:creationId xmlns:a16="http://schemas.microsoft.com/office/drawing/2014/main" id="{76CBEE19-19B8-54C7-B3D4-7E145D8FAA60}"/>
              </a:ext>
            </a:extLst>
          </p:cNvPr>
          <p:cNvSpPr>
            <a:spLocks noGrp="1" noRot="1" noMove="1" noResize="1" noEditPoints="1" noAdjustHandles="1" noChangeArrowheads="1" noChangeShapeType="1"/>
          </p:cNvSpPr>
          <p:nvPr>
            <p:ph type="body" sz="quarter" idx="13" hasCustomPrompt="1"/>
          </p:nvPr>
        </p:nvSpPr>
        <p:spPr>
          <a:xfrm>
            <a:off x="719138" y="719138"/>
            <a:ext cx="10752137" cy="5281612"/>
          </a:xfrm>
        </p:spPr>
        <p:txBody>
          <a:bodyPr wrap="square" anchor="ctr" anchorCtr="0">
            <a:normAutofit/>
          </a:bodyPr>
          <a:lstStyle>
            <a:lvl1pPr marL="0" indent="0" algn="ctr">
              <a:lnSpc>
                <a:spcPts val="5200"/>
              </a:lnSpc>
              <a:spcBef>
                <a:spcPts val="0"/>
              </a:spcBef>
              <a:spcAft>
                <a:spcPts val="0"/>
              </a:spcAft>
              <a:buNone/>
              <a:defRPr sz="4800" b="0" i="0">
                <a:solidFill>
                  <a:schemeClr val="bg1"/>
                </a:solidFill>
                <a:latin typeface="+mj-lt"/>
              </a:defRPr>
            </a:lvl1pPr>
            <a:lvl2pPr marL="0" indent="0" algn="r">
              <a:buNone/>
              <a:defRPr sz="4400" b="1" i="0">
                <a:solidFill>
                  <a:schemeClr val="bg1"/>
                </a:solidFill>
                <a:latin typeface="+mj-lt"/>
              </a:defRPr>
            </a:lvl2pPr>
            <a:lvl3pPr marL="0" indent="0" algn="r">
              <a:buFont typeface="Arial" panose="020B0604020202020204" pitchFamily="34" charset="0"/>
              <a:buNone/>
              <a:defRPr sz="4400" b="1" i="0">
                <a:solidFill>
                  <a:schemeClr val="bg1"/>
                </a:solidFill>
                <a:latin typeface="+mj-lt"/>
              </a:defRPr>
            </a:lvl3pPr>
            <a:lvl4pPr marL="0" indent="0" algn="r">
              <a:buFont typeface="Arial" panose="020B0604020202020204" pitchFamily="34" charset="0"/>
              <a:buNone/>
              <a:defRPr sz="4400" b="1" i="0">
                <a:solidFill>
                  <a:schemeClr val="bg1"/>
                </a:solidFill>
                <a:latin typeface="+mj-lt"/>
              </a:defRPr>
            </a:lvl4pPr>
            <a:lvl5pPr marL="0" indent="0" algn="r">
              <a:buFont typeface="Arial" panose="020B0604020202020204" pitchFamily="34" charset="0"/>
              <a:buNone/>
              <a:defRPr sz="4400" b="1" i="0">
                <a:solidFill>
                  <a:schemeClr val="bg1"/>
                </a:solidFill>
                <a:latin typeface="+mj-lt"/>
              </a:defRPr>
            </a:lvl5pPr>
            <a:lvl6pPr marL="0" indent="0" algn="r">
              <a:buFont typeface="Arial" panose="020B0604020202020204" pitchFamily="34" charset="0"/>
              <a:buNone/>
              <a:defRPr sz="4400" b="1" i="0">
                <a:solidFill>
                  <a:schemeClr val="bg1"/>
                </a:solidFill>
                <a:latin typeface="+mj-lt"/>
              </a:defRPr>
            </a:lvl6pPr>
            <a:lvl7pPr marL="0" indent="0" algn="r">
              <a:buFont typeface="Arial" panose="020B0604020202020204" pitchFamily="34" charset="0"/>
              <a:buNone/>
              <a:defRPr sz="4400" b="1" i="0">
                <a:solidFill>
                  <a:schemeClr val="bg1"/>
                </a:solidFill>
                <a:latin typeface="+mj-lt"/>
              </a:defRPr>
            </a:lvl7pPr>
            <a:lvl8pPr marL="0" indent="0" algn="r">
              <a:buFont typeface="Arial" panose="020B0604020202020204" pitchFamily="34" charset="0"/>
              <a:buNone/>
              <a:defRPr sz="4400" b="1" i="0">
                <a:solidFill>
                  <a:schemeClr val="bg1"/>
                </a:solidFill>
                <a:latin typeface="+mj-lt"/>
              </a:defRPr>
            </a:lvl8pPr>
            <a:lvl9pPr marL="0" indent="0" algn="r">
              <a:buFont typeface="Arial" panose="020B0604020202020204" pitchFamily="34" charset="0"/>
              <a:buNone/>
              <a:defRPr sz="4400" b="1" i="0">
                <a:solidFill>
                  <a:schemeClr val="bg1"/>
                </a:solidFill>
                <a:latin typeface="+mj-lt"/>
              </a:defRPr>
            </a:lvl9pPr>
          </a:lstStyle>
          <a:p>
            <a:r>
              <a:rPr lang="en-GB" noProof="0" dirty="0"/>
              <a:t>Quote</a:t>
            </a:r>
          </a:p>
        </p:txBody>
      </p:sp>
      <p:grpSp>
        <p:nvGrpSpPr>
          <p:cNvPr id="25" name="Groep 24">
            <a:extLst>
              <a:ext uri="{FF2B5EF4-FFF2-40B4-BE49-F238E27FC236}">
                <a16:creationId xmlns:a16="http://schemas.microsoft.com/office/drawing/2014/main" id="{E6F410F0-D1DC-202A-E501-96449F5D92C6}"/>
              </a:ext>
            </a:extLst>
          </p:cNvPr>
          <p:cNvGrpSpPr/>
          <p:nvPr userDrawn="1"/>
        </p:nvGrpSpPr>
        <p:grpSpPr>
          <a:xfrm>
            <a:off x="721079" y="6216736"/>
            <a:ext cx="961200" cy="381600"/>
            <a:chOff x="2807303" y="2354764"/>
            <a:chExt cx="944974" cy="368527"/>
          </a:xfrm>
          <a:solidFill>
            <a:schemeClr val="bg1"/>
          </a:solidFill>
        </p:grpSpPr>
        <p:sp>
          <p:nvSpPr>
            <p:cNvPr id="26" name="Vrije vorm: vorm 25">
              <a:extLst>
                <a:ext uri="{FF2B5EF4-FFF2-40B4-BE49-F238E27FC236}">
                  <a16:creationId xmlns:a16="http://schemas.microsoft.com/office/drawing/2014/main" id="{902B7BC0-E1DE-6761-BAA2-289E1BF2AE2C}"/>
                </a:ext>
              </a:extLst>
            </p:cNvPr>
            <p:cNvSpPr/>
            <p:nvPr/>
          </p:nvSpPr>
          <p:spPr>
            <a:xfrm>
              <a:off x="2994660" y="2537173"/>
              <a:ext cx="174307" cy="186023"/>
            </a:xfrm>
            <a:custGeom>
              <a:avLst/>
              <a:gdLst>
                <a:gd name="connsiteX0" fmla="*/ 87154 w 174307"/>
                <a:gd name="connsiteY0" fmla="*/ 150686 h 186023"/>
                <a:gd name="connsiteX1" fmla="*/ 123825 w 174307"/>
                <a:gd name="connsiteY1" fmla="*/ 112776 h 186023"/>
                <a:gd name="connsiteX2" fmla="*/ 123825 w 174307"/>
                <a:gd name="connsiteY2" fmla="*/ 0 h 186023"/>
                <a:gd name="connsiteX3" fmla="*/ 174307 w 174307"/>
                <a:gd name="connsiteY3" fmla="*/ 0 h 186023"/>
                <a:gd name="connsiteX4" fmla="*/ 174307 w 174307"/>
                <a:gd name="connsiteY4" fmla="*/ 115348 h 186023"/>
                <a:gd name="connsiteX5" fmla="*/ 87154 w 174307"/>
                <a:gd name="connsiteY5" fmla="*/ 186023 h 186023"/>
                <a:gd name="connsiteX6" fmla="*/ 0 w 174307"/>
                <a:gd name="connsiteY6" fmla="*/ 115348 h 186023"/>
                <a:gd name="connsiteX7" fmla="*/ 0 w 174307"/>
                <a:gd name="connsiteY7" fmla="*/ 0 h 186023"/>
                <a:gd name="connsiteX8" fmla="*/ 50482 w 174307"/>
                <a:gd name="connsiteY8" fmla="*/ 0 h 186023"/>
                <a:gd name="connsiteX9" fmla="*/ 50482 w 174307"/>
                <a:gd name="connsiteY9" fmla="*/ 112776 h 186023"/>
                <a:gd name="connsiteX10" fmla="*/ 87154 w 174307"/>
                <a:gd name="connsiteY10" fmla="*/ 150686 h 186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4307" h="186023">
                  <a:moveTo>
                    <a:pt x="87154" y="150686"/>
                  </a:moveTo>
                  <a:cubicBezTo>
                    <a:pt x="110871" y="150686"/>
                    <a:pt x="123825" y="134874"/>
                    <a:pt x="123825" y="112776"/>
                  </a:cubicBezTo>
                  <a:lnTo>
                    <a:pt x="123825" y="0"/>
                  </a:lnTo>
                  <a:lnTo>
                    <a:pt x="174307" y="0"/>
                  </a:lnTo>
                  <a:lnTo>
                    <a:pt x="174307" y="115348"/>
                  </a:lnTo>
                  <a:cubicBezTo>
                    <a:pt x="173831" y="166116"/>
                    <a:pt x="133159" y="186023"/>
                    <a:pt x="87154" y="186023"/>
                  </a:cubicBezTo>
                  <a:cubicBezTo>
                    <a:pt x="41148" y="186023"/>
                    <a:pt x="571" y="166116"/>
                    <a:pt x="0" y="115348"/>
                  </a:cubicBezTo>
                  <a:lnTo>
                    <a:pt x="0" y="0"/>
                  </a:lnTo>
                  <a:lnTo>
                    <a:pt x="50482" y="0"/>
                  </a:lnTo>
                  <a:lnTo>
                    <a:pt x="50482" y="112776"/>
                  </a:lnTo>
                  <a:cubicBezTo>
                    <a:pt x="50578" y="134874"/>
                    <a:pt x="63436" y="150686"/>
                    <a:pt x="87154" y="150686"/>
                  </a:cubicBezTo>
                  <a:close/>
                </a:path>
              </a:pathLst>
            </a:custGeom>
            <a:grpFill/>
            <a:ln w="9525" cap="flat">
              <a:noFill/>
              <a:prstDash val="solid"/>
              <a:miter/>
            </a:ln>
          </p:spPr>
          <p:txBody>
            <a:bodyPr rtlCol="0" anchor="ctr"/>
            <a:lstStyle/>
            <a:p>
              <a:endParaRPr lang="en-GB"/>
            </a:p>
          </p:txBody>
        </p:sp>
        <p:sp>
          <p:nvSpPr>
            <p:cNvPr id="27" name="Vrije vorm: vorm 26">
              <a:extLst>
                <a:ext uri="{FF2B5EF4-FFF2-40B4-BE49-F238E27FC236}">
                  <a16:creationId xmlns:a16="http://schemas.microsoft.com/office/drawing/2014/main" id="{77DB36C0-4B06-148B-B57C-74F842A70ECB}"/>
                </a:ext>
              </a:extLst>
            </p:cNvPr>
            <p:cNvSpPr/>
            <p:nvPr/>
          </p:nvSpPr>
          <p:spPr>
            <a:xfrm>
              <a:off x="2807303" y="2537173"/>
              <a:ext cx="163639" cy="182213"/>
            </a:xfrm>
            <a:custGeom>
              <a:avLst/>
              <a:gdLst>
                <a:gd name="connsiteX0" fmla="*/ 56578 w 163639"/>
                <a:gd name="connsiteY0" fmla="*/ 182213 h 182213"/>
                <a:gd name="connsiteX1" fmla="*/ 107061 w 163639"/>
                <a:gd name="connsiteY1" fmla="*/ 182213 h 182213"/>
                <a:gd name="connsiteX2" fmla="*/ 107061 w 163639"/>
                <a:gd name="connsiteY2" fmla="*/ 35338 h 182213"/>
                <a:gd name="connsiteX3" fmla="*/ 163640 w 163639"/>
                <a:gd name="connsiteY3" fmla="*/ 35338 h 182213"/>
                <a:gd name="connsiteX4" fmla="*/ 163640 w 163639"/>
                <a:gd name="connsiteY4" fmla="*/ 0 h 182213"/>
                <a:gd name="connsiteX5" fmla="*/ 0 w 163639"/>
                <a:gd name="connsiteY5" fmla="*/ 0 h 182213"/>
                <a:gd name="connsiteX6" fmla="*/ 0 w 163639"/>
                <a:gd name="connsiteY6" fmla="*/ 35338 h 182213"/>
                <a:gd name="connsiteX7" fmla="*/ 56578 w 163639"/>
                <a:gd name="connsiteY7" fmla="*/ 35338 h 182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3639" h="182213">
                  <a:moveTo>
                    <a:pt x="56578" y="182213"/>
                  </a:moveTo>
                  <a:lnTo>
                    <a:pt x="107061" y="182213"/>
                  </a:lnTo>
                  <a:lnTo>
                    <a:pt x="107061" y="35338"/>
                  </a:lnTo>
                  <a:lnTo>
                    <a:pt x="163640" y="35338"/>
                  </a:lnTo>
                  <a:lnTo>
                    <a:pt x="163640" y="0"/>
                  </a:lnTo>
                  <a:lnTo>
                    <a:pt x="0" y="0"/>
                  </a:lnTo>
                  <a:lnTo>
                    <a:pt x="0" y="35338"/>
                  </a:lnTo>
                  <a:lnTo>
                    <a:pt x="56578" y="35338"/>
                  </a:lnTo>
                  <a:close/>
                </a:path>
              </a:pathLst>
            </a:custGeom>
            <a:grpFill/>
            <a:ln w="9525" cap="flat">
              <a:noFill/>
              <a:prstDash val="solid"/>
              <a:miter/>
            </a:ln>
          </p:spPr>
          <p:txBody>
            <a:bodyPr rtlCol="0" anchor="ctr"/>
            <a:lstStyle/>
            <a:p>
              <a:endParaRPr lang="en-GB"/>
            </a:p>
          </p:txBody>
        </p:sp>
        <p:sp>
          <p:nvSpPr>
            <p:cNvPr id="28" name="Vrije vorm: vorm 27">
              <a:extLst>
                <a:ext uri="{FF2B5EF4-FFF2-40B4-BE49-F238E27FC236}">
                  <a16:creationId xmlns:a16="http://schemas.microsoft.com/office/drawing/2014/main" id="{44F18412-D70E-7985-05EF-0A560429034C}"/>
                </a:ext>
              </a:extLst>
            </p:cNvPr>
            <p:cNvSpPr/>
            <p:nvPr/>
          </p:nvSpPr>
          <p:spPr>
            <a:xfrm>
              <a:off x="2856490" y="2354764"/>
              <a:ext cx="172449" cy="170903"/>
            </a:xfrm>
            <a:custGeom>
              <a:avLst/>
              <a:gdLst>
                <a:gd name="connsiteX0" fmla="*/ 128740 w 172449"/>
                <a:gd name="connsiteY0" fmla="*/ 93637 h 170903"/>
                <a:gd name="connsiteX1" fmla="*/ 103785 w 172449"/>
                <a:gd name="connsiteY1" fmla="*/ 77920 h 170903"/>
                <a:gd name="connsiteX2" fmla="*/ 170936 w 172449"/>
                <a:gd name="connsiteY2" fmla="*/ 9816 h 170903"/>
                <a:gd name="connsiteX3" fmla="*/ 170460 w 172449"/>
                <a:gd name="connsiteY3" fmla="*/ 6 h 170903"/>
                <a:gd name="connsiteX4" fmla="*/ 165888 w 172449"/>
                <a:gd name="connsiteY4" fmla="*/ 6959 h 170903"/>
                <a:gd name="connsiteX5" fmla="*/ 69114 w 172449"/>
                <a:gd name="connsiteY5" fmla="*/ 45440 h 170903"/>
                <a:gd name="connsiteX6" fmla="*/ 2058 w 172449"/>
                <a:gd name="connsiteY6" fmla="*/ 146405 h 170903"/>
                <a:gd name="connsiteX7" fmla="*/ 6344 w 172449"/>
                <a:gd name="connsiteY7" fmla="*/ 159454 h 170903"/>
                <a:gd name="connsiteX8" fmla="*/ 8439 w 172449"/>
                <a:gd name="connsiteY8" fmla="*/ 146215 h 170903"/>
                <a:gd name="connsiteX9" fmla="*/ 67209 w 172449"/>
                <a:gd name="connsiteY9" fmla="*/ 73348 h 170903"/>
                <a:gd name="connsiteX10" fmla="*/ 72638 w 172449"/>
                <a:gd name="connsiteY10" fmla="*/ 68205 h 170903"/>
                <a:gd name="connsiteX11" fmla="*/ 72162 w 172449"/>
                <a:gd name="connsiteY11" fmla="*/ 73158 h 170903"/>
                <a:gd name="connsiteX12" fmla="*/ 52445 w 172449"/>
                <a:gd name="connsiteY12" fmla="*/ 120878 h 170903"/>
                <a:gd name="connsiteX13" fmla="*/ 89592 w 172449"/>
                <a:gd name="connsiteY13" fmla="*/ 113544 h 170903"/>
                <a:gd name="connsiteX14" fmla="*/ 93688 w 172449"/>
                <a:gd name="connsiteY14" fmla="*/ 108495 h 170903"/>
                <a:gd name="connsiteX15" fmla="*/ 93974 w 172449"/>
                <a:gd name="connsiteY15" fmla="*/ 116020 h 170903"/>
                <a:gd name="connsiteX16" fmla="*/ 69304 w 172449"/>
                <a:gd name="connsiteY16" fmla="*/ 162502 h 170903"/>
                <a:gd name="connsiteX17" fmla="*/ 57207 w 172449"/>
                <a:gd name="connsiteY17" fmla="*/ 170313 h 170903"/>
                <a:gd name="connsiteX18" fmla="*/ 63684 w 172449"/>
                <a:gd name="connsiteY18" fmla="*/ 170694 h 170903"/>
                <a:gd name="connsiteX19" fmla="*/ 151124 w 172449"/>
                <a:gd name="connsiteY19" fmla="*/ 85159 h 170903"/>
                <a:gd name="connsiteX20" fmla="*/ 151410 w 172449"/>
                <a:gd name="connsiteY20" fmla="*/ 79920 h 170903"/>
                <a:gd name="connsiteX21" fmla="*/ 146361 w 172449"/>
                <a:gd name="connsiteY21" fmla="*/ 82873 h 170903"/>
                <a:gd name="connsiteX22" fmla="*/ 128740 w 172449"/>
                <a:gd name="connsiteY22" fmla="*/ 93637 h 170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2449" h="170903">
                  <a:moveTo>
                    <a:pt x="128740" y="93637"/>
                  </a:moveTo>
                  <a:cubicBezTo>
                    <a:pt x="116453" y="97542"/>
                    <a:pt x="103689" y="94399"/>
                    <a:pt x="103785" y="77920"/>
                  </a:cubicBezTo>
                  <a:cubicBezTo>
                    <a:pt x="103785" y="52774"/>
                    <a:pt x="162744" y="31724"/>
                    <a:pt x="170936" y="9816"/>
                  </a:cubicBezTo>
                  <a:cubicBezTo>
                    <a:pt x="172936" y="4387"/>
                    <a:pt x="173127" y="-185"/>
                    <a:pt x="170460" y="6"/>
                  </a:cubicBezTo>
                  <a:cubicBezTo>
                    <a:pt x="168555" y="101"/>
                    <a:pt x="170079" y="2863"/>
                    <a:pt x="165888" y="6959"/>
                  </a:cubicBezTo>
                  <a:cubicBezTo>
                    <a:pt x="141504" y="31438"/>
                    <a:pt x="100546" y="31343"/>
                    <a:pt x="69114" y="45440"/>
                  </a:cubicBezTo>
                  <a:cubicBezTo>
                    <a:pt x="48540" y="54679"/>
                    <a:pt x="-11849" y="83064"/>
                    <a:pt x="2058" y="146405"/>
                  </a:cubicBezTo>
                  <a:cubicBezTo>
                    <a:pt x="2724" y="149453"/>
                    <a:pt x="4534" y="159454"/>
                    <a:pt x="6344" y="159454"/>
                  </a:cubicBezTo>
                  <a:cubicBezTo>
                    <a:pt x="8439" y="159454"/>
                    <a:pt x="8439" y="153454"/>
                    <a:pt x="8439" y="146215"/>
                  </a:cubicBezTo>
                  <a:cubicBezTo>
                    <a:pt x="7963" y="108495"/>
                    <a:pt x="52635" y="98018"/>
                    <a:pt x="67209" y="73348"/>
                  </a:cubicBezTo>
                  <a:cubicBezTo>
                    <a:pt x="68923" y="70395"/>
                    <a:pt x="71971" y="66300"/>
                    <a:pt x="72638" y="68205"/>
                  </a:cubicBezTo>
                  <a:cubicBezTo>
                    <a:pt x="73019" y="69157"/>
                    <a:pt x="72733" y="70491"/>
                    <a:pt x="72162" y="73158"/>
                  </a:cubicBezTo>
                  <a:cubicBezTo>
                    <a:pt x="67590" y="93446"/>
                    <a:pt x="46444" y="106400"/>
                    <a:pt x="52445" y="120878"/>
                  </a:cubicBezTo>
                  <a:cubicBezTo>
                    <a:pt x="60255" y="139642"/>
                    <a:pt x="82639" y="125641"/>
                    <a:pt x="89592" y="113544"/>
                  </a:cubicBezTo>
                  <a:cubicBezTo>
                    <a:pt x="91402" y="110210"/>
                    <a:pt x="92450" y="108115"/>
                    <a:pt x="93688" y="108495"/>
                  </a:cubicBezTo>
                  <a:cubicBezTo>
                    <a:pt x="94641" y="108781"/>
                    <a:pt x="94545" y="112591"/>
                    <a:pt x="93974" y="116020"/>
                  </a:cubicBezTo>
                  <a:cubicBezTo>
                    <a:pt x="90259" y="137833"/>
                    <a:pt x="85306" y="150025"/>
                    <a:pt x="69304" y="162502"/>
                  </a:cubicBezTo>
                  <a:cubicBezTo>
                    <a:pt x="64161" y="166503"/>
                    <a:pt x="56160" y="167265"/>
                    <a:pt x="57207" y="170313"/>
                  </a:cubicBezTo>
                  <a:cubicBezTo>
                    <a:pt x="57493" y="171075"/>
                    <a:pt x="60922" y="170979"/>
                    <a:pt x="63684" y="170694"/>
                  </a:cubicBezTo>
                  <a:cubicBezTo>
                    <a:pt x="106166" y="167932"/>
                    <a:pt x="141694" y="117925"/>
                    <a:pt x="151124" y="85159"/>
                  </a:cubicBezTo>
                  <a:cubicBezTo>
                    <a:pt x="152076" y="82873"/>
                    <a:pt x="152362" y="80683"/>
                    <a:pt x="151410" y="79920"/>
                  </a:cubicBezTo>
                  <a:cubicBezTo>
                    <a:pt x="150171" y="78968"/>
                    <a:pt x="148266" y="81159"/>
                    <a:pt x="146361" y="82873"/>
                  </a:cubicBezTo>
                  <a:cubicBezTo>
                    <a:pt x="141504" y="87255"/>
                    <a:pt x="134836" y="91732"/>
                    <a:pt x="128740" y="93637"/>
                  </a:cubicBezTo>
                  <a:close/>
                </a:path>
              </a:pathLst>
            </a:custGeom>
            <a:grpFill/>
            <a:ln w="9525" cap="flat">
              <a:noFill/>
              <a:prstDash val="solid"/>
              <a:miter/>
            </a:ln>
          </p:spPr>
          <p:txBody>
            <a:bodyPr rtlCol="0" anchor="ctr"/>
            <a:lstStyle/>
            <a:p>
              <a:endParaRPr lang="en-GB"/>
            </a:p>
          </p:txBody>
        </p:sp>
        <p:sp>
          <p:nvSpPr>
            <p:cNvPr id="29" name="Vrije vorm: vorm 28">
              <a:extLst>
                <a:ext uri="{FF2B5EF4-FFF2-40B4-BE49-F238E27FC236}">
                  <a16:creationId xmlns:a16="http://schemas.microsoft.com/office/drawing/2014/main" id="{4CDC0AA2-CBAF-B659-0AC6-C307B4BF19D0}"/>
                </a:ext>
              </a:extLst>
            </p:cNvPr>
            <p:cNvSpPr/>
            <p:nvPr/>
          </p:nvSpPr>
          <p:spPr>
            <a:xfrm>
              <a:off x="3391376" y="2588894"/>
              <a:ext cx="114680" cy="134397"/>
            </a:xfrm>
            <a:custGeom>
              <a:avLst/>
              <a:gdLst>
                <a:gd name="connsiteX0" fmla="*/ 24955 w 114680"/>
                <a:gd name="connsiteY0" fmla="*/ 55054 h 134397"/>
                <a:gd name="connsiteX1" fmla="*/ 57055 w 114680"/>
                <a:gd name="connsiteY1" fmla="*/ 17431 h 134397"/>
                <a:gd name="connsiteX2" fmla="*/ 89344 w 114680"/>
                <a:gd name="connsiteY2" fmla="*/ 55054 h 134397"/>
                <a:gd name="connsiteX3" fmla="*/ 24955 w 114680"/>
                <a:gd name="connsiteY3" fmla="*/ 55054 h 134397"/>
                <a:gd name="connsiteX4" fmla="*/ 114681 w 114680"/>
                <a:gd name="connsiteY4" fmla="*/ 71723 h 134397"/>
                <a:gd name="connsiteX5" fmla="*/ 114681 w 114680"/>
                <a:gd name="connsiteY5" fmla="*/ 59817 h 134397"/>
                <a:gd name="connsiteX6" fmla="*/ 58864 w 114680"/>
                <a:gd name="connsiteY6" fmla="*/ 0 h 134397"/>
                <a:gd name="connsiteX7" fmla="*/ 0 w 114680"/>
                <a:gd name="connsiteY7" fmla="*/ 68199 h 134397"/>
                <a:gd name="connsiteX8" fmla="*/ 56864 w 114680"/>
                <a:gd name="connsiteY8" fmla="*/ 134398 h 134397"/>
                <a:gd name="connsiteX9" fmla="*/ 113157 w 114680"/>
                <a:gd name="connsiteY9" fmla="*/ 91250 h 134397"/>
                <a:gd name="connsiteX10" fmla="*/ 87916 w 114680"/>
                <a:gd name="connsiteY10" fmla="*/ 91250 h 134397"/>
                <a:gd name="connsiteX11" fmla="*/ 57150 w 114680"/>
                <a:gd name="connsiteY11" fmla="*/ 116967 h 134397"/>
                <a:gd name="connsiteX12" fmla="*/ 24479 w 114680"/>
                <a:gd name="connsiteY12" fmla="*/ 71818 h 134397"/>
                <a:gd name="connsiteX13" fmla="*/ 114681 w 114680"/>
                <a:gd name="connsiteY13" fmla="*/ 71818 h 134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4680" h="134397">
                  <a:moveTo>
                    <a:pt x="24955" y="55054"/>
                  </a:moveTo>
                  <a:cubicBezTo>
                    <a:pt x="25146" y="35242"/>
                    <a:pt x="37052" y="17431"/>
                    <a:pt x="57055" y="17431"/>
                  </a:cubicBezTo>
                  <a:cubicBezTo>
                    <a:pt x="80296" y="17431"/>
                    <a:pt x="89344" y="33338"/>
                    <a:pt x="89344" y="55054"/>
                  </a:cubicBezTo>
                  <a:lnTo>
                    <a:pt x="24955" y="55054"/>
                  </a:lnTo>
                  <a:close/>
                  <a:moveTo>
                    <a:pt x="114681" y="71723"/>
                  </a:moveTo>
                  <a:lnTo>
                    <a:pt x="114681" y="59817"/>
                  </a:lnTo>
                  <a:cubicBezTo>
                    <a:pt x="114681" y="24765"/>
                    <a:pt x="94774" y="0"/>
                    <a:pt x="58864" y="0"/>
                  </a:cubicBezTo>
                  <a:cubicBezTo>
                    <a:pt x="18764" y="0"/>
                    <a:pt x="0" y="31051"/>
                    <a:pt x="0" y="68199"/>
                  </a:cubicBezTo>
                  <a:cubicBezTo>
                    <a:pt x="0" y="105537"/>
                    <a:pt x="16192" y="134398"/>
                    <a:pt x="56864" y="134398"/>
                  </a:cubicBezTo>
                  <a:cubicBezTo>
                    <a:pt x="87154" y="134398"/>
                    <a:pt x="109347" y="120015"/>
                    <a:pt x="113157" y="91250"/>
                  </a:cubicBezTo>
                  <a:lnTo>
                    <a:pt x="87916" y="91250"/>
                  </a:lnTo>
                  <a:cubicBezTo>
                    <a:pt x="85154" y="109633"/>
                    <a:pt x="75819" y="116967"/>
                    <a:pt x="57150" y="116967"/>
                  </a:cubicBezTo>
                  <a:cubicBezTo>
                    <a:pt x="32671" y="116967"/>
                    <a:pt x="24479" y="95155"/>
                    <a:pt x="24479" y="71818"/>
                  </a:cubicBezTo>
                  <a:lnTo>
                    <a:pt x="114681" y="71818"/>
                  </a:lnTo>
                  <a:close/>
                </a:path>
              </a:pathLst>
            </a:custGeom>
            <a:grpFill/>
            <a:ln w="9525" cap="flat">
              <a:noFill/>
              <a:prstDash val="solid"/>
              <a:miter/>
            </a:ln>
          </p:spPr>
          <p:txBody>
            <a:bodyPr rtlCol="0" anchor="ctr"/>
            <a:lstStyle/>
            <a:p>
              <a:endParaRPr lang="en-GB"/>
            </a:p>
          </p:txBody>
        </p:sp>
        <p:sp>
          <p:nvSpPr>
            <p:cNvPr id="30" name="Vrije vorm: vorm 29">
              <a:extLst>
                <a:ext uri="{FF2B5EF4-FFF2-40B4-BE49-F238E27FC236}">
                  <a16:creationId xmlns:a16="http://schemas.microsoft.com/office/drawing/2014/main" id="{8B5196A6-0E92-0BA6-DAB1-3CFEF96E2966}"/>
                </a:ext>
              </a:extLst>
            </p:cNvPr>
            <p:cNvSpPr/>
            <p:nvPr/>
          </p:nvSpPr>
          <p:spPr>
            <a:xfrm>
              <a:off x="3535108" y="2537173"/>
              <a:ext cx="24003" cy="182213"/>
            </a:xfrm>
            <a:custGeom>
              <a:avLst/>
              <a:gdLst>
                <a:gd name="connsiteX0" fmla="*/ 0 w 24003"/>
                <a:gd name="connsiteY0" fmla="*/ 0 h 182213"/>
                <a:gd name="connsiteX1" fmla="*/ 24003 w 24003"/>
                <a:gd name="connsiteY1" fmla="*/ 0 h 182213"/>
                <a:gd name="connsiteX2" fmla="*/ 24003 w 24003"/>
                <a:gd name="connsiteY2" fmla="*/ 182213 h 182213"/>
                <a:gd name="connsiteX3" fmla="*/ 0 w 24003"/>
                <a:gd name="connsiteY3" fmla="*/ 182213 h 182213"/>
              </a:gdLst>
              <a:ahLst/>
              <a:cxnLst>
                <a:cxn ang="0">
                  <a:pos x="connsiteX0" y="connsiteY0"/>
                </a:cxn>
                <a:cxn ang="0">
                  <a:pos x="connsiteX1" y="connsiteY1"/>
                </a:cxn>
                <a:cxn ang="0">
                  <a:pos x="connsiteX2" y="connsiteY2"/>
                </a:cxn>
                <a:cxn ang="0">
                  <a:pos x="connsiteX3" y="connsiteY3"/>
                </a:cxn>
              </a:cxnLst>
              <a:rect l="l" t="t" r="r" b="b"/>
              <a:pathLst>
                <a:path w="24003" h="182213">
                  <a:moveTo>
                    <a:pt x="0" y="0"/>
                  </a:moveTo>
                  <a:lnTo>
                    <a:pt x="24003" y="0"/>
                  </a:lnTo>
                  <a:lnTo>
                    <a:pt x="24003" y="182213"/>
                  </a:lnTo>
                  <a:lnTo>
                    <a:pt x="0" y="182213"/>
                  </a:lnTo>
                  <a:close/>
                </a:path>
              </a:pathLst>
            </a:custGeom>
            <a:grpFill/>
            <a:ln w="9525" cap="flat">
              <a:noFill/>
              <a:prstDash val="solid"/>
              <a:miter/>
            </a:ln>
          </p:spPr>
          <p:txBody>
            <a:bodyPr rtlCol="0" anchor="ctr"/>
            <a:lstStyle/>
            <a:p>
              <a:endParaRPr lang="en-GB"/>
            </a:p>
          </p:txBody>
        </p:sp>
        <p:sp>
          <p:nvSpPr>
            <p:cNvPr id="31" name="Vrije vorm: vorm 30">
              <a:extLst>
                <a:ext uri="{FF2B5EF4-FFF2-40B4-BE49-F238E27FC236}">
                  <a16:creationId xmlns:a16="http://schemas.microsoft.com/office/drawing/2014/main" id="{8ADC5254-E2B3-7491-C71F-7DFFE5010D54}"/>
                </a:ext>
              </a:extLst>
            </p:cNvPr>
            <p:cNvSpPr/>
            <p:nvPr/>
          </p:nvSpPr>
          <p:spPr>
            <a:xfrm>
              <a:off x="3585591" y="2533363"/>
              <a:ext cx="81533" cy="186023"/>
            </a:xfrm>
            <a:custGeom>
              <a:avLst/>
              <a:gdLst>
                <a:gd name="connsiteX0" fmla="*/ 48768 w 81533"/>
                <a:gd name="connsiteY0" fmla="*/ 186023 h 186023"/>
                <a:gd name="connsiteX1" fmla="*/ 48768 w 81533"/>
                <a:gd name="connsiteY1" fmla="*/ 76009 h 186023"/>
                <a:gd name="connsiteX2" fmla="*/ 78010 w 81533"/>
                <a:gd name="connsiteY2" fmla="*/ 76009 h 186023"/>
                <a:gd name="connsiteX3" fmla="*/ 78010 w 81533"/>
                <a:gd name="connsiteY3" fmla="*/ 59341 h 186023"/>
                <a:gd name="connsiteX4" fmla="*/ 48768 w 81533"/>
                <a:gd name="connsiteY4" fmla="*/ 59341 h 186023"/>
                <a:gd name="connsiteX5" fmla="*/ 48768 w 81533"/>
                <a:gd name="connsiteY5" fmla="*/ 38862 h 186023"/>
                <a:gd name="connsiteX6" fmla="*/ 69437 w 81533"/>
                <a:gd name="connsiteY6" fmla="*/ 21717 h 186023"/>
                <a:gd name="connsiteX7" fmla="*/ 81534 w 81533"/>
                <a:gd name="connsiteY7" fmla="*/ 22479 h 186023"/>
                <a:gd name="connsiteX8" fmla="*/ 81534 w 81533"/>
                <a:gd name="connsiteY8" fmla="*/ 2572 h 186023"/>
                <a:gd name="connsiteX9" fmla="*/ 64389 w 81533"/>
                <a:gd name="connsiteY9" fmla="*/ 0 h 186023"/>
                <a:gd name="connsiteX10" fmla="*/ 24765 w 81533"/>
                <a:gd name="connsiteY10" fmla="*/ 35624 h 186023"/>
                <a:gd name="connsiteX11" fmla="*/ 24765 w 81533"/>
                <a:gd name="connsiteY11" fmla="*/ 59341 h 186023"/>
                <a:gd name="connsiteX12" fmla="*/ 0 w 81533"/>
                <a:gd name="connsiteY12" fmla="*/ 59341 h 186023"/>
                <a:gd name="connsiteX13" fmla="*/ 0 w 81533"/>
                <a:gd name="connsiteY13" fmla="*/ 76009 h 186023"/>
                <a:gd name="connsiteX14" fmla="*/ 24765 w 81533"/>
                <a:gd name="connsiteY14" fmla="*/ 76009 h 186023"/>
                <a:gd name="connsiteX15" fmla="*/ 24765 w 81533"/>
                <a:gd name="connsiteY15" fmla="*/ 186023 h 186023"/>
                <a:gd name="connsiteX16" fmla="*/ 48768 w 81533"/>
                <a:gd name="connsiteY16" fmla="*/ 186023 h 186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1533" h="186023">
                  <a:moveTo>
                    <a:pt x="48768" y="186023"/>
                  </a:moveTo>
                  <a:lnTo>
                    <a:pt x="48768" y="76009"/>
                  </a:lnTo>
                  <a:lnTo>
                    <a:pt x="78010" y="76009"/>
                  </a:lnTo>
                  <a:lnTo>
                    <a:pt x="78010" y="59341"/>
                  </a:lnTo>
                  <a:lnTo>
                    <a:pt x="48768" y="59341"/>
                  </a:lnTo>
                  <a:lnTo>
                    <a:pt x="48768" y="38862"/>
                  </a:lnTo>
                  <a:cubicBezTo>
                    <a:pt x="48768" y="24193"/>
                    <a:pt x="55817" y="21717"/>
                    <a:pt x="69437" y="21717"/>
                  </a:cubicBezTo>
                  <a:cubicBezTo>
                    <a:pt x="73438" y="21717"/>
                    <a:pt x="77533" y="22193"/>
                    <a:pt x="81534" y="22479"/>
                  </a:cubicBezTo>
                  <a:lnTo>
                    <a:pt x="81534" y="2572"/>
                  </a:lnTo>
                  <a:cubicBezTo>
                    <a:pt x="75914" y="1333"/>
                    <a:pt x="70199" y="0"/>
                    <a:pt x="64389" y="0"/>
                  </a:cubicBezTo>
                  <a:cubicBezTo>
                    <a:pt x="41720" y="0"/>
                    <a:pt x="24765" y="11430"/>
                    <a:pt x="24765" y="35624"/>
                  </a:cubicBezTo>
                  <a:lnTo>
                    <a:pt x="24765" y="59341"/>
                  </a:lnTo>
                  <a:lnTo>
                    <a:pt x="0" y="59341"/>
                  </a:lnTo>
                  <a:lnTo>
                    <a:pt x="0" y="76009"/>
                  </a:lnTo>
                  <a:lnTo>
                    <a:pt x="24765" y="76009"/>
                  </a:lnTo>
                  <a:lnTo>
                    <a:pt x="24765" y="186023"/>
                  </a:lnTo>
                  <a:lnTo>
                    <a:pt x="48768" y="186023"/>
                  </a:lnTo>
                  <a:close/>
                </a:path>
              </a:pathLst>
            </a:custGeom>
            <a:grpFill/>
            <a:ln w="9525" cap="flat">
              <a:noFill/>
              <a:prstDash val="solid"/>
              <a:miter/>
            </a:ln>
          </p:spPr>
          <p:txBody>
            <a:bodyPr rtlCol="0" anchor="ctr"/>
            <a:lstStyle/>
            <a:p>
              <a:endParaRPr lang="en-GB"/>
            </a:p>
          </p:txBody>
        </p:sp>
        <p:sp>
          <p:nvSpPr>
            <p:cNvPr id="32" name="Vrije vorm: vorm 31">
              <a:extLst>
                <a:ext uri="{FF2B5EF4-FFF2-40B4-BE49-F238E27FC236}">
                  <a16:creationId xmlns:a16="http://schemas.microsoft.com/office/drawing/2014/main" id="{4DE709D1-04E9-E28E-EF96-038EF13D728E}"/>
                </a:ext>
              </a:extLst>
            </p:cNvPr>
            <p:cNvSpPr/>
            <p:nvPr/>
          </p:nvSpPr>
          <p:spPr>
            <a:xfrm>
              <a:off x="3677316" y="2558224"/>
              <a:ext cx="74961" cy="164972"/>
            </a:xfrm>
            <a:custGeom>
              <a:avLst/>
              <a:gdLst>
                <a:gd name="connsiteX0" fmla="*/ 0 w 74961"/>
                <a:gd name="connsiteY0" fmla="*/ 34480 h 164972"/>
                <a:gd name="connsiteX1" fmla="*/ 0 w 74961"/>
                <a:gd name="connsiteY1" fmla="*/ 51149 h 164972"/>
                <a:gd name="connsiteX2" fmla="*/ 21717 w 74961"/>
                <a:gd name="connsiteY2" fmla="*/ 51149 h 164972"/>
                <a:gd name="connsiteX3" fmla="*/ 21717 w 74961"/>
                <a:gd name="connsiteY3" fmla="*/ 131921 h 164972"/>
                <a:gd name="connsiteX4" fmla="*/ 57626 w 74961"/>
                <a:gd name="connsiteY4" fmla="*/ 164973 h 164972"/>
                <a:gd name="connsiteX5" fmla="*/ 74009 w 74961"/>
                <a:gd name="connsiteY5" fmla="*/ 163449 h 164972"/>
                <a:gd name="connsiteX6" fmla="*/ 74009 w 74961"/>
                <a:gd name="connsiteY6" fmla="*/ 145066 h 164972"/>
                <a:gd name="connsiteX7" fmla="*/ 61341 w 74961"/>
                <a:gd name="connsiteY7" fmla="*/ 146590 h 164972"/>
                <a:gd name="connsiteX8" fmla="*/ 45720 w 74961"/>
                <a:gd name="connsiteY8" fmla="*/ 133255 h 164972"/>
                <a:gd name="connsiteX9" fmla="*/ 45720 w 74961"/>
                <a:gd name="connsiteY9" fmla="*/ 51245 h 164972"/>
                <a:gd name="connsiteX10" fmla="*/ 74962 w 74961"/>
                <a:gd name="connsiteY10" fmla="*/ 51245 h 164972"/>
                <a:gd name="connsiteX11" fmla="*/ 74962 w 74961"/>
                <a:gd name="connsiteY11" fmla="*/ 34576 h 164972"/>
                <a:gd name="connsiteX12" fmla="*/ 45720 w 74961"/>
                <a:gd name="connsiteY12" fmla="*/ 34576 h 164972"/>
                <a:gd name="connsiteX13" fmla="*/ 45720 w 74961"/>
                <a:gd name="connsiteY13" fmla="*/ 0 h 164972"/>
                <a:gd name="connsiteX14" fmla="*/ 21717 w 74961"/>
                <a:gd name="connsiteY14" fmla="*/ 7525 h 164972"/>
                <a:gd name="connsiteX15" fmla="*/ 21717 w 74961"/>
                <a:gd name="connsiteY15" fmla="*/ 34576 h 164972"/>
                <a:gd name="connsiteX16" fmla="*/ 0 w 74961"/>
                <a:gd name="connsiteY16" fmla="*/ 34480 h 164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961" h="164972">
                  <a:moveTo>
                    <a:pt x="0" y="34480"/>
                  </a:moveTo>
                  <a:lnTo>
                    <a:pt x="0" y="51149"/>
                  </a:lnTo>
                  <a:lnTo>
                    <a:pt x="21717" y="51149"/>
                  </a:lnTo>
                  <a:lnTo>
                    <a:pt x="21717" y="131921"/>
                  </a:lnTo>
                  <a:cubicBezTo>
                    <a:pt x="21717" y="148780"/>
                    <a:pt x="22003" y="164973"/>
                    <a:pt x="57626" y="164973"/>
                  </a:cubicBezTo>
                  <a:cubicBezTo>
                    <a:pt x="63151" y="164973"/>
                    <a:pt x="68389" y="164497"/>
                    <a:pt x="74009" y="163449"/>
                  </a:cubicBezTo>
                  <a:lnTo>
                    <a:pt x="74009" y="145066"/>
                  </a:lnTo>
                  <a:cubicBezTo>
                    <a:pt x="70104" y="146018"/>
                    <a:pt x="65151" y="146590"/>
                    <a:pt x="61341" y="146590"/>
                  </a:cubicBezTo>
                  <a:cubicBezTo>
                    <a:pt x="52768" y="146590"/>
                    <a:pt x="45720" y="142304"/>
                    <a:pt x="45720" y="133255"/>
                  </a:cubicBezTo>
                  <a:lnTo>
                    <a:pt x="45720" y="51245"/>
                  </a:lnTo>
                  <a:lnTo>
                    <a:pt x="74962" y="51245"/>
                  </a:lnTo>
                  <a:lnTo>
                    <a:pt x="74962" y="34576"/>
                  </a:lnTo>
                  <a:lnTo>
                    <a:pt x="45720" y="34576"/>
                  </a:lnTo>
                  <a:lnTo>
                    <a:pt x="45720" y="0"/>
                  </a:lnTo>
                  <a:lnTo>
                    <a:pt x="21717" y="7525"/>
                  </a:lnTo>
                  <a:lnTo>
                    <a:pt x="21717" y="34576"/>
                  </a:lnTo>
                  <a:lnTo>
                    <a:pt x="0" y="34480"/>
                  </a:lnTo>
                  <a:close/>
                </a:path>
              </a:pathLst>
            </a:custGeom>
            <a:grpFill/>
            <a:ln w="9525" cap="flat">
              <a:noFill/>
              <a:prstDash val="solid"/>
              <a:miter/>
            </a:ln>
          </p:spPr>
          <p:txBody>
            <a:bodyPr rtlCol="0" anchor="ctr"/>
            <a:lstStyle/>
            <a:p>
              <a:endParaRPr lang="en-GB"/>
            </a:p>
          </p:txBody>
        </p:sp>
        <p:sp>
          <p:nvSpPr>
            <p:cNvPr id="33" name="Vrije vorm: vorm 32">
              <a:extLst>
                <a:ext uri="{FF2B5EF4-FFF2-40B4-BE49-F238E27FC236}">
                  <a16:creationId xmlns:a16="http://schemas.microsoft.com/office/drawing/2014/main" id="{B23C046E-991A-48FD-E45D-368DA85614EF}"/>
                </a:ext>
              </a:extLst>
            </p:cNvPr>
            <p:cNvSpPr/>
            <p:nvPr/>
          </p:nvSpPr>
          <p:spPr>
            <a:xfrm>
              <a:off x="3219450" y="2537078"/>
              <a:ext cx="148685" cy="182308"/>
            </a:xfrm>
            <a:custGeom>
              <a:avLst/>
              <a:gdLst>
                <a:gd name="connsiteX0" fmla="*/ 0 w 148685"/>
                <a:gd name="connsiteY0" fmla="*/ 182309 h 182308"/>
                <a:gd name="connsiteX1" fmla="*/ 62579 w 148685"/>
                <a:gd name="connsiteY1" fmla="*/ 182309 h 182308"/>
                <a:gd name="connsiteX2" fmla="*/ 148685 w 148685"/>
                <a:gd name="connsiteY2" fmla="*/ 91154 h 182308"/>
                <a:gd name="connsiteX3" fmla="*/ 62579 w 148685"/>
                <a:gd name="connsiteY3" fmla="*/ 0 h 182308"/>
                <a:gd name="connsiteX4" fmla="*/ 0 w 148685"/>
                <a:gd name="connsiteY4" fmla="*/ 0 h 182308"/>
                <a:gd name="connsiteX5" fmla="*/ 0 w 148685"/>
                <a:gd name="connsiteY5" fmla="*/ 182309 h 182308"/>
                <a:gd name="connsiteX6" fmla="*/ 25241 w 148685"/>
                <a:gd name="connsiteY6" fmla="*/ 21812 h 182308"/>
                <a:gd name="connsiteX7" fmla="*/ 62579 w 148685"/>
                <a:gd name="connsiteY7" fmla="*/ 21812 h 182308"/>
                <a:gd name="connsiteX8" fmla="*/ 122206 w 148685"/>
                <a:gd name="connsiteY8" fmla="*/ 91250 h 182308"/>
                <a:gd name="connsiteX9" fmla="*/ 62579 w 148685"/>
                <a:gd name="connsiteY9" fmla="*/ 160687 h 182308"/>
                <a:gd name="connsiteX10" fmla="*/ 25241 w 148685"/>
                <a:gd name="connsiteY10" fmla="*/ 160687 h 182308"/>
                <a:gd name="connsiteX11" fmla="*/ 25241 w 148685"/>
                <a:gd name="connsiteY11" fmla="*/ 21812 h 1823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8685" h="182308">
                  <a:moveTo>
                    <a:pt x="0" y="182309"/>
                  </a:moveTo>
                  <a:lnTo>
                    <a:pt x="62579" y="182309"/>
                  </a:lnTo>
                  <a:cubicBezTo>
                    <a:pt x="140494" y="182309"/>
                    <a:pt x="148685" y="116300"/>
                    <a:pt x="148685" y="91154"/>
                  </a:cubicBezTo>
                  <a:cubicBezTo>
                    <a:pt x="148685" y="66008"/>
                    <a:pt x="140494" y="0"/>
                    <a:pt x="62579" y="0"/>
                  </a:cubicBezTo>
                  <a:lnTo>
                    <a:pt x="0" y="0"/>
                  </a:lnTo>
                  <a:lnTo>
                    <a:pt x="0" y="182309"/>
                  </a:lnTo>
                  <a:close/>
                  <a:moveTo>
                    <a:pt x="25241" y="21812"/>
                  </a:moveTo>
                  <a:lnTo>
                    <a:pt x="62579" y="21812"/>
                  </a:lnTo>
                  <a:cubicBezTo>
                    <a:pt x="104680" y="21812"/>
                    <a:pt x="122206" y="53626"/>
                    <a:pt x="122206" y="91250"/>
                  </a:cubicBezTo>
                  <a:cubicBezTo>
                    <a:pt x="122206" y="128873"/>
                    <a:pt x="104680" y="160687"/>
                    <a:pt x="62579" y="160687"/>
                  </a:cubicBezTo>
                  <a:lnTo>
                    <a:pt x="25241" y="160687"/>
                  </a:lnTo>
                  <a:lnTo>
                    <a:pt x="25241" y="21812"/>
                  </a:lnTo>
                  <a:close/>
                </a:path>
              </a:pathLst>
            </a:custGeom>
            <a:grpFill/>
            <a:ln w="9525" cap="flat">
              <a:noFill/>
              <a:prstDash val="solid"/>
              <a:miter/>
            </a:ln>
          </p:spPr>
          <p:txBody>
            <a:bodyPr rtlCol="0" anchor="ctr"/>
            <a:lstStyle/>
            <a:p>
              <a:endParaRPr lang="en-GB"/>
            </a:p>
          </p:txBody>
        </p:sp>
      </p:grpSp>
      <p:sp>
        <p:nvSpPr>
          <p:cNvPr id="42" name="Tijdelijke aanduiding voor datum 41">
            <a:extLst>
              <a:ext uri="{FF2B5EF4-FFF2-40B4-BE49-F238E27FC236}">
                <a16:creationId xmlns:a16="http://schemas.microsoft.com/office/drawing/2014/main" id="{443D2E7F-A623-8993-DD43-05FEE32F8EBC}"/>
              </a:ext>
            </a:extLst>
          </p:cNvPr>
          <p:cNvSpPr>
            <a:spLocks noGrp="1"/>
          </p:cNvSpPr>
          <p:nvPr>
            <p:ph type="dt" sz="half" idx="14"/>
          </p:nvPr>
        </p:nvSpPr>
        <p:spPr/>
        <p:txBody>
          <a:bodyPr/>
          <a:lstStyle>
            <a:lvl1pPr>
              <a:defRPr>
                <a:solidFill>
                  <a:schemeClr val="bg1"/>
                </a:solidFill>
              </a:defRPr>
            </a:lvl1pPr>
          </a:lstStyle>
          <a:p>
            <a:r>
              <a:rPr lang="LID4096"/>
              <a:t>08/30/2024</a:t>
            </a:r>
            <a:endParaRPr lang="en-GB" dirty="0"/>
          </a:p>
        </p:txBody>
      </p:sp>
      <p:sp>
        <p:nvSpPr>
          <p:cNvPr id="43" name="Tijdelijke aanduiding voor dianummer 42">
            <a:extLst>
              <a:ext uri="{FF2B5EF4-FFF2-40B4-BE49-F238E27FC236}">
                <a16:creationId xmlns:a16="http://schemas.microsoft.com/office/drawing/2014/main" id="{5C52521A-2ED3-C2C9-18F8-B9748BDDEE94}"/>
              </a:ext>
            </a:extLst>
          </p:cNvPr>
          <p:cNvSpPr>
            <a:spLocks noGrp="1"/>
          </p:cNvSpPr>
          <p:nvPr>
            <p:ph type="sldNum" sz="quarter" idx="15"/>
          </p:nvPr>
        </p:nvSpPr>
        <p:spPr/>
        <p:txBody>
          <a:bodyPr/>
          <a:lstStyle>
            <a:lvl1pPr>
              <a:defRPr>
                <a:solidFill>
                  <a:schemeClr val="bg1"/>
                </a:solidFill>
              </a:defRPr>
            </a:lvl1pPr>
          </a:lstStyle>
          <a:p>
            <a:fld id="{9E843DB9-9987-4157-AB9C-CEA8D7D910BB}" type="slidenum">
              <a:rPr lang="en-GB" smtClean="0"/>
              <a:pPr/>
              <a:t>‹#›</a:t>
            </a:fld>
            <a:endParaRPr lang="en-GB" dirty="0"/>
          </a:p>
        </p:txBody>
      </p:sp>
    </p:spTree>
    <p:extLst>
      <p:ext uri="{BB962C8B-B14F-4D97-AF65-F5344CB8AC3E}">
        <p14:creationId xmlns:p14="http://schemas.microsoft.com/office/powerpoint/2010/main" val="25105116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mage + quote">
    <p:bg>
      <p:bgPr>
        <a:solidFill>
          <a:schemeClr val="accent1"/>
        </a:solidFill>
        <a:effectLst/>
      </p:bgPr>
    </p:bg>
    <p:spTree>
      <p:nvGrpSpPr>
        <p:cNvPr id="1" name=""/>
        <p:cNvGrpSpPr/>
        <p:nvPr/>
      </p:nvGrpSpPr>
      <p:grpSpPr>
        <a:xfrm>
          <a:off x="0" y="0"/>
          <a:ext cx="0" cy="0"/>
          <a:chOff x="0" y="0"/>
          <a:chExt cx="0" cy="0"/>
        </a:xfrm>
      </p:grpSpPr>
      <p:sp>
        <p:nvSpPr>
          <p:cNvPr id="34" name="Rechthoek 33">
            <a:extLst>
              <a:ext uri="{FF2B5EF4-FFF2-40B4-BE49-F238E27FC236}">
                <a16:creationId xmlns:a16="http://schemas.microsoft.com/office/drawing/2014/main" id="{4BA9A9DA-7F82-A455-1C60-3EE6BCAB128C}"/>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sp>
        <p:nvSpPr>
          <p:cNvPr id="7" name="Titel 6">
            <a:extLst>
              <a:ext uri="{FF2B5EF4-FFF2-40B4-BE49-F238E27FC236}">
                <a16:creationId xmlns:a16="http://schemas.microsoft.com/office/drawing/2014/main" id="{B71070AA-35A3-CDB3-EFB2-1ACEEB90FBD9}"/>
              </a:ext>
            </a:extLst>
          </p:cNvPr>
          <p:cNvSpPr>
            <a:spLocks noGrp="1"/>
          </p:cNvSpPr>
          <p:nvPr>
            <p:ph type="title" hasCustomPrompt="1"/>
          </p:nvPr>
        </p:nvSpPr>
        <p:spPr>
          <a:xfrm>
            <a:off x="0" y="-461002"/>
            <a:ext cx="1558119" cy="276999"/>
          </a:xfr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lvl1pPr>
              <a:lnSpc>
                <a:spcPct val="100000"/>
              </a:lnSpc>
              <a:defRPr lang="nl-NL" sz="1800" b="1" cap="none" baseline="0">
                <a:solidFill>
                  <a:schemeClr val="accent1"/>
                </a:solidFill>
                <a:latin typeface="+mj-lt"/>
              </a:defRPr>
            </a:lvl1pPr>
          </a:lstStyle>
          <a:p>
            <a:pPr marL="0" lvl="0"/>
            <a:r>
              <a:rPr lang="en-GB" dirty="0"/>
              <a:t>Image </a:t>
            </a:r>
            <a:r>
              <a:rPr lang="en-US" dirty="0"/>
              <a:t>+ </a:t>
            </a:r>
            <a:r>
              <a:rPr lang="en-GB" dirty="0"/>
              <a:t>quote</a:t>
            </a:r>
          </a:p>
        </p:txBody>
      </p:sp>
      <p:sp>
        <p:nvSpPr>
          <p:cNvPr id="36" name="Rechthoek 35">
            <a:extLst>
              <a:ext uri="{FF2B5EF4-FFF2-40B4-BE49-F238E27FC236}">
                <a16:creationId xmlns:a16="http://schemas.microsoft.com/office/drawing/2014/main" id="{643AF82E-C1ED-400F-120E-32FD5E07D149}"/>
              </a:ext>
            </a:extLst>
          </p:cNvPr>
          <p:cNvSpPr>
            <a:spLocks noGrp="1" noRot="1" noMove="1" noResize="1" noEditPoints="1" noAdjustHandles="1" noChangeArrowheads="1" noChangeShapeType="1"/>
          </p:cNvSpPr>
          <p:nvPr userDrawn="1"/>
        </p:nvSpPr>
        <p:spPr>
          <a:xfrm>
            <a:off x="0" y="0"/>
            <a:ext cx="12192000" cy="6858000"/>
          </a:xfrm>
          <a:prstGeom prst="rect">
            <a:avLst/>
          </a:prstGeom>
          <a:solidFill>
            <a:srgbClr val="0076C2"/>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sp>
        <p:nvSpPr>
          <p:cNvPr id="41" name="Vrije vorm: vorm 40">
            <a:extLst>
              <a:ext uri="{FF2B5EF4-FFF2-40B4-BE49-F238E27FC236}">
                <a16:creationId xmlns:a16="http://schemas.microsoft.com/office/drawing/2014/main" id="{D840FC76-4BFA-9D62-E866-F7E43D493289}"/>
              </a:ext>
            </a:extLst>
          </p:cNvPr>
          <p:cNvSpPr>
            <a:spLocks noGrp="1" noRot="1" noMove="1" noResize="1" noEditPoints="1" noAdjustHandles="1" noChangeArrowheads="1" noChangeShapeType="1"/>
          </p:cNvSpPr>
          <p:nvPr userDrawn="1"/>
        </p:nvSpPr>
        <p:spPr>
          <a:xfrm>
            <a:off x="2" y="2"/>
            <a:ext cx="12191999" cy="6857999"/>
          </a:xfrm>
          <a:custGeom>
            <a:avLst/>
            <a:gdLst>
              <a:gd name="connsiteX0" fmla="*/ 2664877 w 12191999"/>
              <a:gd name="connsiteY0" fmla="*/ 0 h 6857999"/>
              <a:gd name="connsiteX1" fmla="*/ 9662219 w 12191999"/>
              <a:gd name="connsiteY1" fmla="*/ 0 h 6857999"/>
              <a:gd name="connsiteX2" fmla="*/ 9669502 w 12191999"/>
              <a:gd name="connsiteY2" fmla="*/ 58454 h 6857999"/>
              <a:gd name="connsiteX3" fmla="*/ 12141987 w 12191999"/>
              <a:gd name="connsiteY3" fmla="*/ 2645975 h 6857999"/>
              <a:gd name="connsiteX4" fmla="*/ 12191999 w 12191999"/>
              <a:gd name="connsiteY4" fmla="*/ 2652349 h 6857999"/>
              <a:gd name="connsiteX5" fmla="*/ 12191999 w 12191999"/>
              <a:gd name="connsiteY5" fmla="*/ 6857999 h 6857999"/>
              <a:gd name="connsiteX6" fmla="*/ 7658728 w 12191999"/>
              <a:gd name="connsiteY6" fmla="*/ 6857999 h 6857999"/>
              <a:gd name="connsiteX7" fmla="*/ 7684133 w 12191999"/>
              <a:gd name="connsiteY7" fmla="*/ 6682259 h 6857999"/>
              <a:gd name="connsiteX8" fmla="*/ 7588732 w 12191999"/>
              <a:gd name="connsiteY8" fmla="*/ 5413362 h 6857999"/>
              <a:gd name="connsiteX9" fmla="*/ 6769078 w 12191999"/>
              <a:gd name="connsiteY9" fmla="*/ 6441900 h 6857999"/>
              <a:gd name="connsiteX10" fmla="*/ 6629774 w 12191999"/>
              <a:gd name="connsiteY10" fmla="*/ 6673849 h 6857999"/>
              <a:gd name="connsiteX11" fmla="*/ 6506207 w 12191999"/>
              <a:gd name="connsiteY11" fmla="*/ 6857999 h 6857999"/>
              <a:gd name="connsiteX12" fmla="*/ 0 w 12191999"/>
              <a:gd name="connsiteY12" fmla="*/ 6857999 h 6857999"/>
              <a:gd name="connsiteX13" fmla="*/ 0 w 12191999"/>
              <a:gd name="connsiteY13" fmla="*/ 4333078 h 6857999"/>
              <a:gd name="connsiteX14" fmla="*/ 146172 w 12191999"/>
              <a:gd name="connsiteY14" fmla="*/ 4092082 h 6857999"/>
              <a:gd name="connsiteX15" fmla="*/ 2642743 w 12191999"/>
              <a:gd name="connsiteY15" fmla="*/ 49565 h 6857999"/>
              <a:gd name="connsiteX16" fmla="*/ 0 w 12191999"/>
              <a:gd name="connsiteY16" fmla="*/ 0 h 6857999"/>
              <a:gd name="connsiteX17" fmla="*/ 960612 w 12191999"/>
              <a:gd name="connsiteY17" fmla="*/ 0 h 6857999"/>
              <a:gd name="connsiteX18" fmla="*/ 943428 w 12191999"/>
              <a:gd name="connsiteY18" fmla="*/ 19059 h 6857999"/>
              <a:gd name="connsiteX19" fmla="*/ 113541 w 12191999"/>
              <a:gd name="connsiteY19" fmla="*/ 831096 h 6857999"/>
              <a:gd name="connsiteX20" fmla="*/ 0 w 12191999"/>
              <a:gd name="connsiteY20" fmla="*/ 931685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2191999" h="6857999">
                <a:moveTo>
                  <a:pt x="2664877" y="0"/>
                </a:moveTo>
                <a:lnTo>
                  <a:pt x="9662219" y="0"/>
                </a:lnTo>
                <a:lnTo>
                  <a:pt x="9669502" y="58454"/>
                </a:lnTo>
                <a:cubicBezTo>
                  <a:pt x="9916918" y="1666551"/>
                  <a:pt x="10899414" y="2453064"/>
                  <a:pt x="12141987" y="2645975"/>
                </a:cubicBezTo>
                <a:lnTo>
                  <a:pt x="12191999" y="2652349"/>
                </a:lnTo>
                <a:lnTo>
                  <a:pt x="12191999" y="6857999"/>
                </a:lnTo>
                <a:lnTo>
                  <a:pt x="7658728" y="6857999"/>
                </a:lnTo>
                <a:lnTo>
                  <a:pt x="7684133" y="6682259"/>
                </a:lnTo>
                <a:cubicBezTo>
                  <a:pt x="7761749" y="6064946"/>
                  <a:pt x="7755600" y="5464341"/>
                  <a:pt x="7588732" y="5413362"/>
                </a:cubicBezTo>
                <a:cubicBezTo>
                  <a:pt x="7340994" y="5335952"/>
                  <a:pt x="7131278" y="5762726"/>
                  <a:pt x="6769078" y="6441900"/>
                </a:cubicBezTo>
                <a:cubicBezTo>
                  <a:pt x="6725598" y="6518910"/>
                  <a:pt x="6679102" y="6596298"/>
                  <a:pt x="6629774" y="6673849"/>
                </a:cubicBezTo>
                <a:lnTo>
                  <a:pt x="6506207" y="6857999"/>
                </a:lnTo>
                <a:lnTo>
                  <a:pt x="0" y="6857999"/>
                </a:lnTo>
                <a:lnTo>
                  <a:pt x="0" y="4333078"/>
                </a:lnTo>
                <a:lnTo>
                  <a:pt x="146172" y="4092082"/>
                </a:lnTo>
                <a:cubicBezTo>
                  <a:pt x="909057" y="2863958"/>
                  <a:pt x="1936780" y="1556781"/>
                  <a:pt x="2642743" y="49565"/>
                </a:cubicBezTo>
                <a:close/>
                <a:moveTo>
                  <a:pt x="0" y="0"/>
                </a:moveTo>
                <a:lnTo>
                  <a:pt x="960612" y="0"/>
                </a:lnTo>
                <a:lnTo>
                  <a:pt x="943428" y="19059"/>
                </a:lnTo>
                <a:cubicBezTo>
                  <a:pt x="681749" y="296223"/>
                  <a:pt x="403894" y="566215"/>
                  <a:pt x="113541" y="831096"/>
                </a:cubicBezTo>
                <a:lnTo>
                  <a:pt x="0" y="93168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ctr">
            <a:noAutofit/>
          </a:bodyPr>
          <a:lstStyle/>
          <a:p>
            <a:pPr algn="ctr">
              <a:lnSpc>
                <a:spcPct val="90000"/>
              </a:lnSpc>
              <a:spcBef>
                <a:spcPts val="200"/>
              </a:spcBef>
              <a:spcAft>
                <a:spcPts val="200"/>
              </a:spcAft>
            </a:pPr>
            <a:endParaRPr lang="en-GB" sz="1600" dirty="0" err="1"/>
          </a:p>
        </p:txBody>
      </p:sp>
      <p:sp>
        <p:nvSpPr>
          <p:cNvPr id="38" name="Tijdelijke aanduiding voor tekst 3">
            <a:extLst>
              <a:ext uri="{FF2B5EF4-FFF2-40B4-BE49-F238E27FC236}">
                <a16:creationId xmlns:a16="http://schemas.microsoft.com/office/drawing/2014/main" id="{76CBEE19-19B8-54C7-B3D4-7E145D8FAA60}"/>
              </a:ext>
            </a:extLst>
          </p:cNvPr>
          <p:cNvSpPr>
            <a:spLocks noGrp="1"/>
          </p:cNvSpPr>
          <p:nvPr>
            <p:ph type="body" sz="quarter" idx="13" hasCustomPrompt="1"/>
          </p:nvPr>
        </p:nvSpPr>
        <p:spPr>
          <a:xfrm>
            <a:off x="6845643" y="719138"/>
            <a:ext cx="4625632" cy="5281612"/>
          </a:xfrm>
        </p:spPr>
        <p:txBody>
          <a:bodyPr wrap="square" anchor="ctr" anchorCtr="0">
            <a:normAutofit/>
          </a:bodyPr>
          <a:lstStyle>
            <a:lvl1pPr marL="0" indent="0" algn="ctr">
              <a:lnSpc>
                <a:spcPts val="5200"/>
              </a:lnSpc>
              <a:spcBef>
                <a:spcPts val="0"/>
              </a:spcBef>
              <a:spcAft>
                <a:spcPts val="0"/>
              </a:spcAft>
              <a:buNone/>
              <a:defRPr sz="4800" b="0" i="0">
                <a:solidFill>
                  <a:schemeClr val="bg1"/>
                </a:solidFill>
                <a:latin typeface="+mj-lt"/>
              </a:defRPr>
            </a:lvl1pPr>
            <a:lvl2pPr marL="0" indent="0" algn="r">
              <a:buNone/>
              <a:defRPr sz="4400" b="1" i="0">
                <a:solidFill>
                  <a:schemeClr val="bg1"/>
                </a:solidFill>
                <a:latin typeface="+mj-lt"/>
              </a:defRPr>
            </a:lvl2pPr>
            <a:lvl3pPr marL="0" indent="0" algn="r">
              <a:buFont typeface="Arial" panose="020B0604020202020204" pitchFamily="34" charset="0"/>
              <a:buNone/>
              <a:defRPr sz="4400" b="1" i="0">
                <a:solidFill>
                  <a:schemeClr val="bg1"/>
                </a:solidFill>
                <a:latin typeface="+mj-lt"/>
              </a:defRPr>
            </a:lvl3pPr>
            <a:lvl4pPr marL="0" indent="0" algn="r">
              <a:buFont typeface="Arial" panose="020B0604020202020204" pitchFamily="34" charset="0"/>
              <a:buNone/>
              <a:defRPr sz="4400" b="1" i="0">
                <a:solidFill>
                  <a:schemeClr val="bg1"/>
                </a:solidFill>
                <a:latin typeface="+mj-lt"/>
              </a:defRPr>
            </a:lvl4pPr>
            <a:lvl5pPr marL="0" indent="0" algn="r">
              <a:buFont typeface="Arial" panose="020B0604020202020204" pitchFamily="34" charset="0"/>
              <a:buNone/>
              <a:defRPr sz="4400" b="1" i="0">
                <a:solidFill>
                  <a:schemeClr val="bg1"/>
                </a:solidFill>
                <a:latin typeface="+mj-lt"/>
              </a:defRPr>
            </a:lvl5pPr>
            <a:lvl6pPr marL="0" indent="0" algn="r">
              <a:buFont typeface="Arial" panose="020B0604020202020204" pitchFamily="34" charset="0"/>
              <a:buNone/>
              <a:defRPr sz="4400" b="1" i="0">
                <a:solidFill>
                  <a:schemeClr val="bg1"/>
                </a:solidFill>
                <a:latin typeface="+mj-lt"/>
              </a:defRPr>
            </a:lvl6pPr>
            <a:lvl7pPr marL="0" indent="0" algn="r">
              <a:buFont typeface="Arial" panose="020B0604020202020204" pitchFamily="34" charset="0"/>
              <a:buNone/>
              <a:defRPr sz="4400" b="1" i="0">
                <a:solidFill>
                  <a:schemeClr val="bg1"/>
                </a:solidFill>
                <a:latin typeface="+mj-lt"/>
              </a:defRPr>
            </a:lvl7pPr>
            <a:lvl8pPr marL="0" indent="0" algn="r">
              <a:buFont typeface="Arial" panose="020B0604020202020204" pitchFamily="34" charset="0"/>
              <a:buNone/>
              <a:defRPr sz="4400" b="1" i="0">
                <a:solidFill>
                  <a:schemeClr val="bg1"/>
                </a:solidFill>
                <a:latin typeface="+mj-lt"/>
              </a:defRPr>
            </a:lvl8pPr>
            <a:lvl9pPr marL="0" indent="0" algn="r">
              <a:buFont typeface="Arial" panose="020B0604020202020204" pitchFamily="34" charset="0"/>
              <a:buNone/>
              <a:defRPr sz="4400" b="1" i="0">
                <a:solidFill>
                  <a:schemeClr val="bg1"/>
                </a:solidFill>
                <a:latin typeface="+mj-lt"/>
              </a:defRPr>
            </a:lvl9pPr>
          </a:lstStyle>
          <a:p>
            <a:r>
              <a:rPr lang="en-GB" noProof="0" dirty="0"/>
              <a:t>Quote</a:t>
            </a:r>
          </a:p>
        </p:txBody>
      </p:sp>
      <p:grpSp>
        <p:nvGrpSpPr>
          <p:cNvPr id="25" name="Groep 24">
            <a:extLst>
              <a:ext uri="{FF2B5EF4-FFF2-40B4-BE49-F238E27FC236}">
                <a16:creationId xmlns:a16="http://schemas.microsoft.com/office/drawing/2014/main" id="{E6F410F0-D1DC-202A-E501-96449F5D92C6}"/>
              </a:ext>
            </a:extLst>
          </p:cNvPr>
          <p:cNvGrpSpPr/>
          <p:nvPr userDrawn="1"/>
        </p:nvGrpSpPr>
        <p:grpSpPr>
          <a:xfrm>
            <a:off x="721079" y="6216736"/>
            <a:ext cx="961200" cy="381600"/>
            <a:chOff x="2807303" y="2354764"/>
            <a:chExt cx="944974" cy="368527"/>
          </a:xfrm>
          <a:solidFill>
            <a:schemeClr val="bg1"/>
          </a:solidFill>
        </p:grpSpPr>
        <p:sp>
          <p:nvSpPr>
            <p:cNvPr id="26" name="Vrije vorm: vorm 25">
              <a:extLst>
                <a:ext uri="{FF2B5EF4-FFF2-40B4-BE49-F238E27FC236}">
                  <a16:creationId xmlns:a16="http://schemas.microsoft.com/office/drawing/2014/main" id="{902B7BC0-E1DE-6761-BAA2-289E1BF2AE2C}"/>
                </a:ext>
              </a:extLst>
            </p:cNvPr>
            <p:cNvSpPr/>
            <p:nvPr/>
          </p:nvSpPr>
          <p:spPr>
            <a:xfrm>
              <a:off x="2994660" y="2537173"/>
              <a:ext cx="174307" cy="186023"/>
            </a:xfrm>
            <a:custGeom>
              <a:avLst/>
              <a:gdLst>
                <a:gd name="connsiteX0" fmla="*/ 87154 w 174307"/>
                <a:gd name="connsiteY0" fmla="*/ 150686 h 186023"/>
                <a:gd name="connsiteX1" fmla="*/ 123825 w 174307"/>
                <a:gd name="connsiteY1" fmla="*/ 112776 h 186023"/>
                <a:gd name="connsiteX2" fmla="*/ 123825 w 174307"/>
                <a:gd name="connsiteY2" fmla="*/ 0 h 186023"/>
                <a:gd name="connsiteX3" fmla="*/ 174307 w 174307"/>
                <a:gd name="connsiteY3" fmla="*/ 0 h 186023"/>
                <a:gd name="connsiteX4" fmla="*/ 174307 w 174307"/>
                <a:gd name="connsiteY4" fmla="*/ 115348 h 186023"/>
                <a:gd name="connsiteX5" fmla="*/ 87154 w 174307"/>
                <a:gd name="connsiteY5" fmla="*/ 186023 h 186023"/>
                <a:gd name="connsiteX6" fmla="*/ 0 w 174307"/>
                <a:gd name="connsiteY6" fmla="*/ 115348 h 186023"/>
                <a:gd name="connsiteX7" fmla="*/ 0 w 174307"/>
                <a:gd name="connsiteY7" fmla="*/ 0 h 186023"/>
                <a:gd name="connsiteX8" fmla="*/ 50482 w 174307"/>
                <a:gd name="connsiteY8" fmla="*/ 0 h 186023"/>
                <a:gd name="connsiteX9" fmla="*/ 50482 w 174307"/>
                <a:gd name="connsiteY9" fmla="*/ 112776 h 186023"/>
                <a:gd name="connsiteX10" fmla="*/ 87154 w 174307"/>
                <a:gd name="connsiteY10" fmla="*/ 150686 h 186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4307" h="186023">
                  <a:moveTo>
                    <a:pt x="87154" y="150686"/>
                  </a:moveTo>
                  <a:cubicBezTo>
                    <a:pt x="110871" y="150686"/>
                    <a:pt x="123825" y="134874"/>
                    <a:pt x="123825" y="112776"/>
                  </a:cubicBezTo>
                  <a:lnTo>
                    <a:pt x="123825" y="0"/>
                  </a:lnTo>
                  <a:lnTo>
                    <a:pt x="174307" y="0"/>
                  </a:lnTo>
                  <a:lnTo>
                    <a:pt x="174307" y="115348"/>
                  </a:lnTo>
                  <a:cubicBezTo>
                    <a:pt x="173831" y="166116"/>
                    <a:pt x="133159" y="186023"/>
                    <a:pt x="87154" y="186023"/>
                  </a:cubicBezTo>
                  <a:cubicBezTo>
                    <a:pt x="41148" y="186023"/>
                    <a:pt x="571" y="166116"/>
                    <a:pt x="0" y="115348"/>
                  </a:cubicBezTo>
                  <a:lnTo>
                    <a:pt x="0" y="0"/>
                  </a:lnTo>
                  <a:lnTo>
                    <a:pt x="50482" y="0"/>
                  </a:lnTo>
                  <a:lnTo>
                    <a:pt x="50482" y="112776"/>
                  </a:lnTo>
                  <a:cubicBezTo>
                    <a:pt x="50578" y="134874"/>
                    <a:pt x="63436" y="150686"/>
                    <a:pt x="87154" y="150686"/>
                  </a:cubicBezTo>
                  <a:close/>
                </a:path>
              </a:pathLst>
            </a:custGeom>
            <a:grpFill/>
            <a:ln w="9525" cap="flat">
              <a:noFill/>
              <a:prstDash val="solid"/>
              <a:miter/>
            </a:ln>
          </p:spPr>
          <p:txBody>
            <a:bodyPr rtlCol="0" anchor="ctr"/>
            <a:lstStyle/>
            <a:p>
              <a:endParaRPr lang="en-GB"/>
            </a:p>
          </p:txBody>
        </p:sp>
        <p:sp>
          <p:nvSpPr>
            <p:cNvPr id="27" name="Vrije vorm: vorm 26">
              <a:extLst>
                <a:ext uri="{FF2B5EF4-FFF2-40B4-BE49-F238E27FC236}">
                  <a16:creationId xmlns:a16="http://schemas.microsoft.com/office/drawing/2014/main" id="{77DB36C0-4B06-148B-B57C-74F842A70ECB}"/>
                </a:ext>
              </a:extLst>
            </p:cNvPr>
            <p:cNvSpPr/>
            <p:nvPr/>
          </p:nvSpPr>
          <p:spPr>
            <a:xfrm>
              <a:off x="2807303" y="2537173"/>
              <a:ext cx="163639" cy="182213"/>
            </a:xfrm>
            <a:custGeom>
              <a:avLst/>
              <a:gdLst>
                <a:gd name="connsiteX0" fmla="*/ 56578 w 163639"/>
                <a:gd name="connsiteY0" fmla="*/ 182213 h 182213"/>
                <a:gd name="connsiteX1" fmla="*/ 107061 w 163639"/>
                <a:gd name="connsiteY1" fmla="*/ 182213 h 182213"/>
                <a:gd name="connsiteX2" fmla="*/ 107061 w 163639"/>
                <a:gd name="connsiteY2" fmla="*/ 35338 h 182213"/>
                <a:gd name="connsiteX3" fmla="*/ 163640 w 163639"/>
                <a:gd name="connsiteY3" fmla="*/ 35338 h 182213"/>
                <a:gd name="connsiteX4" fmla="*/ 163640 w 163639"/>
                <a:gd name="connsiteY4" fmla="*/ 0 h 182213"/>
                <a:gd name="connsiteX5" fmla="*/ 0 w 163639"/>
                <a:gd name="connsiteY5" fmla="*/ 0 h 182213"/>
                <a:gd name="connsiteX6" fmla="*/ 0 w 163639"/>
                <a:gd name="connsiteY6" fmla="*/ 35338 h 182213"/>
                <a:gd name="connsiteX7" fmla="*/ 56578 w 163639"/>
                <a:gd name="connsiteY7" fmla="*/ 35338 h 182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3639" h="182213">
                  <a:moveTo>
                    <a:pt x="56578" y="182213"/>
                  </a:moveTo>
                  <a:lnTo>
                    <a:pt x="107061" y="182213"/>
                  </a:lnTo>
                  <a:lnTo>
                    <a:pt x="107061" y="35338"/>
                  </a:lnTo>
                  <a:lnTo>
                    <a:pt x="163640" y="35338"/>
                  </a:lnTo>
                  <a:lnTo>
                    <a:pt x="163640" y="0"/>
                  </a:lnTo>
                  <a:lnTo>
                    <a:pt x="0" y="0"/>
                  </a:lnTo>
                  <a:lnTo>
                    <a:pt x="0" y="35338"/>
                  </a:lnTo>
                  <a:lnTo>
                    <a:pt x="56578" y="35338"/>
                  </a:lnTo>
                  <a:close/>
                </a:path>
              </a:pathLst>
            </a:custGeom>
            <a:grpFill/>
            <a:ln w="9525" cap="flat">
              <a:noFill/>
              <a:prstDash val="solid"/>
              <a:miter/>
            </a:ln>
          </p:spPr>
          <p:txBody>
            <a:bodyPr rtlCol="0" anchor="ctr"/>
            <a:lstStyle/>
            <a:p>
              <a:endParaRPr lang="en-GB"/>
            </a:p>
          </p:txBody>
        </p:sp>
        <p:sp>
          <p:nvSpPr>
            <p:cNvPr id="28" name="Vrije vorm: vorm 27">
              <a:extLst>
                <a:ext uri="{FF2B5EF4-FFF2-40B4-BE49-F238E27FC236}">
                  <a16:creationId xmlns:a16="http://schemas.microsoft.com/office/drawing/2014/main" id="{44F18412-D70E-7985-05EF-0A560429034C}"/>
                </a:ext>
              </a:extLst>
            </p:cNvPr>
            <p:cNvSpPr/>
            <p:nvPr/>
          </p:nvSpPr>
          <p:spPr>
            <a:xfrm>
              <a:off x="2856490" y="2354764"/>
              <a:ext cx="172449" cy="170903"/>
            </a:xfrm>
            <a:custGeom>
              <a:avLst/>
              <a:gdLst>
                <a:gd name="connsiteX0" fmla="*/ 128740 w 172449"/>
                <a:gd name="connsiteY0" fmla="*/ 93637 h 170903"/>
                <a:gd name="connsiteX1" fmla="*/ 103785 w 172449"/>
                <a:gd name="connsiteY1" fmla="*/ 77920 h 170903"/>
                <a:gd name="connsiteX2" fmla="*/ 170936 w 172449"/>
                <a:gd name="connsiteY2" fmla="*/ 9816 h 170903"/>
                <a:gd name="connsiteX3" fmla="*/ 170460 w 172449"/>
                <a:gd name="connsiteY3" fmla="*/ 6 h 170903"/>
                <a:gd name="connsiteX4" fmla="*/ 165888 w 172449"/>
                <a:gd name="connsiteY4" fmla="*/ 6959 h 170903"/>
                <a:gd name="connsiteX5" fmla="*/ 69114 w 172449"/>
                <a:gd name="connsiteY5" fmla="*/ 45440 h 170903"/>
                <a:gd name="connsiteX6" fmla="*/ 2058 w 172449"/>
                <a:gd name="connsiteY6" fmla="*/ 146405 h 170903"/>
                <a:gd name="connsiteX7" fmla="*/ 6344 w 172449"/>
                <a:gd name="connsiteY7" fmla="*/ 159454 h 170903"/>
                <a:gd name="connsiteX8" fmla="*/ 8439 w 172449"/>
                <a:gd name="connsiteY8" fmla="*/ 146215 h 170903"/>
                <a:gd name="connsiteX9" fmla="*/ 67209 w 172449"/>
                <a:gd name="connsiteY9" fmla="*/ 73348 h 170903"/>
                <a:gd name="connsiteX10" fmla="*/ 72638 w 172449"/>
                <a:gd name="connsiteY10" fmla="*/ 68205 h 170903"/>
                <a:gd name="connsiteX11" fmla="*/ 72162 w 172449"/>
                <a:gd name="connsiteY11" fmla="*/ 73158 h 170903"/>
                <a:gd name="connsiteX12" fmla="*/ 52445 w 172449"/>
                <a:gd name="connsiteY12" fmla="*/ 120878 h 170903"/>
                <a:gd name="connsiteX13" fmla="*/ 89592 w 172449"/>
                <a:gd name="connsiteY13" fmla="*/ 113544 h 170903"/>
                <a:gd name="connsiteX14" fmla="*/ 93688 w 172449"/>
                <a:gd name="connsiteY14" fmla="*/ 108495 h 170903"/>
                <a:gd name="connsiteX15" fmla="*/ 93974 w 172449"/>
                <a:gd name="connsiteY15" fmla="*/ 116020 h 170903"/>
                <a:gd name="connsiteX16" fmla="*/ 69304 w 172449"/>
                <a:gd name="connsiteY16" fmla="*/ 162502 h 170903"/>
                <a:gd name="connsiteX17" fmla="*/ 57207 w 172449"/>
                <a:gd name="connsiteY17" fmla="*/ 170313 h 170903"/>
                <a:gd name="connsiteX18" fmla="*/ 63684 w 172449"/>
                <a:gd name="connsiteY18" fmla="*/ 170694 h 170903"/>
                <a:gd name="connsiteX19" fmla="*/ 151124 w 172449"/>
                <a:gd name="connsiteY19" fmla="*/ 85159 h 170903"/>
                <a:gd name="connsiteX20" fmla="*/ 151410 w 172449"/>
                <a:gd name="connsiteY20" fmla="*/ 79920 h 170903"/>
                <a:gd name="connsiteX21" fmla="*/ 146361 w 172449"/>
                <a:gd name="connsiteY21" fmla="*/ 82873 h 170903"/>
                <a:gd name="connsiteX22" fmla="*/ 128740 w 172449"/>
                <a:gd name="connsiteY22" fmla="*/ 93637 h 170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2449" h="170903">
                  <a:moveTo>
                    <a:pt x="128740" y="93637"/>
                  </a:moveTo>
                  <a:cubicBezTo>
                    <a:pt x="116453" y="97542"/>
                    <a:pt x="103689" y="94399"/>
                    <a:pt x="103785" y="77920"/>
                  </a:cubicBezTo>
                  <a:cubicBezTo>
                    <a:pt x="103785" y="52774"/>
                    <a:pt x="162744" y="31724"/>
                    <a:pt x="170936" y="9816"/>
                  </a:cubicBezTo>
                  <a:cubicBezTo>
                    <a:pt x="172936" y="4387"/>
                    <a:pt x="173127" y="-185"/>
                    <a:pt x="170460" y="6"/>
                  </a:cubicBezTo>
                  <a:cubicBezTo>
                    <a:pt x="168555" y="101"/>
                    <a:pt x="170079" y="2863"/>
                    <a:pt x="165888" y="6959"/>
                  </a:cubicBezTo>
                  <a:cubicBezTo>
                    <a:pt x="141504" y="31438"/>
                    <a:pt x="100546" y="31343"/>
                    <a:pt x="69114" y="45440"/>
                  </a:cubicBezTo>
                  <a:cubicBezTo>
                    <a:pt x="48540" y="54679"/>
                    <a:pt x="-11849" y="83064"/>
                    <a:pt x="2058" y="146405"/>
                  </a:cubicBezTo>
                  <a:cubicBezTo>
                    <a:pt x="2724" y="149453"/>
                    <a:pt x="4534" y="159454"/>
                    <a:pt x="6344" y="159454"/>
                  </a:cubicBezTo>
                  <a:cubicBezTo>
                    <a:pt x="8439" y="159454"/>
                    <a:pt x="8439" y="153454"/>
                    <a:pt x="8439" y="146215"/>
                  </a:cubicBezTo>
                  <a:cubicBezTo>
                    <a:pt x="7963" y="108495"/>
                    <a:pt x="52635" y="98018"/>
                    <a:pt x="67209" y="73348"/>
                  </a:cubicBezTo>
                  <a:cubicBezTo>
                    <a:pt x="68923" y="70395"/>
                    <a:pt x="71971" y="66300"/>
                    <a:pt x="72638" y="68205"/>
                  </a:cubicBezTo>
                  <a:cubicBezTo>
                    <a:pt x="73019" y="69157"/>
                    <a:pt x="72733" y="70491"/>
                    <a:pt x="72162" y="73158"/>
                  </a:cubicBezTo>
                  <a:cubicBezTo>
                    <a:pt x="67590" y="93446"/>
                    <a:pt x="46444" y="106400"/>
                    <a:pt x="52445" y="120878"/>
                  </a:cubicBezTo>
                  <a:cubicBezTo>
                    <a:pt x="60255" y="139642"/>
                    <a:pt x="82639" y="125641"/>
                    <a:pt x="89592" y="113544"/>
                  </a:cubicBezTo>
                  <a:cubicBezTo>
                    <a:pt x="91402" y="110210"/>
                    <a:pt x="92450" y="108115"/>
                    <a:pt x="93688" y="108495"/>
                  </a:cubicBezTo>
                  <a:cubicBezTo>
                    <a:pt x="94641" y="108781"/>
                    <a:pt x="94545" y="112591"/>
                    <a:pt x="93974" y="116020"/>
                  </a:cubicBezTo>
                  <a:cubicBezTo>
                    <a:pt x="90259" y="137833"/>
                    <a:pt x="85306" y="150025"/>
                    <a:pt x="69304" y="162502"/>
                  </a:cubicBezTo>
                  <a:cubicBezTo>
                    <a:pt x="64161" y="166503"/>
                    <a:pt x="56160" y="167265"/>
                    <a:pt x="57207" y="170313"/>
                  </a:cubicBezTo>
                  <a:cubicBezTo>
                    <a:pt x="57493" y="171075"/>
                    <a:pt x="60922" y="170979"/>
                    <a:pt x="63684" y="170694"/>
                  </a:cubicBezTo>
                  <a:cubicBezTo>
                    <a:pt x="106166" y="167932"/>
                    <a:pt x="141694" y="117925"/>
                    <a:pt x="151124" y="85159"/>
                  </a:cubicBezTo>
                  <a:cubicBezTo>
                    <a:pt x="152076" y="82873"/>
                    <a:pt x="152362" y="80683"/>
                    <a:pt x="151410" y="79920"/>
                  </a:cubicBezTo>
                  <a:cubicBezTo>
                    <a:pt x="150171" y="78968"/>
                    <a:pt x="148266" y="81159"/>
                    <a:pt x="146361" y="82873"/>
                  </a:cubicBezTo>
                  <a:cubicBezTo>
                    <a:pt x="141504" y="87255"/>
                    <a:pt x="134836" y="91732"/>
                    <a:pt x="128740" y="93637"/>
                  </a:cubicBezTo>
                  <a:close/>
                </a:path>
              </a:pathLst>
            </a:custGeom>
            <a:grpFill/>
            <a:ln w="9525" cap="flat">
              <a:noFill/>
              <a:prstDash val="solid"/>
              <a:miter/>
            </a:ln>
          </p:spPr>
          <p:txBody>
            <a:bodyPr rtlCol="0" anchor="ctr"/>
            <a:lstStyle/>
            <a:p>
              <a:endParaRPr lang="en-GB"/>
            </a:p>
          </p:txBody>
        </p:sp>
        <p:sp>
          <p:nvSpPr>
            <p:cNvPr id="29" name="Vrije vorm: vorm 28">
              <a:extLst>
                <a:ext uri="{FF2B5EF4-FFF2-40B4-BE49-F238E27FC236}">
                  <a16:creationId xmlns:a16="http://schemas.microsoft.com/office/drawing/2014/main" id="{4CDC0AA2-CBAF-B659-0AC6-C307B4BF19D0}"/>
                </a:ext>
              </a:extLst>
            </p:cNvPr>
            <p:cNvSpPr/>
            <p:nvPr/>
          </p:nvSpPr>
          <p:spPr>
            <a:xfrm>
              <a:off x="3391376" y="2588894"/>
              <a:ext cx="114680" cy="134397"/>
            </a:xfrm>
            <a:custGeom>
              <a:avLst/>
              <a:gdLst>
                <a:gd name="connsiteX0" fmla="*/ 24955 w 114680"/>
                <a:gd name="connsiteY0" fmla="*/ 55054 h 134397"/>
                <a:gd name="connsiteX1" fmla="*/ 57055 w 114680"/>
                <a:gd name="connsiteY1" fmla="*/ 17431 h 134397"/>
                <a:gd name="connsiteX2" fmla="*/ 89344 w 114680"/>
                <a:gd name="connsiteY2" fmla="*/ 55054 h 134397"/>
                <a:gd name="connsiteX3" fmla="*/ 24955 w 114680"/>
                <a:gd name="connsiteY3" fmla="*/ 55054 h 134397"/>
                <a:gd name="connsiteX4" fmla="*/ 114681 w 114680"/>
                <a:gd name="connsiteY4" fmla="*/ 71723 h 134397"/>
                <a:gd name="connsiteX5" fmla="*/ 114681 w 114680"/>
                <a:gd name="connsiteY5" fmla="*/ 59817 h 134397"/>
                <a:gd name="connsiteX6" fmla="*/ 58864 w 114680"/>
                <a:gd name="connsiteY6" fmla="*/ 0 h 134397"/>
                <a:gd name="connsiteX7" fmla="*/ 0 w 114680"/>
                <a:gd name="connsiteY7" fmla="*/ 68199 h 134397"/>
                <a:gd name="connsiteX8" fmla="*/ 56864 w 114680"/>
                <a:gd name="connsiteY8" fmla="*/ 134398 h 134397"/>
                <a:gd name="connsiteX9" fmla="*/ 113157 w 114680"/>
                <a:gd name="connsiteY9" fmla="*/ 91250 h 134397"/>
                <a:gd name="connsiteX10" fmla="*/ 87916 w 114680"/>
                <a:gd name="connsiteY10" fmla="*/ 91250 h 134397"/>
                <a:gd name="connsiteX11" fmla="*/ 57150 w 114680"/>
                <a:gd name="connsiteY11" fmla="*/ 116967 h 134397"/>
                <a:gd name="connsiteX12" fmla="*/ 24479 w 114680"/>
                <a:gd name="connsiteY12" fmla="*/ 71818 h 134397"/>
                <a:gd name="connsiteX13" fmla="*/ 114681 w 114680"/>
                <a:gd name="connsiteY13" fmla="*/ 71818 h 134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4680" h="134397">
                  <a:moveTo>
                    <a:pt x="24955" y="55054"/>
                  </a:moveTo>
                  <a:cubicBezTo>
                    <a:pt x="25146" y="35242"/>
                    <a:pt x="37052" y="17431"/>
                    <a:pt x="57055" y="17431"/>
                  </a:cubicBezTo>
                  <a:cubicBezTo>
                    <a:pt x="80296" y="17431"/>
                    <a:pt x="89344" y="33338"/>
                    <a:pt x="89344" y="55054"/>
                  </a:cubicBezTo>
                  <a:lnTo>
                    <a:pt x="24955" y="55054"/>
                  </a:lnTo>
                  <a:close/>
                  <a:moveTo>
                    <a:pt x="114681" y="71723"/>
                  </a:moveTo>
                  <a:lnTo>
                    <a:pt x="114681" y="59817"/>
                  </a:lnTo>
                  <a:cubicBezTo>
                    <a:pt x="114681" y="24765"/>
                    <a:pt x="94774" y="0"/>
                    <a:pt x="58864" y="0"/>
                  </a:cubicBezTo>
                  <a:cubicBezTo>
                    <a:pt x="18764" y="0"/>
                    <a:pt x="0" y="31051"/>
                    <a:pt x="0" y="68199"/>
                  </a:cubicBezTo>
                  <a:cubicBezTo>
                    <a:pt x="0" y="105537"/>
                    <a:pt x="16192" y="134398"/>
                    <a:pt x="56864" y="134398"/>
                  </a:cubicBezTo>
                  <a:cubicBezTo>
                    <a:pt x="87154" y="134398"/>
                    <a:pt x="109347" y="120015"/>
                    <a:pt x="113157" y="91250"/>
                  </a:cubicBezTo>
                  <a:lnTo>
                    <a:pt x="87916" y="91250"/>
                  </a:lnTo>
                  <a:cubicBezTo>
                    <a:pt x="85154" y="109633"/>
                    <a:pt x="75819" y="116967"/>
                    <a:pt x="57150" y="116967"/>
                  </a:cubicBezTo>
                  <a:cubicBezTo>
                    <a:pt x="32671" y="116967"/>
                    <a:pt x="24479" y="95155"/>
                    <a:pt x="24479" y="71818"/>
                  </a:cubicBezTo>
                  <a:lnTo>
                    <a:pt x="114681" y="71818"/>
                  </a:lnTo>
                  <a:close/>
                </a:path>
              </a:pathLst>
            </a:custGeom>
            <a:grpFill/>
            <a:ln w="9525" cap="flat">
              <a:noFill/>
              <a:prstDash val="solid"/>
              <a:miter/>
            </a:ln>
          </p:spPr>
          <p:txBody>
            <a:bodyPr rtlCol="0" anchor="ctr"/>
            <a:lstStyle/>
            <a:p>
              <a:endParaRPr lang="en-GB"/>
            </a:p>
          </p:txBody>
        </p:sp>
        <p:sp>
          <p:nvSpPr>
            <p:cNvPr id="30" name="Vrije vorm: vorm 29">
              <a:extLst>
                <a:ext uri="{FF2B5EF4-FFF2-40B4-BE49-F238E27FC236}">
                  <a16:creationId xmlns:a16="http://schemas.microsoft.com/office/drawing/2014/main" id="{8B5196A6-0E92-0BA6-DAB1-3CFEF96E2966}"/>
                </a:ext>
              </a:extLst>
            </p:cNvPr>
            <p:cNvSpPr/>
            <p:nvPr/>
          </p:nvSpPr>
          <p:spPr>
            <a:xfrm>
              <a:off x="3535108" y="2537173"/>
              <a:ext cx="24003" cy="182213"/>
            </a:xfrm>
            <a:custGeom>
              <a:avLst/>
              <a:gdLst>
                <a:gd name="connsiteX0" fmla="*/ 0 w 24003"/>
                <a:gd name="connsiteY0" fmla="*/ 0 h 182213"/>
                <a:gd name="connsiteX1" fmla="*/ 24003 w 24003"/>
                <a:gd name="connsiteY1" fmla="*/ 0 h 182213"/>
                <a:gd name="connsiteX2" fmla="*/ 24003 w 24003"/>
                <a:gd name="connsiteY2" fmla="*/ 182213 h 182213"/>
                <a:gd name="connsiteX3" fmla="*/ 0 w 24003"/>
                <a:gd name="connsiteY3" fmla="*/ 182213 h 182213"/>
              </a:gdLst>
              <a:ahLst/>
              <a:cxnLst>
                <a:cxn ang="0">
                  <a:pos x="connsiteX0" y="connsiteY0"/>
                </a:cxn>
                <a:cxn ang="0">
                  <a:pos x="connsiteX1" y="connsiteY1"/>
                </a:cxn>
                <a:cxn ang="0">
                  <a:pos x="connsiteX2" y="connsiteY2"/>
                </a:cxn>
                <a:cxn ang="0">
                  <a:pos x="connsiteX3" y="connsiteY3"/>
                </a:cxn>
              </a:cxnLst>
              <a:rect l="l" t="t" r="r" b="b"/>
              <a:pathLst>
                <a:path w="24003" h="182213">
                  <a:moveTo>
                    <a:pt x="0" y="0"/>
                  </a:moveTo>
                  <a:lnTo>
                    <a:pt x="24003" y="0"/>
                  </a:lnTo>
                  <a:lnTo>
                    <a:pt x="24003" y="182213"/>
                  </a:lnTo>
                  <a:lnTo>
                    <a:pt x="0" y="182213"/>
                  </a:lnTo>
                  <a:close/>
                </a:path>
              </a:pathLst>
            </a:custGeom>
            <a:grpFill/>
            <a:ln w="9525" cap="flat">
              <a:noFill/>
              <a:prstDash val="solid"/>
              <a:miter/>
            </a:ln>
          </p:spPr>
          <p:txBody>
            <a:bodyPr rtlCol="0" anchor="ctr"/>
            <a:lstStyle/>
            <a:p>
              <a:endParaRPr lang="en-GB"/>
            </a:p>
          </p:txBody>
        </p:sp>
        <p:sp>
          <p:nvSpPr>
            <p:cNvPr id="31" name="Vrije vorm: vorm 30">
              <a:extLst>
                <a:ext uri="{FF2B5EF4-FFF2-40B4-BE49-F238E27FC236}">
                  <a16:creationId xmlns:a16="http://schemas.microsoft.com/office/drawing/2014/main" id="{8ADC5254-E2B3-7491-C71F-7DFFE5010D54}"/>
                </a:ext>
              </a:extLst>
            </p:cNvPr>
            <p:cNvSpPr/>
            <p:nvPr/>
          </p:nvSpPr>
          <p:spPr>
            <a:xfrm>
              <a:off x="3585591" y="2533363"/>
              <a:ext cx="81533" cy="186023"/>
            </a:xfrm>
            <a:custGeom>
              <a:avLst/>
              <a:gdLst>
                <a:gd name="connsiteX0" fmla="*/ 48768 w 81533"/>
                <a:gd name="connsiteY0" fmla="*/ 186023 h 186023"/>
                <a:gd name="connsiteX1" fmla="*/ 48768 w 81533"/>
                <a:gd name="connsiteY1" fmla="*/ 76009 h 186023"/>
                <a:gd name="connsiteX2" fmla="*/ 78010 w 81533"/>
                <a:gd name="connsiteY2" fmla="*/ 76009 h 186023"/>
                <a:gd name="connsiteX3" fmla="*/ 78010 w 81533"/>
                <a:gd name="connsiteY3" fmla="*/ 59341 h 186023"/>
                <a:gd name="connsiteX4" fmla="*/ 48768 w 81533"/>
                <a:gd name="connsiteY4" fmla="*/ 59341 h 186023"/>
                <a:gd name="connsiteX5" fmla="*/ 48768 w 81533"/>
                <a:gd name="connsiteY5" fmla="*/ 38862 h 186023"/>
                <a:gd name="connsiteX6" fmla="*/ 69437 w 81533"/>
                <a:gd name="connsiteY6" fmla="*/ 21717 h 186023"/>
                <a:gd name="connsiteX7" fmla="*/ 81534 w 81533"/>
                <a:gd name="connsiteY7" fmla="*/ 22479 h 186023"/>
                <a:gd name="connsiteX8" fmla="*/ 81534 w 81533"/>
                <a:gd name="connsiteY8" fmla="*/ 2572 h 186023"/>
                <a:gd name="connsiteX9" fmla="*/ 64389 w 81533"/>
                <a:gd name="connsiteY9" fmla="*/ 0 h 186023"/>
                <a:gd name="connsiteX10" fmla="*/ 24765 w 81533"/>
                <a:gd name="connsiteY10" fmla="*/ 35624 h 186023"/>
                <a:gd name="connsiteX11" fmla="*/ 24765 w 81533"/>
                <a:gd name="connsiteY11" fmla="*/ 59341 h 186023"/>
                <a:gd name="connsiteX12" fmla="*/ 0 w 81533"/>
                <a:gd name="connsiteY12" fmla="*/ 59341 h 186023"/>
                <a:gd name="connsiteX13" fmla="*/ 0 w 81533"/>
                <a:gd name="connsiteY13" fmla="*/ 76009 h 186023"/>
                <a:gd name="connsiteX14" fmla="*/ 24765 w 81533"/>
                <a:gd name="connsiteY14" fmla="*/ 76009 h 186023"/>
                <a:gd name="connsiteX15" fmla="*/ 24765 w 81533"/>
                <a:gd name="connsiteY15" fmla="*/ 186023 h 186023"/>
                <a:gd name="connsiteX16" fmla="*/ 48768 w 81533"/>
                <a:gd name="connsiteY16" fmla="*/ 186023 h 186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1533" h="186023">
                  <a:moveTo>
                    <a:pt x="48768" y="186023"/>
                  </a:moveTo>
                  <a:lnTo>
                    <a:pt x="48768" y="76009"/>
                  </a:lnTo>
                  <a:lnTo>
                    <a:pt x="78010" y="76009"/>
                  </a:lnTo>
                  <a:lnTo>
                    <a:pt x="78010" y="59341"/>
                  </a:lnTo>
                  <a:lnTo>
                    <a:pt x="48768" y="59341"/>
                  </a:lnTo>
                  <a:lnTo>
                    <a:pt x="48768" y="38862"/>
                  </a:lnTo>
                  <a:cubicBezTo>
                    <a:pt x="48768" y="24193"/>
                    <a:pt x="55817" y="21717"/>
                    <a:pt x="69437" y="21717"/>
                  </a:cubicBezTo>
                  <a:cubicBezTo>
                    <a:pt x="73438" y="21717"/>
                    <a:pt x="77533" y="22193"/>
                    <a:pt x="81534" y="22479"/>
                  </a:cubicBezTo>
                  <a:lnTo>
                    <a:pt x="81534" y="2572"/>
                  </a:lnTo>
                  <a:cubicBezTo>
                    <a:pt x="75914" y="1333"/>
                    <a:pt x="70199" y="0"/>
                    <a:pt x="64389" y="0"/>
                  </a:cubicBezTo>
                  <a:cubicBezTo>
                    <a:pt x="41720" y="0"/>
                    <a:pt x="24765" y="11430"/>
                    <a:pt x="24765" y="35624"/>
                  </a:cubicBezTo>
                  <a:lnTo>
                    <a:pt x="24765" y="59341"/>
                  </a:lnTo>
                  <a:lnTo>
                    <a:pt x="0" y="59341"/>
                  </a:lnTo>
                  <a:lnTo>
                    <a:pt x="0" y="76009"/>
                  </a:lnTo>
                  <a:lnTo>
                    <a:pt x="24765" y="76009"/>
                  </a:lnTo>
                  <a:lnTo>
                    <a:pt x="24765" y="186023"/>
                  </a:lnTo>
                  <a:lnTo>
                    <a:pt x="48768" y="186023"/>
                  </a:lnTo>
                  <a:close/>
                </a:path>
              </a:pathLst>
            </a:custGeom>
            <a:grpFill/>
            <a:ln w="9525" cap="flat">
              <a:noFill/>
              <a:prstDash val="solid"/>
              <a:miter/>
            </a:ln>
          </p:spPr>
          <p:txBody>
            <a:bodyPr rtlCol="0" anchor="ctr"/>
            <a:lstStyle/>
            <a:p>
              <a:endParaRPr lang="en-GB"/>
            </a:p>
          </p:txBody>
        </p:sp>
        <p:sp>
          <p:nvSpPr>
            <p:cNvPr id="32" name="Vrije vorm: vorm 31">
              <a:extLst>
                <a:ext uri="{FF2B5EF4-FFF2-40B4-BE49-F238E27FC236}">
                  <a16:creationId xmlns:a16="http://schemas.microsoft.com/office/drawing/2014/main" id="{4DE709D1-04E9-E28E-EF96-038EF13D728E}"/>
                </a:ext>
              </a:extLst>
            </p:cNvPr>
            <p:cNvSpPr/>
            <p:nvPr/>
          </p:nvSpPr>
          <p:spPr>
            <a:xfrm>
              <a:off x="3677316" y="2558224"/>
              <a:ext cx="74961" cy="164972"/>
            </a:xfrm>
            <a:custGeom>
              <a:avLst/>
              <a:gdLst>
                <a:gd name="connsiteX0" fmla="*/ 0 w 74961"/>
                <a:gd name="connsiteY0" fmla="*/ 34480 h 164972"/>
                <a:gd name="connsiteX1" fmla="*/ 0 w 74961"/>
                <a:gd name="connsiteY1" fmla="*/ 51149 h 164972"/>
                <a:gd name="connsiteX2" fmla="*/ 21717 w 74961"/>
                <a:gd name="connsiteY2" fmla="*/ 51149 h 164972"/>
                <a:gd name="connsiteX3" fmla="*/ 21717 w 74961"/>
                <a:gd name="connsiteY3" fmla="*/ 131921 h 164972"/>
                <a:gd name="connsiteX4" fmla="*/ 57626 w 74961"/>
                <a:gd name="connsiteY4" fmla="*/ 164973 h 164972"/>
                <a:gd name="connsiteX5" fmla="*/ 74009 w 74961"/>
                <a:gd name="connsiteY5" fmla="*/ 163449 h 164972"/>
                <a:gd name="connsiteX6" fmla="*/ 74009 w 74961"/>
                <a:gd name="connsiteY6" fmla="*/ 145066 h 164972"/>
                <a:gd name="connsiteX7" fmla="*/ 61341 w 74961"/>
                <a:gd name="connsiteY7" fmla="*/ 146590 h 164972"/>
                <a:gd name="connsiteX8" fmla="*/ 45720 w 74961"/>
                <a:gd name="connsiteY8" fmla="*/ 133255 h 164972"/>
                <a:gd name="connsiteX9" fmla="*/ 45720 w 74961"/>
                <a:gd name="connsiteY9" fmla="*/ 51245 h 164972"/>
                <a:gd name="connsiteX10" fmla="*/ 74962 w 74961"/>
                <a:gd name="connsiteY10" fmla="*/ 51245 h 164972"/>
                <a:gd name="connsiteX11" fmla="*/ 74962 w 74961"/>
                <a:gd name="connsiteY11" fmla="*/ 34576 h 164972"/>
                <a:gd name="connsiteX12" fmla="*/ 45720 w 74961"/>
                <a:gd name="connsiteY12" fmla="*/ 34576 h 164972"/>
                <a:gd name="connsiteX13" fmla="*/ 45720 w 74961"/>
                <a:gd name="connsiteY13" fmla="*/ 0 h 164972"/>
                <a:gd name="connsiteX14" fmla="*/ 21717 w 74961"/>
                <a:gd name="connsiteY14" fmla="*/ 7525 h 164972"/>
                <a:gd name="connsiteX15" fmla="*/ 21717 w 74961"/>
                <a:gd name="connsiteY15" fmla="*/ 34576 h 164972"/>
                <a:gd name="connsiteX16" fmla="*/ 0 w 74961"/>
                <a:gd name="connsiteY16" fmla="*/ 34480 h 164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961" h="164972">
                  <a:moveTo>
                    <a:pt x="0" y="34480"/>
                  </a:moveTo>
                  <a:lnTo>
                    <a:pt x="0" y="51149"/>
                  </a:lnTo>
                  <a:lnTo>
                    <a:pt x="21717" y="51149"/>
                  </a:lnTo>
                  <a:lnTo>
                    <a:pt x="21717" y="131921"/>
                  </a:lnTo>
                  <a:cubicBezTo>
                    <a:pt x="21717" y="148780"/>
                    <a:pt x="22003" y="164973"/>
                    <a:pt x="57626" y="164973"/>
                  </a:cubicBezTo>
                  <a:cubicBezTo>
                    <a:pt x="63151" y="164973"/>
                    <a:pt x="68389" y="164497"/>
                    <a:pt x="74009" y="163449"/>
                  </a:cubicBezTo>
                  <a:lnTo>
                    <a:pt x="74009" y="145066"/>
                  </a:lnTo>
                  <a:cubicBezTo>
                    <a:pt x="70104" y="146018"/>
                    <a:pt x="65151" y="146590"/>
                    <a:pt x="61341" y="146590"/>
                  </a:cubicBezTo>
                  <a:cubicBezTo>
                    <a:pt x="52768" y="146590"/>
                    <a:pt x="45720" y="142304"/>
                    <a:pt x="45720" y="133255"/>
                  </a:cubicBezTo>
                  <a:lnTo>
                    <a:pt x="45720" y="51245"/>
                  </a:lnTo>
                  <a:lnTo>
                    <a:pt x="74962" y="51245"/>
                  </a:lnTo>
                  <a:lnTo>
                    <a:pt x="74962" y="34576"/>
                  </a:lnTo>
                  <a:lnTo>
                    <a:pt x="45720" y="34576"/>
                  </a:lnTo>
                  <a:lnTo>
                    <a:pt x="45720" y="0"/>
                  </a:lnTo>
                  <a:lnTo>
                    <a:pt x="21717" y="7525"/>
                  </a:lnTo>
                  <a:lnTo>
                    <a:pt x="21717" y="34576"/>
                  </a:lnTo>
                  <a:lnTo>
                    <a:pt x="0" y="34480"/>
                  </a:lnTo>
                  <a:close/>
                </a:path>
              </a:pathLst>
            </a:custGeom>
            <a:grpFill/>
            <a:ln w="9525" cap="flat">
              <a:noFill/>
              <a:prstDash val="solid"/>
              <a:miter/>
            </a:ln>
          </p:spPr>
          <p:txBody>
            <a:bodyPr rtlCol="0" anchor="ctr"/>
            <a:lstStyle/>
            <a:p>
              <a:endParaRPr lang="en-GB"/>
            </a:p>
          </p:txBody>
        </p:sp>
        <p:sp>
          <p:nvSpPr>
            <p:cNvPr id="33" name="Vrije vorm: vorm 32">
              <a:extLst>
                <a:ext uri="{FF2B5EF4-FFF2-40B4-BE49-F238E27FC236}">
                  <a16:creationId xmlns:a16="http://schemas.microsoft.com/office/drawing/2014/main" id="{B23C046E-991A-48FD-E45D-368DA85614EF}"/>
                </a:ext>
              </a:extLst>
            </p:cNvPr>
            <p:cNvSpPr/>
            <p:nvPr/>
          </p:nvSpPr>
          <p:spPr>
            <a:xfrm>
              <a:off x="3219450" y="2537078"/>
              <a:ext cx="148685" cy="182308"/>
            </a:xfrm>
            <a:custGeom>
              <a:avLst/>
              <a:gdLst>
                <a:gd name="connsiteX0" fmla="*/ 0 w 148685"/>
                <a:gd name="connsiteY0" fmla="*/ 182309 h 182308"/>
                <a:gd name="connsiteX1" fmla="*/ 62579 w 148685"/>
                <a:gd name="connsiteY1" fmla="*/ 182309 h 182308"/>
                <a:gd name="connsiteX2" fmla="*/ 148685 w 148685"/>
                <a:gd name="connsiteY2" fmla="*/ 91154 h 182308"/>
                <a:gd name="connsiteX3" fmla="*/ 62579 w 148685"/>
                <a:gd name="connsiteY3" fmla="*/ 0 h 182308"/>
                <a:gd name="connsiteX4" fmla="*/ 0 w 148685"/>
                <a:gd name="connsiteY4" fmla="*/ 0 h 182308"/>
                <a:gd name="connsiteX5" fmla="*/ 0 w 148685"/>
                <a:gd name="connsiteY5" fmla="*/ 182309 h 182308"/>
                <a:gd name="connsiteX6" fmla="*/ 25241 w 148685"/>
                <a:gd name="connsiteY6" fmla="*/ 21812 h 182308"/>
                <a:gd name="connsiteX7" fmla="*/ 62579 w 148685"/>
                <a:gd name="connsiteY7" fmla="*/ 21812 h 182308"/>
                <a:gd name="connsiteX8" fmla="*/ 122206 w 148685"/>
                <a:gd name="connsiteY8" fmla="*/ 91250 h 182308"/>
                <a:gd name="connsiteX9" fmla="*/ 62579 w 148685"/>
                <a:gd name="connsiteY9" fmla="*/ 160687 h 182308"/>
                <a:gd name="connsiteX10" fmla="*/ 25241 w 148685"/>
                <a:gd name="connsiteY10" fmla="*/ 160687 h 182308"/>
                <a:gd name="connsiteX11" fmla="*/ 25241 w 148685"/>
                <a:gd name="connsiteY11" fmla="*/ 21812 h 1823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8685" h="182308">
                  <a:moveTo>
                    <a:pt x="0" y="182309"/>
                  </a:moveTo>
                  <a:lnTo>
                    <a:pt x="62579" y="182309"/>
                  </a:lnTo>
                  <a:cubicBezTo>
                    <a:pt x="140494" y="182309"/>
                    <a:pt x="148685" y="116300"/>
                    <a:pt x="148685" y="91154"/>
                  </a:cubicBezTo>
                  <a:cubicBezTo>
                    <a:pt x="148685" y="66008"/>
                    <a:pt x="140494" y="0"/>
                    <a:pt x="62579" y="0"/>
                  </a:cubicBezTo>
                  <a:lnTo>
                    <a:pt x="0" y="0"/>
                  </a:lnTo>
                  <a:lnTo>
                    <a:pt x="0" y="182309"/>
                  </a:lnTo>
                  <a:close/>
                  <a:moveTo>
                    <a:pt x="25241" y="21812"/>
                  </a:moveTo>
                  <a:lnTo>
                    <a:pt x="62579" y="21812"/>
                  </a:lnTo>
                  <a:cubicBezTo>
                    <a:pt x="104680" y="21812"/>
                    <a:pt x="122206" y="53626"/>
                    <a:pt x="122206" y="91250"/>
                  </a:cubicBezTo>
                  <a:cubicBezTo>
                    <a:pt x="122206" y="128873"/>
                    <a:pt x="104680" y="160687"/>
                    <a:pt x="62579" y="160687"/>
                  </a:cubicBezTo>
                  <a:lnTo>
                    <a:pt x="25241" y="160687"/>
                  </a:lnTo>
                  <a:lnTo>
                    <a:pt x="25241" y="21812"/>
                  </a:lnTo>
                  <a:close/>
                </a:path>
              </a:pathLst>
            </a:custGeom>
            <a:grpFill/>
            <a:ln w="9525" cap="flat">
              <a:noFill/>
              <a:prstDash val="solid"/>
              <a:miter/>
            </a:ln>
          </p:spPr>
          <p:txBody>
            <a:bodyPr rtlCol="0" anchor="ctr"/>
            <a:lstStyle/>
            <a:p>
              <a:endParaRPr lang="en-GB"/>
            </a:p>
          </p:txBody>
        </p:sp>
      </p:grpSp>
      <p:sp>
        <p:nvSpPr>
          <p:cNvPr id="42" name="Tijdelijke aanduiding voor datum 41">
            <a:extLst>
              <a:ext uri="{FF2B5EF4-FFF2-40B4-BE49-F238E27FC236}">
                <a16:creationId xmlns:a16="http://schemas.microsoft.com/office/drawing/2014/main" id="{443D2E7F-A623-8993-DD43-05FEE32F8EBC}"/>
              </a:ext>
            </a:extLst>
          </p:cNvPr>
          <p:cNvSpPr>
            <a:spLocks noGrp="1"/>
          </p:cNvSpPr>
          <p:nvPr>
            <p:ph type="dt" sz="half" idx="14"/>
          </p:nvPr>
        </p:nvSpPr>
        <p:spPr/>
        <p:txBody>
          <a:bodyPr/>
          <a:lstStyle>
            <a:lvl1pPr>
              <a:defRPr>
                <a:solidFill>
                  <a:schemeClr val="bg1"/>
                </a:solidFill>
              </a:defRPr>
            </a:lvl1pPr>
          </a:lstStyle>
          <a:p>
            <a:r>
              <a:rPr lang="LID4096"/>
              <a:t>08/30/2024</a:t>
            </a:r>
            <a:endParaRPr lang="en-GB" dirty="0"/>
          </a:p>
        </p:txBody>
      </p:sp>
      <p:sp>
        <p:nvSpPr>
          <p:cNvPr id="43" name="Tijdelijke aanduiding voor dianummer 42">
            <a:extLst>
              <a:ext uri="{FF2B5EF4-FFF2-40B4-BE49-F238E27FC236}">
                <a16:creationId xmlns:a16="http://schemas.microsoft.com/office/drawing/2014/main" id="{5C52521A-2ED3-C2C9-18F8-B9748BDDEE94}"/>
              </a:ext>
            </a:extLst>
          </p:cNvPr>
          <p:cNvSpPr>
            <a:spLocks noGrp="1"/>
          </p:cNvSpPr>
          <p:nvPr>
            <p:ph type="sldNum" sz="quarter" idx="15"/>
          </p:nvPr>
        </p:nvSpPr>
        <p:spPr/>
        <p:txBody>
          <a:bodyPr/>
          <a:lstStyle>
            <a:lvl1pPr>
              <a:defRPr>
                <a:solidFill>
                  <a:schemeClr val="bg1"/>
                </a:solidFill>
              </a:defRPr>
            </a:lvl1pPr>
          </a:lstStyle>
          <a:p>
            <a:fld id="{9E843DB9-9987-4157-AB9C-CEA8D7D910BB}" type="slidenum">
              <a:rPr lang="en-GB" smtClean="0"/>
              <a:pPr/>
              <a:t>‹#›</a:t>
            </a:fld>
            <a:endParaRPr lang="en-GB" dirty="0"/>
          </a:p>
        </p:txBody>
      </p:sp>
      <p:sp>
        <p:nvSpPr>
          <p:cNvPr id="2" name="Tijdelijke aanduiding voor afbeelding 16">
            <a:extLst>
              <a:ext uri="{FF2B5EF4-FFF2-40B4-BE49-F238E27FC236}">
                <a16:creationId xmlns:a16="http://schemas.microsoft.com/office/drawing/2014/main" id="{974DC6B1-5FBE-F762-EB87-7DD8109BBE9D}"/>
              </a:ext>
            </a:extLst>
          </p:cNvPr>
          <p:cNvSpPr>
            <a:spLocks noGrp="1"/>
          </p:cNvSpPr>
          <p:nvPr>
            <p:ph type="pic" sz="quarter" idx="16" hasCustomPrompt="1"/>
          </p:nvPr>
        </p:nvSpPr>
        <p:spPr>
          <a:xfrm>
            <a:off x="0" y="0"/>
            <a:ext cx="6096000" cy="6858000"/>
          </a:xfrm>
          <a:pattFill prst="pct60">
            <a:fgClr>
              <a:schemeClr val="bg1">
                <a:lumMod val="95000"/>
              </a:schemeClr>
            </a:fgClr>
            <a:bgClr>
              <a:schemeClr val="bg1">
                <a:lumMod val="85000"/>
              </a:schemeClr>
            </a:bgClr>
          </a:patt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the tab ‘</a:t>
            </a:r>
            <a:r>
              <a:rPr lang="en-GB" noProof="0" dirty="0" err="1"/>
              <a:t>Slidebuilder</a:t>
            </a:r>
            <a:r>
              <a:rPr lang="en-GB" noProof="0" dirty="0"/>
              <a:t>’, click on ‘Images’,</a:t>
            </a:r>
            <a:br>
              <a:rPr lang="en-GB" noProof="0" dirty="0"/>
            </a:br>
            <a:r>
              <a:rPr lang="en-GB" noProof="0" dirty="0"/>
              <a:t>select the preferred image and click on ‘Insert’.</a:t>
            </a:r>
          </a:p>
        </p:txBody>
      </p:sp>
      <p:sp>
        <p:nvSpPr>
          <p:cNvPr id="3" name="Tijdelijke aanduiding voor tekst 18">
            <a:extLst>
              <a:ext uri="{FF2B5EF4-FFF2-40B4-BE49-F238E27FC236}">
                <a16:creationId xmlns:a16="http://schemas.microsoft.com/office/drawing/2014/main" id="{7A3A8DF1-30AE-209E-FAA7-38BAD3B4B2C7}"/>
              </a:ext>
            </a:extLst>
          </p:cNvPr>
          <p:cNvSpPr>
            <a:spLocks noGrp="1"/>
          </p:cNvSpPr>
          <p:nvPr>
            <p:ph type="body" sz="quarter" idx="18" hasCustomPrompt="1"/>
          </p:nvPr>
        </p:nvSpPr>
        <p:spPr>
          <a:xfrm>
            <a:off x="0" y="4094329"/>
            <a:ext cx="6096000" cy="2763672"/>
          </a:xfrm>
          <a:gradFill flip="none" rotWithShape="1">
            <a:gsLst>
              <a:gs pos="0">
                <a:schemeClr val="tx1">
                  <a:alpha val="29000"/>
                </a:schemeClr>
              </a:gs>
              <a:gs pos="48000">
                <a:schemeClr val="tx1">
                  <a:alpha val="0"/>
                </a:schemeClr>
              </a:gs>
            </a:gsLst>
            <a:lin ang="16200000" scaled="1"/>
            <a:tileRect/>
          </a:gradFill>
        </p:spPr>
        <p:txBody>
          <a:bodyPr/>
          <a:lstStyle>
            <a:lvl1pPr marL="0" indent="0">
              <a:buNone/>
              <a:defRPr sz="100">
                <a:solidFill>
                  <a:schemeClr val="tx2">
                    <a:alpha val="0"/>
                  </a:schemeClr>
                </a:solidFill>
              </a:defRPr>
            </a:lvl1pPr>
          </a:lstStyle>
          <a:p>
            <a:pPr lvl="0"/>
            <a:r>
              <a:rPr lang="en-GB" dirty="0"/>
              <a:t> </a:t>
            </a:r>
          </a:p>
        </p:txBody>
      </p:sp>
      <p:sp>
        <p:nvSpPr>
          <p:cNvPr id="4" name="Tijdelijke aanduiding voor tekst 18">
            <a:extLst>
              <a:ext uri="{FF2B5EF4-FFF2-40B4-BE49-F238E27FC236}">
                <a16:creationId xmlns:a16="http://schemas.microsoft.com/office/drawing/2014/main" id="{0B8B641F-7D71-A980-1A73-47282BC4213D}"/>
              </a:ext>
            </a:extLst>
          </p:cNvPr>
          <p:cNvSpPr>
            <a:spLocks noGrp="1"/>
          </p:cNvSpPr>
          <p:nvPr>
            <p:ph type="body" sz="quarter" idx="17" hasCustomPrompt="1"/>
          </p:nvPr>
        </p:nvSpPr>
        <p:spPr>
          <a:xfrm>
            <a:off x="720362" y="6216736"/>
            <a:ext cx="961200" cy="381600"/>
          </a:xfrm>
          <a:blipFill>
            <a:blip r:embed="rId2">
              <a:lum bright="100000"/>
              <a:extLst>
                <a:ext uri="{96DAC541-7B7A-43D3-8B79-37D633B846F1}">
                  <asvg:svgBlip xmlns:asvg="http://schemas.microsoft.com/office/drawing/2016/SVG/main" r:embed="rId3"/>
                </a:ext>
              </a:extLst>
            </a:blip>
            <a:srcRect/>
            <a:stretch>
              <a:fillRect t="53" b="53"/>
            </a:stretch>
          </a:blipFill>
        </p:spPr>
        <p:txBody>
          <a:bodyPr/>
          <a:lstStyle>
            <a:lvl1pPr marL="0" indent="0">
              <a:buNone/>
              <a:defRPr sz="100">
                <a:solidFill>
                  <a:schemeClr val="tx2">
                    <a:alpha val="0"/>
                  </a:schemeClr>
                </a:solidFill>
              </a:defRPr>
            </a:lvl1pPr>
          </a:lstStyle>
          <a:p>
            <a:pPr lvl="0"/>
            <a:r>
              <a:rPr lang="en-GB" dirty="0"/>
              <a:t> </a:t>
            </a:r>
          </a:p>
        </p:txBody>
      </p:sp>
      <p:grpSp>
        <p:nvGrpSpPr>
          <p:cNvPr id="5" name="INSTRUCTION">
            <a:extLst>
              <a:ext uri="{FF2B5EF4-FFF2-40B4-BE49-F238E27FC236}">
                <a16:creationId xmlns:a16="http://schemas.microsoft.com/office/drawing/2014/main" id="{713464DE-31A3-FF03-3292-7990BB450B8E}"/>
              </a:ext>
            </a:extLst>
          </p:cNvPr>
          <p:cNvGrpSpPr/>
          <p:nvPr userDrawn="1"/>
        </p:nvGrpSpPr>
        <p:grpSpPr>
          <a:xfrm>
            <a:off x="-3786165" y="-1"/>
            <a:ext cx="3693386" cy="6640349"/>
            <a:chOff x="-3786165" y="-1"/>
            <a:chExt cx="3693386" cy="6640349"/>
          </a:xfrm>
        </p:grpSpPr>
        <p:sp>
          <p:nvSpPr>
            <p:cNvPr id="6" name="Rechthoek 5">
              <a:extLst>
                <a:ext uri="{FF2B5EF4-FFF2-40B4-BE49-F238E27FC236}">
                  <a16:creationId xmlns:a16="http://schemas.microsoft.com/office/drawing/2014/main" id="{4B03BB14-0771-54CD-E9C6-CC8845CC36EB}"/>
                </a:ext>
              </a:extLst>
            </p:cNvPr>
            <p:cNvSpPr/>
            <p:nvPr userDrawn="1"/>
          </p:nvSpPr>
          <p:spPr>
            <a:xfrm>
              <a:off x="-3786165" y="-1"/>
              <a:ext cx="3593091" cy="5991727"/>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Insert/edit an image</a:t>
              </a:r>
            </a:p>
          </p:txBody>
        </p:sp>
        <p:sp>
          <p:nvSpPr>
            <p:cNvPr id="8" name="Ovaal 7">
              <a:extLst>
                <a:ext uri="{FF2B5EF4-FFF2-40B4-BE49-F238E27FC236}">
                  <a16:creationId xmlns:a16="http://schemas.microsoft.com/office/drawing/2014/main" id="{6E29086E-5289-EB23-2067-BA0D2EF6892D}"/>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9" name="Rechthoek 8">
              <a:extLst>
                <a:ext uri="{FF2B5EF4-FFF2-40B4-BE49-F238E27FC236}">
                  <a16:creationId xmlns:a16="http://schemas.microsoft.com/office/drawing/2014/main" id="{E65F95B9-20E7-27B4-C0A8-268BB3702922}"/>
                </a:ext>
              </a:extLst>
            </p:cNvPr>
            <p:cNvSpPr/>
            <p:nvPr userDrawn="1"/>
          </p:nvSpPr>
          <p:spPr>
            <a:xfrm>
              <a:off x="-3319415" y="465324"/>
              <a:ext cx="2962706" cy="668152"/>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If necessary, delete the existing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by using the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key’</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Select the placeholder,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1" i="0" u="none" strike="noStrike" kern="0" cap="none" spc="0" normalizeH="0" baseline="0" noProof="0" dirty="0" err="1">
                  <a:ln>
                    <a:noFill/>
                  </a:ln>
                  <a:solidFill>
                    <a:srgbClr val="000000"/>
                  </a:solidFill>
                  <a:effectLst/>
                  <a:uLnTx/>
                  <a:uFillTx/>
                  <a:latin typeface="Calibri" panose="020F0502020204030204" pitchFamily="34" charset="0"/>
                  <a:ea typeface="+mn-ea"/>
                  <a:cs typeface="Calibri" panose="020F0502020204030204" pitchFamily="34" charset="0"/>
                </a:rPr>
                <a:t>Slidebuilder</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 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‘Images’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endPar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10" name="Ovaal 9">
              <a:extLst>
                <a:ext uri="{FF2B5EF4-FFF2-40B4-BE49-F238E27FC236}">
                  <a16:creationId xmlns:a16="http://schemas.microsoft.com/office/drawing/2014/main" id="{06E22166-DCA4-ECEB-ACD5-42257365FF6E}"/>
                </a:ext>
              </a:extLst>
            </p:cNvPr>
            <p:cNvSpPr/>
            <p:nvPr userDrawn="1"/>
          </p:nvSpPr>
          <p:spPr>
            <a:xfrm>
              <a:off x="-3603587" y="2633935"/>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11" name="Rechthoek 10">
              <a:extLst>
                <a:ext uri="{FF2B5EF4-FFF2-40B4-BE49-F238E27FC236}">
                  <a16:creationId xmlns:a16="http://schemas.microsoft.com/office/drawing/2014/main" id="{D6B885CA-0726-A52D-706E-C2705F3994B0}"/>
                </a:ext>
              </a:extLst>
            </p:cNvPr>
            <p:cNvSpPr/>
            <p:nvPr userDrawn="1"/>
          </p:nvSpPr>
          <p:spPr>
            <a:xfrm>
              <a:off x="-3319416" y="2633936"/>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Click with the right mouse button on the thumbnail display of the slide on the left side </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of the screen and choose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‘Reset slide’</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12" name="Ovaal 11">
              <a:extLst>
                <a:ext uri="{FF2B5EF4-FFF2-40B4-BE49-F238E27FC236}">
                  <a16:creationId xmlns:a16="http://schemas.microsoft.com/office/drawing/2014/main" id="{4CBBC036-7836-547B-442B-A162EDFFC3FD}"/>
                </a:ext>
              </a:extLst>
            </p:cNvPr>
            <p:cNvSpPr/>
            <p:nvPr userDrawn="1"/>
          </p:nvSpPr>
          <p:spPr>
            <a:xfrm>
              <a:off x="-3603587" y="4226365"/>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13" name="Rechthoek 12">
              <a:extLst>
                <a:ext uri="{FF2B5EF4-FFF2-40B4-BE49-F238E27FC236}">
                  <a16:creationId xmlns:a16="http://schemas.microsoft.com/office/drawing/2014/main" id="{DA26781F-D1AF-C01C-D1F9-BACA228E4B46}"/>
                </a:ext>
              </a:extLst>
            </p:cNvPr>
            <p:cNvSpPr/>
            <p:nvPr userDrawn="1"/>
          </p:nvSpPr>
          <p:spPr>
            <a:xfrm>
              <a:off x="-3319416" y="4226366"/>
              <a:ext cx="2944683" cy="820954"/>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To scale or drag the image,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‘Picture Tools - Format’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‘Crop’</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Scale the image itself with</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spheres and scale the image frame with the brackets.</a:t>
              </a:r>
            </a:p>
          </p:txBody>
        </p:sp>
        <p:sp>
          <p:nvSpPr>
            <p:cNvPr id="14" name="Rechthoek 13">
              <a:extLst>
                <a:ext uri="{FF2B5EF4-FFF2-40B4-BE49-F238E27FC236}">
                  <a16:creationId xmlns:a16="http://schemas.microsoft.com/office/drawing/2014/main" id="{EFB32EAC-2B93-C56C-B455-06C8AB966FDA}"/>
                </a:ext>
              </a:extLst>
            </p:cNvPr>
            <p:cNvSpPr/>
            <p:nvPr userDrawn="1"/>
          </p:nvSpPr>
          <p:spPr>
            <a:xfrm>
              <a:off x="-3316836" y="3200265"/>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en-GB" sz="1000" b="0" i="1" noProof="0" dirty="0">
                <a:solidFill>
                  <a:srgbClr val="211F26"/>
                </a:solidFill>
                <a:latin typeface="Calibri" panose="020F0502020204030204" pitchFamily="34" charset="0"/>
                <a:cs typeface="Calibri" panose="020F0502020204030204" pitchFamily="34" charset="0"/>
              </a:endParaRPr>
            </a:p>
          </p:txBody>
        </p:sp>
        <p:grpSp>
          <p:nvGrpSpPr>
            <p:cNvPr id="15" name="Groep 14">
              <a:extLst>
                <a:ext uri="{FF2B5EF4-FFF2-40B4-BE49-F238E27FC236}">
                  <a16:creationId xmlns:a16="http://schemas.microsoft.com/office/drawing/2014/main" id="{58DA69D7-141B-5CBD-87EC-F24FF63FA824}"/>
                </a:ext>
              </a:extLst>
            </p:cNvPr>
            <p:cNvGrpSpPr/>
            <p:nvPr userDrawn="1"/>
          </p:nvGrpSpPr>
          <p:grpSpPr>
            <a:xfrm>
              <a:off x="-2485819" y="3479783"/>
              <a:ext cx="1222990" cy="563933"/>
              <a:chOff x="-2485819" y="3399207"/>
              <a:chExt cx="1222990" cy="563933"/>
            </a:xfrm>
          </p:grpSpPr>
          <p:sp>
            <p:nvSpPr>
              <p:cNvPr id="69" name="Rechthoek 68">
                <a:extLst>
                  <a:ext uri="{FF2B5EF4-FFF2-40B4-BE49-F238E27FC236}">
                    <a16:creationId xmlns:a16="http://schemas.microsoft.com/office/drawing/2014/main" id="{65666394-7747-E89D-DEA6-55026071B0F1}"/>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70" name="Rechthoek 69">
                <a:extLst>
                  <a:ext uri="{FF2B5EF4-FFF2-40B4-BE49-F238E27FC236}">
                    <a16:creationId xmlns:a16="http://schemas.microsoft.com/office/drawing/2014/main" id="{6A7E8A51-D855-A800-CD58-204E2B425FC4}"/>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nvGrpSpPr>
              <p:cNvPr id="71" name="Groep 70">
                <a:extLst>
                  <a:ext uri="{FF2B5EF4-FFF2-40B4-BE49-F238E27FC236}">
                    <a16:creationId xmlns:a16="http://schemas.microsoft.com/office/drawing/2014/main" id="{7975DAC0-A422-BE33-6F1B-9292E2243DFD}"/>
                  </a:ext>
                </a:extLst>
              </p:cNvPr>
              <p:cNvGrpSpPr/>
              <p:nvPr userDrawn="1"/>
            </p:nvGrpSpPr>
            <p:grpSpPr>
              <a:xfrm>
                <a:off x="-2403869" y="3460544"/>
                <a:ext cx="155951" cy="131922"/>
                <a:chOff x="12968836" y="3354170"/>
                <a:chExt cx="404806" cy="342433"/>
              </a:xfrm>
            </p:grpSpPr>
            <p:sp>
              <p:nvSpPr>
                <p:cNvPr id="84" name="Rechthoek: afgeronde hoeken 83">
                  <a:extLst>
                    <a:ext uri="{FF2B5EF4-FFF2-40B4-BE49-F238E27FC236}">
                      <a16:creationId xmlns:a16="http://schemas.microsoft.com/office/drawing/2014/main" id="{ABD401C6-28F8-585A-DF72-E14FCE38A42D}"/>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85" name="Rechthoek 84">
                  <a:extLst>
                    <a:ext uri="{FF2B5EF4-FFF2-40B4-BE49-F238E27FC236}">
                      <a16:creationId xmlns:a16="http://schemas.microsoft.com/office/drawing/2014/main" id="{CD4407BE-88BB-DD90-D8AB-3D3A14CE84F0}"/>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86" name="Rechthoek 85">
                  <a:extLst>
                    <a:ext uri="{FF2B5EF4-FFF2-40B4-BE49-F238E27FC236}">
                      <a16:creationId xmlns:a16="http://schemas.microsoft.com/office/drawing/2014/main" id="{213473A7-BBEC-99AE-2EE5-5F98C8858CD8}"/>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87" name="Rechthoek 86">
                  <a:extLst>
                    <a:ext uri="{FF2B5EF4-FFF2-40B4-BE49-F238E27FC236}">
                      <a16:creationId xmlns:a16="http://schemas.microsoft.com/office/drawing/2014/main" id="{9398F7A2-52B6-7686-1D48-CDFDFDD75333}"/>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88" name="Rechthoek 87">
                  <a:extLst>
                    <a:ext uri="{FF2B5EF4-FFF2-40B4-BE49-F238E27FC236}">
                      <a16:creationId xmlns:a16="http://schemas.microsoft.com/office/drawing/2014/main" id="{4FAFFDC0-81D5-970E-4BDA-5BD4EC45054C}"/>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89" name="Rechthoek 88">
                  <a:extLst>
                    <a:ext uri="{FF2B5EF4-FFF2-40B4-BE49-F238E27FC236}">
                      <a16:creationId xmlns:a16="http://schemas.microsoft.com/office/drawing/2014/main" id="{CA0D335A-3ACE-1B15-384F-92CA190EE97B}"/>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72" name="Groep 71">
                <a:extLst>
                  <a:ext uri="{FF2B5EF4-FFF2-40B4-BE49-F238E27FC236}">
                    <a16:creationId xmlns:a16="http://schemas.microsoft.com/office/drawing/2014/main" id="{7968E732-C5CF-D850-7F48-1451E5ACE843}"/>
                  </a:ext>
                </a:extLst>
              </p:cNvPr>
              <p:cNvGrpSpPr/>
              <p:nvPr userDrawn="1"/>
            </p:nvGrpSpPr>
            <p:grpSpPr>
              <a:xfrm>
                <a:off x="-2423424" y="3690208"/>
                <a:ext cx="166739" cy="218963"/>
                <a:chOff x="12940828" y="3950597"/>
                <a:chExt cx="432813" cy="568367"/>
              </a:xfrm>
            </p:grpSpPr>
            <p:grpSp>
              <p:nvGrpSpPr>
                <p:cNvPr id="76" name="Groep 75">
                  <a:extLst>
                    <a:ext uri="{FF2B5EF4-FFF2-40B4-BE49-F238E27FC236}">
                      <a16:creationId xmlns:a16="http://schemas.microsoft.com/office/drawing/2014/main" id="{982E9006-80BF-2055-9596-D13A6CB1FB04}"/>
                    </a:ext>
                  </a:extLst>
                </p:cNvPr>
                <p:cNvGrpSpPr/>
                <p:nvPr userDrawn="1"/>
              </p:nvGrpSpPr>
              <p:grpSpPr>
                <a:xfrm>
                  <a:off x="13000382" y="4006891"/>
                  <a:ext cx="373259" cy="315747"/>
                  <a:chOff x="12968836" y="3354170"/>
                  <a:chExt cx="404806" cy="342433"/>
                </a:xfrm>
              </p:grpSpPr>
              <p:sp>
                <p:nvSpPr>
                  <p:cNvPr id="78" name="Rechthoek: afgeronde hoeken 77">
                    <a:extLst>
                      <a:ext uri="{FF2B5EF4-FFF2-40B4-BE49-F238E27FC236}">
                        <a16:creationId xmlns:a16="http://schemas.microsoft.com/office/drawing/2014/main" id="{A52A5F37-DC95-8FE6-F7C6-91FC57DD33B5}"/>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79" name="Rechthoek 78">
                    <a:extLst>
                      <a:ext uri="{FF2B5EF4-FFF2-40B4-BE49-F238E27FC236}">
                        <a16:creationId xmlns:a16="http://schemas.microsoft.com/office/drawing/2014/main" id="{06D541A9-D8FE-DCB2-C9AC-9AAFBFCFB514}"/>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80" name="Rechthoek 79">
                    <a:extLst>
                      <a:ext uri="{FF2B5EF4-FFF2-40B4-BE49-F238E27FC236}">
                        <a16:creationId xmlns:a16="http://schemas.microsoft.com/office/drawing/2014/main" id="{B8761B28-0138-4419-8F7B-8D7C8F3898F1}"/>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81" name="Rechthoek 80">
                    <a:extLst>
                      <a:ext uri="{FF2B5EF4-FFF2-40B4-BE49-F238E27FC236}">
                        <a16:creationId xmlns:a16="http://schemas.microsoft.com/office/drawing/2014/main" id="{9563D739-E975-CA93-F22D-7E4D39306B65}"/>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82" name="Rechthoek 81">
                    <a:extLst>
                      <a:ext uri="{FF2B5EF4-FFF2-40B4-BE49-F238E27FC236}">
                        <a16:creationId xmlns:a16="http://schemas.microsoft.com/office/drawing/2014/main" id="{D6097BED-2529-F12B-32FE-FD77ABCD1CE7}"/>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83" name="Rechthoek 82">
                    <a:extLst>
                      <a:ext uri="{FF2B5EF4-FFF2-40B4-BE49-F238E27FC236}">
                        <a16:creationId xmlns:a16="http://schemas.microsoft.com/office/drawing/2014/main" id="{F749D837-D8D5-A670-733A-3A5E9938B67D}"/>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sp>
              <p:nvSpPr>
                <p:cNvPr id="77" name="Boog 76">
                  <a:extLst>
                    <a:ext uri="{FF2B5EF4-FFF2-40B4-BE49-F238E27FC236}">
                      <a16:creationId xmlns:a16="http://schemas.microsoft.com/office/drawing/2014/main" id="{E719CA74-6772-0F1A-5A98-7CD45BBAD370}"/>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en-GB" sz="2400" noProof="0" dirty="0">
                    <a:solidFill>
                      <a:srgbClr val="211F26"/>
                    </a:solidFill>
                    <a:latin typeface="Calibri" panose="020F0502020204030204" pitchFamily="34" charset="0"/>
                    <a:cs typeface="Calibri" panose="020F0502020204030204" pitchFamily="34" charset="0"/>
                  </a:endParaRPr>
                </a:p>
              </p:txBody>
            </p:sp>
          </p:grpSp>
          <p:sp>
            <p:nvSpPr>
              <p:cNvPr id="73" name="Tekstvak 72">
                <a:extLst>
                  <a:ext uri="{FF2B5EF4-FFF2-40B4-BE49-F238E27FC236}">
                    <a16:creationId xmlns:a16="http://schemas.microsoft.com/office/drawing/2014/main" id="{4AB4936A-3AA3-E395-9B50-7903BF03B9CF}"/>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Layout</a:t>
                </a:r>
              </a:p>
            </p:txBody>
          </p:sp>
          <p:sp>
            <p:nvSpPr>
              <p:cNvPr id="74" name="Tekstvak 73">
                <a:extLst>
                  <a:ext uri="{FF2B5EF4-FFF2-40B4-BE49-F238E27FC236}">
                    <a16:creationId xmlns:a16="http://schemas.microsoft.com/office/drawing/2014/main" id="{C46031F7-18AD-C58C-C8BD-B279FDC4823C}"/>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Reset slide</a:t>
                </a:r>
              </a:p>
            </p:txBody>
          </p:sp>
          <p:sp>
            <p:nvSpPr>
              <p:cNvPr id="75" name="Vrije vorm: vorm 74">
                <a:extLst>
                  <a:ext uri="{FF2B5EF4-FFF2-40B4-BE49-F238E27FC236}">
                    <a16:creationId xmlns:a16="http://schemas.microsoft.com/office/drawing/2014/main" id="{FA85B7C9-77E4-D390-69B7-002360E451C9}"/>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grpSp>
        <p:grpSp>
          <p:nvGrpSpPr>
            <p:cNvPr id="16" name="Groep 15">
              <a:extLst>
                <a:ext uri="{FF2B5EF4-FFF2-40B4-BE49-F238E27FC236}">
                  <a16:creationId xmlns:a16="http://schemas.microsoft.com/office/drawing/2014/main" id="{4F06251D-5186-5478-54A7-6CECD70410D4}"/>
                </a:ext>
              </a:extLst>
            </p:cNvPr>
            <p:cNvGrpSpPr/>
            <p:nvPr userDrawn="1"/>
          </p:nvGrpSpPr>
          <p:grpSpPr>
            <a:xfrm>
              <a:off x="-3786165" y="5680652"/>
              <a:ext cx="3693386" cy="959696"/>
              <a:chOff x="-3786437" y="6163468"/>
              <a:chExt cx="3693386" cy="959696"/>
            </a:xfrm>
          </p:grpSpPr>
          <p:sp>
            <p:nvSpPr>
              <p:cNvPr id="59" name="Rechthoek 58">
                <a:extLst>
                  <a:ext uri="{FF2B5EF4-FFF2-40B4-BE49-F238E27FC236}">
                    <a16:creationId xmlns:a16="http://schemas.microsoft.com/office/drawing/2014/main" id="{214D442C-2145-B06C-F030-F14A03693FE2}"/>
                  </a:ext>
                </a:extLst>
              </p:cNvPr>
              <p:cNvSpPr/>
              <p:nvPr userDrawn="1"/>
            </p:nvSpPr>
            <p:spPr>
              <a:xfrm>
                <a:off x="-3786437" y="6295164"/>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grpSp>
            <p:nvGrpSpPr>
              <p:cNvPr id="60" name="ICOON_info">
                <a:extLst>
                  <a:ext uri="{FF2B5EF4-FFF2-40B4-BE49-F238E27FC236}">
                    <a16:creationId xmlns:a16="http://schemas.microsoft.com/office/drawing/2014/main" id="{7AC659FD-B073-7529-C18A-AABA4EBD081A}"/>
                  </a:ext>
                </a:extLst>
              </p:cNvPr>
              <p:cNvGrpSpPr/>
              <p:nvPr userDrawn="1"/>
            </p:nvGrpSpPr>
            <p:grpSpPr>
              <a:xfrm>
                <a:off x="-376736" y="6163468"/>
                <a:ext cx="283685" cy="283685"/>
                <a:chOff x="-510741" y="5913713"/>
                <a:chExt cx="267555" cy="267555"/>
              </a:xfrm>
            </p:grpSpPr>
            <p:sp>
              <p:nvSpPr>
                <p:cNvPr id="67" name="Ovaal 66">
                  <a:extLst>
                    <a:ext uri="{FF2B5EF4-FFF2-40B4-BE49-F238E27FC236}">
                      <a16:creationId xmlns:a16="http://schemas.microsoft.com/office/drawing/2014/main" id="{52B7F277-7D71-5F12-369C-C7DABB29F97F}"/>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68" name="Graphic 163" descr="Informatie">
                  <a:extLst>
                    <a:ext uri="{FF2B5EF4-FFF2-40B4-BE49-F238E27FC236}">
                      <a16:creationId xmlns:a16="http://schemas.microsoft.com/office/drawing/2014/main" id="{85CB978C-AC3D-A449-06A2-F67F05341B48}"/>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61" name="Groep 60">
                <a:extLst>
                  <a:ext uri="{FF2B5EF4-FFF2-40B4-BE49-F238E27FC236}">
                    <a16:creationId xmlns:a16="http://schemas.microsoft.com/office/drawing/2014/main" id="{146F97F6-F223-13A2-5474-DDEF5F94FAB1}"/>
                  </a:ext>
                </a:extLst>
              </p:cNvPr>
              <p:cNvGrpSpPr/>
              <p:nvPr userDrawn="1"/>
            </p:nvGrpSpPr>
            <p:grpSpPr>
              <a:xfrm>
                <a:off x="-938434" y="6420818"/>
                <a:ext cx="627798" cy="576693"/>
                <a:chOff x="-938434" y="4570310"/>
                <a:chExt cx="627798" cy="576693"/>
              </a:xfrm>
            </p:grpSpPr>
            <p:grpSp>
              <p:nvGrpSpPr>
                <p:cNvPr id="62" name="Inspireren">
                  <a:extLst>
                    <a:ext uri="{FF2B5EF4-FFF2-40B4-BE49-F238E27FC236}">
                      <a16:creationId xmlns:a16="http://schemas.microsoft.com/office/drawing/2014/main" id="{E8FCB087-14A5-DBC9-0314-3044E219E986}"/>
                    </a:ext>
                  </a:extLst>
                </p:cNvPr>
                <p:cNvGrpSpPr>
                  <a:grpSpLocks noChangeAspect="1"/>
                </p:cNvGrpSpPr>
                <p:nvPr userDrawn="1"/>
              </p:nvGrpSpPr>
              <p:grpSpPr bwMode="auto">
                <a:xfrm>
                  <a:off x="-716116" y="4570310"/>
                  <a:ext cx="169778" cy="242385"/>
                  <a:chOff x="4768" y="2783"/>
                  <a:chExt cx="788" cy="1125"/>
                </a:xfrm>
                <a:gradFill>
                  <a:gsLst>
                    <a:gs pos="0">
                      <a:srgbClr val="9D9FA1"/>
                    </a:gs>
                    <a:gs pos="70000">
                      <a:srgbClr val="211F26"/>
                    </a:gs>
                  </a:gsLst>
                  <a:lin ang="2700000" scaled="0"/>
                </a:gradFill>
              </p:grpSpPr>
              <p:sp>
                <p:nvSpPr>
                  <p:cNvPr id="64" name="Freeform 12">
                    <a:extLst>
                      <a:ext uri="{FF2B5EF4-FFF2-40B4-BE49-F238E27FC236}">
                        <a16:creationId xmlns:a16="http://schemas.microsoft.com/office/drawing/2014/main" id="{D478E702-E873-59FF-D79C-793FE8B30000}"/>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65" name="Freeform 13">
                    <a:extLst>
                      <a:ext uri="{FF2B5EF4-FFF2-40B4-BE49-F238E27FC236}">
                        <a16:creationId xmlns:a16="http://schemas.microsoft.com/office/drawing/2014/main" id="{6671A40F-1053-EA19-1624-22D0C8C6FDAF}"/>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66" name="Freeform 14">
                    <a:extLst>
                      <a:ext uri="{FF2B5EF4-FFF2-40B4-BE49-F238E27FC236}">
                        <a16:creationId xmlns:a16="http://schemas.microsoft.com/office/drawing/2014/main" id="{B473F71A-5475-B13D-D883-CC83F3230A38}"/>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63" name="Tekstvak 62">
                  <a:extLst>
                    <a:ext uri="{FF2B5EF4-FFF2-40B4-BE49-F238E27FC236}">
                      <a16:creationId xmlns:a16="http://schemas.microsoft.com/office/drawing/2014/main" id="{45BF62BA-2E1F-2CF0-A64B-F0F29D38D9A6}"/>
                    </a:ext>
                  </a:extLst>
                </p:cNvPr>
                <p:cNvSpPr txBox="1"/>
                <p:nvPr userDrawn="1"/>
              </p:nvSpPr>
              <p:spPr>
                <a:xfrm>
                  <a:off x="-938434" y="4824764"/>
                  <a:ext cx="627798" cy="32223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grpSp>
        <p:grpSp>
          <p:nvGrpSpPr>
            <p:cNvPr id="17" name="Groep 16">
              <a:extLst>
                <a:ext uri="{FF2B5EF4-FFF2-40B4-BE49-F238E27FC236}">
                  <a16:creationId xmlns:a16="http://schemas.microsoft.com/office/drawing/2014/main" id="{479E7C04-3AC5-48DE-D29C-250AE780AE62}"/>
                </a:ext>
              </a:extLst>
            </p:cNvPr>
            <p:cNvGrpSpPr/>
            <p:nvPr userDrawn="1"/>
          </p:nvGrpSpPr>
          <p:grpSpPr>
            <a:xfrm>
              <a:off x="-3426806" y="5129582"/>
              <a:ext cx="514284" cy="506545"/>
              <a:chOff x="12617641" y="3403239"/>
              <a:chExt cx="752963" cy="741634"/>
            </a:xfrm>
          </p:grpSpPr>
          <p:grpSp>
            <p:nvGrpSpPr>
              <p:cNvPr id="40" name="Groep 39">
                <a:extLst>
                  <a:ext uri="{FF2B5EF4-FFF2-40B4-BE49-F238E27FC236}">
                    <a16:creationId xmlns:a16="http://schemas.microsoft.com/office/drawing/2014/main" id="{38783D98-DEA5-E27A-C4B2-7ABBCC5A8B8C}"/>
                  </a:ext>
                </a:extLst>
              </p:cNvPr>
              <p:cNvGrpSpPr/>
              <p:nvPr userDrawn="1"/>
            </p:nvGrpSpPr>
            <p:grpSpPr>
              <a:xfrm>
                <a:off x="12771530" y="3403239"/>
                <a:ext cx="467176" cy="448491"/>
                <a:chOff x="12782157" y="3403239"/>
                <a:chExt cx="467176" cy="448491"/>
              </a:xfrm>
            </p:grpSpPr>
            <p:grpSp>
              <p:nvGrpSpPr>
                <p:cNvPr id="46" name="Groep 45">
                  <a:extLst>
                    <a:ext uri="{FF2B5EF4-FFF2-40B4-BE49-F238E27FC236}">
                      <a16:creationId xmlns:a16="http://schemas.microsoft.com/office/drawing/2014/main" id="{207D1FED-4D20-31FF-C9D9-ED5E78886876}"/>
                    </a:ext>
                  </a:extLst>
                </p:cNvPr>
                <p:cNvGrpSpPr/>
                <p:nvPr userDrawn="1"/>
              </p:nvGrpSpPr>
              <p:grpSpPr>
                <a:xfrm>
                  <a:off x="12782157" y="3403239"/>
                  <a:ext cx="412976" cy="396132"/>
                  <a:chOff x="13554906" y="3320109"/>
                  <a:chExt cx="443917" cy="425811"/>
                </a:xfrm>
              </p:grpSpPr>
              <p:grpSp>
                <p:nvGrpSpPr>
                  <p:cNvPr id="53" name="Groep 52">
                    <a:extLst>
                      <a:ext uri="{FF2B5EF4-FFF2-40B4-BE49-F238E27FC236}">
                        <a16:creationId xmlns:a16="http://schemas.microsoft.com/office/drawing/2014/main" id="{F71AD621-7514-A780-6498-E40EC9CE8740}"/>
                      </a:ext>
                    </a:extLst>
                  </p:cNvPr>
                  <p:cNvGrpSpPr/>
                  <p:nvPr userDrawn="1"/>
                </p:nvGrpSpPr>
                <p:grpSpPr>
                  <a:xfrm>
                    <a:off x="13554906" y="3320109"/>
                    <a:ext cx="443917" cy="425811"/>
                    <a:chOff x="12909684" y="1276143"/>
                    <a:chExt cx="443917" cy="425811"/>
                  </a:xfrm>
                </p:grpSpPr>
                <p:sp>
                  <p:nvSpPr>
                    <p:cNvPr id="56" name="Rechthoek 55">
                      <a:extLst>
                        <a:ext uri="{FF2B5EF4-FFF2-40B4-BE49-F238E27FC236}">
                          <a16:creationId xmlns:a16="http://schemas.microsoft.com/office/drawing/2014/main" id="{C03F1BC5-67DF-3857-46DF-7236FB01DE21}"/>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57" name="Rechthoek 56">
                      <a:extLst>
                        <a:ext uri="{FF2B5EF4-FFF2-40B4-BE49-F238E27FC236}">
                          <a16:creationId xmlns:a16="http://schemas.microsoft.com/office/drawing/2014/main" id="{ADCBD14F-3B9C-2B61-FD86-32CE9D44E61E}"/>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58" name="Ovaal 57">
                      <a:extLst>
                        <a:ext uri="{FF2B5EF4-FFF2-40B4-BE49-F238E27FC236}">
                          <a16:creationId xmlns:a16="http://schemas.microsoft.com/office/drawing/2014/main" id="{5221755B-D268-3702-0666-7949230E3131}"/>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pic>
                <p:nvPicPr>
                  <p:cNvPr id="54" name="Afbeelding 53">
                    <a:extLst>
                      <a:ext uri="{FF2B5EF4-FFF2-40B4-BE49-F238E27FC236}">
                        <a16:creationId xmlns:a16="http://schemas.microsoft.com/office/drawing/2014/main" id="{AFA4049C-F5E6-4B8B-4110-868276838D28}"/>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a:off x="13567296" y="3424991"/>
                    <a:ext cx="173367" cy="140220"/>
                  </a:xfrm>
                  <a:prstGeom prst="rect">
                    <a:avLst/>
                  </a:prstGeom>
                </p:spPr>
              </p:pic>
              <p:pic>
                <p:nvPicPr>
                  <p:cNvPr id="55" name="Afbeelding 54">
                    <a:extLst>
                      <a:ext uri="{FF2B5EF4-FFF2-40B4-BE49-F238E27FC236}">
                        <a16:creationId xmlns:a16="http://schemas.microsoft.com/office/drawing/2014/main" id="{73C14D4F-E030-C5A9-21B8-1E41B506AE59}"/>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47" name="Groep 46">
                  <a:extLst>
                    <a:ext uri="{FF2B5EF4-FFF2-40B4-BE49-F238E27FC236}">
                      <a16:creationId xmlns:a16="http://schemas.microsoft.com/office/drawing/2014/main" id="{A6CDB6E7-A3FF-A684-F9DA-CE58D8220431}"/>
                    </a:ext>
                  </a:extLst>
                </p:cNvPr>
                <p:cNvGrpSpPr/>
                <p:nvPr userDrawn="1"/>
              </p:nvGrpSpPr>
              <p:grpSpPr>
                <a:xfrm>
                  <a:off x="13103513" y="3705268"/>
                  <a:ext cx="145820" cy="146462"/>
                  <a:chOff x="13096169" y="3602278"/>
                  <a:chExt cx="145820" cy="146462"/>
                </a:xfrm>
              </p:grpSpPr>
              <p:sp>
                <p:nvSpPr>
                  <p:cNvPr id="51" name="Rechthoek 50">
                    <a:extLst>
                      <a:ext uri="{FF2B5EF4-FFF2-40B4-BE49-F238E27FC236}">
                        <a16:creationId xmlns:a16="http://schemas.microsoft.com/office/drawing/2014/main" id="{A82889F1-F370-1C0E-C8DE-97C25DAACDC3}"/>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52" name="Rechthoek 51">
                    <a:extLst>
                      <a:ext uri="{FF2B5EF4-FFF2-40B4-BE49-F238E27FC236}">
                        <a16:creationId xmlns:a16="http://schemas.microsoft.com/office/drawing/2014/main" id="{C422F5D2-C68E-71D2-3EF6-60A7E4B18249}"/>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48" name="Groep 47">
                  <a:extLst>
                    <a:ext uri="{FF2B5EF4-FFF2-40B4-BE49-F238E27FC236}">
                      <a16:creationId xmlns:a16="http://schemas.microsoft.com/office/drawing/2014/main" id="{C411A677-ADD9-1A53-5AD5-B22A7E848936}"/>
                    </a:ext>
                  </a:extLst>
                </p:cNvPr>
                <p:cNvGrpSpPr/>
                <p:nvPr userDrawn="1"/>
              </p:nvGrpSpPr>
              <p:grpSpPr>
                <a:xfrm rot="10800000">
                  <a:off x="13061402" y="3665637"/>
                  <a:ext cx="145820" cy="146462"/>
                  <a:chOff x="13096169" y="3602278"/>
                  <a:chExt cx="145820" cy="146462"/>
                </a:xfrm>
              </p:grpSpPr>
              <p:sp>
                <p:nvSpPr>
                  <p:cNvPr id="49" name="Rechthoek 48">
                    <a:extLst>
                      <a:ext uri="{FF2B5EF4-FFF2-40B4-BE49-F238E27FC236}">
                        <a16:creationId xmlns:a16="http://schemas.microsoft.com/office/drawing/2014/main" id="{98076301-A147-32CF-1408-DF06651541EA}"/>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50" name="Rechthoek 49">
                    <a:extLst>
                      <a:ext uri="{FF2B5EF4-FFF2-40B4-BE49-F238E27FC236}">
                        <a16:creationId xmlns:a16="http://schemas.microsoft.com/office/drawing/2014/main" id="{20045967-E8C5-DC91-1388-3C24354937C2}"/>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sp>
            <p:nvSpPr>
              <p:cNvPr id="44" name="Rechthoek 43">
                <a:extLst>
                  <a:ext uri="{FF2B5EF4-FFF2-40B4-BE49-F238E27FC236}">
                    <a16:creationId xmlns:a16="http://schemas.microsoft.com/office/drawing/2014/main" id="{D9CC1755-6693-B806-7FE8-B478B3CA80DB}"/>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900" b="0" noProof="0" dirty="0">
                    <a:solidFill>
                      <a:srgbClr val="211F26"/>
                    </a:solidFill>
                    <a:latin typeface="Calibri" panose="020F0502020204030204" pitchFamily="34" charset="0"/>
                    <a:cs typeface="Calibri" panose="020F0502020204030204" pitchFamily="34" charset="0"/>
                  </a:rPr>
                  <a:t>Crop</a:t>
                </a:r>
              </a:p>
            </p:txBody>
          </p:sp>
          <p:sp>
            <p:nvSpPr>
              <p:cNvPr id="45" name="Gelijkbenige driehoek 44">
                <a:extLst>
                  <a:ext uri="{FF2B5EF4-FFF2-40B4-BE49-F238E27FC236}">
                    <a16:creationId xmlns:a16="http://schemas.microsoft.com/office/drawing/2014/main" id="{127BA261-DAEA-401F-3711-B6DE04DBC448}"/>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sp>
          <p:nvSpPr>
            <p:cNvPr id="18" name="Ovaal 17">
              <a:extLst>
                <a:ext uri="{FF2B5EF4-FFF2-40B4-BE49-F238E27FC236}">
                  <a16:creationId xmlns:a16="http://schemas.microsoft.com/office/drawing/2014/main" id="{1EC2F4AD-E6D2-CBBB-E406-3A2367CB12BC}"/>
                </a:ext>
              </a:extLst>
            </p:cNvPr>
            <p:cNvSpPr/>
            <p:nvPr userDrawn="1"/>
          </p:nvSpPr>
          <p:spPr>
            <a:xfrm>
              <a:off x="-3603587" y="18111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9" name="Rechthoek 18">
              <a:extLst>
                <a:ext uri="{FF2B5EF4-FFF2-40B4-BE49-F238E27FC236}">
                  <a16:creationId xmlns:a16="http://schemas.microsoft.com/office/drawing/2014/main" id="{ED756127-253F-90A6-BF10-557FDEE6B9B1}"/>
                </a:ext>
              </a:extLst>
            </p:cNvPr>
            <p:cNvSpPr/>
            <p:nvPr userDrawn="1"/>
          </p:nvSpPr>
          <p:spPr>
            <a:xfrm>
              <a:off x="-3319415" y="1811185"/>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 the preferred category and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and click 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‘Insert’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20" name="Rechthoek 19">
              <a:extLst>
                <a:ext uri="{FF2B5EF4-FFF2-40B4-BE49-F238E27FC236}">
                  <a16:creationId xmlns:a16="http://schemas.microsoft.com/office/drawing/2014/main" id="{7E7E902D-CD84-81AC-F7F3-3EA08BAB6812}"/>
                </a:ext>
              </a:extLst>
            </p:cNvPr>
            <p:cNvSpPr/>
            <p:nvPr userDrawn="1"/>
          </p:nvSpPr>
          <p:spPr>
            <a:xfrm>
              <a:off x="-3319415" y="2245760"/>
              <a:ext cx="825500" cy="209550"/>
            </a:xfrm>
            <a:prstGeom prst="rect">
              <a:avLst/>
            </a:prstGeom>
            <a:solidFill>
              <a:srgbClr val="1FF52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1000" b="1" noProof="0" dirty="0">
                  <a:solidFill>
                    <a:srgbClr val="211F26"/>
                  </a:solidFill>
                  <a:latin typeface="Calibri" panose="020F0502020204030204" pitchFamily="34" charset="0"/>
                  <a:cs typeface="Calibri" panose="020F0502020204030204" pitchFamily="34" charset="0"/>
                </a:rPr>
                <a:t>Insert</a:t>
              </a:r>
            </a:p>
          </p:txBody>
        </p:sp>
        <p:grpSp>
          <p:nvGrpSpPr>
            <p:cNvPr id="21" name="Groep 20">
              <a:extLst>
                <a:ext uri="{FF2B5EF4-FFF2-40B4-BE49-F238E27FC236}">
                  <a16:creationId xmlns:a16="http://schemas.microsoft.com/office/drawing/2014/main" id="{5929E58E-C549-D2C7-DEB5-093BA2957DE6}"/>
                </a:ext>
              </a:extLst>
            </p:cNvPr>
            <p:cNvGrpSpPr/>
            <p:nvPr userDrawn="1"/>
          </p:nvGrpSpPr>
          <p:grpSpPr>
            <a:xfrm>
              <a:off x="-3365484" y="1226982"/>
              <a:ext cx="446937" cy="406485"/>
              <a:chOff x="-3563526" y="1409294"/>
              <a:chExt cx="354190" cy="322133"/>
            </a:xfrm>
          </p:grpSpPr>
          <p:grpSp>
            <p:nvGrpSpPr>
              <p:cNvPr id="22" name="Groep 21">
                <a:extLst>
                  <a:ext uri="{FF2B5EF4-FFF2-40B4-BE49-F238E27FC236}">
                    <a16:creationId xmlns:a16="http://schemas.microsoft.com/office/drawing/2014/main" id="{DDC2CEFC-7CB1-A780-CF73-1F4F1987A4AC}"/>
                  </a:ext>
                </a:extLst>
              </p:cNvPr>
              <p:cNvGrpSpPr/>
              <p:nvPr userDrawn="1"/>
            </p:nvGrpSpPr>
            <p:grpSpPr>
              <a:xfrm>
                <a:off x="-3499992" y="1409294"/>
                <a:ext cx="225195" cy="195499"/>
                <a:chOff x="8987389" y="1361199"/>
                <a:chExt cx="2200275" cy="1914525"/>
              </a:xfrm>
            </p:grpSpPr>
            <p:sp>
              <p:nvSpPr>
                <p:cNvPr id="24" name="Vrije vorm: vorm 23">
                  <a:extLst>
                    <a:ext uri="{FF2B5EF4-FFF2-40B4-BE49-F238E27FC236}">
                      <a16:creationId xmlns:a16="http://schemas.microsoft.com/office/drawing/2014/main" id="{E2491FB2-C557-3233-EE25-E1E415BCA9B3}"/>
                    </a:ext>
                  </a:extLst>
                </p:cNvPr>
                <p:cNvSpPr/>
                <p:nvPr/>
              </p:nvSpPr>
              <p:spPr>
                <a:xfrm>
                  <a:off x="9363620" y="1831738"/>
                  <a:ext cx="371477" cy="371472"/>
                </a:xfrm>
                <a:custGeom>
                  <a:avLst/>
                  <a:gdLst>
                    <a:gd name="connsiteX0" fmla="*/ 369094 w 371475"/>
                    <a:gd name="connsiteY0" fmla="*/ 188119 h 371475"/>
                    <a:gd name="connsiteX1" fmla="*/ 188119 w 371475"/>
                    <a:gd name="connsiteY1" fmla="*/ 369094 h 371475"/>
                    <a:gd name="connsiteX2" fmla="*/ 7144 w 371475"/>
                    <a:gd name="connsiteY2" fmla="*/ 188119 h 371475"/>
                    <a:gd name="connsiteX3" fmla="*/ 188119 w 371475"/>
                    <a:gd name="connsiteY3" fmla="*/ 7144 h 371475"/>
                    <a:gd name="connsiteX4" fmla="*/ 369094 w 371475"/>
                    <a:gd name="connsiteY4" fmla="*/ 188119 h 371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 h="371475">
                      <a:moveTo>
                        <a:pt x="369094" y="188119"/>
                      </a:moveTo>
                      <a:cubicBezTo>
                        <a:pt x="369094" y="288068"/>
                        <a:pt x="288068" y="369094"/>
                        <a:pt x="188119" y="369094"/>
                      </a:cubicBezTo>
                      <a:cubicBezTo>
                        <a:pt x="88169" y="369094"/>
                        <a:pt x="7144" y="288068"/>
                        <a:pt x="7144" y="188119"/>
                      </a:cubicBezTo>
                      <a:cubicBezTo>
                        <a:pt x="7144" y="88169"/>
                        <a:pt x="88169" y="7144"/>
                        <a:pt x="188119" y="7144"/>
                      </a:cubicBezTo>
                      <a:cubicBezTo>
                        <a:pt x="288068" y="7144"/>
                        <a:pt x="369094" y="88169"/>
                        <a:pt x="369094" y="188119"/>
                      </a:cubicBezTo>
                      <a:close/>
                    </a:path>
                  </a:pathLst>
                </a:custGeom>
                <a:solidFill>
                  <a:srgbClr val="1FF524"/>
                </a:solidFill>
                <a:ln w="9525" cap="flat">
                  <a:noFill/>
                  <a:prstDash val="solid"/>
                  <a:miter/>
                </a:ln>
              </p:spPr>
              <p:txBody>
                <a:bodyPr rtlCol="0" anchor="ctr"/>
                <a:lstStyle/>
                <a:p>
                  <a:pPr defTabSz="995469"/>
                  <a:endParaRPr lang="en-GB" sz="7200" noProof="0" dirty="0">
                    <a:solidFill>
                      <a:srgbClr val="211F26"/>
                    </a:solidFill>
                    <a:latin typeface="+mn-lt"/>
                  </a:endParaRPr>
                </a:p>
              </p:txBody>
            </p:sp>
            <p:grpSp>
              <p:nvGrpSpPr>
                <p:cNvPr id="35" name="Groep 34">
                  <a:extLst>
                    <a:ext uri="{FF2B5EF4-FFF2-40B4-BE49-F238E27FC236}">
                      <a16:creationId xmlns:a16="http://schemas.microsoft.com/office/drawing/2014/main" id="{BDC9F8A4-A7F1-D4BF-21CB-0CBA87599188}"/>
                    </a:ext>
                  </a:extLst>
                </p:cNvPr>
                <p:cNvGrpSpPr/>
                <p:nvPr/>
              </p:nvGrpSpPr>
              <p:grpSpPr>
                <a:xfrm>
                  <a:off x="8987389" y="1361199"/>
                  <a:ext cx="2200275" cy="1914525"/>
                  <a:chOff x="8987389" y="1361199"/>
                  <a:chExt cx="2200275" cy="1914525"/>
                </a:xfrm>
                <a:gradFill>
                  <a:gsLst>
                    <a:gs pos="0">
                      <a:srgbClr val="9D9FA1"/>
                    </a:gs>
                    <a:gs pos="70000">
                      <a:srgbClr val="211F26"/>
                    </a:gs>
                  </a:gsLst>
                  <a:lin ang="2700000" scaled="0"/>
                </a:gradFill>
              </p:grpSpPr>
              <p:sp>
                <p:nvSpPr>
                  <p:cNvPr id="37" name="Vrije vorm: vorm 36">
                    <a:extLst>
                      <a:ext uri="{FF2B5EF4-FFF2-40B4-BE49-F238E27FC236}">
                        <a16:creationId xmlns:a16="http://schemas.microsoft.com/office/drawing/2014/main" id="{99F7E725-E4BD-01A0-F686-BD5B82F5EBD1}"/>
                      </a:ext>
                    </a:extLst>
                  </p:cNvPr>
                  <p:cNvSpPr/>
                  <p:nvPr/>
                </p:nvSpPr>
                <p:spPr>
                  <a:xfrm>
                    <a:off x="8987389" y="1361199"/>
                    <a:ext cx="2200275" cy="1914525"/>
                  </a:xfrm>
                  <a:custGeom>
                    <a:avLst/>
                    <a:gdLst>
                      <a:gd name="connsiteX0" fmla="*/ 7144 w 2200275"/>
                      <a:gd name="connsiteY0" fmla="*/ 7144 h 1914525"/>
                      <a:gd name="connsiteX1" fmla="*/ 7144 w 2200275"/>
                      <a:gd name="connsiteY1" fmla="*/ 245269 h 1914525"/>
                      <a:gd name="connsiteX2" fmla="*/ 432911 w 2200275"/>
                      <a:gd name="connsiteY2" fmla="*/ 245269 h 1914525"/>
                      <a:gd name="connsiteX3" fmla="*/ 432911 w 2200275"/>
                      <a:gd name="connsiteY3" fmla="*/ 245269 h 1914525"/>
                      <a:gd name="connsiteX4" fmla="*/ 1959769 w 2200275"/>
                      <a:gd name="connsiteY4" fmla="*/ 245269 h 1914525"/>
                      <a:gd name="connsiteX5" fmla="*/ 1959769 w 2200275"/>
                      <a:gd name="connsiteY5" fmla="*/ 1674019 h 1914525"/>
                      <a:gd name="connsiteX6" fmla="*/ 245269 w 2200275"/>
                      <a:gd name="connsiteY6" fmla="*/ 1674019 h 1914525"/>
                      <a:gd name="connsiteX7" fmla="*/ 245269 w 2200275"/>
                      <a:gd name="connsiteY7" fmla="*/ 350044 h 1914525"/>
                      <a:gd name="connsiteX8" fmla="*/ 7144 w 2200275"/>
                      <a:gd name="connsiteY8" fmla="*/ 350044 h 1914525"/>
                      <a:gd name="connsiteX9" fmla="*/ 7144 w 2200275"/>
                      <a:gd name="connsiteY9" fmla="*/ 1912144 h 1914525"/>
                      <a:gd name="connsiteX10" fmla="*/ 2197894 w 2200275"/>
                      <a:gd name="connsiteY10" fmla="*/ 1912144 h 1914525"/>
                      <a:gd name="connsiteX11" fmla="*/ 2197894 w 2200275"/>
                      <a:gd name="connsiteY11" fmla="*/ 7144 h 1914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0275" h="1914525">
                        <a:moveTo>
                          <a:pt x="7144" y="7144"/>
                        </a:moveTo>
                        <a:lnTo>
                          <a:pt x="7144" y="245269"/>
                        </a:lnTo>
                        <a:lnTo>
                          <a:pt x="432911" y="245269"/>
                        </a:lnTo>
                        <a:lnTo>
                          <a:pt x="432911" y="245269"/>
                        </a:lnTo>
                        <a:lnTo>
                          <a:pt x="1959769" y="245269"/>
                        </a:lnTo>
                        <a:lnTo>
                          <a:pt x="1959769" y="1674019"/>
                        </a:lnTo>
                        <a:lnTo>
                          <a:pt x="245269" y="1674019"/>
                        </a:lnTo>
                        <a:lnTo>
                          <a:pt x="245269" y="350044"/>
                        </a:lnTo>
                        <a:lnTo>
                          <a:pt x="7144" y="350044"/>
                        </a:lnTo>
                        <a:lnTo>
                          <a:pt x="7144" y="1912144"/>
                        </a:lnTo>
                        <a:lnTo>
                          <a:pt x="2197894" y="1912144"/>
                        </a:lnTo>
                        <a:lnTo>
                          <a:pt x="2197894" y="7144"/>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sp>
                <p:nvSpPr>
                  <p:cNvPr id="39" name="Vrije vorm: vorm 38">
                    <a:extLst>
                      <a:ext uri="{FF2B5EF4-FFF2-40B4-BE49-F238E27FC236}">
                        <a16:creationId xmlns:a16="http://schemas.microsoft.com/office/drawing/2014/main" id="{7D355568-B8A1-7C0E-ECFD-B45C095763D4}"/>
                      </a:ext>
                    </a:extLst>
                  </p:cNvPr>
                  <p:cNvSpPr/>
                  <p:nvPr/>
                </p:nvSpPr>
                <p:spPr>
                  <a:xfrm>
                    <a:off x="9362668" y="1953652"/>
                    <a:ext cx="1438273" cy="885828"/>
                  </a:xfrm>
                  <a:custGeom>
                    <a:avLst/>
                    <a:gdLst>
                      <a:gd name="connsiteX0" fmla="*/ 1070134 w 1438275"/>
                      <a:gd name="connsiteY0" fmla="*/ 7144 h 885825"/>
                      <a:gd name="connsiteX1" fmla="*/ 801529 w 1438275"/>
                      <a:gd name="connsiteY1" fmla="*/ 275749 h 885825"/>
                      <a:gd name="connsiteX2" fmla="*/ 662464 w 1438275"/>
                      <a:gd name="connsiteY2" fmla="*/ 137636 h 885825"/>
                      <a:gd name="connsiteX3" fmla="*/ 7144 w 1438275"/>
                      <a:gd name="connsiteY3" fmla="*/ 784384 h 885825"/>
                      <a:gd name="connsiteX4" fmla="*/ 108109 w 1438275"/>
                      <a:gd name="connsiteY4" fmla="*/ 885349 h 885825"/>
                      <a:gd name="connsiteX5" fmla="*/ 662464 w 1438275"/>
                      <a:gd name="connsiteY5" fmla="*/ 338614 h 885825"/>
                      <a:gd name="connsiteX6" fmla="*/ 928211 w 1438275"/>
                      <a:gd name="connsiteY6" fmla="*/ 605314 h 885825"/>
                      <a:gd name="connsiteX7" fmla="*/ 1029176 w 1438275"/>
                      <a:gd name="connsiteY7" fmla="*/ 503396 h 885825"/>
                      <a:gd name="connsiteX8" fmla="*/ 902494 w 1438275"/>
                      <a:gd name="connsiteY8" fmla="*/ 376714 h 885825"/>
                      <a:gd name="connsiteX9" fmla="*/ 1070134 w 1438275"/>
                      <a:gd name="connsiteY9" fmla="*/ 209074 h 885825"/>
                      <a:gd name="connsiteX10" fmla="*/ 1337786 w 1438275"/>
                      <a:gd name="connsiteY10" fmla="*/ 480536 h 885825"/>
                      <a:gd name="connsiteX11" fmla="*/ 1438751 w 1438275"/>
                      <a:gd name="connsiteY11" fmla="*/ 378619 h 885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38275" h="885825">
                        <a:moveTo>
                          <a:pt x="1070134" y="7144"/>
                        </a:moveTo>
                        <a:lnTo>
                          <a:pt x="801529" y="275749"/>
                        </a:lnTo>
                        <a:lnTo>
                          <a:pt x="662464" y="137636"/>
                        </a:lnTo>
                        <a:lnTo>
                          <a:pt x="7144" y="784384"/>
                        </a:lnTo>
                        <a:lnTo>
                          <a:pt x="108109" y="885349"/>
                        </a:lnTo>
                        <a:lnTo>
                          <a:pt x="662464" y="338614"/>
                        </a:lnTo>
                        <a:lnTo>
                          <a:pt x="928211" y="605314"/>
                        </a:lnTo>
                        <a:lnTo>
                          <a:pt x="1029176" y="503396"/>
                        </a:lnTo>
                        <a:lnTo>
                          <a:pt x="902494" y="376714"/>
                        </a:lnTo>
                        <a:lnTo>
                          <a:pt x="1070134" y="209074"/>
                        </a:lnTo>
                        <a:lnTo>
                          <a:pt x="1337786" y="480536"/>
                        </a:lnTo>
                        <a:lnTo>
                          <a:pt x="1438751" y="378619"/>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grpSp>
          </p:grpSp>
          <p:sp>
            <p:nvSpPr>
              <p:cNvPr id="23" name="Tekstvak 22">
                <a:extLst>
                  <a:ext uri="{FF2B5EF4-FFF2-40B4-BE49-F238E27FC236}">
                    <a16:creationId xmlns:a16="http://schemas.microsoft.com/office/drawing/2014/main" id="{5C8232F0-8E2E-7C95-7C6B-BAE2F12BF6AA}"/>
                  </a:ext>
                </a:extLst>
              </p:cNvPr>
              <p:cNvSpPr txBox="1"/>
              <p:nvPr userDrawn="1"/>
            </p:nvSpPr>
            <p:spPr>
              <a:xfrm>
                <a:off x="-3563526" y="1617700"/>
                <a:ext cx="354190" cy="113727"/>
              </a:xfrm>
              <a:prstGeom prst="rect">
                <a:avLst/>
              </a:prstGeom>
              <a:noFill/>
            </p:spPr>
            <p:txBody>
              <a:bodyPr wrap="square" lIns="0" tIns="18000" rIns="0" bIns="0" rtlCol="0" anchor="t">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Images</a:t>
                </a:r>
              </a:p>
            </p:txBody>
          </p:sp>
        </p:grpSp>
      </p:grpSp>
    </p:spTree>
    <p:extLst>
      <p:ext uri="{BB962C8B-B14F-4D97-AF65-F5344CB8AC3E}">
        <p14:creationId xmlns:p14="http://schemas.microsoft.com/office/powerpoint/2010/main" val="12762561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xt + graph">
    <p:spTree>
      <p:nvGrpSpPr>
        <p:cNvPr id="1" name=""/>
        <p:cNvGrpSpPr/>
        <p:nvPr/>
      </p:nvGrpSpPr>
      <p:grpSpPr>
        <a:xfrm>
          <a:off x="0" y="0"/>
          <a:ext cx="0" cy="0"/>
          <a:chOff x="0" y="0"/>
          <a:chExt cx="0" cy="0"/>
        </a:xfrm>
      </p:grpSpPr>
      <p:sp>
        <p:nvSpPr>
          <p:cNvPr id="6" name="Rechthoek 5">
            <a:extLst>
              <a:ext uri="{FF2B5EF4-FFF2-40B4-BE49-F238E27FC236}">
                <a16:creationId xmlns:a16="http://schemas.microsoft.com/office/drawing/2014/main" id="{FEE88B6D-7143-4386-BA0D-08FD41A1EEB7}"/>
              </a:ext>
            </a:extLst>
          </p:cNvPr>
          <p:cNvSpPr>
            <a:spLocks noGrp="1" noRot="1" noMove="1" noResize="1" noEditPoints="1" noAdjustHandles="1" noChangeArrowheads="1" noChangeShapeType="1"/>
          </p:cNvSpPr>
          <p:nvPr userDrawn="1"/>
        </p:nvSpPr>
        <p:spPr>
          <a:xfrm>
            <a:off x="0" y="0"/>
            <a:ext cx="537466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718666" y="722455"/>
            <a:ext cx="3937333" cy="322156"/>
          </a:xfrm>
        </p:spPr>
        <p:txBody>
          <a:bodyPr/>
          <a:lstStyle>
            <a:lvl1pPr>
              <a:defRPr>
                <a:solidFill>
                  <a:schemeClr val="tx2"/>
                </a:solidFill>
              </a:defRPr>
            </a:lvl1pPr>
          </a:lstStyle>
          <a:p>
            <a:r>
              <a:rPr lang="en-GB" noProof="0" dirty="0"/>
              <a:t>Title goes here</a:t>
            </a:r>
          </a:p>
        </p:txBody>
      </p:sp>
      <p:sp>
        <p:nvSpPr>
          <p:cNvPr id="18" name="Tijdelijke aanduiding voor grafiek 17">
            <a:extLst>
              <a:ext uri="{FF2B5EF4-FFF2-40B4-BE49-F238E27FC236}">
                <a16:creationId xmlns:a16="http://schemas.microsoft.com/office/drawing/2014/main" id="{FBAE20DA-BB0F-413F-A532-86A4D0079AB9}"/>
              </a:ext>
            </a:extLst>
          </p:cNvPr>
          <p:cNvSpPr>
            <a:spLocks noGrp="1"/>
          </p:cNvSpPr>
          <p:nvPr>
            <p:ph type="chart" sz="quarter" idx="13" hasCustomPrompt="1"/>
          </p:nvPr>
        </p:nvSpPr>
        <p:spPr>
          <a:xfrm>
            <a:off x="6093331" y="722455"/>
            <a:ext cx="5378669" cy="5278295"/>
          </a:xfrm>
          <a:solidFill>
            <a:schemeClr val="bg1">
              <a:lumMod val="95000"/>
            </a:schemeClr>
          </a:solid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dirty="0"/>
              <a:t>Click on the icon below</a:t>
            </a:r>
            <a:br>
              <a:rPr lang="en-GB" dirty="0"/>
            </a:br>
            <a:r>
              <a:rPr lang="en-GB" dirty="0"/>
              <a:t>to insert a graph</a:t>
            </a:r>
          </a:p>
        </p:txBody>
      </p:sp>
      <p:sp>
        <p:nvSpPr>
          <p:cNvPr id="8" name="Rechthoek 7">
            <a:extLst>
              <a:ext uri="{FF2B5EF4-FFF2-40B4-BE49-F238E27FC236}">
                <a16:creationId xmlns:a16="http://schemas.microsoft.com/office/drawing/2014/main" id="{47FABFDC-C1CE-40A8-B8C0-2D4AF73C1297}"/>
              </a:ext>
            </a:extLst>
          </p:cNvPr>
          <p:cNvSpPr/>
          <p:nvPr userDrawn="1"/>
        </p:nvSpPr>
        <p:spPr>
          <a:xfrm>
            <a:off x="0" y="-441330"/>
            <a:ext cx="1361463"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en-GB" sz="1800" b="1" cap="none" baseline="0" noProof="0" dirty="0">
                <a:solidFill>
                  <a:schemeClr val="accent1"/>
                </a:solidFill>
                <a:latin typeface="+mj-lt"/>
              </a:rPr>
              <a:t>Text + graph</a:t>
            </a:r>
          </a:p>
        </p:txBody>
      </p:sp>
      <p:sp>
        <p:nvSpPr>
          <p:cNvPr id="3" name="Tijdelijke aanduiding voor datum 2">
            <a:extLst>
              <a:ext uri="{FF2B5EF4-FFF2-40B4-BE49-F238E27FC236}">
                <a16:creationId xmlns:a16="http://schemas.microsoft.com/office/drawing/2014/main" id="{EDE8389D-5D11-4D45-B4A3-64DB64DBE22B}"/>
              </a:ext>
            </a:extLst>
          </p:cNvPr>
          <p:cNvSpPr>
            <a:spLocks noGrp="1"/>
          </p:cNvSpPr>
          <p:nvPr>
            <p:ph type="dt" sz="half" idx="14"/>
          </p:nvPr>
        </p:nvSpPr>
        <p:spPr/>
        <p:txBody>
          <a:bodyPr/>
          <a:lstStyle/>
          <a:p>
            <a:r>
              <a:rPr lang="LID4096"/>
              <a:t>08/30/2024</a:t>
            </a:r>
            <a:endParaRPr lang="en-GB" dirty="0"/>
          </a:p>
        </p:txBody>
      </p:sp>
      <p:sp>
        <p:nvSpPr>
          <p:cNvPr id="5" name="Tijdelijke aanduiding voor dianummer 4">
            <a:extLst>
              <a:ext uri="{FF2B5EF4-FFF2-40B4-BE49-F238E27FC236}">
                <a16:creationId xmlns:a16="http://schemas.microsoft.com/office/drawing/2014/main" id="{D0153074-F70B-4B82-96FF-348823D4B9B8}"/>
              </a:ext>
            </a:extLst>
          </p:cNvPr>
          <p:cNvSpPr>
            <a:spLocks noGrp="1"/>
          </p:cNvSpPr>
          <p:nvPr>
            <p:ph type="sldNum" sz="quarter" idx="16"/>
          </p:nvPr>
        </p:nvSpPr>
        <p:spPr/>
        <p:txBody>
          <a:bodyPr/>
          <a:lstStyle/>
          <a:p>
            <a:fld id="{9E843DB9-9987-4157-AB9C-CEA8D7D910BB}" type="slidenum">
              <a:rPr lang="en-GB" smtClean="0"/>
              <a:pPr/>
              <a:t>‹#›</a:t>
            </a:fld>
            <a:endParaRPr lang="en-GB" dirty="0"/>
          </a:p>
        </p:txBody>
      </p:sp>
      <p:sp>
        <p:nvSpPr>
          <p:cNvPr id="7" name="Tijdelijke aanduiding voor verticale tekst 2">
            <a:extLst>
              <a:ext uri="{FF2B5EF4-FFF2-40B4-BE49-F238E27FC236}">
                <a16:creationId xmlns:a16="http://schemas.microsoft.com/office/drawing/2014/main" id="{4BAC3E69-ABB1-C907-B9D7-5DFA7221ABF5}"/>
              </a:ext>
            </a:extLst>
          </p:cNvPr>
          <p:cNvSpPr>
            <a:spLocks noGrp="1"/>
          </p:cNvSpPr>
          <p:nvPr>
            <p:ph type="body" orient="vert" idx="1" hasCustomPrompt="1"/>
          </p:nvPr>
        </p:nvSpPr>
        <p:spPr>
          <a:xfrm>
            <a:off x="718666" y="1569104"/>
            <a:ext cx="3937333" cy="4431646"/>
          </a:xfrm>
        </p:spPr>
        <p:txBody>
          <a:bodyPr vert="horz"/>
          <a:lstStyle>
            <a:lvl1pPr>
              <a:buClr>
                <a:schemeClr val="bg1"/>
              </a:buClr>
              <a:defRPr>
                <a:solidFill>
                  <a:schemeClr val="bg1"/>
                </a:solidFill>
              </a:defRPr>
            </a:lvl1pPr>
            <a:lvl2pPr>
              <a:buClr>
                <a:schemeClr val="bg1"/>
              </a:buClr>
              <a:defRPr>
                <a:solidFill>
                  <a:schemeClr val="bg1"/>
                </a:solidFill>
              </a:defRPr>
            </a:lvl2pPr>
            <a:lvl3pPr>
              <a:defRPr>
                <a:solidFill>
                  <a:schemeClr val="bg1"/>
                </a:solidFill>
              </a:defRPr>
            </a:lvl3pPr>
            <a:lvl4pPr>
              <a:defRPr>
                <a:solidFill>
                  <a:schemeClr val="tx2"/>
                </a:solidFill>
              </a:defRPr>
            </a:lvl4pPr>
            <a:lvl5pPr>
              <a:defRPr b="0">
                <a:solidFill>
                  <a:schemeClr val="tx2"/>
                </a:solidFill>
              </a:defRPr>
            </a:lvl5pPr>
            <a:lvl6pPr>
              <a:defRPr b="0">
                <a:solidFill>
                  <a:schemeClr val="bg1"/>
                </a:solidFill>
              </a:defRPr>
            </a:lvl6pPr>
            <a:lvl7pPr>
              <a:buClr>
                <a:schemeClr val="bg1"/>
              </a:buClr>
              <a:defRPr>
                <a:solidFill>
                  <a:schemeClr val="bg1"/>
                </a:solidFill>
              </a:defRPr>
            </a:lvl7pPr>
            <a:lvl8pPr>
              <a:buClr>
                <a:schemeClr val="bg2"/>
              </a:buClr>
              <a:defRPr>
                <a:solidFill>
                  <a:schemeClr val="bg1"/>
                </a:solidFill>
              </a:defRPr>
            </a:lvl8pPr>
            <a:lvl9pPr>
              <a:defRPr>
                <a:solidFill>
                  <a:schemeClr val="bg1"/>
                </a:solidFill>
              </a:defRPr>
            </a:lvl9pPr>
          </a:lstStyle>
          <a:p>
            <a:pPr lvl="0"/>
            <a:r>
              <a:rPr lang="en-GB" noProof="0" dirty="0"/>
              <a:t>Bullet</a:t>
            </a:r>
          </a:p>
          <a:p>
            <a:pPr lvl="1"/>
            <a:r>
              <a:rPr lang="en-GB" noProof="0" dirty="0"/>
              <a:t>Sub-bullet </a:t>
            </a:r>
          </a:p>
          <a:p>
            <a:pPr lvl="2"/>
            <a:r>
              <a:rPr lang="en-GB" noProof="0" dirty="0"/>
              <a:t>Default text</a:t>
            </a:r>
            <a:br>
              <a:rPr lang="en-GB" noProof="0" dirty="0"/>
            </a:br>
            <a:endParaRPr lang="en-GB" noProof="0" dirty="0"/>
          </a:p>
          <a:p>
            <a:pPr lvl="3"/>
            <a:r>
              <a:rPr lang="en-GB" noProof="0" dirty="0"/>
              <a:t>Title/Quote</a:t>
            </a:r>
          </a:p>
          <a:p>
            <a:pPr lvl="4"/>
            <a:r>
              <a:rPr lang="en-GB" noProof="0" dirty="0"/>
              <a:t>Subtitle</a:t>
            </a:r>
          </a:p>
          <a:p>
            <a:pPr lvl="5"/>
            <a:r>
              <a:rPr lang="en-GB" noProof="0" dirty="0"/>
              <a:t>Default text</a:t>
            </a:r>
            <a:br>
              <a:rPr lang="en-GB" noProof="0" dirty="0"/>
            </a:br>
            <a:endParaRPr lang="en-GB" noProof="0" dirty="0"/>
          </a:p>
          <a:p>
            <a:pPr lvl="6"/>
            <a:r>
              <a:rPr lang="en-GB" noProof="0" dirty="0"/>
              <a:t>Numerical bullet</a:t>
            </a:r>
          </a:p>
          <a:p>
            <a:pPr lvl="7"/>
            <a:r>
              <a:rPr lang="en-GB" noProof="0" dirty="0"/>
              <a:t>Alphabetical bullet</a:t>
            </a:r>
          </a:p>
          <a:p>
            <a:pPr lvl="8"/>
            <a:r>
              <a:rPr lang="en-GB" noProof="0" dirty="0"/>
              <a:t>Source</a:t>
            </a:r>
          </a:p>
        </p:txBody>
      </p:sp>
      <p:grpSp>
        <p:nvGrpSpPr>
          <p:cNvPr id="10" name="Groep 9">
            <a:extLst>
              <a:ext uri="{FF2B5EF4-FFF2-40B4-BE49-F238E27FC236}">
                <a16:creationId xmlns:a16="http://schemas.microsoft.com/office/drawing/2014/main" id="{56D01710-570D-A6AD-85CD-4A7D6F5AF72A}"/>
              </a:ext>
            </a:extLst>
          </p:cNvPr>
          <p:cNvGrpSpPr>
            <a:grpSpLocks noGrp="1" noUngrp="1" noRot="1" noMove="1" noResize="1"/>
          </p:cNvGrpSpPr>
          <p:nvPr userDrawn="1"/>
        </p:nvGrpSpPr>
        <p:grpSpPr>
          <a:xfrm>
            <a:off x="721079" y="6216736"/>
            <a:ext cx="961200" cy="381600"/>
            <a:chOff x="2807303" y="2354764"/>
            <a:chExt cx="944974" cy="368527"/>
          </a:xfrm>
          <a:solidFill>
            <a:schemeClr val="bg1"/>
          </a:solidFill>
        </p:grpSpPr>
        <p:sp>
          <p:nvSpPr>
            <p:cNvPr id="11" name="Vrije vorm: vorm 10">
              <a:extLst>
                <a:ext uri="{FF2B5EF4-FFF2-40B4-BE49-F238E27FC236}">
                  <a16:creationId xmlns:a16="http://schemas.microsoft.com/office/drawing/2014/main" id="{AF7B0112-A1E8-4C7E-1384-3C29FF3CFE6E}"/>
                </a:ext>
              </a:extLst>
            </p:cNvPr>
            <p:cNvSpPr>
              <a:spLocks noGrp="1" noRot="1" noMove="1" noResize="1" noEditPoints="1" noAdjustHandles="1" noChangeArrowheads="1" noChangeShapeType="1"/>
            </p:cNvSpPr>
            <p:nvPr/>
          </p:nvSpPr>
          <p:spPr>
            <a:xfrm>
              <a:off x="2994660" y="2537173"/>
              <a:ext cx="174307" cy="186023"/>
            </a:xfrm>
            <a:custGeom>
              <a:avLst/>
              <a:gdLst>
                <a:gd name="connsiteX0" fmla="*/ 87154 w 174307"/>
                <a:gd name="connsiteY0" fmla="*/ 150686 h 186023"/>
                <a:gd name="connsiteX1" fmla="*/ 123825 w 174307"/>
                <a:gd name="connsiteY1" fmla="*/ 112776 h 186023"/>
                <a:gd name="connsiteX2" fmla="*/ 123825 w 174307"/>
                <a:gd name="connsiteY2" fmla="*/ 0 h 186023"/>
                <a:gd name="connsiteX3" fmla="*/ 174307 w 174307"/>
                <a:gd name="connsiteY3" fmla="*/ 0 h 186023"/>
                <a:gd name="connsiteX4" fmla="*/ 174307 w 174307"/>
                <a:gd name="connsiteY4" fmla="*/ 115348 h 186023"/>
                <a:gd name="connsiteX5" fmla="*/ 87154 w 174307"/>
                <a:gd name="connsiteY5" fmla="*/ 186023 h 186023"/>
                <a:gd name="connsiteX6" fmla="*/ 0 w 174307"/>
                <a:gd name="connsiteY6" fmla="*/ 115348 h 186023"/>
                <a:gd name="connsiteX7" fmla="*/ 0 w 174307"/>
                <a:gd name="connsiteY7" fmla="*/ 0 h 186023"/>
                <a:gd name="connsiteX8" fmla="*/ 50482 w 174307"/>
                <a:gd name="connsiteY8" fmla="*/ 0 h 186023"/>
                <a:gd name="connsiteX9" fmla="*/ 50482 w 174307"/>
                <a:gd name="connsiteY9" fmla="*/ 112776 h 186023"/>
                <a:gd name="connsiteX10" fmla="*/ 87154 w 174307"/>
                <a:gd name="connsiteY10" fmla="*/ 150686 h 186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4307" h="186023">
                  <a:moveTo>
                    <a:pt x="87154" y="150686"/>
                  </a:moveTo>
                  <a:cubicBezTo>
                    <a:pt x="110871" y="150686"/>
                    <a:pt x="123825" y="134874"/>
                    <a:pt x="123825" y="112776"/>
                  </a:cubicBezTo>
                  <a:lnTo>
                    <a:pt x="123825" y="0"/>
                  </a:lnTo>
                  <a:lnTo>
                    <a:pt x="174307" y="0"/>
                  </a:lnTo>
                  <a:lnTo>
                    <a:pt x="174307" y="115348"/>
                  </a:lnTo>
                  <a:cubicBezTo>
                    <a:pt x="173831" y="166116"/>
                    <a:pt x="133159" y="186023"/>
                    <a:pt x="87154" y="186023"/>
                  </a:cubicBezTo>
                  <a:cubicBezTo>
                    <a:pt x="41148" y="186023"/>
                    <a:pt x="571" y="166116"/>
                    <a:pt x="0" y="115348"/>
                  </a:cubicBezTo>
                  <a:lnTo>
                    <a:pt x="0" y="0"/>
                  </a:lnTo>
                  <a:lnTo>
                    <a:pt x="50482" y="0"/>
                  </a:lnTo>
                  <a:lnTo>
                    <a:pt x="50482" y="112776"/>
                  </a:lnTo>
                  <a:cubicBezTo>
                    <a:pt x="50578" y="134874"/>
                    <a:pt x="63436" y="150686"/>
                    <a:pt x="87154" y="150686"/>
                  </a:cubicBezTo>
                  <a:close/>
                </a:path>
              </a:pathLst>
            </a:custGeom>
            <a:grpFill/>
            <a:ln w="9525" cap="flat">
              <a:noFill/>
              <a:prstDash val="solid"/>
              <a:miter/>
            </a:ln>
          </p:spPr>
          <p:txBody>
            <a:bodyPr rtlCol="0" anchor="ctr"/>
            <a:lstStyle/>
            <a:p>
              <a:endParaRPr lang="en-GB"/>
            </a:p>
          </p:txBody>
        </p:sp>
        <p:sp>
          <p:nvSpPr>
            <p:cNvPr id="12" name="Vrije vorm: vorm 11">
              <a:extLst>
                <a:ext uri="{FF2B5EF4-FFF2-40B4-BE49-F238E27FC236}">
                  <a16:creationId xmlns:a16="http://schemas.microsoft.com/office/drawing/2014/main" id="{5318E13D-0E3A-A9B5-D897-3F3631C31423}"/>
                </a:ext>
              </a:extLst>
            </p:cNvPr>
            <p:cNvSpPr>
              <a:spLocks noGrp="1" noRot="1" noMove="1" noResize="1" noEditPoints="1" noAdjustHandles="1" noChangeArrowheads="1" noChangeShapeType="1"/>
            </p:cNvSpPr>
            <p:nvPr/>
          </p:nvSpPr>
          <p:spPr>
            <a:xfrm>
              <a:off x="2807303" y="2537173"/>
              <a:ext cx="163639" cy="182213"/>
            </a:xfrm>
            <a:custGeom>
              <a:avLst/>
              <a:gdLst>
                <a:gd name="connsiteX0" fmla="*/ 56578 w 163639"/>
                <a:gd name="connsiteY0" fmla="*/ 182213 h 182213"/>
                <a:gd name="connsiteX1" fmla="*/ 107061 w 163639"/>
                <a:gd name="connsiteY1" fmla="*/ 182213 h 182213"/>
                <a:gd name="connsiteX2" fmla="*/ 107061 w 163639"/>
                <a:gd name="connsiteY2" fmla="*/ 35338 h 182213"/>
                <a:gd name="connsiteX3" fmla="*/ 163640 w 163639"/>
                <a:gd name="connsiteY3" fmla="*/ 35338 h 182213"/>
                <a:gd name="connsiteX4" fmla="*/ 163640 w 163639"/>
                <a:gd name="connsiteY4" fmla="*/ 0 h 182213"/>
                <a:gd name="connsiteX5" fmla="*/ 0 w 163639"/>
                <a:gd name="connsiteY5" fmla="*/ 0 h 182213"/>
                <a:gd name="connsiteX6" fmla="*/ 0 w 163639"/>
                <a:gd name="connsiteY6" fmla="*/ 35338 h 182213"/>
                <a:gd name="connsiteX7" fmla="*/ 56578 w 163639"/>
                <a:gd name="connsiteY7" fmla="*/ 35338 h 182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3639" h="182213">
                  <a:moveTo>
                    <a:pt x="56578" y="182213"/>
                  </a:moveTo>
                  <a:lnTo>
                    <a:pt x="107061" y="182213"/>
                  </a:lnTo>
                  <a:lnTo>
                    <a:pt x="107061" y="35338"/>
                  </a:lnTo>
                  <a:lnTo>
                    <a:pt x="163640" y="35338"/>
                  </a:lnTo>
                  <a:lnTo>
                    <a:pt x="163640" y="0"/>
                  </a:lnTo>
                  <a:lnTo>
                    <a:pt x="0" y="0"/>
                  </a:lnTo>
                  <a:lnTo>
                    <a:pt x="0" y="35338"/>
                  </a:lnTo>
                  <a:lnTo>
                    <a:pt x="56578" y="35338"/>
                  </a:lnTo>
                  <a:close/>
                </a:path>
              </a:pathLst>
            </a:custGeom>
            <a:grpFill/>
            <a:ln w="9525" cap="flat">
              <a:noFill/>
              <a:prstDash val="solid"/>
              <a:miter/>
            </a:ln>
          </p:spPr>
          <p:txBody>
            <a:bodyPr rtlCol="0" anchor="ctr"/>
            <a:lstStyle/>
            <a:p>
              <a:endParaRPr lang="en-GB"/>
            </a:p>
          </p:txBody>
        </p:sp>
        <p:sp>
          <p:nvSpPr>
            <p:cNvPr id="13" name="Vrije vorm: vorm 12">
              <a:extLst>
                <a:ext uri="{FF2B5EF4-FFF2-40B4-BE49-F238E27FC236}">
                  <a16:creationId xmlns:a16="http://schemas.microsoft.com/office/drawing/2014/main" id="{79B6F2C4-B2C2-63A6-625D-6345DAC27823}"/>
                </a:ext>
              </a:extLst>
            </p:cNvPr>
            <p:cNvSpPr>
              <a:spLocks noGrp="1" noRot="1" noMove="1" noResize="1" noEditPoints="1" noAdjustHandles="1" noChangeArrowheads="1" noChangeShapeType="1"/>
            </p:cNvSpPr>
            <p:nvPr/>
          </p:nvSpPr>
          <p:spPr>
            <a:xfrm>
              <a:off x="2856490" y="2354764"/>
              <a:ext cx="172449" cy="170903"/>
            </a:xfrm>
            <a:custGeom>
              <a:avLst/>
              <a:gdLst>
                <a:gd name="connsiteX0" fmla="*/ 128740 w 172449"/>
                <a:gd name="connsiteY0" fmla="*/ 93637 h 170903"/>
                <a:gd name="connsiteX1" fmla="*/ 103785 w 172449"/>
                <a:gd name="connsiteY1" fmla="*/ 77920 h 170903"/>
                <a:gd name="connsiteX2" fmla="*/ 170936 w 172449"/>
                <a:gd name="connsiteY2" fmla="*/ 9816 h 170903"/>
                <a:gd name="connsiteX3" fmla="*/ 170460 w 172449"/>
                <a:gd name="connsiteY3" fmla="*/ 6 h 170903"/>
                <a:gd name="connsiteX4" fmla="*/ 165888 w 172449"/>
                <a:gd name="connsiteY4" fmla="*/ 6959 h 170903"/>
                <a:gd name="connsiteX5" fmla="*/ 69114 w 172449"/>
                <a:gd name="connsiteY5" fmla="*/ 45440 h 170903"/>
                <a:gd name="connsiteX6" fmla="*/ 2058 w 172449"/>
                <a:gd name="connsiteY6" fmla="*/ 146405 h 170903"/>
                <a:gd name="connsiteX7" fmla="*/ 6344 w 172449"/>
                <a:gd name="connsiteY7" fmla="*/ 159454 h 170903"/>
                <a:gd name="connsiteX8" fmla="*/ 8439 w 172449"/>
                <a:gd name="connsiteY8" fmla="*/ 146215 h 170903"/>
                <a:gd name="connsiteX9" fmla="*/ 67209 w 172449"/>
                <a:gd name="connsiteY9" fmla="*/ 73348 h 170903"/>
                <a:gd name="connsiteX10" fmla="*/ 72638 w 172449"/>
                <a:gd name="connsiteY10" fmla="*/ 68205 h 170903"/>
                <a:gd name="connsiteX11" fmla="*/ 72162 w 172449"/>
                <a:gd name="connsiteY11" fmla="*/ 73158 h 170903"/>
                <a:gd name="connsiteX12" fmla="*/ 52445 w 172449"/>
                <a:gd name="connsiteY12" fmla="*/ 120878 h 170903"/>
                <a:gd name="connsiteX13" fmla="*/ 89592 w 172449"/>
                <a:gd name="connsiteY13" fmla="*/ 113544 h 170903"/>
                <a:gd name="connsiteX14" fmla="*/ 93688 w 172449"/>
                <a:gd name="connsiteY14" fmla="*/ 108495 h 170903"/>
                <a:gd name="connsiteX15" fmla="*/ 93974 w 172449"/>
                <a:gd name="connsiteY15" fmla="*/ 116020 h 170903"/>
                <a:gd name="connsiteX16" fmla="*/ 69304 w 172449"/>
                <a:gd name="connsiteY16" fmla="*/ 162502 h 170903"/>
                <a:gd name="connsiteX17" fmla="*/ 57207 w 172449"/>
                <a:gd name="connsiteY17" fmla="*/ 170313 h 170903"/>
                <a:gd name="connsiteX18" fmla="*/ 63684 w 172449"/>
                <a:gd name="connsiteY18" fmla="*/ 170694 h 170903"/>
                <a:gd name="connsiteX19" fmla="*/ 151124 w 172449"/>
                <a:gd name="connsiteY19" fmla="*/ 85159 h 170903"/>
                <a:gd name="connsiteX20" fmla="*/ 151410 w 172449"/>
                <a:gd name="connsiteY20" fmla="*/ 79920 h 170903"/>
                <a:gd name="connsiteX21" fmla="*/ 146361 w 172449"/>
                <a:gd name="connsiteY21" fmla="*/ 82873 h 170903"/>
                <a:gd name="connsiteX22" fmla="*/ 128740 w 172449"/>
                <a:gd name="connsiteY22" fmla="*/ 93637 h 170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2449" h="170903">
                  <a:moveTo>
                    <a:pt x="128740" y="93637"/>
                  </a:moveTo>
                  <a:cubicBezTo>
                    <a:pt x="116453" y="97542"/>
                    <a:pt x="103689" y="94399"/>
                    <a:pt x="103785" y="77920"/>
                  </a:cubicBezTo>
                  <a:cubicBezTo>
                    <a:pt x="103785" y="52774"/>
                    <a:pt x="162744" y="31724"/>
                    <a:pt x="170936" y="9816"/>
                  </a:cubicBezTo>
                  <a:cubicBezTo>
                    <a:pt x="172936" y="4387"/>
                    <a:pt x="173127" y="-185"/>
                    <a:pt x="170460" y="6"/>
                  </a:cubicBezTo>
                  <a:cubicBezTo>
                    <a:pt x="168555" y="101"/>
                    <a:pt x="170079" y="2863"/>
                    <a:pt x="165888" y="6959"/>
                  </a:cubicBezTo>
                  <a:cubicBezTo>
                    <a:pt x="141504" y="31438"/>
                    <a:pt x="100546" y="31343"/>
                    <a:pt x="69114" y="45440"/>
                  </a:cubicBezTo>
                  <a:cubicBezTo>
                    <a:pt x="48540" y="54679"/>
                    <a:pt x="-11849" y="83064"/>
                    <a:pt x="2058" y="146405"/>
                  </a:cubicBezTo>
                  <a:cubicBezTo>
                    <a:pt x="2724" y="149453"/>
                    <a:pt x="4534" y="159454"/>
                    <a:pt x="6344" y="159454"/>
                  </a:cubicBezTo>
                  <a:cubicBezTo>
                    <a:pt x="8439" y="159454"/>
                    <a:pt x="8439" y="153454"/>
                    <a:pt x="8439" y="146215"/>
                  </a:cubicBezTo>
                  <a:cubicBezTo>
                    <a:pt x="7963" y="108495"/>
                    <a:pt x="52635" y="98018"/>
                    <a:pt x="67209" y="73348"/>
                  </a:cubicBezTo>
                  <a:cubicBezTo>
                    <a:pt x="68923" y="70395"/>
                    <a:pt x="71971" y="66300"/>
                    <a:pt x="72638" y="68205"/>
                  </a:cubicBezTo>
                  <a:cubicBezTo>
                    <a:pt x="73019" y="69157"/>
                    <a:pt x="72733" y="70491"/>
                    <a:pt x="72162" y="73158"/>
                  </a:cubicBezTo>
                  <a:cubicBezTo>
                    <a:pt x="67590" y="93446"/>
                    <a:pt x="46444" y="106400"/>
                    <a:pt x="52445" y="120878"/>
                  </a:cubicBezTo>
                  <a:cubicBezTo>
                    <a:pt x="60255" y="139642"/>
                    <a:pt x="82639" y="125641"/>
                    <a:pt x="89592" y="113544"/>
                  </a:cubicBezTo>
                  <a:cubicBezTo>
                    <a:pt x="91402" y="110210"/>
                    <a:pt x="92450" y="108115"/>
                    <a:pt x="93688" y="108495"/>
                  </a:cubicBezTo>
                  <a:cubicBezTo>
                    <a:pt x="94641" y="108781"/>
                    <a:pt x="94545" y="112591"/>
                    <a:pt x="93974" y="116020"/>
                  </a:cubicBezTo>
                  <a:cubicBezTo>
                    <a:pt x="90259" y="137833"/>
                    <a:pt x="85306" y="150025"/>
                    <a:pt x="69304" y="162502"/>
                  </a:cubicBezTo>
                  <a:cubicBezTo>
                    <a:pt x="64161" y="166503"/>
                    <a:pt x="56160" y="167265"/>
                    <a:pt x="57207" y="170313"/>
                  </a:cubicBezTo>
                  <a:cubicBezTo>
                    <a:pt x="57493" y="171075"/>
                    <a:pt x="60922" y="170979"/>
                    <a:pt x="63684" y="170694"/>
                  </a:cubicBezTo>
                  <a:cubicBezTo>
                    <a:pt x="106166" y="167932"/>
                    <a:pt x="141694" y="117925"/>
                    <a:pt x="151124" y="85159"/>
                  </a:cubicBezTo>
                  <a:cubicBezTo>
                    <a:pt x="152076" y="82873"/>
                    <a:pt x="152362" y="80683"/>
                    <a:pt x="151410" y="79920"/>
                  </a:cubicBezTo>
                  <a:cubicBezTo>
                    <a:pt x="150171" y="78968"/>
                    <a:pt x="148266" y="81159"/>
                    <a:pt x="146361" y="82873"/>
                  </a:cubicBezTo>
                  <a:cubicBezTo>
                    <a:pt x="141504" y="87255"/>
                    <a:pt x="134836" y="91732"/>
                    <a:pt x="128740" y="93637"/>
                  </a:cubicBezTo>
                  <a:close/>
                </a:path>
              </a:pathLst>
            </a:custGeom>
            <a:grpFill/>
            <a:ln w="9525" cap="flat">
              <a:noFill/>
              <a:prstDash val="solid"/>
              <a:miter/>
            </a:ln>
          </p:spPr>
          <p:txBody>
            <a:bodyPr rtlCol="0" anchor="ctr"/>
            <a:lstStyle/>
            <a:p>
              <a:endParaRPr lang="en-GB"/>
            </a:p>
          </p:txBody>
        </p:sp>
        <p:sp>
          <p:nvSpPr>
            <p:cNvPr id="14" name="Vrije vorm: vorm 13">
              <a:extLst>
                <a:ext uri="{FF2B5EF4-FFF2-40B4-BE49-F238E27FC236}">
                  <a16:creationId xmlns:a16="http://schemas.microsoft.com/office/drawing/2014/main" id="{B788DDB6-EF97-F727-5009-6E0903065CE2}"/>
                </a:ext>
              </a:extLst>
            </p:cNvPr>
            <p:cNvSpPr>
              <a:spLocks noGrp="1" noRot="1" noMove="1" noResize="1" noEditPoints="1" noAdjustHandles="1" noChangeArrowheads="1" noChangeShapeType="1"/>
            </p:cNvSpPr>
            <p:nvPr/>
          </p:nvSpPr>
          <p:spPr>
            <a:xfrm>
              <a:off x="3391376" y="2588894"/>
              <a:ext cx="114680" cy="134397"/>
            </a:xfrm>
            <a:custGeom>
              <a:avLst/>
              <a:gdLst>
                <a:gd name="connsiteX0" fmla="*/ 24955 w 114680"/>
                <a:gd name="connsiteY0" fmla="*/ 55054 h 134397"/>
                <a:gd name="connsiteX1" fmla="*/ 57055 w 114680"/>
                <a:gd name="connsiteY1" fmla="*/ 17431 h 134397"/>
                <a:gd name="connsiteX2" fmla="*/ 89344 w 114680"/>
                <a:gd name="connsiteY2" fmla="*/ 55054 h 134397"/>
                <a:gd name="connsiteX3" fmla="*/ 24955 w 114680"/>
                <a:gd name="connsiteY3" fmla="*/ 55054 h 134397"/>
                <a:gd name="connsiteX4" fmla="*/ 114681 w 114680"/>
                <a:gd name="connsiteY4" fmla="*/ 71723 h 134397"/>
                <a:gd name="connsiteX5" fmla="*/ 114681 w 114680"/>
                <a:gd name="connsiteY5" fmla="*/ 59817 h 134397"/>
                <a:gd name="connsiteX6" fmla="*/ 58864 w 114680"/>
                <a:gd name="connsiteY6" fmla="*/ 0 h 134397"/>
                <a:gd name="connsiteX7" fmla="*/ 0 w 114680"/>
                <a:gd name="connsiteY7" fmla="*/ 68199 h 134397"/>
                <a:gd name="connsiteX8" fmla="*/ 56864 w 114680"/>
                <a:gd name="connsiteY8" fmla="*/ 134398 h 134397"/>
                <a:gd name="connsiteX9" fmla="*/ 113157 w 114680"/>
                <a:gd name="connsiteY9" fmla="*/ 91250 h 134397"/>
                <a:gd name="connsiteX10" fmla="*/ 87916 w 114680"/>
                <a:gd name="connsiteY10" fmla="*/ 91250 h 134397"/>
                <a:gd name="connsiteX11" fmla="*/ 57150 w 114680"/>
                <a:gd name="connsiteY11" fmla="*/ 116967 h 134397"/>
                <a:gd name="connsiteX12" fmla="*/ 24479 w 114680"/>
                <a:gd name="connsiteY12" fmla="*/ 71818 h 134397"/>
                <a:gd name="connsiteX13" fmla="*/ 114681 w 114680"/>
                <a:gd name="connsiteY13" fmla="*/ 71818 h 134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4680" h="134397">
                  <a:moveTo>
                    <a:pt x="24955" y="55054"/>
                  </a:moveTo>
                  <a:cubicBezTo>
                    <a:pt x="25146" y="35242"/>
                    <a:pt x="37052" y="17431"/>
                    <a:pt x="57055" y="17431"/>
                  </a:cubicBezTo>
                  <a:cubicBezTo>
                    <a:pt x="80296" y="17431"/>
                    <a:pt x="89344" y="33338"/>
                    <a:pt x="89344" y="55054"/>
                  </a:cubicBezTo>
                  <a:lnTo>
                    <a:pt x="24955" y="55054"/>
                  </a:lnTo>
                  <a:close/>
                  <a:moveTo>
                    <a:pt x="114681" y="71723"/>
                  </a:moveTo>
                  <a:lnTo>
                    <a:pt x="114681" y="59817"/>
                  </a:lnTo>
                  <a:cubicBezTo>
                    <a:pt x="114681" y="24765"/>
                    <a:pt x="94774" y="0"/>
                    <a:pt x="58864" y="0"/>
                  </a:cubicBezTo>
                  <a:cubicBezTo>
                    <a:pt x="18764" y="0"/>
                    <a:pt x="0" y="31051"/>
                    <a:pt x="0" y="68199"/>
                  </a:cubicBezTo>
                  <a:cubicBezTo>
                    <a:pt x="0" y="105537"/>
                    <a:pt x="16192" y="134398"/>
                    <a:pt x="56864" y="134398"/>
                  </a:cubicBezTo>
                  <a:cubicBezTo>
                    <a:pt x="87154" y="134398"/>
                    <a:pt x="109347" y="120015"/>
                    <a:pt x="113157" y="91250"/>
                  </a:cubicBezTo>
                  <a:lnTo>
                    <a:pt x="87916" y="91250"/>
                  </a:lnTo>
                  <a:cubicBezTo>
                    <a:pt x="85154" y="109633"/>
                    <a:pt x="75819" y="116967"/>
                    <a:pt x="57150" y="116967"/>
                  </a:cubicBezTo>
                  <a:cubicBezTo>
                    <a:pt x="32671" y="116967"/>
                    <a:pt x="24479" y="95155"/>
                    <a:pt x="24479" y="71818"/>
                  </a:cubicBezTo>
                  <a:lnTo>
                    <a:pt x="114681" y="71818"/>
                  </a:lnTo>
                  <a:close/>
                </a:path>
              </a:pathLst>
            </a:custGeom>
            <a:grpFill/>
            <a:ln w="9525" cap="flat">
              <a:noFill/>
              <a:prstDash val="solid"/>
              <a:miter/>
            </a:ln>
          </p:spPr>
          <p:txBody>
            <a:bodyPr rtlCol="0" anchor="ctr"/>
            <a:lstStyle/>
            <a:p>
              <a:endParaRPr lang="en-GB"/>
            </a:p>
          </p:txBody>
        </p:sp>
        <p:sp>
          <p:nvSpPr>
            <p:cNvPr id="15" name="Vrije vorm: vorm 14">
              <a:extLst>
                <a:ext uri="{FF2B5EF4-FFF2-40B4-BE49-F238E27FC236}">
                  <a16:creationId xmlns:a16="http://schemas.microsoft.com/office/drawing/2014/main" id="{94FA6C1F-C8CB-57A9-5C49-001F6E8FF855}"/>
                </a:ext>
              </a:extLst>
            </p:cNvPr>
            <p:cNvSpPr>
              <a:spLocks noGrp="1" noRot="1" noMove="1" noResize="1" noEditPoints="1" noAdjustHandles="1" noChangeArrowheads="1" noChangeShapeType="1"/>
            </p:cNvSpPr>
            <p:nvPr/>
          </p:nvSpPr>
          <p:spPr>
            <a:xfrm>
              <a:off x="3535108" y="2537173"/>
              <a:ext cx="24003" cy="182213"/>
            </a:xfrm>
            <a:custGeom>
              <a:avLst/>
              <a:gdLst>
                <a:gd name="connsiteX0" fmla="*/ 0 w 24003"/>
                <a:gd name="connsiteY0" fmla="*/ 0 h 182213"/>
                <a:gd name="connsiteX1" fmla="*/ 24003 w 24003"/>
                <a:gd name="connsiteY1" fmla="*/ 0 h 182213"/>
                <a:gd name="connsiteX2" fmla="*/ 24003 w 24003"/>
                <a:gd name="connsiteY2" fmla="*/ 182213 h 182213"/>
                <a:gd name="connsiteX3" fmla="*/ 0 w 24003"/>
                <a:gd name="connsiteY3" fmla="*/ 182213 h 182213"/>
              </a:gdLst>
              <a:ahLst/>
              <a:cxnLst>
                <a:cxn ang="0">
                  <a:pos x="connsiteX0" y="connsiteY0"/>
                </a:cxn>
                <a:cxn ang="0">
                  <a:pos x="connsiteX1" y="connsiteY1"/>
                </a:cxn>
                <a:cxn ang="0">
                  <a:pos x="connsiteX2" y="connsiteY2"/>
                </a:cxn>
                <a:cxn ang="0">
                  <a:pos x="connsiteX3" y="connsiteY3"/>
                </a:cxn>
              </a:cxnLst>
              <a:rect l="l" t="t" r="r" b="b"/>
              <a:pathLst>
                <a:path w="24003" h="182213">
                  <a:moveTo>
                    <a:pt x="0" y="0"/>
                  </a:moveTo>
                  <a:lnTo>
                    <a:pt x="24003" y="0"/>
                  </a:lnTo>
                  <a:lnTo>
                    <a:pt x="24003" y="182213"/>
                  </a:lnTo>
                  <a:lnTo>
                    <a:pt x="0" y="182213"/>
                  </a:lnTo>
                  <a:close/>
                </a:path>
              </a:pathLst>
            </a:custGeom>
            <a:grpFill/>
            <a:ln w="9525" cap="flat">
              <a:noFill/>
              <a:prstDash val="solid"/>
              <a:miter/>
            </a:ln>
          </p:spPr>
          <p:txBody>
            <a:bodyPr rtlCol="0" anchor="ctr"/>
            <a:lstStyle/>
            <a:p>
              <a:endParaRPr lang="en-GB"/>
            </a:p>
          </p:txBody>
        </p:sp>
        <p:sp>
          <p:nvSpPr>
            <p:cNvPr id="16" name="Vrije vorm: vorm 15">
              <a:extLst>
                <a:ext uri="{FF2B5EF4-FFF2-40B4-BE49-F238E27FC236}">
                  <a16:creationId xmlns:a16="http://schemas.microsoft.com/office/drawing/2014/main" id="{16A3CDC8-B743-992B-27EF-E6404DA86E2E}"/>
                </a:ext>
              </a:extLst>
            </p:cNvPr>
            <p:cNvSpPr>
              <a:spLocks noGrp="1" noRot="1" noMove="1" noResize="1" noEditPoints="1" noAdjustHandles="1" noChangeArrowheads="1" noChangeShapeType="1"/>
            </p:cNvSpPr>
            <p:nvPr/>
          </p:nvSpPr>
          <p:spPr>
            <a:xfrm>
              <a:off x="3585591" y="2533363"/>
              <a:ext cx="81533" cy="186023"/>
            </a:xfrm>
            <a:custGeom>
              <a:avLst/>
              <a:gdLst>
                <a:gd name="connsiteX0" fmla="*/ 48768 w 81533"/>
                <a:gd name="connsiteY0" fmla="*/ 186023 h 186023"/>
                <a:gd name="connsiteX1" fmla="*/ 48768 w 81533"/>
                <a:gd name="connsiteY1" fmla="*/ 76009 h 186023"/>
                <a:gd name="connsiteX2" fmla="*/ 78010 w 81533"/>
                <a:gd name="connsiteY2" fmla="*/ 76009 h 186023"/>
                <a:gd name="connsiteX3" fmla="*/ 78010 w 81533"/>
                <a:gd name="connsiteY3" fmla="*/ 59341 h 186023"/>
                <a:gd name="connsiteX4" fmla="*/ 48768 w 81533"/>
                <a:gd name="connsiteY4" fmla="*/ 59341 h 186023"/>
                <a:gd name="connsiteX5" fmla="*/ 48768 w 81533"/>
                <a:gd name="connsiteY5" fmla="*/ 38862 h 186023"/>
                <a:gd name="connsiteX6" fmla="*/ 69437 w 81533"/>
                <a:gd name="connsiteY6" fmla="*/ 21717 h 186023"/>
                <a:gd name="connsiteX7" fmla="*/ 81534 w 81533"/>
                <a:gd name="connsiteY7" fmla="*/ 22479 h 186023"/>
                <a:gd name="connsiteX8" fmla="*/ 81534 w 81533"/>
                <a:gd name="connsiteY8" fmla="*/ 2572 h 186023"/>
                <a:gd name="connsiteX9" fmla="*/ 64389 w 81533"/>
                <a:gd name="connsiteY9" fmla="*/ 0 h 186023"/>
                <a:gd name="connsiteX10" fmla="*/ 24765 w 81533"/>
                <a:gd name="connsiteY10" fmla="*/ 35624 h 186023"/>
                <a:gd name="connsiteX11" fmla="*/ 24765 w 81533"/>
                <a:gd name="connsiteY11" fmla="*/ 59341 h 186023"/>
                <a:gd name="connsiteX12" fmla="*/ 0 w 81533"/>
                <a:gd name="connsiteY12" fmla="*/ 59341 h 186023"/>
                <a:gd name="connsiteX13" fmla="*/ 0 w 81533"/>
                <a:gd name="connsiteY13" fmla="*/ 76009 h 186023"/>
                <a:gd name="connsiteX14" fmla="*/ 24765 w 81533"/>
                <a:gd name="connsiteY14" fmla="*/ 76009 h 186023"/>
                <a:gd name="connsiteX15" fmla="*/ 24765 w 81533"/>
                <a:gd name="connsiteY15" fmla="*/ 186023 h 186023"/>
                <a:gd name="connsiteX16" fmla="*/ 48768 w 81533"/>
                <a:gd name="connsiteY16" fmla="*/ 186023 h 186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1533" h="186023">
                  <a:moveTo>
                    <a:pt x="48768" y="186023"/>
                  </a:moveTo>
                  <a:lnTo>
                    <a:pt x="48768" y="76009"/>
                  </a:lnTo>
                  <a:lnTo>
                    <a:pt x="78010" y="76009"/>
                  </a:lnTo>
                  <a:lnTo>
                    <a:pt x="78010" y="59341"/>
                  </a:lnTo>
                  <a:lnTo>
                    <a:pt x="48768" y="59341"/>
                  </a:lnTo>
                  <a:lnTo>
                    <a:pt x="48768" y="38862"/>
                  </a:lnTo>
                  <a:cubicBezTo>
                    <a:pt x="48768" y="24193"/>
                    <a:pt x="55817" y="21717"/>
                    <a:pt x="69437" y="21717"/>
                  </a:cubicBezTo>
                  <a:cubicBezTo>
                    <a:pt x="73438" y="21717"/>
                    <a:pt x="77533" y="22193"/>
                    <a:pt x="81534" y="22479"/>
                  </a:cubicBezTo>
                  <a:lnTo>
                    <a:pt x="81534" y="2572"/>
                  </a:lnTo>
                  <a:cubicBezTo>
                    <a:pt x="75914" y="1333"/>
                    <a:pt x="70199" y="0"/>
                    <a:pt x="64389" y="0"/>
                  </a:cubicBezTo>
                  <a:cubicBezTo>
                    <a:pt x="41720" y="0"/>
                    <a:pt x="24765" y="11430"/>
                    <a:pt x="24765" y="35624"/>
                  </a:cubicBezTo>
                  <a:lnTo>
                    <a:pt x="24765" y="59341"/>
                  </a:lnTo>
                  <a:lnTo>
                    <a:pt x="0" y="59341"/>
                  </a:lnTo>
                  <a:lnTo>
                    <a:pt x="0" y="76009"/>
                  </a:lnTo>
                  <a:lnTo>
                    <a:pt x="24765" y="76009"/>
                  </a:lnTo>
                  <a:lnTo>
                    <a:pt x="24765" y="186023"/>
                  </a:lnTo>
                  <a:lnTo>
                    <a:pt x="48768" y="186023"/>
                  </a:lnTo>
                  <a:close/>
                </a:path>
              </a:pathLst>
            </a:custGeom>
            <a:grpFill/>
            <a:ln w="9525" cap="flat">
              <a:noFill/>
              <a:prstDash val="solid"/>
              <a:miter/>
            </a:ln>
          </p:spPr>
          <p:txBody>
            <a:bodyPr rtlCol="0" anchor="ctr"/>
            <a:lstStyle/>
            <a:p>
              <a:endParaRPr lang="en-GB"/>
            </a:p>
          </p:txBody>
        </p:sp>
        <p:sp>
          <p:nvSpPr>
            <p:cNvPr id="17" name="Vrije vorm: vorm 16">
              <a:extLst>
                <a:ext uri="{FF2B5EF4-FFF2-40B4-BE49-F238E27FC236}">
                  <a16:creationId xmlns:a16="http://schemas.microsoft.com/office/drawing/2014/main" id="{88E32565-559D-E724-512C-6994CD123156}"/>
                </a:ext>
              </a:extLst>
            </p:cNvPr>
            <p:cNvSpPr>
              <a:spLocks noGrp="1" noRot="1" noMove="1" noResize="1" noEditPoints="1" noAdjustHandles="1" noChangeArrowheads="1" noChangeShapeType="1"/>
            </p:cNvSpPr>
            <p:nvPr/>
          </p:nvSpPr>
          <p:spPr>
            <a:xfrm>
              <a:off x="3677316" y="2558224"/>
              <a:ext cx="74961" cy="164972"/>
            </a:xfrm>
            <a:custGeom>
              <a:avLst/>
              <a:gdLst>
                <a:gd name="connsiteX0" fmla="*/ 0 w 74961"/>
                <a:gd name="connsiteY0" fmla="*/ 34480 h 164972"/>
                <a:gd name="connsiteX1" fmla="*/ 0 w 74961"/>
                <a:gd name="connsiteY1" fmla="*/ 51149 h 164972"/>
                <a:gd name="connsiteX2" fmla="*/ 21717 w 74961"/>
                <a:gd name="connsiteY2" fmla="*/ 51149 h 164972"/>
                <a:gd name="connsiteX3" fmla="*/ 21717 w 74961"/>
                <a:gd name="connsiteY3" fmla="*/ 131921 h 164972"/>
                <a:gd name="connsiteX4" fmla="*/ 57626 w 74961"/>
                <a:gd name="connsiteY4" fmla="*/ 164973 h 164972"/>
                <a:gd name="connsiteX5" fmla="*/ 74009 w 74961"/>
                <a:gd name="connsiteY5" fmla="*/ 163449 h 164972"/>
                <a:gd name="connsiteX6" fmla="*/ 74009 w 74961"/>
                <a:gd name="connsiteY6" fmla="*/ 145066 h 164972"/>
                <a:gd name="connsiteX7" fmla="*/ 61341 w 74961"/>
                <a:gd name="connsiteY7" fmla="*/ 146590 h 164972"/>
                <a:gd name="connsiteX8" fmla="*/ 45720 w 74961"/>
                <a:gd name="connsiteY8" fmla="*/ 133255 h 164972"/>
                <a:gd name="connsiteX9" fmla="*/ 45720 w 74961"/>
                <a:gd name="connsiteY9" fmla="*/ 51245 h 164972"/>
                <a:gd name="connsiteX10" fmla="*/ 74962 w 74961"/>
                <a:gd name="connsiteY10" fmla="*/ 51245 h 164972"/>
                <a:gd name="connsiteX11" fmla="*/ 74962 w 74961"/>
                <a:gd name="connsiteY11" fmla="*/ 34576 h 164972"/>
                <a:gd name="connsiteX12" fmla="*/ 45720 w 74961"/>
                <a:gd name="connsiteY12" fmla="*/ 34576 h 164972"/>
                <a:gd name="connsiteX13" fmla="*/ 45720 w 74961"/>
                <a:gd name="connsiteY13" fmla="*/ 0 h 164972"/>
                <a:gd name="connsiteX14" fmla="*/ 21717 w 74961"/>
                <a:gd name="connsiteY14" fmla="*/ 7525 h 164972"/>
                <a:gd name="connsiteX15" fmla="*/ 21717 w 74961"/>
                <a:gd name="connsiteY15" fmla="*/ 34576 h 164972"/>
                <a:gd name="connsiteX16" fmla="*/ 0 w 74961"/>
                <a:gd name="connsiteY16" fmla="*/ 34480 h 164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961" h="164972">
                  <a:moveTo>
                    <a:pt x="0" y="34480"/>
                  </a:moveTo>
                  <a:lnTo>
                    <a:pt x="0" y="51149"/>
                  </a:lnTo>
                  <a:lnTo>
                    <a:pt x="21717" y="51149"/>
                  </a:lnTo>
                  <a:lnTo>
                    <a:pt x="21717" y="131921"/>
                  </a:lnTo>
                  <a:cubicBezTo>
                    <a:pt x="21717" y="148780"/>
                    <a:pt x="22003" y="164973"/>
                    <a:pt x="57626" y="164973"/>
                  </a:cubicBezTo>
                  <a:cubicBezTo>
                    <a:pt x="63151" y="164973"/>
                    <a:pt x="68389" y="164497"/>
                    <a:pt x="74009" y="163449"/>
                  </a:cubicBezTo>
                  <a:lnTo>
                    <a:pt x="74009" y="145066"/>
                  </a:lnTo>
                  <a:cubicBezTo>
                    <a:pt x="70104" y="146018"/>
                    <a:pt x="65151" y="146590"/>
                    <a:pt x="61341" y="146590"/>
                  </a:cubicBezTo>
                  <a:cubicBezTo>
                    <a:pt x="52768" y="146590"/>
                    <a:pt x="45720" y="142304"/>
                    <a:pt x="45720" y="133255"/>
                  </a:cubicBezTo>
                  <a:lnTo>
                    <a:pt x="45720" y="51245"/>
                  </a:lnTo>
                  <a:lnTo>
                    <a:pt x="74962" y="51245"/>
                  </a:lnTo>
                  <a:lnTo>
                    <a:pt x="74962" y="34576"/>
                  </a:lnTo>
                  <a:lnTo>
                    <a:pt x="45720" y="34576"/>
                  </a:lnTo>
                  <a:lnTo>
                    <a:pt x="45720" y="0"/>
                  </a:lnTo>
                  <a:lnTo>
                    <a:pt x="21717" y="7525"/>
                  </a:lnTo>
                  <a:lnTo>
                    <a:pt x="21717" y="34576"/>
                  </a:lnTo>
                  <a:lnTo>
                    <a:pt x="0" y="34480"/>
                  </a:lnTo>
                  <a:close/>
                </a:path>
              </a:pathLst>
            </a:custGeom>
            <a:grpFill/>
            <a:ln w="9525" cap="flat">
              <a:noFill/>
              <a:prstDash val="solid"/>
              <a:miter/>
            </a:ln>
          </p:spPr>
          <p:txBody>
            <a:bodyPr rtlCol="0" anchor="ctr"/>
            <a:lstStyle/>
            <a:p>
              <a:endParaRPr lang="en-GB"/>
            </a:p>
          </p:txBody>
        </p:sp>
        <p:sp>
          <p:nvSpPr>
            <p:cNvPr id="19" name="Vrije vorm: vorm 18">
              <a:extLst>
                <a:ext uri="{FF2B5EF4-FFF2-40B4-BE49-F238E27FC236}">
                  <a16:creationId xmlns:a16="http://schemas.microsoft.com/office/drawing/2014/main" id="{9E2808C1-607A-8070-888F-F8F44C353592}"/>
                </a:ext>
              </a:extLst>
            </p:cNvPr>
            <p:cNvSpPr>
              <a:spLocks noGrp="1" noRot="1" noMove="1" noResize="1" noEditPoints="1" noAdjustHandles="1" noChangeArrowheads="1" noChangeShapeType="1"/>
            </p:cNvSpPr>
            <p:nvPr/>
          </p:nvSpPr>
          <p:spPr>
            <a:xfrm>
              <a:off x="3219450" y="2537078"/>
              <a:ext cx="148685" cy="182308"/>
            </a:xfrm>
            <a:custGeom>
              <a:avLst/>
              <a:gdLst>
                <a:gd name="connsiteX0" fmla="*/ 0 w 148685"/>
                <a:gd name="connsiteY0" fmla="*/ 182309 h 182308"/>
                <a:gd name="connsiteX1" fmla="*/ 62579 w 148685"/>
                <a:gd name="connsiteY1" fmla="*/ 182309 h 182308"/>
                <a:gd name="connsiteX2" fmla="*/ 148685 w 148685"/>
                <a:gd name="connsiteY2" fmla="*/ 91154 h 182308"/>
                <a:gd name="connsiteX3" fmla="*/ 62579 w 148685"/>
                <a:gd name="connsiteY3" fmla="*/ 0 h 182308"/>
                <a:gd name="connsiteX4" fmla="*/ 0 w 148685"/>
                <a:gd name="connsiteY4" fmla="*/ 0 h 182308"/>
                <a:gd name="connsiteX5" fmla="*/ 0 w 148685"/>
                <a:gd name="connsiteY5" fmla="*/ 182309 h 182308"/>
                <a:gd name="connsiteX6" fmla="*/ 25241 w 148685"/>
                <a:gd name="connsiteY6" fmla="*/ 21812 h 182308"/>
                <a:gd name="connsiteX7" fmla="*/ 62579 w 148685"/>
                <a:gd name="connsiteY7" fmla="*/ 21812 h 182308"/>
                <a:gd name="connsiteX8" fmla="*/ 122206 w 148685"/>
                <a:gd name="connsiteY8" fmla="*/ 91250 h 182308"/>
                <a:gd name="connsiteX9" fmla="*/ 62579 w 148685"/>
                <a:gd name="connsiteY9" fmla="*/ 160687 h 182308"/>
                <a:gd name="connsiteX10" fmla="*/ 25241 w 148685"/>
                <a:gd name="connsiteY10" fmla="*/ 160687 h 182308"/>
                <a:gd name="connsiteX11" fmla="*/ 25241 w 148685"/>
                <a:gd name="connsiteY11" fmla="*/ 21812 h 1823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8685" h="182308">
                  <a:moveTo>
                    <a:pt x="0" y="182309"/>
                  </a:moveTo>
                  <a:lnTo>
                    <a:pt x="62579" y="182309"/>
                  </a:lnTo>
                  <a:cubicBezTo>
                    <a:pt x="140494" y="182309"/>
                    <a:pt x="148685" y="116300"/>
                    <a:pt x="148685" y="91154"/>
                  </a:cubicBezTo>
                  <a:cubicBezTo>
                    <a:pt x="148685" y="66008"/>
                    <a:pt x="140494" y="0"/>
                    <a:pt x="62579" y="0"/>
                  </a:cubicBezTo>
                  <a:lnTo>
                    <a:pt x="0" y="0"/>
                  </a:lnTo>
                  <a:lnTo>
                    <a:pt x="0" y="182309"/>
                  </a:lnTo>
                  <a:close/>
                  <a:moveTo>
                    <a:pt x="25241" y="21812"/>
                  </a:moveTo>
                  <a:lnTo>
                    <a:pt x="62579" y="21812"/>
                  </a:lnTo>
                  <a:cubicBezTo>
                    <a:pt x="104680" y="21812"/>
                    <a:pt x="122206" y="53626"/>
                    <a:pt x="122206" y="91250"/>
                  </a:cubicBezTo>
                  <a:cubicBezTo>
                    <a:pt x="122206" y="128873"/>
                    <a:pt x="104680" y="160687"/>
                    <a:pt x="62579" y="160687"/>
                  </a:cubicBezTo>
                  <a:lnTo>
                    <a:pt x="25241" y="160687"/>
                  </a:lnTo>
                  <a:lnTo>
                    <a:pt x="25241" y="21812"/>
                  </a:lnTo>
                  <a:close/>
                </a:path>
              </a:pathLst>
            </a:custGeom>
            <a:grpFill/>
            <a:ln w="9525" cap="flat">
              <a:noFill/>
              <a:prstDash val="solid"/>
              <a:miter/>
            </a:ln>
          </p:spPr>
          <p:txBody>
            <a:bodyPr rtlCol="0" anchor="ctr"/>
            <a:lstStyle/>
            <a:p>
              <a:endParaRPr lang="en-GB"/>
            </a:p>
          </p:txBody>
        </p:sp>
      </p:grpSp>
      <p:grpSp>
        <p:nvGrpSpPr>
          <p:cNvPr id="4" name="INSTRUCTION">
            <a:extLst>
              <a:ext uri="{FF2B5EF4-FFF2-40B4-BE49-F238E27FC236}">
                <a16:creationId xmlns:a16="http://schemas.microsoft.com/office/drawing/2014/main" id="{D59144BE-8A99-C269-400B-9D68868F4A97}"/>
              </a:ext>
            </a:extLst>
          </p:cNvPr>
          <p:cNvGrpSpPr/>
          <p:nvPr userDrawn="1"/>
        </p:nvGrpSpPr>
        <p:grpSpPr>
          <a:xfrm>
            <a:off x="-3786437" y="0"/>
            <a:ext cx="3693386" cy="5359349"/>
            <a:chOff x="-3786437" y="0"/>
            <a:chExt cx="3693386" cy="5359349"/>
          </a:xfrm>
        </p:grpSpPr>
        <p:sp>
          <p:nvSpPr>
            <p:cNvPr id="9" name="Rechthoek 8">
              <a:extLst>
                <a:ext uri="{FF2B5EF4-FFF2-40B4-BE49-F238E27FC236}">
                  <a16:creationId xmlns:a16="http://schemas.microsoft.com/office/drawing/2014/main" id="{85A5382D-8A23-F76B-A3F1-65EB2AB1E73C}"/>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Choosing text levels</a:t>
              </a:r>
            </a:p>
          </p:txBody>
        </p:sp>
        <p:sp>
          <p:nvSpPr>
            <p:cNvPr id="20" name="Rechthoek 19">
              <a:extLst>
                <a:ext uri="{FF2B5EF4-FFF2-40B4-BE49-F238E27FC236}">
                  <a16:creationId xmlns:a16="http://schemas.microsoft.com/office/drawing/2014/main" id="{585F4107-57F5-3D45-FA66-E5D502BA3C91}"/>
                </a:ext>
              </a:extLst>
            </p:cNvPr>
            <p:cNvSpPr/>
            <p:nvPr userDrawn="1"/>
          </p:nvSpPr>
          <p:spPr>
            <a:xfrm>
              <a:off x="-3786165" y="1707400"/>
              <a:ext cx="3593091" cy="2836018"/>
            </a:xfrm>
            <a:prstGeom prst="rect">
              <a:avLst/>
            </a:prstGeom>
            <a:solidFill>
              <a:schemeClr val="accent1"/>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 </a:t>
              </a:r>
            </a:p>
          </p:txBody>
        </p:sp>
        <p:sp>
          <p:nvSpPr>
            <p:cNvPr id="21" name="Ovaal 20">
              <a:extLst>
                <a:ext uri="{FF2B5EF4-FFF2-40B4-BE49-F238E27FC236}">
                  <a16:creationId xmlns:a16="http://schemas.microsoft.com/office/drawing/2014/main" id="{B299F5A0-F482-489E-08B8-C3ACCE28C5EC}"/>
                </a:ext>
              </a:extLst>
            </p:cNvPr>
            <p:cNvSpPr/>
            <p:nvPr userDrawn="1"/>
          </p:nvSpPr>
          <p:spPr>
            <a:xfrm>
              <a:off x="-3604183" y="1837484"/>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1</a:t>
              </a:r>
            </a:p>
          </p:txBody>
        </p:sp>
        <p:sp>
          <p:nvSpPr>
            <p:cNvPr id="22" name="Rechthoek 21">
              <a:extLst>
                <a:ext uri="{FF2B5EF4-FFF2-40B4-BE49-F238E27FC236}">
                  <a16:creationId xmlns:a16="http://schemas.microsoft.com/office/drawing/2014/main" id="{049F51C4-3C5A-60E2-BFFF-74FD546D00E0}"/>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357188" marR="0" lvl="0" indent="-357188" defTabSz="914400" eaLnBrk="1" fontAlgn="auto" latinLnBrk="0" hangingPunct="1">
                <a:lnSpc>
                  <a:spcPct val="100000"/>
                </a:lnSpc>
                <a:spcBef>
                  <a:spcPts val="600"/>
                </a:spcBef>
                <a:spcAft>
                  <a:spcPts val="600"/>
                </a:spcAft>
                <a:buClr>
                  <a:schemeClr val="bg1"/>
                </a:buClr>
                <a:buSzTx/>
                <a:buFont typeface="Calibri" panose="020F0502020204030204" pitchFamily="34" charset="0"/>
                <a:buChar char="•"/>
                <a:tabLst/>
                <a:defRPr/>
              </a:pPr>
              <a:r>
                <a:rPr kumimoji="0" lang="en-GB" sz="1400" b="0" i="0" u="none" strike="noStrike" kern="0" cap="none" spc="0" normalizeH="0" baseline="0" noProof="0" dirty="0">
                  <a:ln>
                    <a:noFill/>
                  </a:ln>
                  <a:solidFill>
                    <a:schemeClr val="bg1"/>
                  </a:solidFill>
                  <a:effectLst/>
                  <a:uLnTx/>
                  <a:uFillTx/>
                  <a:latin typeface="+mj-lt"/>
                  <a:cs typeface="Calibri" panose="020F0502020204030204" pitchFamily="34" charset="0"/>
                </a:rPr>
                <a:t>Bullet</a:t>
              </a:r>
            </a:p>
          </p:txBody>
        </p:sp>
        <p:sp>
          <p:nvSpPr>
            <p:cNvPr id="23" name="Ovaal 22">
              <a:extLst>
                <a:ext uri="{FF2B5EF4-FFF2-40B4-BE49-F238E27FC236}">
                  <a16:creationId xmlns:a16="http://schemas.microsoft.com/office/drawing/2014/main" id="{76E32F7F-E128-95D1-2361-829273F04153}"/>
                </a:ext>
              </a:extLst>
            </p:cNvPr>
            <p:cNvSpPr/>
            <p:nvPr userDrawn="1"/>
          </p:nvSpPr>
          <p:spPr>
            <a:xfrm>
              <a:off x="-3604183" y="2128768"/>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2</a:t>
              </a:r>
            </a:p>
          </p:txBody>
        </p:sp>
        <p:sp>
          <p:nvSpPr>
            <p:cNvPr id="24" name="Rechthoek 23">
              <a:extLst>
                <a:ext uri="{FF2B5EF4-FFF2-40B4-BE49-F238E27FC236}">
                  <a16:creationId xmlns:a16="http://schemas.microsoft.com/office/drawing/2014/main" id="{C0DF96B0-1604-48C1-6604-90470CDE1794}"/>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Under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‘Home’</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use the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list level-buttons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to choose a text level. </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Choose from:</a:t>
              </a:r>
            </a:p>
          </p:txBody>
        </p:sp>
        <p:sp>
          <p:nvSpPr>
            <p:cNvPr id="25" name="Rechthoek 24">
              <a:extLst>
                <a:ext uri="{FF2B5EF4-FFF2-40B4-BE49-F238E27FC236}">
                  <a16:creationId xmlns:a16="http://schemas.microsoft.com/office/drawing/2014/main" id="{8EC8AD8A-2671-9A8F-C175-93DD5AFFAB0A}"/>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715963" marR="0" lvl="0" indent="-358775" defTabSz="914400" eaLnBrk="1" fontAlgn="auto" latinLnBrk="0" hangingPunct="1">
                <a:lnSpc>
                  <a:spcPct val="100000"/>
                </a:lnSpc>
                <a:spcBef>
                  <a:spcPts val="600"/>
                </a:spcBef>
                <a:spcAft>
                  <a:spcPts val="600"/>
                </a:spcAft>
                <a:buClr>
                  <a:schemeClr val="bg1"/>
                </a:buClr>
                <a:buSzTx/>
                <a:buFont typeface="Calibri" panose="020F0502020204030204" pitchFamily="34" charset="0"/>
                <a:buChar char="•"/>
                <a:tabLst/>
                <a:defRPr/>
              </a:pPr>
              <a:r>
                <a:rPr kumimoji="0" lang="en-GB" sz="1400" b="0" i="0" u="none" strike="noStrike" kern="0" cap="none" spc="0" normalizeH="0" baseline="0" noProof="0" dirty="0">
                  <a:ln>
                    <a:noFill/>
                  </a:ln>
                  <a:solidFill>
                    <a:schemeClr val="bg1"/>
                  </a:solidFill>
                  <a:effectLst/>
                  <a:uLnTx/>
                  <a:uFillTx/>
                  <a:latin typeface="+mj-lt"/>
                  <a:cs typeface="Calibri" panose="020F0502020204030204" pitchFamily="34" charset="0"/>
                </a:rPr>
                <a:t>Sub-bullet </a:t>
              </a:r>
            </a:p>
          </p:txBody>
        </p:sp>
        <p:sp>
          <p:nvSpPr>
            <p:cNvPr id="26" name="Ovaal 25">
              <a:extLst>
                <a:ext uri="{FF2B5EF4-FFF2-40B4-BE49-F238E27FC236}">
                  <a16:creationId xmlns:a16="http://schemas.microsoft.com/office/drawing/2014/main" id="{265F716A-AA9E-B614-2FC4-EEC8024E65CE}"/>
                </a:ext>
              </a:extLst>
            </p:cNvPr>
            <p:cNvSpPr/>
            <p:nvPr userDrawn="1"/>
          </p:nvSpPr>
          <p:spPr>
            <a:xfrm>
              <a:off x="-3604183" y="2420052"/>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3</a:t>
              </a:r>
            </a:p>
          </p:txBody>
        </p:sp>
        <p:sp>
          <p:nvSpPr>
            <p:cNvPr id="27" name="Rechthoek 26">
              <a:extLst>
                <a:ext uri="{FF2B5EF4-FFF2-40B4-BE49-F238E27FC236}">
                  <a16:creationId xmlns:a16="http://schemas.microsoft.com/office/drawing/2014/main" id="{11C08510-D645-64A3-084E-EBD354CE4234}"/>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1400" b="0" i="0" u="none" strike="noStrike" kern="0" cap="none" spc="0" normalizeH="0" baseline="0" noProof="0" dirty="0">
                  <a:ln>
                    <a:noFill/>
                  </a:ln>
                  <a:solidFill>
                    <a:schemeClr val="bg1"/>
                  </a:solidFill>
                  <a:effectLst/>
                  <a:uLnTx/>
                  <a:uFillTx/>
                  <a:latin typeface="+mj-lt"/>
                  <a:cs typeface="Calibri" panose="020F0502020204030204" pitchFamily="34" charset="0"/>
                </a:rPr>
                <a:t>Default text</a:t>
              </a:r>
            </a:p>
          </p:txBody>
        </p:sp>
        <p:sp>
          <p:nvSpPr>
            <p:cNvPr id="28" name="Ovaal 27">
              <a:extLst>
                <a:ext uri="{FF2B5EF4-FFF2-40B4-BE49-F238E27FC236}">
                  <a16:creationId xmlns:a16="http://schemas.microsoft.com/office/drawing/2014/main" id="{B444B49A-F9D5-21ED-102D-6E091D25EC6F}"/>
                </a:ext>
              </a:extLst>
            </p:cNvPr>
            <p:cNvSpPr/>
            <p:nvPr userDrawn="1"/>
          </p:nvSpPr>
          <p:spPr>
            <a:xfrm>
              <a:off x="-3604183" y="2711336"/>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4</a:t>
              </a:r>
            </a:p>
          </p:txBody>
        </p:sp>
        <p:sp>
          <p:nvSpPr>
            <p:cNvPr id="29" name="Rechthoek 28">
              <a:extLst>
                <a:ext uri="{FF2B5EF4-FFF2-40B4-BE49-F238E27FC236}">
                  <a16:creationId xmlns:a16="http://schemas.microsoft.com/office/drawing/2014/main" id="{97390E05-6CD2-EDB9-0F6A-15D54C64A03D}"/>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2400" b="1" i="0" u="none" strike="noStrike" kern="0" cap="none" spc="0" normalizeH="0" baseline="0" noProof="0" dirty="0">
                  <a:ln>
                    <a:noFill/>
                  </a:ln>
                  <a:solidFill>
                    <a:schemeClr val="tx1"/>
                  </a:solidFill>
                  <a:effectLst/>
                  <a:uLnTx/>
                  <a:uFillTx/>
                  <a:latin typeface="+mj-lt"/>
                  <a:cs typeface="Calibri" panose="020F0502020204030204" pitchFamily="34" charset="0"/>
                </a:rPr>
                <a:t>Title/Quote</a:t>
              </a:r>
            </a:p>
          </p:txBody>
        </p:sp>
        <p:sp>
          <p:nvSpPr>
            <p:cNvPr id="30" name="Ovaal 29">
              <a:extLst>
                <a:ext uri="{FF2B5EF4-FFF2-40B4-BE49-F238E27FC236}">
                  <a16:creationId xmlns:a16="http://schemas.microsoft.com/office/drawing/2014/main" id="{C95ECFCE-D7E5-97D8-AA58-B03DAA66C035}"/>
                </a:ext>
              </a:extLst>
            </p:cNvPr>
            <p:cNvSpPr/>
            <p:nvPr userDrawn="1"/>
          </p:nvSpPr>
          <p:spPr>
            <a:xfrm>
              <a:off x="-3604183" y="3002620"/>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5</a:t>
              </a:r>
            </a:p>
          </p:txBody>
        </p:sp>
        <p:sp>
          <p:nvSpPr>
            <p:cNvPr id="31" name="Rechthoek 30">
              <a:extLst>
                <a:ext uri="{FF2B5EF4-FFF2-40B4-BE49-F238E27FC236}">
                  <a16:creationId xmlns:a16="http://schemas.microsoft.com/office/drawing/2014/main" id="{2305A90F-852F-3EC6-4C4A-A9A785C4B788}"/>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1800" b="0" i="0" u="none" strike="noStrike" kern="0" cap="none" spc="0" normalizeH="0" baseline="0" noProof="0" dirty="0">
                  <a:ln>
                    <a:noFill/>
                  </a:ln>
                  <a:solidFill>
                    <a:schemeClr val="tx1"/>
                  </a:solidFill>
                  <a:effectLst/>
                  <a:uLnTx/>
                  <a:uFillTx/>
                  <a:latin typeface="+mj-lt"/>
                  <a:cs typeface="Calibri" panose="020F0502020204030204" pitchFamily="34" charset="0"/>
                </a:rPr>
                <a:t>Subtitle</a:t>
              </a:r>
            </a:p>
          </p:txBody>
        </p:sp>
        <p:sp>
          <p:nvSpPr>
            <p:cNvPr id="32" name="Ovaal 31">
              <a:extLst>
                <a:ext uri="{FF2B5EF4-FFF2-40B4-BE49-F238E27FC236}">
                  <a16:creationId xmlns:a16="http://schemas.microsoft.com/office/drawing/2014/main" id="{389F6311-C221-8067-1126-EBDCAE0E5A69}"/>
                </a:ext>
              </a:extLst>
            </p:cNvPr>
            <p:cNvSpPr/>
            <p:nvPr userDrawn="1"/>
          </p:nvSpPr>
          <p:spPr>
            <a:xfrm>
              <a:off x="-3604183" y="3293904"/>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6</a:t>
              </a:r>
            </a:p>
          </p:txBody>
        </p:sp>
        <p:sp>
          <p:nvSpPr>
            <p:cNvPr id="33" name="Rechthoek 32">
              <a:extLst>
                <a:ext uri="{FF2B5EF4-FFF2-40B4-BE49-F238E27FC236}">
                  <a16:creationId xmlns:a16="http://schemas.microsoft.com/office/drawing/2014/main" id="{DF1A603A-EDDA-ED38-DA0F-11A7433FE611}"/>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357188" marR="0" lvl="0" indent="-357188" defTabSz="914400" eaLnBrk="1" fontAlgn="auto" latinLnBrk="0" hangingPunct="1">
                <a:lnSpc>
                  <a:spcPct val="100000"/>
                </a:lnSpc>
                <a:spcBef>
                  <a:spcPts val="600"/>
                </a:spcBef>
                <a:spcAft>
                  <a:spcPts val="600"/>
                </a:spcAft>
                <a:buClr>
                  <a:schemeClr val="bg1"/>
                </a:buClr>
                <a:buSzTx/>
                <a:buFont typeface="+mj-lt"/>
                <a:buAutoNum type="arabicPeriod"/>
                <a:tabLst/>
                <a:defRPr/>
              </a:pPr>
              <a:r>
                <a:rPr kumimoji="0" lang="en-GB" sz="1400" b="0" i="0" u="none" strike="noStrike" kern="0" cap="none" spc="0" normalizeH="0" baseline="0" noProof="0" dirty="0">
                  <a:ln>
                    <a:noFill/>
                  </a:ln>
                  <a:solidFill>
                    <a:schemeClr val="bg1"/>
                  </a:solidFill>
                  <a:effectLst/>
                  <a:uLnTx/>
                  <a:uFillTx/>
                  <a:latin typeface="+mj-lt"/>
                  <a:cs typeface="Calibri" panose="020F0502020204030204" pitchFamily="34" charset="0"/>
                </a:rPr>
                <a:t>Numerical bullet</a:t>
              </a:r>
            </a:p>
          </p:txBody>
        </p:sp>
        <p:sp>
          <p:nvSpPr>
            <p:cNvPr id="34" name="Ovaal 33">
              <a:extLst>
                <a:ext uri="{FF2B5EF4-FFF2-40B4-BE49-F238E27FC236}">
                  <a16:creationId xmlns:a16="http://schemas.microsoft.com/office/drawing/2014/main" id="{8A1A3B82-196E-A31E-A5FA-879340B397BE}"/>
                </a:ext>
              </a:extLst>
            </p:cNvPr>
            <p:cNvSpPr/>
            <p:nvPr userDrawn="1"/>
          </p:nvSpPr>
          <p:spPr>
            <a:xfrm>
              <a:off x="-3604183" y="3585188"/>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7</a:t>
              </a:r>
            </a:p>
          </p:txBody>
        </p:sp>
        <p:sp>
          <p:nvSpPr>
            <p:cNvPr id="35" name="Rechthoek 34">
              <a:extLst>
                <a:ext uri="{FF2B5EF4-FFF2-40B4-BE49-F238E27FC236}">
                  <a16:creationId xmlns:a16="http://schemas.microsoft.com/office/drawing/2014/main" id="{FB5D4B9B-DE21-7C2E-D713-A10D276DA878}"/>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342900" marR="0" lvl="0" indent="-342900" defTabSz="914400" eaLnBrk="1" fontAlgn="auto" latinLnBrk="0" hangingPunct="1">
                <a:lnSpc>
                  <a:spcPct val="100000"/>
                </a:lnSpc>
                <a:spcBef>
                  <a:spcPts val="600"/>
                </a:spcBef>
                <a:spcAft>
                  <a:spcPts val="600"/>
                </a:spcAft>
                <a:buClr>
                  <a:schemeClr val="bg1"/>
                </a:buClr>
                <a:buSzTx/>
                <a:buFont typeface="+mj-lt"/>
                <a:buAutoNum type="alphaLcPeriod"/>
                <a:tabLst/>
                <a:defRPr/>
              </a:pPr>
              <a:r>
                <a:rPr kumimoji="0" lang="en-GB" sz="1400" b="0" i="0" u="none" strike="noStrike" kern="0" cap="none" spc="0" normalizeH="0" baseline="0" noProof="0" dirty="0">
                  <a:ln>
                    <a:noFill/>
                  </a:ln>
                  <a:solidFill>
                    <a:schemeClr val="bg1"/>
                  </a:solidFill>
                  <a:effectLst/>
                  <a:uLnTx/>
                  <a:uFillTx/>
                  <a:latin typeface="+mj-lt"/>
                  <a:cs typeface="Calibri" panose="020F0502020204030204" pitchFamily="34" charset="0"/>
                </a:rPr>
                <a:t>Alphabetical bullet</a:t>
              </a:r>
            </a:p>
          </p:txBody>
        </p:sp>
        <p:sp>
          <p:nvSpPr>
            <p:cNvPr id="36" name="Ovaal 35">
              <a:extLst>
                <a:ext uri="{FF2B5EF4-FFF2-40B4-BE49-F238E27FC236}">
                  <a16:creationId xmlns:a16="http://schemas.microsoft.com/office/drawing/2014/main" id="{4AB9DD57-CCA1-C2AA-1142-32E25D39AC0F}"/>
                </a:ext>
              </a:extLst>
            </p:cNvPr>
            <p:cNvSpPr/>
            <p:nvPr userDrawn="1"/>
          </p:nvSpPr>
          <p:spPr>
            <a:xfrm>
              <a:off x="-3604183" y="3876472"/>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8</a:t>
              </a:r>
            </a:p>
          </p:txBody>
        </p:sp>
        <p:sp>
          <p:nvSpPr>
            <p:cNvPr id="37" name="Rechthoek 36">
              <a:extLst>
                <a:ext uri="{FF2B5EF4-FFF2-40B4-BE49-F238E27FC236}">
                  <a16:creationId xmlns:a16="http://schemas.microsoft.com/office/drawing/2014/main" id="{6A8D1F49-3D21-AEE2-9AF7-4A982B6CD841}"/>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tx1"/>
                </a:buClr>
                <a:buSzTx/>
                <a:buFont typeface="Calibri" panose="020F0502020204030204" pitchFamily="34" charset="0"/>
                <a:buNone/>
                <a:tabLst/>
                <a:defRPr/>
              </a:pPr>
              <a:r>
                <a:rPr kumimoji="0" lang="en-GB" sz="1200" b="0" i="1" u="none" strike="noStrike" kern="0" cap="none" spc="0" normalizeH="0" baseline="0" noProof="0" dirty="0">
                  <a:ln>
                    <a:noFill/>
                  </a:ln>
                  <a:solidFill>
                    <a:schemeClr val="bg1"/>
                  </a:solidFill>
                  <a:effectLst/>
                  <a:uLnTx/>
                  <a:uFillTx/>
                  <a:latin typeface="+mj-lt"/>
                  <a:cs typeface="Calibri" panose="020F0502020204030204" pitchFamily="34" charset="0"/>
                </a:rPr>
                <a:t>Source</a:t>
              </a:r>
            </a:p>
          </p:txBody>
        </p:sp>
        <p:sp>
          <p:nvSpPr>
            <p:cNvPr id="38" name="Ovaal 37">
              <a:extLst>
                <a:ext uri="{FF2B5EF4-FFF2-40B4-BE49-F238E27FC236}">
                  <a16:creationId xmlns:a16="http://schemas.microsoft.com/office/drawing/2014/main" id="{9E753A53-9C80-CC9A-34B7-AC3D1CFC0FA8}"/>
                </a:ext>
              </a:extLst>
            </p:cNvPr>
            <p:cNvSpPr/>
            <p:nvPr userDrawn="1"/>
          </p:nvSpPr>
          <p:spPr>
            <a:xfrm>
              <a:off x="-3604183" y="4168594"/>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9</a:t>
              </a:r>
            </a:p>
          </p:txBody>
        </p:sp>
        <p:sp>
          <p:nvSpPr>
            <p:cNvPr id="39" name="Rechthoek 38">
              <a:extLst>
                <a:ext uri="{FF2B5EF4-FFF2-40B4-BE49-F238E27FC236}">
                  <a16:creationId xmlns:a16="http://schemas.microsoft.com/office/drawing/2014/main" id="{7413BC2B-90A6-58D5-1CEC-300B07C2A1B6}"/>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1400" b="0" i="0" u="none" strike="noStrike" kern="0" cap="none" spc="0" normalizeH="0" baseline="0" noProof="0" dirty="0">
                  <a:ln>
                    <a:noFill/>
                  </a:ln>
                  <a:solidFill>
                    <a:schemeClr val="bg1"/>
                  </a:solidFill>
                  <a:effectLst/>
                  <a:uLnTx/>
                  <a:uFillTx/>
                  <a:latin typeface="+mj-lt"/>
                  <a:cs typeface="Calibri" panose="020F0502020204030204" pitchFamily="34" charset="0"/>
                </a:rPr>
                <a:t>Default text</a:t>
              </a:r>
            </a:p>
          </p:txBody>
        </p:sp>
        <p:sp>
          <p:nvSpPr>
            <p:cNvPr id="40" name="Rechthoek 39">
              <a:extLst>
                <a:ext uri="{FF2B5EF4-FFF2-40B4-BE49-F238E27FC236}">
                  <a16:creationId xmlns:a16="http://schemas.microsoft.com/office/drawing/2014/main" id="{E3D7E444-0865-2F12-7C95-95740E05BFE2}"/>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grpSp>
          <p:nvGrpSpPr>
            <p:cNvPr id="41" name="ICOON_info">
              <a:extLst>
                <a:ext uri="{FF2B5EF4-FFF2-40B4-BE49-F238E27FC236}">
                  <a16:creationId xmlns:a16="http://schemas.microsoft.com/office/drawing/2014/main" id="{6A93CC44-357C-B454-2B46-DE6328C5ADED}"/>
                </a:ext>
              </a:extLst>
            </p:cNvPr>
            <p:cNvGrpSpPr/>
            <p:nvPr userDrawn="1"/>
          </p:nvGrpSpPr>
          <p:grpSpPr>
            <a:xfrm>
              <a:off x="-376736" y="4400186"/>
              <a:ext cx="283685" cy="283685"/>
              <a:chOff x="-510741" y="5913713"/>
              <a:chExt cx="267555" cy="267555"/>
            </a:xfrm>
          </p:grpSpPr>
          <p:sp>
            <p:nvSpPr>
              <p:cNvPr id="89" name="Ovaal 88">
                <a:extLst>
                  <a:ext uri="{FF2B5EF4-FFF2-40B4-BE49-F238E27FC236}">
                    <a16:creationId xmlns:a16="http://schemas.microsoft.com/office/drawing/2014/main" id="{4C1992AB-5768-CCD7-BAE1-CA34B4AAA4F5}"/>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90" name="Graphic 163" descr="Informatie">
                <a:extLst>
                  <a:ext uri="{FF2B5EF4-FFF2-40B4-BE49-F238E27FC236}">
                    <a16:creationId xmlns:a16="http://schemas.microsoft.com/office/drawing/2014/main" id="{2B5FFA2A-A959-6711-0B68-B2AF5263ACA1}"/>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42" name="VOORBEELD">
              <a:extLst>
                <a:ext uri="{FF2B5EF4-FFF2-40B4-BE49-F238E27FC236}">
                  <a16:creationId xmlns:a16="http://schemas.microsoft.com/office/drawing/2014/main" id="{ABEE6276-EFC7-68DB-2404-8DE36F05A045}"/>
                </a:ext>
              </a:extLst>
            </p:cNvPr>
            <p:cNvGrpSpPr/>
            <p:nvPr userDrawn="1"/>
          </p:nvGrpSpPr>
          <p:grpSpPr>
            <a:xfrm>
              <a:off x="-3605171" y="458674"/>
              <a:ext cx="3234311" cy="558875"/>
              <a:chOff x="-3605171" y="458674"/>
              <a:chExt cx="3234311" cy="558875"/>
            </a:xfrm>
          </p:grpSpPr>
          <p:sp>
            <p:nvSpPr>
              <p:cNvPr id="49" name="Rechthoek 48">
                <a:extLst>
                  <a:ext uri="{FF2B5EF4-FFF2-40B4-BE49-F238E27FC236}">
                    <a16:creationId xmlns:a16="http://schemas.microsoft.com/office/drawing/2014/main" id="{0D5F01AC-6FA9-4138-B206-E0D8E96B43BE}"/>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en-GB" sz="900" b="1" noProof="0" dirty="0">
                    <a:solidFill>
                      <a:srgbClr val="211F26"/>
                    </a:solidFill>
                    <a:latin typeface="Calibri" panose="020F0502020204030204" pitchFamily="34" charset="0"/>
                    <a:cs typeface="Calibri" panose="020F0502020204030204" pitchFamily="34" charset="0"/>
                  </a:rPr>
                  <a:t>Home</a:t>
                </a:r>
              </a:p>
            </p:txBody>
          </p:sp>
          <p:sp>
            <p:nvSpPr>
              <p:cNvPr id="50" name="Rechthoek 49">
                <a:extLst>
                  <a:ext uri="{FF2B5EF4-FFF2-40B4-BE49-F238E27FC236}">
                    <a16:creationId xmlns:a16="http://schemas.microsoft.com/office/drawing/2014/main" id="{A1316048-0344-F109-2579-DC7CFC244B72}"/>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nvGrpSpPr>
              <p:cNvPr id="51" name="Groep 50">
                <a:extLst>
                  <a:ext uri="{FF2B5EF4-FFF2-40B4-BE49-F238E27FC236}">
                    <a16:creationId xmlns:a16="http://schemas.microsoft.com/office/drawing/2014/main" id="{1DC2874A-6CA7-994E-A3C1-85A0EED8C50D}"/>
                  </a:ext>
                </a:extLst>
              </p:cNvPr>
              <p:cNvGrpSpPr/>
              <p:nvPr userDrawn="1"/>
            </p:nvGrpSpPr>
            <p:grpSpPr>
              <a:xfrm>
                <a:off x="-3386247" y="830871"/>
                <a:ext cx="139423" cy="109566"/>
                <a:chOff x="-2866744" y="827071"/>
                <a:chExt cx="168701" cy="132575"/>
              </a:xfrm>
            </p:grpSpPr>
            <p:grpSp>
              <p:nvGrpSpPr>
                <p:cNvPr id="82" name="Groep 81">
                  <a:extLst>
                    <a:ext uri="{FF2B5EF4-FFF2-40B4-BE49-F238E27FC236}">
                      <a16:creationId xmlns:a16="http://schemas.microsoft.com/office/drawing/2014/main" id="{C0BB2822-7937-3038-1CED-3E74660EBA5C}"/>
                    </a:ext>
                  </a:extLst>
                </p:cNvPr>
                <p:cNvGrpSpPr/>
                <p:nvPr userDrawn="1"/>
              </p:nvGrpSpPr>
              <p:grpSpPr>
                <a:xfrm>
                  <a:off x="-2866744" y="827071"/>
                  <a:ext cx="168701" cy="132575"/>
                  <a:chOff x="-2866744" y="827071"/>
                  <a:chExt cx="168701" cy="132575"/>
                </a:xfrm>
              </p:grpSpPr>
              <p:cxnSp>
                <p:nvCxnSpPr>
                  <p:cNvPr id="84" name="Rechte verbindingslijn 83">
                    <a:extLst>
                      <a:ext uri="{FF2B5EF4-FFF2-40B4-BE49-F238E27FC236}">
                        <a16:creationId xmlns:a16="http://schemas.microsoft.com/office/drawing/2014/main" id="{EB8F155E-0820-9F74-A5F3-FF1D5AE080EF}"/>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85" name="Rechte verbindingslijn 84">
                    <a:extLst>
                      <a:ext uri="{FF2B5EF4-FFF2-40B4-BE49-F238E27FC236}">
                        <a16:creationId xmlns:a16="http://schemas.microsoft.com/office/drawing/2014/main" id="{6AAD9618-B34B-9F50-0D7F-FF091B1E0A9A}"/>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86" name="Rechte verbindingslijn 85">
                    <a:extLst>
                      <a:ext uri="{FF2B5EF4-FFF2-40B4-BE49-F238E27FC236}">
                        <a16:creationId xmlns:a16="http://schemas.microsoft.com/office/drawing/2014/main" id="{1C853E2E-F9C0-551D-07DE-FAC07CFA6735}"/>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87" name="Rechte verbindingslijn 86">
                    <a:extLst>
                      <a:ext uri="{FF2B5EF4-FFF2-40B4-BE49-F238E27FC236}">
                        <a16:creationId xmlns:a16="http://schemas.microsoft.com/office/drawing/2014/main" id="{6BD397CF-8D51-0AD0-89FD-6FC7E19F95E0}"/>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88" name="Rechte verbindingslijn 87">
                    <a:extLst>
                      <a:ext uri="{FF2B5EF4-FFF2-40B4-BE49-F238E27FC236}">
                        <a16:creationId xmlns:a16="http://schemas.microsoft.com/office/drawing/2014/main" id="{57900762-F8CE-3D0E-3709-9B860E42F6EA}"/>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83" name="Pijl: rechts 82">
                  <a:extLst>
                    <a:ext uri="{FF2B5EF4-FFF2-40B4-BE49-F238E27FC236}">
                      <a16:creationId xmlns:a16="http://schemas.microsoft.com/office/drawing/2014/main" id="{A9EFDA3B-D849-91FD-81A9-C63585687B28}"/>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52" name="Groep 51">
                <a:extLst>
                  <a:ext uri="{FF2B5EF4-FFF2-40B4-BE49-F238E27FC236}">
                    <a16:creationId xmlns:a16="http://schemas.microsoft.com/office/drawing/2014/main" id="{409968CC-A339-4FC3-8D0D-2436C1BB0FE7}"/>
                  </a:ext>
                </a:extLst>
              </p:cNvPr>
              <p:cNvGrpSpPr/>
              <p:nvPr userDrawn="1"/>
            </p:nvGrpSpPr>
            <p:grpSpPr>
              <a:xfrm>
                <a:off x="-3605171" y="830871"/>
                <a:ext cx="139423" cy="109566"/>
                <a:chOff x="-2866744" y="518074"/>
                <a:chExt cx="168701" cy="132575"/>
              </a:xfrm>
            </p:grpSpPr>
            <p:grpSp>
              <p:nvGrpSpPr>
                <p:cNvPr id="75" name="Groep 74">
                  <a:extLst>
                    <a:ext uri="{FF2B5EF4-FFF2-40B4-BE49-F238E27FC236}">
                      <a16:creationId xmlns:a16="http://schemas.microsoft.com/office/drawing/2014/main" id="{68E4AD88-74DA-170E-6C80-B0D1F402E24A}"/>
                    </a:ext>
                  </a:extLst>
                </p:cNvPr>
                <p:cNvGrpSpPr/>
                <p:nvPr userDrawn="1"/>
              </p:nvGrpSpPr>
              <p:grpSpPr>
                <a:xfrm>
                  <a:off x="-2866744" y="518074"/>
                  <a:ext cx="168701" cy="132575"/>
                  <a:chOff x="-2866744" y="518074"/>
                  <a:chExt cx="168701" cy="132575"/>
                </a:xfrm>
              </p:grpSpPr>
              <p:cxnSp>
                <p:nvCxnSpPr>
                  <p:cNvPr id="77" name="Rechte verbindingslijn 76">
                    <a:extLst>
                      <a:ext uri="{FF2B5EF4-FFF2-40B4-BE49-F238E27FC236}">
                        <a16:creationId xmlns:a16="http://schemas.microsoft.com/office/drawing/2014/main" id="{8821CAC1-0493-026F-C8DF-779C10A24F4E}"/>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78" name="Rechte verbindingslijn 77">
                    <a:extLst>
                      <a:ext uri="{FF2B5EF4-FFF2-40B4-BE49-F238E27FC236}">
                        <a16:creationId xmlns:a16="http://schemas.microsoft.com/office/drawing/2014/main" id="{06258173-563E-42E9-1E4C-48C26B58C467}"/>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79" name="Rechte verbindingslijn 78">
                    <a:extLst>
                      <a:ext uri="{FF2B5EF4-FFF2-40B4-BE49-F238E27FC236}">
                        <a16:creationId xmlns:a16="http://schemas.microsoft.com/office/drawing/2014/main" id="{EB3242B9-EADE-5F49-5F7E-B29CDE22946B}"/>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80" name="Rechte verbindingslijn 79">
                    <a:extLst>
                      <a:ext uri="{FF2B5EF4-FFF2-40B4-BE49-F238E27FC236}">
                        <a16:creationId xmlns:a16="http://schemas.microsoft.com/office/drawing/2014/main" id="{2950CCF7-021E-D18C-36E1-C6AF26D02A16}"/>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81" name="Rechte verbindingslijn 80">
                    <a:extLst>
                      <a:ext uri="{FF2B5EF4-FFF2-40B4-BE49-F238E27FC236}">
                        <a16:creationId xmlns:a16="http://schemas.microsoft.com/office/drawing/2014/main" id="{C5F14EDB-31B1-AC4F-0450-3488586CCA98}"/>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76" name="Pijl: rechts 75">
                  <a:extLst>
                    <a:ext uri="{FF2B5EF4-FFF2-40B4-BE49-F238E27FC236}">
                      <a16:creationId xmlns:a16="http://schemas.microsoft.com/office/drawing/2014/main" id="{A7E42B44-4500-B6A7-2ACA-ECCC92DAD552}"/>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cxnSp>
            <p:nvCxnSpPr>
              <p:cNvPr id="53" name="Rechte verbindingslijn 52">
                <a:extLst>
                  <a:ext uri="{FF2B5EF4-FFF2-40B4-BE49-F238E27FC236}">
                    <a16:creationId xmlns:a16="http://schemas.microsoft.com/office/drawing/2014/main" id="{1A17C06E-1195-5D53-0ACE-B74CF6F5727A}"/>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54" name="Rechte verbindingslijn 53">
                <a:extLst>
                  <a:ext uri="{FF2B5EF4-FFF2-40B4-BE49-F238E27FC236}">
                    <a16:creationId xmlns:a16="http://schemas.microsoft.com/office/drawing/2014/main" id="{A56FC4A8-E788-EE79-6E80-65700D2FD716}"/>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55" name="Rechthoek 54">
                <a:extLst>
                  <a:ext uri="{FF2B5EF4-FFF2-40B4-BE49-F238E27FC236}">
                    <a16:creationId xmlns:a16="http://schemas.microsoft.com/office/drawing/2014/main" id="{962CFA35-E6A4-6528-7335-3DDC54306166}"/>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Text level down</a:t>
                </a:r>
              </a:p>
            </p:txBody>
          </p:sp>
          <p:sp>
            <p:nvSpPr>
              <p:cNvPr id="56" name="Rechthoek 55">
                <a:extLst>
                  <a:ext uri="{FF2B5EF4-FFF2-40B4-BE49-F238E27FC236}">
                    <a16:creationId xmlns:a16="http://schemas.microsoft.com/office/drawing/2014/main" id="{F1702738-4883-1395-EA4E-2752965529C8}"/>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Text level up</a:t>
                </a:r>
              </a:p>
            </p:txBody>
          </p:sp>
          <p:grpSp>
            <p:nvGrpSpPr>
              <p:cNvPr id="57" name="Groep 56">
                <a:extLst>
                  <a:ext uri="{FF2B5EF4-FFF2-40B4-BE49-F238E27FC236}">
                    <a16:creationId xmlns:a16="http://schemas.microsoft.com/office/drawing/2014/main" id="{78853CF6-97E4-E018-545B-8A3D4735C18D}"/>
                  </a:ext>
                </a:extLst>
              </p:cNvPr>
              <p:cNvGrpSpPr/>
              <p:nvPr userDrawn="1"/>
            </p:nvGrpSpPr>
            <p:grpSpPr>
              <a:xfrm>
                <a:off x="-2916763" y="769168"/>
                <a:ext cx="268738" cy="248381"/>
                <a:chOff x="-2916763" y="769168"/>
                <a:chExt cx="268738" cy="248381"/>
              </a:xfrm>
            </p:grpSpPr>
            <p:sp>
              <p:nvSpPr>
                <p:cNvPr id="67" name="Rechthoek 66">
                  <a:extLst>
                    <a:ext uri="{FF2B5EF4-FFF2-40B4-BE49-F238E27FC236}">
                      <a16:creationId xmlns:a16="http://schemas.microsoft.com/office/drawing/2014/main" id="{557EC5DF-8EB2-5901-C2D6-DE5EC640DD11}"/>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en-GB" sz="1050" b="0" noProof="0" dirty="0">
                    <a:solidFill>
                      <a:srgbClr val="211F26"/>
                    </a:solidFill>
                    <a:latin typeface="Calibri" panose="020F0502020204030204" pitchFamily="34" charset="0"/>
                    <a:cs typeface="Calibri" panose="020F0502020204030204" pitchFamily="34" charset="0"/>
                  </a:endParaRPr>
                </a:p>
              </p:txBody>
            </p:sp>
            <p:grpSp>
              <p:nvGrpSpPr>
                <p:cNvPr id="68" name="Groep 67">
                  <a:extLst>
                    <a:ext uri="{FF2B5EF4-FFF2-40B4-BE49-F238E27FC236}">
                      <a16:creationId xmlns:a16="http://schemas.microsoft.com/office/drawing/2014/main" id="{D21D5BAE-2C55-BD55-4900-8B20C21685B0}"/>
                    </a:ext>
                  </a:extLst>
                </p:cNvPr>
                <p:cNvGrpSpPr/>
                <p:nvPr userDrawn="1"/>
              </p:nvGrpSpPr>
              <p:grpSpPr>
                <a:xfrm>
                  <a:off x="-2866744" y="827071"/>
                  <a:ext cx="168701" cy="132575"/>
                  <a:chOff x="-2866744" y="827071"/>
                  <a:chExt cx="168701" cy="132575"/>
                </a:xfrm>
              </p:grpSpPr>
              <p:cxnSp>
                <p:nvCxnSpPr>
                  <p:cNvPr id="70" name="Rechte verbindingslijn 69">
                    <a:extLst>
                      <a:ext uri="{FF2B5EF4-FFF2-40B4-BE49-F238E27FC236}">
                        <a16:creationId xmlns:a16="http://schemas.microsoft.com/office/drawing/2014/main" id="{47F96410-82EA-F07E-C590-50576EA4AAFE}"/>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1" name="Rechte verbindingslijn 70">
                    <a:extLst>
                      <a:ext uri="{FF2B5EF4-FFF2-40B4-BE49-F238E27FC236}">
                        <a16:creationId xmlns:a16="http://schemas.microsoft.com/office/drawing/2014/main" id="{DC4CC8BB-577B-10BD-916B-8601D84A0FB4}"/>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2" name="Rechte verbindingslijn 71">
                    <a:extLst>
                      <a:ext uri="{FF2B5EF4-FFF2-40B4-BE49-F238E27FC236}">
                        <a16:creationId xmlns:a16="http://schemas.microsoft.com/office/drawing/2014/main" id="{5153C5C9-DE8E-7779-345E-E34A5C425D7D}"/>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3" name="Rechte verbindingslijn 72">
                    <a:extLst>
                      <a:ext uri="{FF2B5EF4-FFF2-40B4-BE49-F238E27FC236}">
                        <a16:creationId xmlns:a16="http://schemas.microsoft.com/office/drawing/2014/main" id="{C62CCFBA-0EF4-D03A-7687-626DC0F5B9A2}"/>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4" name="Rechte verbindingslijn 73">
                    <a:extLst>
                      <a:ext uri="{FF2B5EF4-FFF2-40B4-BE49-F238E27FC236}">
                        <a16:creationId xmlns:a16="http://schemas.microsoft.com/office/drawing/2014/main" id="{000294A2-BF66-998E-C8F3-A88232FF6274}"/>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69" name="Pijl: rechts 68">
                  <a:extLst>
                    <a:ext uri="{FF2B5EF4-FFF2-40B4-BE49-F238E27FC236}">
                      <a16:creationId xmlns:a16="http://schemas.microsoft.com/office/drawing/2014/main" id="{6F4CB703-B5DE-4A9A-CFFA-E9ACA2D0CF95}"/>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58" name="Groep 57">
                <a:extLst>
                  <a:ext uri="{FF2B5EF4-FFF2-40B4-BE49-F238E27FC236}">
                    <a16:creationId xmlns:a16="http://schemas.microsoft.com/office/drawing/2014/main" id="{F9E30254-EB77-01FF-6367-EF7D886D58C5}"/>
                  </a:ext>
                </a:extLst>
              </p:cNvPr>
              <p:cNvGrpSpPr/>
              <p:nvPr userDrawn="1"/>
            </p:nvGrpSpPr>
            <p:grpSpPr>
              <a:xfrm>
                <a:off x="-2916763" y="460171"/>
                <a:ext cx="268738" cy="248381"/>
                <a:chOff x="-2916763" y="460171"/>
                <a:chExt cx="268738" cy="248381"/>
              </a:xfrm>
            </p:grpSpPr>
            <p:sp>
              <p:nvSpPr>
                <p:cNvPr id="59" name="Rechthoek 58">
                  <a:extLst>
                    <a:ext uri="{FF2B5EF4-FFF2-40B4-BE49-F238E27FC236}">
                      <a16:creationId xmlns:a16="http://schemas.microsoft.com/office/drawing/2014/main" id="{97D66CB7-B1A1-A16C-8CE5-40A929F735CE}"/>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en-GB" sz="1050" b="0" noProof="0" dirty="0">
                    <a:solidFill>
                      <a:srgbClr val="211F26"/>
                    </a:solidFill>
                    <a:latin typeface="Calibri" panose="020F0502020204030204" pitchFamily="34" charset="0"/>
                    <a:cs typeface="Calibri" panose="020F0502020204030204" pitchFamily="34" charset="0"/>
                  </a:endParaRPr>
                </a:p>
              </p:txBody>
            </p:sp>
            <p:grpSp>
              <p:nvGrpSpPr>
                <p:cNvPr id="60" name="Groep 59">
                  <a:extLst>
                    <a:ext uri="{FF2B5EF4-FFF2-40B4-BE49-F238E27FC236}">
                      <a16:creationId xmlns:a16="http://schemas.microsoft.com/office/drawing/2014/main" id="{F15A3035-7AAE-341B-7AB7-0DFF728F1671}"/>
                    </a:ext>
                  </a:extLst>
                </p:cNvPr>
                <p:cNvGrpSpPr/>
                <p:nvPr userDrawn="1"/>
              </p:nvGrpSpPr>
              <p:grpSpPr>
                <a:xfrm>
                  <a:off x="-2866744" y="518074"/>
                  <a:ext cx="168701" cy="132575"/>
                  <a:chOff x="-2866744" y="518074"/>
                  <a:chExt cx="168701" cy="132575"/>
                </a:xfrm>
              </p:grpSpPr>
              <p:cxnSp>
                <p:nvCxnSpPr>
                  <p:cNvPr id="62" name="Rechte verbindingslijn 61">
                    <a:extLst>
                      <a:ext uri="{FF2B5EF4-FFF2-40B4-BE49-F238E27FC236}">
                        <a16:creationId xmlns:a16="http://schemas.microsoft.com/office/drawing/2014/main" id="{D6D4E862-E192-2AB6-87A7-28861CE1E372}"/>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3" name="Rechte verbindingslijn 62">
                    <a:extLst>
                      <a:ext uri="{FF2B5EF4-FFF2-40B4-BE49-F238E27FC236}">
                        <a16:creationId xmlns:a16="http://schemas.microsoft.com/office/drawing/2014/main" id="{6E49D5EF-9577-8E6A-3718-8980B924945B}"/>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4" name="Rechte verbindingslijn 63">
                    <a:extLst>
                      <a:ext uri="{FF2B5EF4-FFF2-40B4-BE49-F238E27FC236}">
                        <a16:creationId xmlns:a16="http://schemas.microsoft.com/office/drawing/2014/main" id="{6D604E36-65C1-A16C-9DC3-F20F7E3C6B48}"/>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65" name="Rechte verbindingslijn 64">
                    <a:extLst>
                      <a:ext uri="{FF2B5EF4-FFF2-40B4-BE49-F238E27FC236}">
                        <a16:creationId xmlns:a16="http://schemas.microsoft.com/office/drawing/2014/main" id="{435F1CB5-F27B-5B6E-271D-B9987A7FC9A7}"/>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66" name="Rechte verbindingslijn 65">
                    <a:extLst>
                      <a:ext uri="{FF2B5EF4-FFF2-40B4-BE49-F238E27FC236}">
                        <a16:creationId xmlns:a16="http://schemas.microsoft.com/office/drawing/2014/main" id="{C6FB763B-6A19-6D1C-521D-0E7F3D7E4107}"/>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1" name="Pijl: rechts 60">
                  <a:extLst>
                    <a:ext uri="{FF2B5EF4-FFF2-40B4-BE49-F238E27FC236}">
                      <a16:creationId xmlns:a16="http://schemas.microsoft.com/office/drawing/2014/main" id="{9B7059CB-CEA1-1604-3232-591E41F035D2}"/>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grpSp>
          <p:nvGrpSpPr>
            <p:cNvPr id="43" name="Groep 42">
              <a:extLst>
                <a:ext uri="{FF2B5EF4-FFF2-40B4-BE49-F238E27FC236}">
                  <a16:creationId xmlns:a16="http://schemas.microsoft.com/office/drawing/2014/main" id="{F6CDF610-2F56-8722-3F16-37A41F9AD884}"/>
                </a:ext>
              </a:extLst>
            </p:cNvPr>
            <p:cNvGrpSpPr/>
            <p:nvPr userDrawn="1"/>
          </p:nvGrpSpPr>
          <p:grpSpPr>
            <a:xfrm>
              <a:off x="-938434" y="4663037"/>
              <a:ext cx="627798" cy="576693"/>
              <a:chOff x="-1753862" y="6112775"/>
              <a:chExt cx="759635" cy="697798"/>
            </a:xfrm>
          </p:grpSpPr>
          <p:grpSp>
            <p:nvGrpSpPr>
              <p:cNvPr id="44" name="Inspireren">
                <a:extLst>
                  <a:ext uri="{FF2B5EF4-FFF2-40B4-BE49-F238E27FC236}">
                    <a16:creationId xmlns:a16="http://schemas.microsoft.com/office/drawing/2014/main" id="{D9B64CB7-D92D-8172-F059-39A1899E89BB}"/>
                  </a:ext>
                </a:extLst>
              </p:cNvPr>
              <p:cNvGrpSpPr>
                <a:grpSpLocks noChangeAspect="1"/>
              </p:cNvGrpSpPr>
              <p:nvPr userDrawn="1"/>
            </p:nvGrpSpPr>
            <p:grpSpPr bwMode="auto">
              <a:xfrm>
                <a:off x="-1484858" y="6112775"/>
                <a:ext cx="205431" cy="293286"/>
                <a:chOff x="4768" y="2783"/>
                <a:chExt cx="788" cy="1125"/>
              </a:xfrm>
              <a:gradFill>
                <a:gsLst>
                  <a:gs pos="0">
                    <a:srgbClr val="9D9FA1"/>
                  </a:gs>
                  <a:gs pos="70000">
                    <a:srgbClr val="211F26"/>
                  </a:gs>
                </a:gsLst>
                <a:lin ang="2700000" scaled="0"/>
              </a:gradFill>
            </p:grpSpPr>
            <p:sp>
              <p:nvSpPr>
                <p:cNvPr id="46" name="Freeform 12">
                  <a:extLst>
                    <a:ext uri="{FF2B5EF4-FFF2-40B4-BE49-F238E27FC236}">
                      <a16:creationId xmlns:a16="http://schemas.microsoft.com/office/drawing/2014/main" id="{9B86A540-40C9-8BC2-79BC-4E8FE64FF9C4}"/>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47" name="Freeform 13">
                  <a:extLst>
                    <a:ext uri="{FF2B5EF4-FFF2-40B4-BE49-F238E27FC236}">
                      <a16:creationId xmlns:a16="http://schemas.microsoft.com/office/drawing/2014/main" id="{DE92C47D-4233-7736-6E28-3E7043209C09}"/>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48" name="Freeform 14">
                  <a:extLst>
                    <a:ext uri="{FF2B5EF4-FFF2-40B4-BE49-F238E27FC236}">
                      <a16:creationId xmlns:a16="http://schemas.microsoft.com/office/drawing/2014/main" id="{6D47E93A-E5E2-E125-5D59-1C4F2258BD16}"/>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45" name="Tekstvak 44">
                <a:extLst>
                  <a:ext uri="{FF2B5EF4-FFF2-40B4-BE49-F238E27FC236}">
                    <a16:creationId xmlns:a16="http://schemas.microsoft.com/office/drawing/2014/main" id="{858D6127-63D8-80F1-5237-08978C0081EF}"/>
                  </a:ext>
                </a:extLst>
              </p:cNvPr>
              <p:cNvSpPr txBox="1"/>
              <p:nvPr userDrawn="1"/>
            </p:nvSpPr>
            <p:spPr>
              <a:xfrm>
                <a:off x="-1753862" y="6420664"/>
                <a:ext cx="759635" cy="38990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grpSp>
      <p:grpSp>
        <p:nvGrpSpPr>
          <p:cNvPr id="163" name="INSTRUCTION">
            <a:extLst>
              <a:ext uri="{FF2B5EF4-FFF2-40B4-BE49-F238E27FC236}">
                <a16:creationId xmlns:a16="http://schemas.microsoft.com/office/drawing/2014/main" id="{BBFB1799-A9FB-0B9B-8527-E721DFF7F375}"/>
              </a:ext>
            </a:extLst>
          </p:cNvPr>
          <p:cNvGrpSpPr/>
          <p:nvPr userDrawn="1"/>
        </p:nvGrpSpPr>
        <p:grpSpPr>
          <a:xfrm>
            <a:off x="12377595" y="2"/>
            <a:ext cx="3693386" cy="5715919"/>
            <a:chOff x="-3786437" y="2"/>
            <a:chExt cx="3693386" cy="5715919"/>
          </a:xfrm>
        </p:grpSpPr>
        <p:grpSp>
          <p:nvGrpSpPr>
            <p:cNvPr id="164" name="Groep 163">
              <a:extLst>
                <a:ext uri="{FF2B5EF4-FFF2-40B4-BE49-F238E27FC236}">
                  <a16:creationId xmlns:a16="http://schemas.microsoft.com/office/drawing/2014/main" id="{376A8FFA-BDB5-DCDA-F6BE-459A4E13093D}"/>
                </a:ext>
              </a:extLst>
            </p:cNvPr>
            <p:cNvGrpSpPr/>
            <p:nvPr userDrawn="1"/>
          </p:nvGrpSpPr>
          <p:grpSpPr>
            <a:xfrm>
              <a:off x="-3786437" y="3234716"/>
              <a:ext cx="3693386" cy="2481205"/>
              <a:chOff x="-3786437" y="3234716"/>
              <a:chExt cx="3693386" cy="2481205"/>
            </a:xfrm>
          </p:grpSpPr>
          <p:sp>
            <p:nvSpPr>
              <p:cNvPr id="188" name="Rechthoek 187">
                <a:extLst>
                  <a:ext uri="{FF2B5EF4-FFF2-40B4-BE49-F238E27FC236}">
                    <a16:creationId xmlns:a16="http://schemas.microsoft.com/office/drawing/2014/main" id="{16166FF0-59E8-5000-D650-909F6E5CC990}"/>
                  </a:ext>
                </a:extLst>
              </p:cNvPr>
              <p:cNvSpPr/>
              <p:nvPr userDrawn="1"/>
            </p:nvSpPr>
            <p:spPr>
              <a:xfrm>
                <a:off x="-3786165" y="3234716"/>
                <a:ext cx="3593091" cy="184934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Edit chart data</a:t>
                </a:r>
              </a:p>
            </p:txBody>
          </p:sp>
          <p:sp>
            <p:nvSpPr>
              <p:cNvPr id="189" name="Ovaal 188">
                <a:extLst>
                  <a:ext uri="{FF2B5EF4-FFF2-40B4-BE49-F238E27FC236}">
                    <a16:creationId xmlns:a16="http://schemas.microsoft.com/office/drawing/2014/main" id="{D115DF7B-37AF-7E8F-42DF-B6F8C728F302}"/>
                  </a:ext>
                </a:extLst>
              </p:cNvPr>
              <p:cNvSpPr/>
              <p:nvPr userDrawn="1"/>
            </p:nvSpPr>
            <p:spPr>
              <a:xfrm>
                <a:off x="-3603587" y="369931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90" name="Rechthoek 189">
                <a:extLst>
                  <a:ext uri="{FF2B5EF4-FFF2-40B4-BE49-F238E27FC236}">
                    <a16:creationId xmlns:a16="http://schemas.microsoft.com/office/drawing/2014/main" id="{CA87C2DD-E271-0281-5354-E0957B452735}"/>
                  </a:ext>
                </a:extLst>
              </p:cNvPr>
              <p:cNvSpPr/>
              <p:nvPr userDrawn="1"/>
            </p:nvSpPr>
            <p:spPr>
              <a:xfrm>
                <a:off x="-3319415" y="3699315"/>
                <a:ext cx="2944682" cy="32768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Click with the right mouse button on the chart</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and choose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‘Edit data’</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191" name="Groep 190">
                <a:extLst>
                  <a:ext uri="{FF2B5EF4-FFF2-40B4-BE49-F238E27FC236}">
                    <a16:creationId xmlns:a16="http://schemas.microsoft.com/office/drawing/2014/main" id="{E1894133-C670-FA7C-CD39-9B14D8ADAD93}"/>
                  </a:ext>
                </a:extLst>
              </p:cNvPr>
              <p:cNvGrpSpPr/>
              <p:nvPr userDrawn="1"/>
            </p:nvGrpSpPr>
            <p:grpSpPr>
              <a:xfrm>
                <a:off x="-3314821" y="4139107"/>
                <a:ext cx="1495189" cy="563933"/>
                <a:chOff x="-3314821" y="3310415"/>
                <a:chExt cx="1495189" cy="563933"/>
              </a:xfrm>
            </p:grpSpPr>
            <p:sp>
              <p:nvSpPr>
                <p:cNvPr id="202" name="Rechthoek 201">
                  <a:extLst>
                    <a:ext uri="{FF2B5EF4-FFF2-40B4-BE49-F238E27FC236}">
                      <a16:creationId xmlns:a16="http://schemas.microsoft.com/office/drawing/2014/main" id="{54D27D39-181D-0C47-0BFD-4EC31B279F4F}"/>
                    </a:ext>
                  </a:extLst>
                </p:cNvPr>
                <p:cNvSpPr/>
                <p:nvPr userDrawn="1"/>
              </p:nvSpPr>
              <p:spPr>
                <a:xfrm>
                  <a:off x="-3314821" y="3310415"/>
                  <a:ext cx="1403797" cy="504851"/>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203" name="Rechthoek 202">
                  <a:extLst>
                    <a:ext uri="{FF2B5EF4-FFF2-40B4-BE49-F238E27FC236}">
                      <a16:creationId xmlns:a16="http://schemas.microsoft.com/office/drawing/2014/main" id="{7187EDE5-C222-C7DF-C2AA-474066417A29}"/>
                    </a:ext>
                  </a:extLst>
                </p:cNvPr>
                <p:cNvSpPr/>
                <p:nvPr userDrawn="1"/>
              </p:nvSpPr>
              <p:spPr>
                <a:xfrm>
                  <a:off x="-3304719" y="3564140"/>
                  <a:ext cx="1387813" cy="246608"/>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204" name="Tekstvak 203">
                  <a:extLst>
                    <a:ext uri="{FF2B5EF4-FFF2-40B4-BE49-F238E27FC236}">
                      <a16:creationId xmlns:a16="http://schemas.microsoft.com/office/drawing/2014/main" id="{809C2F61-4A57-DD94-D2E9-860F6D6BA5B9}"/>
                    </a:ext>
                  </a:extLst>
                </p:cNvPr>
                <p:cNvSpPr txBox="1"/>
                <p:nvPr userDrawn="1"/>
              </p:nvSpPr>
              <p:spPr>
                <a:xfrm>
                  <a:off x="-3122115" y="3369117"/>
                  <a:ext cx="1258624" cy="137495"/>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Change chart type</a:t>
                  </a:r>
                </a:p>
              </p:txBody>
            </p:sp>
            <p:sp>
              <p:nvSpPr>
                <p:cNvPr id="205" name="Tekstvak 204">
                  <a:extLst>
                    <a:ext uri="{FF2B5EF4-FFF2-40B4-BE49-F238E27FC236}">
                      <a16:creationId xmlns:a16="http://schemas.microsoft.com/office/drawing/2014/main" id="{DCC74E20-4A8E-911A-686E-A749A81501F0}"/>
                    </a:ext>
                  </a:extLst>
                </p:cNvPr>
                <p:cNvSpPr txBox="1"/>
                <p:nvPr userDrawn="1"/>
              </p:nvSpPr>
              <p:spPr>
                <a:xfrm>
                  <a:off x="-3115840" y="3624236"/>
                  <a:ext cx="1296208"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Edit data</a:t>
                  </a:r>
                </a:p>
              </p:txBody>
            </p:sp>
            <p:sp>
              <p:nvSpPr>
                <p:cNvPr id="206" name="Vrije vorm: vorm 205">
                  <a:extLst>
                    <a:ext uri="{FF2B5EF4-FFF2-40B4-BE49-F238E27FC236}">
                      <a16:creationId xmlns:a16="http://schemas.microsoft.com/office/drawing/2014/main" id="{6A792A47-9B06-C6E4-200C-32EC7C0320EB}"/>
                    </a:ext>
                  </a:extLst>
                </p:cNvPr>
                <p:cNvSpPr/>
                <p:nvPr userDrawn="1"/>
              </p:nvSpPr>
              <p:spPr>
                <a:xfrm>
                  <a:off x="-1959834" y="3694348"/>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grpSp>
              <p:nvGrpSpPr>
                <p:cNvPr id="207" name="Groep 206">
                  <a:extLst>
                    <a:ext uri="{FF2B5EF4-FFF2-40B4-BE49-F238E27FC236}">
                      <a16:creationId xmlns:a16="http://schemas.microsoft.com/office/drawing/2014/main" id="{82387B82-2625-41E3-4A9C-799FCBC82D37}"/>
                    </a:ext>
                  </a:extLst>
                </p:cNvPr>
                <p:cNvGrpSpPr/>
                <p:nvPr userDrawn="1"/>
              </p:nvGrpSpPr>
              <p:grpSpPr>
                <a:xfrm>
                  <a:off x="-3261976" y="3361742"/>
                  <a:ext cx="139861" cy="152244"/>
                  <a:chOff x="12574450" y="6053892"/>
                  <a:chExt cx="169232" cy="184215"/>
                </a:xfrm>
              </p:grpSpPr>
              <p:sp>
                <p:nvSpPr>
                  <p:cNvPr id="227" name="Rechthoek 226">
                    <a:extLst>
                      <a:ext uri="{FF2B5EF4-FFF2-40B4-BE49-F238E27FC236}">
                        <a16:creationId xmlns:a16="http://schemas.microsoft.com/office/drawing/2014/main" id="{02975B70-82FC-889D-696A-747AF603954D}"/>
                      </a:ext>
                    </a:extLst>
                  </p:cNvPr>
                  <p:cNvSpPr/>
                  <p:nvPr userDrawn="1"/>
                </p:nvSpPr>
                <p:spPr>
                  <a:xfrm>
                    <a:off x="12574450" y="6111529"/>
                    <a:ext cx="46293" cy="12657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noProof="0" dirty="0">
                      <a:solidFill>
                        <a:srgbClr val="211F26"/>
                      </a:solidFill>
                      <a:latin typeface="Calibri" panose="020F0502020204030204" pitchFamily="34" charset="0"/>
                      <a:cs typeface="Calibri" panose="020F0502020204030204" pitchFamily="34" charset="0"/>
                    </a:endParaRPr>
                  </a:p>
                </p:txBody>
              </p:sp>
              <p:sp>
                <p:nvSpPr>
                  <p:cNvPr id="228" name="Rechthoek 227">
                    <a:extLst>
                      <a:ext uri="{FF2B5EF4-FFF2-40B4-BE49-F238E27FC236}">
                        <a16:creationId xmlns:a16="http://schemas.microsoft.com/office/drawing/2014/main" id="{5C54A0D6-A6E1-0793-0720-A802AB9713F4}"/>
                      </a:ext>
                    </a:extLst>
                  </p:cNvPr>
                  <p:cNvSpPr/>
                  <p:nvPr userDrawn="1"/>
                </p:nvSpPr>
                <p:spPr>
                  <a:xfrm>
                    <a:off x="12635427" y="6053892"/>
                    <a:ext cx="46293" cy="184215"/>
                  </a:xfrm>
                  <a:prstGeom prst="rect">
                    <a:avLst/>
                  </a:prstGeom>
                  <a:solidFill>
                    <a:srgbClr val="EDC8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noProof="0" dirty="0">
                      <a:solidFill>
                        <a:srgbClr val="211F26"/>
                      </a:solidFill>
                      <a:latin typeface="Calibri" panose="020F0502020204030204" pitchFamily="34" charset="0"/>
                      <a:cs typeface="Calibri" panose="020F0502020204030204" pitchFamily="34" charset="0"/>
                    </a:endParaRPr>
                  </a:p>
                </p:txBody>
              </p:sp>
              <p:sp>
                <p:nvSpPr>
                  <p:cNvPr id="229" name="Rechthoek 228">
                    <a:extLst>
                      <a:ext uri="{FF2B5EF4-FFF2-40B4-BE49-F238E27FC236}">
                        <a16:creationId xmlns:a16="http://schemas.microsoft.com/office/drawing/2014/main" id="{A12B62AE-7B12-E979-D276-7CF38AE0A38C}"/>
                      </a:ext>
                    </a:extLst>
                  </p:cNvPr>
                  <p:cNvSpPr/>
                  <p:nvPr userDrawn="1"/>
                </p:nvSpPr>
                <p:spPr>
                  <a:xfrm>
                    <a:off x="12697389" y="6094907"/>
                    <a:ext cx="46293" cy="143200"/>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208" name="Groep 207">
                  <a:extLst>
                    <a:ext uri="{FF2B5EF4-FFF2-40B4-BE49-F238E27FC236}">
                      <a16:creationId xmlns:a16="http://schemas.microsoft.com/office/drawing/2014/main" id="{753FEFA5-4914-4A12-E914-187A84825D52}"/>
                    </a:ext>
                  </a:extLst>
                </p:cNvPr>
                <p:cNvGrpSpPr/>
                <p:nvPr userDrawn="1"/>
              </p:nvGrpSpPr>
              <p:grpSpPr>
                <a:xfrm>
                  <a:off x="-3261070" y="3635199"/>
                  <a:ext cx="168905" cy="104490"/>
                  <a:chOff x="-3261070" y="3620931"/>
                  <a:chExt cx="193920" cy="119965"/>
                </a:xfrm>
              </p:grpSpPr>
              <p:sp>
                <p:nvSpPr>
                  <p:cNvPr id="209" name="Rechthoek 208">
                    <a:extLst>
                      <a:ext uri="{FF2B5EF4-FFF2-40B4-BE49-F238E27FC236}">
                        <a16:creationId xmlns:a16="http://schemas.microsoft.com/office/drawing/2014/main" id="{7E0896D3-D6B7-534A-30A2-21E4A7DACD71}"/>
                      </a:ext>
                    </a:extLst>
                  </p:cNvPr>
                  <p:cNvSpPr/>
                  <p:nvPr userDrawn="1"/>
                </p:nvSpPr>
                <p:spPr>
                  <a:xfrm>
                    <a:off x="-3261070" y="3643881"/>
                    <a:ext cx="142985" cy="95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solidFill>
                        <a:srgbClr val="211F26"/>
                      </a:solidFill>
                      <a:latin typeface="Calibri" panose="020F0502020204030204" pitchFamily="34" charset="0"/>
                      <a:cs typeface="Calibri" panose="020F0502020204030204" pitchFamily="34" charset="0"/>
                    </a:endParaRPr>
                  </a:p>
                </p:txBody>
              </p:sp>
              <p:grpSp>
                <p:nvGrpSpPr>
                  <p:cNvPr id="210" name="Groep 209">
                    <a:extLst>
                      <a:ext uri="{FF2B5EF4-FFF2-40B4-BE49-F238E27FC236}">
                        <a16:creationId xmlns:a16="http://schemas.microsoft.com/office/drawing/2014/main" id="{A34C5CDC-B49C-05FE-4B02-5DA7D540AB18}"/>
                      </a:ext>
                    </a:extLst>
                  </p:cNvPr>
                  <p:cNvGrpSpPr/>
                  <p:nvPr userDrawn="1"/>
                </p:nvGrpSpPr>
                <p:grpSpPr>
                  <a:xfrm>
                    <a:off x="-3261070" y="3622063"/>
                    <a:ext cx="141113" cy="117345"/>
                    <a:chOff x="1094874" y="-878306"/>
                    <a:chExt cx="867364" cy="613611"/>
                  </a:xfrm>
                </p:grpSpPr>
                <p:cxnSp>
                  <p:nvCxnSpPr>
                    <p:cNvPr id="220" name="Rechte verbindingslijn 219">
                      <a:extLst>
                        <a:ext uri="{FF2B5EF4-FFF2-40B4-BE49-F238E27FC236}">
                          <a16:creationId xmlns:a16="http://schemas.microsoft.com/office/drawing/2014/main" id="{144C17A7-E675-EA61-8A90-33D0C30DBA0B}"/>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221" name="Rechte verbindingslijn 220">
                      <a:extLst>
                        <a:ext uri="{FF2B5EF4-FFF2-40B4-BE49-F238E27FC236}">
                          <a16:creationId xmlns:a16="http://schemas.microsoft.com/office/drawing/2014/main" id="{B677B2DD-E316-F31F-9539-78CA7CEB3604}"/>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222" name="Groep 221">
                      <a:extLst>
                        <a:ext uri="{FF2B5EF4-FFF2-40B4-BE49-F238E27FC236}">
                          <a16:creationId xmlns:a16="http://schemas.microsoft.com/office/drawing/2014/main" id="{C3DE41E7-F626-2B0B-3138-440F9AA7756B}"/>
                        </a:ext>
                      </a:extLst>
                    </p:cNvPr>
                    <p:cNvGrpSpPr/>
                    <p:nvPr userDrawn="1"/>
                  </p:nvGrpSpPr>
                  <p:grpSpPr>
                    <a:xfrm>
                      <a:off x="1270535" y="-878306"/>
                      <a:ext cx="526983" cy="613611"/>
                      <a:chOff x="1270535" y="-745959"/>
                      <a:chExt cx="526983" cy="481264"/>
                    </a:xfrm>
                  </p:grpSpPr>
                  <p:cxnSp>
                    <p:nvCxnSpPr>
                      <p:cNvPr id="223" name="Rechte verbindingslijn 222">
                        <a:extLst>
                          <a:ext uri="{FF2B5EF4-FFF2-40B4-BE49-F238E27FC236}">
                            <a16:creationId xmlns:a16="http://schemas.microsoft.com/office/drawing/2014/main" id="{C622C463-4FA0-93B2-F4A1-C307360ABA70}"/>
                          </a:ext>
                        </a:extLst>
                      </p:cNvPr>
                      <p:cNvCxnSpPr>
                        <a:cxnSpLocks/>
                      </p:cNvCxnSpPr>
                      <p:nvPr userDrawn="1"/>
                    </p:nvCxnSpPr>
                    <p:spPr>
                      <a:xfrm>
                        <a:off x="1446196"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224" name="Rechte verbindingslijn 223">
                        <a:extLst>
                          <a:ext uri="{FF2B5EF4-FFF2-40B4-BE49-F238E27FC236}">
                            <a16:creationId xmlns:a16="http://schemas.microsoft.com/office/drawing/2014/main" id="{FB8F493B-91B4-06D6-D05F-63D3AF937F23}"/>
                          </a:ext>
                        </a:extLst>
                      </p:cNvPr>
                      <p:cNvCxnSpPr>
                        <a:cxnSpLocks/>
                      </p:cNvCxnSpPr>
                      <p:nvPr userDrawn="1"/>
                    </p:nvCxnSpPr>
                    <p:spPr>
                      <a:xfrm>
                        <a:off x="1270535"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225" name="Rechte verbindingslijn 224">
                        <a:extLst>
                          <a:ext uri="{FF2B5EF4-FFF2-40B4-BE49-F238E27FC236}">
                            <a16:creationId xmlns:a16="http://schemas.microsoft.com/office/drawing/2014/main" id="{33BCB902-7DBD-0E86-1D4B-A8F3ADF07B03}"/>
                          </a:ext>
                        </a:extLst>
                      </p:cNvPr>
                      <p:cNvCxnSpPr>
                        <a:cxnSpLocks/>
                      </p:cNvCxnSpPr>
                      <p:nvPr userDrawn="1"/>
                    </p:nvCxnSpPr>
                    <p:spPr>
                      <a:xfrm>
                        <a:off x="1621857"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226" name="Rechte verbindingslijn 225">
                        <a:extLst>
                          <a:ext uri="{FF2B5EF4-FFF2-40B4-BE49-F238E27FC236}">
                            <a16:creationId xmlns:a16="http://schemas.microsoft.com/office/drawing/2014/main" id="{C78D4EE6-9193-50AC-EB9E-30A276E3DF98}"/>
                          </a:ext>
                        </a:extLst>
                      </p:cNvPr>
                      <p:cNvCxnSpPr>
                        <a:cxnSpLocks/>
                      </p:cNvCxnSpPr>
                      <p:nvPr userDrawn="1"/>
                    </p:nvCxnSpPr>
                    <p:spPr>
                      <a:xfrm>
                        <a:off x="1797518"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211" name="Rechte verbindingslijn 210">
                    <a:extLst>
                      <a:ext uri="{FF2B5EF4-FFF2-40B4-BE49-F238E27FC236}">
                        <a16:creationId xmlns:a16="http://schemas.microsoft.com/office/drawing/2014/main" id="{84CB4AB9-B648-E7BA-A6E5-ACA2DECEED62}"/>
                      </a:ext>
                    </a:extLst>
                  </p:cNvPr>
                  <p:cNvCxnSpPr>
                    <a:cxnSpLocks/>
                  </p:cNvCxnSpPr>
                  <p:nvPr userDrawn="1"/>
                </p:nvCxnSpPr>
                <p:spPr>
                  <a:xfrm flipH="1">
                    <a:off x="-3260471" y="3739408"/>
                    <a:ext cx="143329"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212" name="Rechte verbindingslijn 211">
                    <a:extLst>
                      <a:ext uri="{FF2B5EF4-FFF2-40B4-BE49-F238E27FC236}">
                        <a16:creationId xmlns:a16="http://schemas.microsoft.com/office/drawing/2014/main" id="{4B13D1E7-736E-0BEB-B80A-6C8D6CA109BD}"/>
                      </a:ext>
                    </a:extLst>
                  </p:cNvPr>
                  <p:cNvCxnSpPr>
                    <a:cxnSpLocks/>
                  </p:cNvCxnSpPr>
                  <p:nvPr userDrawn="1"/>
                </p:nvCxnSpPr>
                <p:spPr>
                  <a:xfrm flipH="1">
                    <a:off x="-3261070" y="3713352"/>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213" name="Rechte verbindingslijn 212">
                    <a:extLst>
                      <a:ext uri="{FF2B5EF4-FFF2-40B4-BE49-F238E27FC236}">
                        <a16:creationId xmlns:a16="http://schemas.microsoft.com/office/drawing/2014/main" id="{02DA0B7F-4A33-070A-1683-F802641BFFD4}"/>
                      </a:ext>
                    </a:extLst>
                  </p:cNvPr>
                  <p:cNvCxnSpPr>
                    <a:cxnSpLocks/>
                  </p:cNvCxnSpPr>
                  <p:nvPr userDrawn="1"/>
                </p:nvCxnSpPr>
                <p:spPr>
                  <a:xfrm flipH="1">
                    <a:off x="-3261070" y="3689677"/>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214" name="Rechte verbindingslijn 213">
                    <a:extLst>
                      <a:ext uri="{FF2B5EF4-FFF2-40B4-BE49-F238E27FC236}">
                        <a16:creationId xmlns:a16="http://schemas.microsoft.com/office/drawing/2014/main" id="{1912AE89-E57B-DDBB-79D5-F66AFA7A555F}"/>
                      </a:ext>
                    </a:extLst>
                  </p:cNvPr>
                  <p:cNvCxnSpPr>
                    <a:cxnSpLocks/>
                  </p:cNvCxnSpPr>
                  <p:nvPr userDrawn="1"/>
                </p:nvCxnSpPr>
                <p:spPr>
                  <a:xfrm flipH="1">
                    <a:off x="-3261070" y="3663621"/>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sp>
                <p:nvSpPr>
                  <p:cNvPr id="215" name="Rechthoek 214">
                    <a:extLst>
                      <a:ext uri="{FF2B5EF4-FFF2-40B4-BE49-F238E27FC236}">
                        <a16:creationId xmlns:a16="http://schemas.microsoft.com/office/drawing/2014/main" id="{A3EBD554-C687-F143-5D95-633E949BC2C4}"/>
                      </a:ext>
                    </a:extLst>
                  </p:cNvPr>
                  <p:cNvSpPr/>
                  <p:nvPr userDrawn="1"/>
                </p:nvSpPr>
                <p:spPr>
                  <a:xfrm>
                    <a:off x="-3261070" y="3620931"/>
                    <a:ext cx="142893" cy="24910"/>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solidFill>
                        <a:srgbClr val="211F26"/>
                      </a:solidFill>
                      <a:latin typeface="Calibri" panose="020F0502020204030204" pitchFamily="34" charset="0"/>
                      <a:cs typeface="Calibri" panose="020F0502020204030204" pitchFamily="34" charset="0"/>
                    </a:endParaRPr>
                  </a:p>
                </p:txBody>
              </p:sp>
              <p:grpSp>
                <p:nvGrpSpPr>
                  <p:cNvPr id="216" name="Groep 215">
                    <a:extLst>
                      <a:ext uri="{FF2B5EF4-FFF2-40B4-BE49-F238E27FC236}">
                        <a16:creationId xmlns:a16="http://schemas.microsoft.com/office/drawing/2014/main" id="{18502057-A6EC-F094-FFFA-7D4CB0B6E650}"/>
                      </a:ext>
                    </a:extLst>
                  </p:cNvPr>
                  <p:cNvGrpSpPr/>
                  <p:nvPr userDrawn="1"/>
                </p:nvGrpSpPr>
                <p:grpSpPr>
                  <a:xfrm rot="2700000">
                    <a:off x="-3158000" y="3650045"/>
                    <a:ext cx="34350" cy="147351"/>
                    <a:chOff x="3148392" y="-836646"/>
                    <a:chExt cx="132124" cy="596095"/>
                  </a:xfrm>
                  <a:solidFill>
                    <a:srgbClr val="3399FF"/>
                  </a:solidFill>
                </p:grpSpPr>
                <p:sp>
                  <p:nvSpPr>
                    <p:cNvPr id="217" name="Rechthoek 216">
                      <a:extLst>
                        <a:ext uri="{FF2B5EF4-FFF2-40B4-BE49-F238E27FC236}">
                          <a16:creationId xmlns:a16="http://schemas.microsoft.com/office/drawing/2014/main" id="{58628DED-E386-BDA6-2308-F148C50F5926}"/>
                        </a:ext>
                      </a:extLst>
                    </p:cNvPr>
                    <p:cNvSpPr/>
                    <p:nvPr userDrawn="1"/>
                  </p:nvSpPr>
                  <p:spPr>
                    <a:xfrm>
                      <a:off x="3148632" y="-725510"/>
                      <a:ext cx="131884" cy="281356"/>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solidFill>
                          <a:srgbClr val="211F26"/>
                        </a:solidFill>
                        <a:latin typeface="Calibri" panose="020F0502020204030204" pitchFamily="34" charset="0"/>
                        <a:cs typeface="Calibri" panose="020F0502020204030204" pitchFamily="34" charset="0"/>
                      </a:endParaRPr>
                    </a:p>
                  </p:txBody>
                </p:sp>
                <p:sp>
                  <p:nvSpPr>
                    <p:cNvPr id="218" name="Rechthoek: afgeronde bovenhoeken 217">
                      <a:extLst>
                        <a:ext uri="{FF2B5EF4-FFF2-40B4-BE49-F238E27FC236}">
                          <a16:creationId xmlns:a16="http://schemas.microsoft.com/office/drawing/2014/main" id="{DD3B394F-E31C-8C43-FFE6-B0C15EA65FDD}"/>
                        </a:ext>
                      </a:extLst>
                    </p:cNvPr>
                    <p:cNvSpPr/>
                    <p:nvPr userDrawn="1"/>
                  </p:nvSpPr>
                  <p:spPr>
                    <a:xfrm>
                      <a:off x="3148556" y="-836646"/>
                      <a:ext cx="131882" cy="87614"/>
                    </a:xfrm>
                    <a:prstGeom prst="round2SameRect">
                      <a:avLst>
                        <a:gd name="adj1" fmla="val 50000"/>
                        <a:gd name="adj2" fmla="val 0"/>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solidFill>
                          <a:srgbClr val="211F26"/>
                        </a:solidFill>
                        <a:latin typeface="Calibri" panose="020F0502020204030204" pitchFamily="34" charset="0"/>
                        <a:cs typeface="Calibri" panose="020F0502020204030204" pitchFamily="34" charset="0"/>
                      </a:endParaRPr>
                    </a:p>
                  </p:txBody>
                </p:sp>
                <p:sp>
                  <p:nvSpPr>
                    <p:cNvPr id="219" name="Gelijkbenige driehoek 218">
                      <a:extLst>
                        <a:ext uri="{FF2B5EF4-FFF2-40B4-BE49-F238E27FC236}">
                          <a16:creationId xmlns:a16="http://schemas.microsoft.com/office/drawing/2014/main" id="{A4A2FB7B-4CF0-669D-B442-DBCA357BA68A}"/>
                        </a:ext>
                      </a:extLst>
                    </p:cNvPr>
                    <p:cNvSpPr/>
                    <p:nvPr userDrawn="1"/>
                  </p:nvSpPr>
                  <p:spPr>
                    <a:xfrm rot="10800000">
                      <a:off x="3148392" y="-420304"/>
                      <a:ext cx="131887" cy="179753"/>
                    </a:xfrm>
                    <a:prstGeom prst="triangle">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solidFill>
                          <a:srgbClr val="211F26"/>
                        </a:solidFill>
                        <a:latin typeface="Calibri" panose="020F0502020204030204" pitchFamily="34" charset="0"/>
                        <a:cs typeface="Calibri" panose="020F0502020204030204" pitchFamily="34" charset="0"/>
                      </a:endParaRPr>
                    </a:p>
                  </p:txBody>
                </p:sp>
              </p:grpSp>
            </p:grpSp>
          </p:grpSp>
          <p:sp>
            <p:nvSpPr>
              <p:cNvPr id="192" name="Rechthoek 191">
                <a:extLst>
                  <a:ext uri="{FF2B5EF4-FFF2-40B4-BE49-F238E27FC236}">
                    <a16:creationId xmlns:a16="http://schemas.microsoft.com/office/drawing/2014/main" id="{CD241BA3-ADBD-B1FE-3731-65EB2F6E3F3E}"/>
                  </a:ext>
                </a:extLst>
              </p:cNvPr>
              <p:cNvSpPr/>
              <p:nvPr userDrawn="1"/>
            </p:nvSpPr>
            <p:spPr>
              <a:xfrm>
                <a:off x="-3786437" y="4887921"/>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grpSp>
            <p:nvGrpSpPr>
              <p:cNvPr id="193" name="ICOON_info">
                <a:extLst>
                  <a:ext uri="{FF2B5EF4-FFF2-40B4-BE49-F238E27FC236}">
                    <a16:creationId xmlns:a16="http://schemas.microsoft.com/office/drawing/2014/main" id="{244B8596-741E-D003-4704-E9B4471E2ADC}"/>
                  </a:ext>
                </a:extLst>
              </p:cNvPr>
              <p:cNvGrpSpPr/>
              <p:nvPr userDrawn="1"/>
            </p:nvGrpSpPr>
            <p:grpSpPr>
              <a:xfrm>
                <a:off x="-376736" y="4751903"/>
                <a:ext cx="283685" cy="283685"/>
                <a:chOff x="-510741" y="5913713"/>
                <a:chExt cx="267555" cy="267555"/>
              </a:xfrm>
            </p:grpSpPr>
            <p:sp>
              <p:nvSpPr>
                <p:cNvPr id="200" name="Ovaal 199">
                  <a:extLst>
                    <a:ext uri="{FF2B5EF4-FFF2-40B4-BE49-F238E27FC236}">
                      <a16:creationId xmlns:a16="http://schemas.microsoft.com/office/drawing/2014/main" id="{C172E72D-AFDC-0DDB-19A6-394AE5F7CE85}"/>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201" name="Graphic 163" descr="Informatie">
                  <a:extLst>
                    <a:ext uri="{FF2B5EF4-FFF2-40B4-BE49-F238E27FC236}">
                      <a16:creationId xmlns:a16="http://schemas.microsoft.com/office/drawing/2014/main" id="{590D9824-0CA3-8173-806A-8163E2C34DE0}"/>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194" name="Groep 193">
                <a:extLst>
                  <a:ext uri="{FF2B5EF4-FFF2-40B4-BE49-F238E27FC236}">
                    <a16:creationId xmlns:a16="http://schemas.microsoft.com/office/drawing/2014/main" id="{3EEA84B9-3344-5BEE-9911-F8E27709F96F}"/>
                  </a:ext>
                </a:extLst>
              </p:cNvPr>
              <p:cNvGrpSpPr/>
              <p:nvPr userDrawn="1"/>
            </p:nvGrpSpPr>
            <p:grpSpPr>
              <a:xfrm>
                <a:off x="-938434" y="5025298"/>
                <a:ext cx="627798" cy="576693"/>
                <a:chOff x="-938434" y="4570310"/>
                <a:chExt cx="627798" cy="576693"/>
              </a:xfrm>
            </p:grpSpPr>
            <p:grpSp>
              <p:nvGrpSpPr>
                <p:cNvPr id="195" name="Inspireren">
                  <a:extLst>
                    <a:ext uri="{FF2B5EF4-FFF2-40B4-BE49-F238E27FC236}">
                      <a16:creationId xmlns:a16="http://schemas.microsoft.com/office/drawing/2014/main" id="{F81DDBB8-B2B0-B3A9-97F8-CA6F9B1A8DF0}"/>
                    </a:ext>
                  </a:extLst>
                </p:cNvPr>
                <p:cNvGrpSpPr>
                  <a:grpSpLocks noChangeAspect="1"/>
                </p:cNvGrpSpPr>
                <p:nvPr userDrawn="1"/>
              </p:nvGrpSpPr>
              <p:grpSpPr bwMode="auto">
                <a:xfrm>
                  <a:off x="-716116" y="4570310"/>
                  <a:ext cx="169778" cy="242385"/>
                  <a:chOff x="4768" y="2783"/>
                  <a:chExt cx="788" cy="1125"/>
                </a:xfrm>
                <a:gradFill>
                  <a:gsLst>
                    <a:gs pos="0">
                      <a:srgbClr val="9D9FA1"/>
                    </a:gs>
                    <a:gs pos="70000">
                      <a:srgbClr val="211F26"/>
                    </a:gs>
                  </a:gsLst>
                  <a:lin ang="2700000" scaled="0"/>
                </a:gradFill>
              </p:grpSpPr>
              <p:sp>
                <p:nvSpPr>
                  <p:cNvPr id="197" name="Freeform 12">
                    <a:extLst>
                      <a:ext uri="{FF2B5EF4-FFF2-40B4-BE49-F238E27FC236}">
                        <a16:creationId xmlns:a16="http://schemas.microsoft.com/office/drawing/2014/main" id="{45DCD921-F3FD-96D7-6FD2-BD028BEC1126}"/>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198" name="Freeform 13">
                    <a:extLst>
                      <a:ext uri="{FF2B5EF4-FFF2-40B4-BE49-F238E27FC236}">
                        <a16:creationId xmlns:a16="http://schemas.microsoft.com/office/drawing/2014/main" id="{783F8875-8123-89C1-CB4E-47299B9ECCC9}"/>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199" name="Freeform 14">
                    <a:extLst>
                      <a:ext uri="{FF2B5EF4-FFF2-40B4-BE49-F238E27FC236}">
                        <a16:creationId xmlns:a16="http://schemas.microsoft.com/office/drawing/2014/main" id="{B92F35C6-F10E-A861-B1D9-5BA99734B0AC}"/>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196" name="Tekstvak 195">
                  <a:extLst>
                    <a:ext uri="{FF2B5EF4-FFF2-40B4-BE49-F238E27FC236}">
                      <a16:creationId xmlns:a16="http://schemas.microsoft.com/office/drawing/2014/main" id="{78B13830-73E4-62AC-F40C-7D15EF15C153}"/>
                    </a:ext>
                  </a:extLst>
                </p:cNvPr>
                <p:cNvSpPr txBox="1"/>
                <p:nvPr userDrawn="1"/>
              </p:nvSpPr>
              <p:spPr>
                <a:xfrm>
                  <a:off x="-938434" y="4824764"/>
                  <a:ext cx="627798" cy="32223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grpSp>
        <p:grpSp>
          <p:nvGrpSpPr>
            <p:cNvPr id="165" name="Groep 164">
              <a:extLst>
                <a:ext uri="{FF2B5EF4-FFF2-40B4-BE49-F238E27FC236}">
                  <a16:creationId xmlns:a16="http://schemas.microsoft.com/office/drawing/2014/main" id="{5733B18B-6E95-B209-E6ED-A87DF1CD8AE6}"/>
                </a:ext>
              </a:extLst>
            </p:cNvPr>
            <p:cNvGrpSpPr/>
            <p:nvPr userDrawn="1"/>
          </p:nvGrpSpPr>
          <p:grpSpPr>
            <a:xfrm>
              <a:off x="-3786165" y="2"/>
              <a:ext cx="3593091" cy="3041230"/>
              <a:chOff x="-3786165" y="2"/>
              <a:chExt cx="3593091" cy="3041230"/>
            </a:xfrm>
          </p:grpSpPr>
          <p:sp>
            <p:nvSpPr>
              <p:cNvPr id="166" name="Rechthoek 165">
                <a:extLst>
                  <a:ext uri="{FF2B5EF4-FFF2-40B4-BE49-F238E27FC236}">
                    <a16:creationId xmlns:a16="http://schemas.microsoft.com/office/drawing/2014/main" id="{AF87B8FB-2E4D-BF19-2F8A-04084B90D059}"/>
                  </a:ext>
                </a:extLst>
              </p:cNvPr>
              <p:cNvSpPr/>
              <p:nvPr userDrawn="1"/>
            </p:nvSpPr>
            <p:spPr>
              <a:xfrm>
                <a:off x="-3786165" y="2"/>
                <a:ext cx="3593091" cy="3041230"/>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Format CHART</a:t>
                </a:r>
              </a:p>
            </p:txBody>
          </p:sp>
          <p:sp>
            <p:nvSpPr>
              <p:cNvPr id="167" name="Ovaal 166">
                <a:extLst>
                  <a:ext uri="{FF2B5EF4-FFF2-40B4-BE49-F238E27FC236}">
                    <a16:creationId xmlns:a16="http://schemas.microsoft.com/office/drawing/2014/main" id="{191B5158-CCFD-980A-2114-4926E7A8A2A7}"/>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68" name="Rechthoek 167">
                <a:extLst>
                  <a:ext uri="{FF2B5EF4-FFF2-40B4-BE49-F238E27FC236}">
                    <a16:creationId xmlns:a16="http://schemas.microsoft.com/office/drawing/2014/main" id="{FDADFA2E-2346-7268-595E-1EE03C795531}"/>
                  </a:ext>
                </a:extLst>
              </p:cNvPr>
              <p:cNvSpPr/>
              <p:nvPr userDrawn="1"/>
            </p:nvSpPr>
            <p:spPr>
              <a:xfrm>
                <a:off x="-3319415" y="465324"/>
                <a:ext cx="2944682" cy="49001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When you want to change the lay-out of the chart, select the preferred part of the chart and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‘Format’.</a:t>
                </a:r>
                <a:endPar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169" name="Ovaal 168">
                <a:extLst>
                  <a:ext uri="{FF2B5EF4-FFF2-40B4-BE49-F238E27FC236}">
                    <a16:creationId xmlns:a16="http://schemas.microsoft.com/office/drawing/2014/main" id="{79E3D707-84F2-BAA3-BD0E-66FF6E09A443}"/>
                  </a:ext>
                </a:extLst>
              </p:cNvPr>
              <p:cNvSpPr/>
              <p:nvPr userDrawn="1"/>
            </p:nvSpPr>
            <p:spPr>
              <a:xfrm>
                <a:off x="-3603587" y="1493635"/>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70" name="Rechthoek 169">
                <a:extLst>
                  <a:ext uri="{FF2B5EF4-FFF2-40B4-BE49-F238E27FC236}">
                    <a16:creationId xmlns:a16="http://schemas.microsoft.com/office/drawing/2014/main" id="{67D74489-60EC-E41F-7E91-419795BFFAB7}"/>
                  </a:ext>
                </a:extLst>
              </p:cNvPr>
              <p:cNvSpPr/>
              <p:nvPr userDrawn="1"/>
            </p:nvSpPr>
            <p:spPr>
              <a:xfrm>
                <a:off x="-3319415" y="1493636"/>
                <a:ext cx="2944682" cy="65805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You can change the settings of the axes and data series by clicking on them with the right mouse button. Choose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‘Format Axis’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or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‘Format Data Series’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171" name="Groep 170">
                <a:extLst>
                  <a:ext uri="{FF2B5EF4-FFF2-40B4-BE49-F238E27FC236}">
                    <a16:creationId xmlns:a16="http://schemas.microsoft.com/office/drawing/2014/main" id="{5DF94223-FBE7-1D2B-C06A-8CAA86AFE0F8}"/>
                  </a:ext>
                </a:extLst>
              </p:cNvPr>
              <p:cNvGrpSpPr/>
              <p:nvPr userDrawn="1"/>
            </p:nvGrpSpPr>
            <p:grpSpPr>
              <a:xfrm>
                <a:off x="-3312582" y="1060763"/>
                <a:ext cx="576000" cy="246597"/>
                <a:chOff x="-3303310" y="1024128"/>
                <a:chExt cx="576000" cy="246597"/>
              </a:xfrm>
            </p:grpSpPr>
            <p:sp>
              <p:nvSpPr>
                <p:cNvPr id="186" name="Rechthoek 185">
                  <a:extLst>
                    <a:ext uri="{FF2B5EF4-FFF2-40B4-BE49-F238E27FC236}">
                      <a16:creationId xmlns:a16="http://schemas.microsoft.com/office/drawing/2014/main" id="{018702AC-D273-A79D-7A99-67B02AE9A7F7}"/>
                    </a:ext>
                  </a:extLst>
                </p:cNvPr>
                <p:cNvSpPr/>
                <p:nvPr userDrawn="1"/>
              </p:nvSpPr>
              <p:spPr>
                <a:xfrm>
                  <a:off x="-3303310" y="1024128"/>
                  <a:ext cx="576000" cy="215451"/>
                </a:xfrm>
                <a:prstGeom prst="rect">
                  <a:avLst/>
                </a:prstGeom>
                <a:solidFill>
                  <a:srgbClr val="F8F8F8"/>
                </a:solidFill>
                <a:ln w="63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en-GB" sz="1050" b="1" noProof="0" dirty="0">
                      <a:solidFill>
                        <a:srgbClr val="B74629"/>
                      </a:solidFill>
                      <a:latin typeface="Calibri" panose="020F0502020204030204" pitchFamily="34" charset="0"/>
                      <a:cs typeface="Calibri" panose="020F0502020204030204" pitchFamily="34" charset="0"/>
                    </a:rPr>
                    <a:t>Format</a:t>
                  </a:r>
                </a:p>
              </p:txBody>
            </p:sp>
            <p:sp>
              <p:nvSpPr>
                <p:cNvPr id="187" name="Rechthoek 186">
                  <a:extLst>
                    <a:ext uri="{FF2B5EF4-FFF2-40B4-BE49-F238E27FC236}">
                      <a16:creationId xmlns:a16="http://schemas.microsoft.com/office/drawing/2014/main" id="{FC6948E7-3503-1844-5374-2916B944102A}"/>
                    </a:ext>
                  </a:extLst>
                </p:cNvPr>
                <p:cNvSpPr/>
                <p:nvPr userDrawn="1"/>
              </p:nvSpPr>
              <p:spPr>
                <a:xfrm>
                  <a:off x="-3303310" y="1243554"/>
                  <a:ext cx="576000"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172" name="Groep 171">
                <a:extLst>
                  <a:ext uri="{FF2B5EF4-FFF2-40B4-BE49-F238E27FC236}">
                    <a16:creationId xmlns:a16="http://schemas.microsoft.com/office/drawing/2014/main" id="{8BA8E2EB-23DE-1ADF-EAAE-BE8E132A1873}"/>
                  </a:ext>
                </a:extLst>
              </p:cNvPr>
              <p:cNvGrpSpPr/>
              <p:nvPr userDrawn="1"/>
            </p:nvGrpSpPr>
            <p:grpSpPr>
              <a:xfrm>
                <a:off x="-3314821" y="2257494"/>
                <a:ext cx="1377262" cy="591693"/>
                <a:chOff x="-3314821" y="2421532"/>
                <a:chExt cx="1377262" cy="591693"/>
              </a:xfrm>
            </p:grpSpPr>
            <p:sp>
              <p:nvSpPr>
                <p:cNvPr id="173" name="Rechthoek 172">
                  <a:extLst>
                    <a:ext uri="{FF2B5EF4-FFF2-40B4-BE49-F238E27FC236}">
                      <a16:creationId xmlns:a16="http://schemas.microsoft.com/office/drawing/2014/main" id="{A62644D1-07D9-7407-B3BE-FBC654C34C0D}"/>
                    </a:ext>
                  </a:extLst>
                </p:cNvPr>
                <p:cNvSpPr/>
                <p:nvPr userDrawn="1"/>
              </p:nvSpPr>
              <p:spPr>
                <a:xfrm>
                  <a:off x="-3314821" y="2421532"/>
                  <a:ext cx="1360375" cy="504851"/>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174" name="Rechthoek 173">
                  <a:extLst>
                    <a:ext uri="{FF2B5EF4-FFF2-40B4-BE49-F238E27FC236}">
                      <a16:creationId xmlns:a16="http://schemas.microsoft.com/office/drawing/2014/main" id="{50EDD732-4EE5-E8D8-D2CF-63D569BF4E70}"/>
                    </a:ext>
                  </a:extLst>
                </p:cNvPr>
                <p:cNvSpPr/>
                <p:nvPr userDrawn="1"/>
              </p:nvSpPr>
              <p:spPr>
                <a:xfrm>
                  <a:off x="-3304719" y="2675257"/>
                  <a:ext cx="1344885" cy="246608"/>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75" name="Tekstvak 174">
                  <a:extLst>
                    <a:ext uri="{FF2B5EF4-FFF2-40B4-BE49-F238E27FC236}">
                      <a16:creationId xmlns:a16="http://schemas.microsoft.com/office/drawing/2014/main" id="{82EAEA45-A722-A414-A293-78AFA06261B8}"/>
                    </a:ext>
                  </a:extLst>
                </p:cNvPr>
                <p:cNvSpPr txBox="1"/>
                <p:nvPr userDrawn="1"/>
              </p:nvSpPr>
              <p:spPr>
                <a:xfrm>
                  <a:off x="-3122115" y="2480234"/>
                  <a:ext cx="1116000" cy="137495"/>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Add Trendline</a:t>
                  </a:r>
                </a:p>
              </p:txBody>
            </p:sp>
            <p:sp>
              <p:nvSpPr>
                <p:cNvPr id="176" name="Tekstvak 175">
                  <a:extLst>
                    <a:ext uri="{FF2B5EF4-FFF2-40B4-BE49-F238E27FC236}">
                      <a16:creationId xmlns:a16="http://schemas.microsoft.com/office/drawing/2014/main" id="{3D95E609-9DA8-2487-1F55-3C8F6A4604B4}"/>
                    </a:ext>
                  </a:extLst>
                </p:cNvPr>
                <p:cNvSpPr txBox="1"/>
                <p:nvPr userDrawn="1"/>
              </p:nvSpPr>
              <p:spPr>
                <a:xfrm>
                  <a:off x="-3115841" y="2753263"/>
                  <a:ext cx="1116000" cy="108505"/>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Format Data Series</a:t>
                  </a:r>
                </a:p>
              </p:txBody>
            </p:sp>
            <p:sp>
              <p:nvSpPr>
                <p:cNvPr id="177" name="Vrije vorm: vorm 176">
                  <a:extLst>
                    <a:ext uri="{FF2B5EF4-FFF2-40B4-BE49-F238E27FC236}">
                      <a16:creationId xmlns:a16="http://schemas.microsoft.com/office/drawing/2014/main" id="{B39F80B8-013B-300C-B774-AF88B8DF7F58}"/>
                    </a:ext>
                  </a:extLst>
                </p:cNvPr>
                <p:cNvSpPr/>
                <p:nvPr userDrawn="1"/>
              </p:nvSpPr>
              <p:spPr>
                <a:xfrm>
                  <a:off x="-2035121" y="2833225"/>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grpSp>
              <p:nvGrpSpPr>
                <p:cNvPr id="178" name="Groep 177">
                  <a:extLst>
                    <a:ext uri="{FF2B5EF4-FFF2-40B4-BE49-F238E27FC236}">
                      <a16:creationId xmlns:a16="http://schemas.microsoft.com/office/drawing/2014/main" id="{A606DEAA-A554-5356-29AF-FBC898F8CC14}"/>
                    </a:ext>
                  </a:extLst>
                </p:cNvPr>
                <p:cNvGrpSpPr/>
                <p:nvPr userDrawn="1"/>
              </p:nvGrpSpPr>
              <p:grpSpPr>
                <a:xfrm>
                  <a:off x="-3258488" y="2718400"/>
                  <a:ext cx="225663" cy="229638"/>
                  <a:chOff x="-3258488" y="2713782"/>
                  <a:chExt cx="225663" cy="229638"/>
                </a:xfrm>
              </p:grpSpPr>
              <p:sp>
                <p:nvSpPr>
                  <p:cNvPr id="182" name="Rechthoek 181">
                    <a:extLst>
                      <a:ext uri="{FF2B5EF4-FFF2-40B4-BE49-F238E27FC236}">
                        <a16:creationId xmlns:a16="http://schemas.microsoft.com/office/drawing/2014/main" id="{03B1236E-CF80-BA2C-DA92-01AEBE5CAB7D}"/>
                      </a:ext>
                    </a:extLst>
                  </p:cNvPr>
                  <p:cNvSpPr/>
                  <p:nvPr userDrawn="1"/>
                </p:nvSpPr>
                <p:spPr>
                  <a:xfrm>
                    <a:off x="-3245249" y="2761416"/>
                    <a:ext cx="43200" cy="104609"/>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GB" sz="2000" noProof="0" dirty="0">
                      <a:solidFill>
                        <a:srgbClr val="211F26"/>
                      </a:solidFill>
                      <a:latin typeface="Calibri" panose="020F0502020204030204" pitchFamily="34" charset="0"/>
                      <a:cs typeface="Calibri" panose="020F0502020204030204" pitchFamily="34" charset="0"/>
                    </a:endParaRPr>
                  </a:p>
                </p:txBody>
              </p:sp>
              <p:sp>
                <p:nvSpPr>
                  <p:cNvPr id="183" name="Rechthoek 182">
                    <a:extLst>
                      <a:ext uri="{FF2B5EF4-FFF2-40B4-BE49-F238E27FC236}">
                        <a16:creationId xmlns:a16="http://schemas.microsoft.com/office/drawing/2014/main" id="{FE78E0CA-DF49-9083-259A-67C6E8144555}"/>
                      </a:ext>
                    </a:extLst>
                  </p:cNvPr>
                  <p:cNvSpPr/>
                  <p:nvPr userDrawn="1"/>
                </p:nvSpPr>
                <p:spPr>
                  <a:xfrm>
                    <a:off x="-3199591" y="2713782"/>
                    <a:ext cx="43200" cy="152244"/>
                  </a:xfrm>
                  <a:prstGeom prst="rect">
                    <a:avLst/>
                  </a:prstGeom>
                  <a:solidFill>
                    <a:srgbClr val="EDC8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GB" sz="2000" noProof="0" dirty="0">
                      <a:solidFill>
                        <a:srgbClr val="211F26"/>
                      </a:solidFill>
                      <a:latin typeface="Calibri" panose="020F0502020204030204" pitchFamily="34" charset="0"/>
                      <a:cs typeface="Calibri" panose="020F0502020204030204" pitchFamily="34" charset="0"/>
                    </a:endParaRPr>
                  </a:p>
                </p:txBody>
              </p:sp>
              <p:sp>
                <p:nvSpPr>
                  <p:cNvPr id="184" name="Rechthoek 183">
                    <a:extLst>
                      <a:ext uri="{FF2B5EF4-FFF2-40B4-BE49-F238E27FC236}">
                        <a16:creationId xmlns:a16="http://schemas.microsoft.com/office/drawing/2014/main" id="{BCF1D88D-E000-7D7B-392E-72C3BC6F2AE6}"/>
                      </a:ext>
                    </a:extLst>
                  </p:cNvPr>
                  <p:cNvSpPr/>
                  <p:nvPr userDrawn="1"/>
                </p:nvSpPr>
                <p:spPr>
                  <a:xfrm>
                    <a:off x="-3152134" y="2747679"/>
                    <a:ext cx="43200" cy="118347"/>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GB" sz="2000" noProof="0" dirty="0">
                      <a:solidFill>
                        <a:srgbClr val="211F26"/>
                      </a:solidFill>
                      <a:latin typeface="Calibri" panose="020F0502020204030204" pitchFamily="34" charset="0"/>
                      <a:cs typeface="Calibri" panose="020F0502020204030204" pitchFamily="34" charset="0"/>
                    </a:endParaRPr>
                  </a:p>
                </p:txBody>
              </p:sp>
              <p:sp>
                <p:nvSpPr>
                  <p:cNvPr id="185" name="Rechthoek 282">
                    <a:extLst>
                      <a:ext uri="{FF2B5EF4-FFF2-40B4-BE49-F238E27FC236}">
                        <a16:creationId xmlns:a16="http://schemas.microsoft.com/office/drawing/2014/main" id="{541AA9A3-D3E4-79F9-831C-2E68E68382C5}"/>
                      </a:ext>
                    </a:extLst>
                  </p:cNvPr>
                  <p:cNvSpPr/>
                  <p:nvPr userDrawn="1"/>
                </p:nvSpPr>
                <p:spPr>
                  <a:xfrm rot="19731948">
                    <a:off x="-3258488" y="2796616"/>
                    <a:ext cx="225663" cy="146804"/>
                  </a:xfrm>
                  <a:custGeom>
                    <a:avLst/>
                    <a:gdLst>
                      <a:gd name="connsiteX0" fmla="*/ 0 w 205092"/>
                      <a:gd name="connsiteY0" fmla="*/ 0 h 73844"/>
                      <a:gd name="connsiteX1" fmla="*/ 205092 w 205092"/>
                      <a:gd name="connsiteY1" fmla="*/ 0 h 73844"/>
                      <a:gd name="connsiteX2" fmla="*/ 205092 w 205092"/>
                      <a:gd name="connsiteY2" fmla="*/ 73844 h 73844"/>
                      <a:gd name="connsiteX3" fmla="*/ 0 w 205092"/>
                      <a:gd name="connsiteY3" fmla="*/ 73844 h 73844"/>
                      <a:gd name="connsiteX4" fmla="*/ 0 w 205092"/>
                      <a:gd name="connsiteY4" fmla="*/ 0 h 73844"/>
                      <a:gd name="connsiteX0" fmla="*/ 0 w 205092"/>
                      <a:gd name="connsiteY0" fmla="*/ 0 h 121600"/>
                      <a:gd name="connsiteX1" fmla="*/ 205092 w 205092"/>
                      <a:gd name="connsiteY1" fmla="*/ 0 h 121600"/>
                      <a:gd name="connsiteX2" fmla="*/ 187772 w 205092"/>
                      <a:gd name="connsiteY2" fmla="*/ 121600 h 121600"/>
                      <a:gd name="connsiteX3" fmla="*/ 0 w 205092"/>
                      <a:gd name="connsiteY3" fmla="*/ 73844 h 121600"/>
                      <a:gd name="connsiteX4" fmla="*/ 0 w 205092"/>
                      <a:gd name="connsiteY4" fmla="*/ 0 h 121600"/>
                      <a:gd name="connsiteX0" fmla="*/ 0 w 205092"/>
                      <a:gd name="connsiteY0" fmla="*/ 0 h 121600"/>
                      <a:gd name="connsiteX1" fmla="*/ 205092 w 205092"/>
                      <a:gd name="connsiteY1" fmla="*/ 0 h 121600"/>
                      <a:gd name="connsiteX2" fmla="*/ 187772 w 205092"/>
                      <a:gd name="connsiteY2" fmla="*/ 121600 h 121600"/>
                      <a:gd name="connsiteX3" fmla="*/ 3148 w 205092"/>
                      <a:gd name="connsiteY3" fmla="*/ 65161 h 121600"/>
                      <a:gd name="connsiteX4" fmla="*/ 0 w 205092"/>
                      <a:gd name="connsiteY4" fmla="*/ 0 h 121600"/>
                      <a:gd name="connsiteX0" fmla="*/ 13407 w 218499"/>
                      <a:gd name="connsiteY0" fmla="*/ 0 h 121600"/>
                      <a:gd name="connsiteX1" fmla="*/ 218499 w 218499"/>
                      <a:gd name="connsiteY1" fmla="*/ 0 h 121600"/>
                      <a:gd name="connsiteX2" fmla="*/ 201179 w 218499"/>
                      <a:gd name="connsiteY2" fmla="*/ 121600 h 121600"/>
                      <a:gd name="connsiteX3" fmla="*/ 0 w 218499"/>
                      <a:gd name="connsiteY3" fmla="*/ 38976 h 121600"/>
                      <a:gd name="connsiteX4" fmla="*/ 13407 w 218499"/>
                      <a:gd name="connsiteY4" fmla="*/ 0 h 121600"/>
                      <a:gd name="connsiteX0" fmla="*/ 13407 w 218499"/>
                      <a:gd name="connsiteY0" fmla="*/ 0 h 134944"/>
                      <a:gd name="connsiteX1" fmla="*/ 218499 w 218499"/>
                      <a:gd name="connsiteY1" fmla="*/ 0 h 134944"/>
                      <a:gd name="connsiteX2" fmla="*/ 160746 w 218499"/>
                      <a:gd name="connsiteY2" fmla="*/ 134944 h 134944"/>
                      <a:gd name="connsiteX3" fmla="*/ 0 w 218499"/>
                      <a:gd name="connsiteY3" fmla="*/ 38976 h 134944"/>
                      <a:gd name="connsiteX4" fmla="*/ 13407 w 218499"/>
                      <a:gd name="connsiteY4" fmla="*/ 0 h 134944"/>
                      <a:gd name="connsiteX0" fmla="*/ 13407 w 225663"/>
                      <a:gd name="connsiteY0" fmla="*/ 11860 h 146804"/>
                      <a:gd name="connsiteX1" fmla="*/ 225663 w 225663"/>
                      <a:gd name="connsiteY1" fmla="*/ 0 h 146804"/>
                      <a:gd name="connsiteX2" fmla="*/ 160746 w 225663"/>
                      <a:gd name="connsiteY2" fmla="*/ 146804 h 146804"/>
                      <a:gd name="connsiteX3" fmla="*/ 0 w 225663"/>
                      <a:gd name="connsiteY3" fmla="*/ 50836 h 146804"/>
                      <a:gd name="connsiteX4" fmla="*/ 13407 w 225663"/>
                      <a:gd name="connsiteY4" fmla="*/ 11860 h 1468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663" h="146804">
                        <a:moveTo>
                          <a:pt x="13407" y="11860"/>
                        </a:moveTo>
                        <a:lnTo>
                          <a:pt x="225663" y="0"/>
                        </a:lnTo>
                        <a:lnTo>
                          <a:pt x="160746" y="146804"/>
                        </a:lnTo>
                        <a:lnTo>
                          <a:pt x="0" y="50836"/>
                        </a:lnTo>
                        <a:lnTo>
                          <a:pt x="13407" y="11860"/>
                        </a:lnTo>
                        <a:close/>
                      </a:path>
                    </a:pathLst>
                  </a:cu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lvl="0"/>
                    <a:endParaRPr lang="en-GB" sz="1000" b="1" dirty="0" err="1">
                      <a:solidFill>
                        <a:srgbClr val="211F26"/>
                      </a:solidFill>
                      <a:latin typeface="Calibri" panose="020F0502020204030204" pitchFamily="34" charset="0"/>
                      <a:cs typeface="Calibri" panose="020F0502020204030204" pitchFamily="34" charset="0"/>
                    </a:endParaRPr>
                  </a:p>
                </p:txBody>
              </p:sp>
            </p:grpSp>
            <p:grpSp>
              <p:nvGrpSpPr>
                <p:cNvPr id="179" name="Groep 178">
                  <a:extLst>
                    <a:ext uri="{FF2B5EF4-FFF2-40B4-BE49-F238E27FC236}">
                      <a16:creationId xmlns:a16="http://schemas.microsoft.com/office/drawing/2014/main" id="{C11ACF26-CAA1-4022-DEE8-6D2B885393A1}"/>
                    </a:ext>
                  </a:extLst>
                </p:cNvPr>
                <p:cNvGrpSpPr/>
                <p:nvPr userDrawn="1"/>
              </p:nvGrpSpPr>
              <p:grpSpPr>
                <a:xfrm>
                  <a:off x="-3219980" y="2771792"/>
                  <a:ext cx="140241" cy="116552"/>
                  <a:chOff x="-2608640" y="2891109"/>
                  <a:chExt cx="309118" cy="261993"/>
                </a:xfrm>
              </p:grpSpPr>
              <p:sp>
                <p:nvSpPr>
                  <p:cNvPr id="180" name="Vrije vorm: vorm 179">
                    <a:extLst>
                      <a:ext uri="{FF2B5EF4-FFF2-40B4-BE49-F238E27FC236}">
                        <a16:creationId xmlns:a16="http://schemas.microsoft.com/office/drawing/2014/main" id="{DFAAADDF-AB2B-E43F-DBDD-B066B4FA1761}"/>
                      </a:ext>
                    </a:extLst>
                  </p:cNvPr>
                  <p:cNvSpPr/>
                  <p:nvPr userDrawn="1"/>
                </p:nvSpPr>
                <p:spPr>
                  <a:xfrm rot="513866">
                    <a:off x="-2465317" y="2891109"/>
                    <a:ext cx="165795" cy="200435"/>
                  </a:xfrm>
                  <a:custGeom>
                    <a:avLst/>
                    <a:gdLst>
                      <a:gd name="connsiteX0" fmla="*/ 0 w 147782"/>
                      <a:gd name="connsiteY0" fmla="*/ 184728 h 221673"/>
                      <a:gd name="connsiteX1" fmla="*/ 147782 w 147782"/>
                      <a:gd name="connsiteY1" fmla="*/ 0 h 221673"/>
                      <a:gd name="connsiteX2" fmla="*/ 92363 w 147782"/>
                      <a:gd name="connsiteY2" fmla="*/ 221673 h 221673"/>
                      <a:gd name="connsiteX3" fmla="*/ 0 w 147782"/>
                      <a:gd name="connsiteY3" fmla="*/ 184728 h 221673"/>
                      <a:gd name="connsiteX0" fmla="*/ 0 w 180109"/>
                      <a:gd name="connsiteY0" fmla="*/ 166255 h 203200"/>
                      <a:gd name="connsiteX1" fmla="*/ 180109 w 180109"/>
                      <a:gd name="connsiteY1" fmla="*/ 0 h 203200"/>
                      <a:gd name="connsiteX2" fmla="*/ 92363 w 180109"/>
                      <a:gd name="connsiteY2" fmla="*/ 203200 h 203200"/>
                      <a:gd name="connsiteX3" fmla="*/ 0 w 180109"/>
                      <a:gd name="connsiteY3" fmla="*/ 166255 h 203200"/>
                      <a:gd name="connsiteX0" fmla="*/ 0 w 182213"/>
                      <a:gd name="connsiteY0" fmla="*/ 166453 h 203398"/>
                      <a:gd name="connsiteX1" fmla="*/ 180109 w 182213"/>
                      <a:gd name="connsiteY1" fmla="*/ 198 h 203398"/>
                      <a:gd name="connsiteX2" fmla="*/ 92363 w 182213"/>
                      <a:gd name="connsiteY2" fmla="*/ 203398 h 203398"/>
                      <a:gd name="connsiteX3" fmla="*/ 0 w 182213"/>
                      <a:gd name="connsiteY3" fmla="*/ 166453 h 203398"/>
                      <a:gd name="connsiteX0" fmla="*/ 0 w 186034"/>
                      <a:gd name="connsiteY0" fmla="*/ 168058 h 205003"/>
                      <a:gd name="connsiteX1" fmla="*/ 180109 w 186034"/>
                      <a:gd name="connsiteY1" fmla="*/ 1803 h 205003"/>
                      <a:gd name="connsiteX2" fmla="*/ 92363 w 186034"/>
                      <a:gd name="connsiteY2" fmla="*/ 205003 h 205003"/>
                      <a:gd name="connsiteX3" fmla="*/ 0 w 186034"/>
                      <a:gd name="connsiteY3" fmla="*/ 168058 h 205003"/>
                      <a:gd name="connsiteX0" fmla="*/ 0 w 163074"/>
                      <a:gd name="connsiteY0" fmla="*/ 161895 h 203458"/>
                      <a:gd name="connsiteX1" fmla="*/ 161637 w 163074"/>
                      <a:gd name="connsiteY1" fmla="*/ 258 h 203458"/>
                      <a:gd name="connsiteX2" fmla="*/ 73891 w 163074"/>
                      <a:gd name="connsiteY2" fmla="*/ 203458 h 203458"/>
                      <a:gd name="connsiteX3" fmla="*/ 0 w 163074"/>
                      <a:gd name="connsiteY3" fmla="*/ 161895 h 203458"/>
                      <a:gd name="connsiteX0" fmla="*/ 0 w 162654"/>
                      <a:gd name="connsiteY0" fmla="*/ 161843 h 198788"/>
                      <a:gd name="connsiteX1" fmla="*/ 161637 w 162654"/>
                      <a:gd name="connsiteY1" fmla="*/ 206 h 198788"/>
                      <a:gd name="connsiteX2" fmla="*/ 64654 w 162654"/>
                      <a:gd name="connsiteY2" fmla="*/ 198788 h 198788"/>
                      <a:gd name="connsiteX3" fmla="*/ 0 w 162654"/>
                      <a:gd name="connsiteY3" fmla="*/ 161843 h 198788"/>
                      <a:gd name="connsiteX0" fmla="*/ 0 w 165794"/>
                      <a:gd name="connsiteY0" fmla="*/ 163491 h 200436"/>
                      <a:gd name="connsiteX1" fmla="*/ 161637 w 165794"/>
                      <a:gd name="connsiteY1" fmla="*/ 1854 h 200436"/>
                      <a:gd name="connsiteX2" fmla="*/ 64654 w 165794"/>
                      <a:gd name="connsiteY2" fmla="*/ 200436 h 200436"/>
                      <a:gd name="connsiteX3" fmla="*/ 0 w 165794"/>
                      <a:gd name="connsiteY3" fmla="*/ 163491 h 200436"/>
                    </a:gdLst>
                    <a:ahLst/>
                    <a:cxnLst>
                      <a:cxn ang="0">
                        <a:pos x="connsiteX0" y="connsiteY0"/>
                      </a:cxn>
                      <a:cxn ang="0">
                        <a:pos x="connsiteX1" y="connsiteY1"/>
                      </a:cxn>
                      <a:cxn ang="0">
                        <a:pos x="connsiteX2" y="connsiteY2"/>
                      </a:cxn>
                      <a:cxn ang="0">
                        <a:pos x="connsiteX3" y="connsiteY3"/>
                      </a:cxn>
                    </a:cxnLst>
                    <a:rect l="l" t="t" r="r" b="b"/>
                    <a:pathLst>
                      <a:path w="165794" h="200436">
                        <a:moveTo>
                          <a:pt x="0" y="163491"/>
                        </a:moveTo>
                        <a:cubicBezTo>
                          <a:pt x="14624" y="129624"/>
                          <a:pt x="137006" y="-18157"/>
                          <a:pt x="161637" y="1854"/>
                        </a:cubicBezTo>
                        <a:cubicBezTo>
                          <a:pt x="186268" y="21865"/>
                          <a:pt x="94672" y="172727"/>
                          <a:pt x="64654" y="200436"/>
                        </a:cubicBezTo>
                        <a:lnTo>
                          <a:pt x="0" y="163491"/>
                        </a:lnTo>
                        <a:close/>
                      </a:path>
                    </a:pathLst>
                  </a:custGeom>
                  <a:solidFill>
                    <a:srgbClr val="FFFFFF"/>
                  </a:solidFill>
                  <a:ln w="9525">
                    <a:solidFill>
                      <a:srgbClr val="3F3E3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dirty="0" err="1">
                      <a:latin typeface="+mj-lt"/>
                    </a:endParaRPr>
                  </a:p>
                </p:txBody>
              </p:sp>
              <p:sp>
                <p:nvSpPr>
                  <p:cNvPr id="181" name="Vrije vorm: vorm 180">
                    <a:extLst>
                      <a:ext uri="{FF2B5EF4-FFF2-40B4-BE49-F238E27FC236}">
                        <a16:creationId xmlns:a16="http://schemas.microsoft.com/office/drawing/2014/main" id="{FB71A196-168B-F8FB-4D81-8DEDDA7C25F2}"/>
                      </a:ext>
                    </a:extLst>
                  </p:cNvPr>
                  <p:cNvSpPr/>
                  <p:nvPr userDrawn="1"/>
                </p:nvSpPr>
                <p:spPr>
                  <a:xfrm rot="513866">
                    <a:off x="-2608640" y="3034770"/>
                    <a:ext cx="207309" cy="118332"/>
                  </a:xfrm>
                  <a:custGeom>
                    <a:avLst/>
                    <a:gdLst>
                      <a:gd name="connsiteX0" fmla="*/ 0 w 138545"/>
                      <a:gd name="connsiteY0" fmla="*/ 78509 h 87746"/>
                      <a:gd name="connsiteX1" fmla="*/ 73891 w 138545"/>
                      <a:gd name="connsiteY1" fmla="*/ 87746 h 87746"/>
                      <a:gd name="connsiteX2" fmla="*/ 138545 w 138545"/>
                      <a:gd name="connsiteY2" fmla="*/ 27709 h 87746"/>
                      <a:gd name="connsiteX3" fmla="*/ 96981 w 138545"/>
                      <a:gd name="connsiteY3" fmla="*/ 0 h 87746"/>
                      <a:gd name="connsiteX4" fmla="*/ 46181 w 138545"/>
                      <a:gd name="connsiteY4" fmla="*/ 41564 h 87746"/>
                      <a:gd name="connsiteX5" fmla="*/ 0 w 138545"/>
                      <a:gd name="connsiteY5" fmla="*/ 78509 h 87746"/>
                      <a:gd name="connsiteX0" fmla="*/ 0 w 138545"/>
                      <a:gd name="connsiteY0" fmla="*/ 78509 h 87746"/>
                      <a:gd name="connsiteX1" fmla="*/ 73891 w 138545"/>
                      <a:gd name="connsiteY1" fmla="*/ 87746 h 87746"/>
                      <a:gd name="connsiteX2" fmla="*/ 138545 w 138545"/>
                      <a:gd name="connsiteY2" fmla="*/ 27709 h 87746"/>
                      <a:gd name="connsiteX3" fmla="*/ 96981 w 138545"/>
                      <a:gd name="connsiteY3" fmla="*/ 0 h 87746"/>
                      <a:gd name="connsiteX4" fmla="*/ 0 w 138545"/>
                      <a:gd name="connsiteY4" fmla="*/ 78509 h 87746"/>
                      <a:gd name="connsiteX0" fmla="*/ 0 w 138545"/>
                      <a:gd name="connsiteY0" fmla="*/ 78509 h 87746"/>
                      <a:gd name="connsiteX1" fmla="*/ 73891 w 138545"/>
                      <a:gd name="connsiteY1" fmla="*/ 87746 h 87746"/>
                      <a:gd name="connsiteX2" fmla="*/ 138545 w 138545"/>
                      <a:gd name="connsiteY2" fmla="*/ 27709 h 87746"/>
                      <a:gd name="connsiteX3" fmla="*/ 96981 w 138545"/>
                      <a:gd name="connsiteY3" fmla="*/ 0 h 87746"/>
                      <a:gd name="connsiteX4" fmla="*/ 0 w 138545"/>
                      <a:gd name="connsiteY4" fmla="*/ 78509 h 87746"/>
                      <a:gd name="connsiteX0" fmla="*/ 0 w 138545"/>
                      <a:gd name="connsiteY0" fmla="*/ 78509 h 88052"/>
                      <a:gd name="connsiteX1" fmla="*/ 73891 w 138545"/>
                      <a:gd name="connsiteY1" fmla="*/ 87746 h 88052"/>
                      <a:gd name="connsiteX2" fmla="*/ 138545 w 138545"/>
                      <a:gd name="connsiteY2" fmla="*/ 27709 h 88052"/>
                      <a:gd name="connsiteX3" fmla="*/ 96981 w 138545"/>
                      <a:gd name="connsiteY3" fmla="*/ 0 h 88052"/>
                      <a:gd name="connsiteX4" fmla="*/ 0 w 138545"/>
                      <a:gd name="connsiteY4" fmla="*/ 78509 h 88052"/>
                      <a:gd name="connsiteX0" fmla="*/ 188 w 138733"/>
                      <a:gd name="connsiteY0" fmla="*/ 78509 h 97514"/>
                      <a:gd name="connsiteX1" fmla="*/ 74079 w 138733"/>
                      <a:gd name="connsiteY1" fmla="*/ 87746 h 97514"/>
                      <a:gd name="connsiteX2" fmla="*/ 138733 w 138733"/>
                      <a:gd name="connsiteY2" fmla="*/ 27709 h 97514"/>
                      <a:gd name="connsiteX3" fmla="*/ 97169 w 138733"/>
                      <a:gd name="connsiteY3" fmla="*/ 0 h 97514"/>
                      <a:gd name="connsiteX4" fmla="*/ 188 w 138733"/>
                      <a:gd name="connsiteY4" fmla="*/ 78509 h 97514"/>
                      <a:gd name="connsiteX0" fmla="*/ 167 w 138712"/>
                      <a:gd name="connsiteY0" fmla="*/ 78509 h 91707"/>
                      <a:gd name="connsiteX1" fmla="*/ 74058 w 138712"/>
                      <a:gd name="connsiteY1" fmla="*/ 87746 h 91707"/>
                      <a:gd name="connsiteX2" fmla="*/ 138712 w 138712"/>
                      <a:gd name="connsiteY2" fmla="*/ 27709 h 91707"/>
                      <a:gd name="connsiteX3" fmla="*/ 97148 w 138712"/>
                      <a:gd name="connsiteY3" fmla="*/ 0 h 91707"/>
                      <a:gd name="connsiteX4" fmla="*/ 167 w 138712"/>
                      <a:gd name="connsiteY4" fmla="*/ 78509 h 91707"/>
                      <a:gd name="connsiteX0" fmla="*/ 167 w 138712"/>
                      <a:gd name="connsiteY0" fmla="*/ 78509 h 91707"/>
                      <a:gd name="connsiteX1" fmla="*/ 74058 w 138712"/>
                      <a:gd name="connsiteY1" fmla="*/ 87746 h 91707"/>
                      <a:gd name="connsiteX2" fmla="*/ 138712 w 138712"/>
                      <a:gd name="connsiteY2" fmla="*/ 27709 h 91707"/>
                      <a:gd name="connsiteX3" fmla="*/ 97148 w 138712"/>
                      <a:gd name="connsiteY3" fmla="*/ 0 h 91707"/>
                      <a:gd name="connsiteX4" fmla="*/ 167 w 138712"/>
                      <a:gd name="connsiteY4" fmla="*/ 78509 h 91707"/>
                      <a:gd name="connsiteX0" fmla="*/ 167 w 138712"/>
                      <a:gd name="connsiteY0" fmla="*/ 78509 h 91707"/>
                      <a:gd name="connsiteX1" fmla="*/ 74058 w 138712"/>
                      <a:gd name="connsiteY1" fmla="*/ 87746 h 91707"/>
                      <a:gd name="connsiteX2" fmla="*/ 138712 w 138712"/>
                      <a:gd name="connsiteY2" fmla="*/ 27709 h 91707"/>
                      <a:gd name="connsiteX3" fmla="*/ 97148 w 138712"/>
                      <a:gd name="connsiteY3" fmla="*/ 0 h 91707"/>
                      <a:gd name="connsiteX4" fmla="*/ 167 w 138712"/>
                      <a:gd name="connsiteY4" fmla="*/ 78509 h 91707"/>
                      <a:gd name="connsiteX0" fmla="*/ 167 w 139150"/>
                      <a:gd name="connsiteY0" fmla="*/ 78509 h 91707"/>
                      <a:gd name="connsiteX1" fmla="*/ 74058 w 139150"/>
                      <a:gd name="connsiteY1" fmla="*/ 87746 h 91707"/>
                      <a:gd name="connsiteX2" fmla="*/ 138712 w 139150"/>
                      <a:gd name="connsiteY2" fmla="*/ 27709 h 91707"/>
                      <a:gd name="connsiteX3" fmla="*/ 97148 w 139150"/>
                      <a:gd name="connsiteY3" fmla="*/ 0 h 91707"/>
                      <a:gd name="connsiteX4" fmla="*/ 167 w 139150"/>
                      <a:gd name="connsiteY4" fmla="*/ 78509 h 91707"/>
                      <a:gd name="connsiteX0" fmla="*/ 167 w 139150"/>
                      <a:gd name="connsiteY0" fmla="*/ 87626 h 100824"/>
                      <a:gd name="connsiteX1" fmla="*/ 74058 w 139150"/>
                      <a:gd name="connsiteY1" fmla="*/ 96863 h 100824"/>
                      <a:gd name="connsiteX2" fmla="*/ 138712 w 139150"/>
                      <a:gd name="connsiteY2" fmla="*/ 36826 h 100824"/>
                      <a:gd name="connsiteX3" fmla="*/ 97148 w 139150"/>
                      <a:gd name="connsiteY3" fmla="*/ 9117 h 100824"/>
                      <a:gd name="connsiteX4" fmla="*/ 167 w 139150"/>
                      <a:gd name="connsiteY4" fmla="*/ 87626 h 100824"/>
                      <a:gd name="connsiteX0" fmla="*/ 167 w 139150"/>
                      <a:gd name="connsiteY0" fmla="*/ 79509 h 92707"/>
                      <a:gd name="connsiteX1" fmla="*/ 74058 w 139150"/>
                      <a:gd name="connsiteY1" fmla="*/ 88746 h 92707"/>
                      <a:gd name="connsiteX2" fmla="*/ 138712 w 139150"/>
                      <a:gd name="connsiteY2" fmla="*/ 28709 h 92707"/>
                      <a:gd name="connsiteX3" fmla="*/ 97148 w 139150"/>
                      <a:gd name="connsiteY3" fmla="*/ 1000 h 92707"/>
                      <a:gd name="connsiteX4" fmla="*/ 167 w 139150"/>
                      <a:gd name="connsiteY4" fmla="*/ 79509 h 92707"/>
                      <a:gd name="connsiteX0" fmla="*/ 167 w 138974"/>
                      <a:gd name="connsiteY0" fmla="*/ 71888 h 85086"/>
                      <a:gd name="connsiteX1" fmla="*/ 74058 w 138974"/>
                      <a:gd name="connsiteY1" fmla="*/ 81125 h 85086"/>
                      <a:gd name="connsiteX2" fmla="*/ 138712 w 138974"/>
                      <a:gd name="connsiteY2" fmla="*/ 21088 h 85086"/>
                      <a:gd name="connsiteX3" fmla="*/ 91899 w 138974"/>
                      <a:gd name="connsiteY3" fmla="*/ 1252 h 85086"/>
                      <a:gd name="connsiteX4" fmla="*/ 167 w 138974"/>
                      <a:gd name="connsiteY4" fmla="*/ 71888 h 85086"/>
                      <a:gd name="connsiteX0" fmla="*/ 278 w 118032"/>
                      <a:gd name="connsiteY0" fmla="*/ 56375 h 82581"/>
                      <a:gd name="connsiteX1" fmla="*/ 53174 w 118032"/>
                      <a:gd name="connsiteY1" fmla="*/ 81359 h 82581"/>
                      <a:gd name="connsiteX2" fmla="*/ 117828 w 118032"/>
                      <a:gd name="connsiteY2" fmla="*/ 21322 h 82581"/>
                      <a:gd name="connsiteX3" fmla="*/ 71015 w 118032"/>
                      <a:gd name="connsiteY3" fmla="*/ 1486 h 82581"/>
                      <a:gd name="connsiteX4" fmla="*/ 278 w 118032"/>
                      <a:gd name="connsiteY4" fmla="*/ 56375 h 82581"/>
                      <a:gd name="connsiteX0" fmla="*/ 220 w 117808"/>
                      <a:gd name="connsiteY0" fmla="*/ 56172 h 67245"/>
                      <a:gd name="connsiteX1" fmla="*/ 63614 w 117808"/>
                      <a:gd name="connsiteY1" fmla="*/ 62785 h 67245"/>
                      <a:gd name="connsiteX2" fmla="*/ 117770 w 117808"/>
                      <a:gd name="connsiteY2" fmla="*/ 21119 h 67245"/>
                      <a:gd name="connsiteX3" fmla="*/ 70957 w 117808"/>
                      <a:gd name="connsiteY3" fmla="*/ 1283 h 67245"/>
                      <a:gd name="connsiteX4" fmla="*/ 220 w 117808"/>
                      <a:gd name="connsiteY4" fmla="*/ 56172 h 672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808" h="67245">
                        <a:moveTo>
                          <a:pt x="220" y="56172"/>
                        </a:moveTo>
                        <a:cubicBezTo>
                          <a:pt x="-3628" y="70796"/>
                          <a:pt x="44022" y="68627"/>
                          <a:pt x="63614" y="62785"/>
                        </a:cubicBezTo>
                        <a:cubicBezTo>
                          <a:pt x="83206" y="56943"/>
                          <a:pt x="116546" y="31369"/>
                          <a:pt x="117770" y="21119"/>
                        </a:cubicBezTo>
                        <a:cubicBezTo>
                          <a:pt x="118994" y="10869"/>
                          <a:pt x="90549" y="-4559"/>
                          <a:pt x="70957" y="1283"/>
                        </a:cubicBezTo>
                        <a:cubicBezTo>
                          <a:pt x="51365" y="7125"/>
                          <a:pt x="61415" y="48373"/>
                          <a:pt x="220" y="56172"/>
                        </a:cubicBezTo>
                        <a:close/>
                      </a:path>
                    </a:pathLst>
                  </a:custGeom>
                  <a:solidFill>
                    <a:srgbClr val="8AC3EF"/>
                  </a:solidFill>
                  <a:ln w="9525">
                    <a:solidFill>
                      <a:srgbClr val="307EBD"/>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dirty="0" err="1">
                      <a:latin typeface="+mj-lt"/>
                    </a:endParaRPr>
                  </a:p>
                </p:txBody>
              </p:sp>
            </p:grpSp>
          </p:grpSp>
        </p:grpSp>
      </p:grpSp>
      <p:sp>
        <p:nvSpPr>
          <p:cNvPr id="93" name="Rectangle 92">
            <a:extLst>
              <a:ext uri="{FF2B5EF4-FFF2-40B4-BE49-F238E27FC236}">
                <a16:creationId xmlns:a16="http://schemas.microsoft.com/office/drawing/2014/main" id="{A3B02ADB-3AB3-DB10-BE63-B436A8501096}"/>
              </a:ext>
            </a:extLst>
          </p:cNvPr>
          <p:cNvSpPr/>
          <p:nvPr userDrawn="1"/>
        </p:nvSpPr>
        <p:spPr>
          <a:xfrm>
            <a:off x="718666" y="-1"/>
            <a:ext cx="10751096" cy="3736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r>
              <a:rPr lang="en-US" sz="1600" dirty="0"/>
              <a:t>Objective | Background | Methods | Results | Conclusions</a:t>
            </a:r>
            <a:endParaRPr lang="LID4096" sz="1600" dirty="0" err="1"/>
          </a:p>
        </p:txBody>
      </p:sp>
    </p:spTree>
    <p:extLst>
      <p:ext uri="{BB962C8B-B14F-4D97-AF65-F5344CB8AC3E}">
        <p14:creationId xmlns:p14="http://schemas.microsoft.com/office/powerpoint/2010/main" val="149744435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Graph">
    <p:spTree>
      <p:nvGrpSpPr>
        <p:cNvPr id="1" name=""/>
        <p:cNvGrpSpPr/>
        <p:nvPr/>
      </p:nvGrpSpPr>
      <p:grpSpPr>
        <a:xfrm>
          <a:off x="0" y="0"/>
          <a:ext cx="0" cy="0"/>
          <a:chOff x="0" y="0"/>
          <a:chExt cx="0" cy="0"/>
        </a:xfrm>
      </p:grpSpPr>
      <p:sp>
        <p:nvSpPr>
          <p:cNvPr id="4" name="Tijdelijke aanduiding voor grafiek 17">
            <a:extLst>
              <a:ext uri="{FF2B5EF4-FFF2-40B4-BE49-F238E27FC236}">
                <a16:creationId xmlns:a16="http://schemas.microsoft.com/office/drawing/2014/main" id="{9C976D4D-6916-D2FC-E254-80706C2BEE24}"/>
              </a:ext>
            </a:extLst>
          </p:cNvPr>
          <p:cNvSpPr>
            <a:spLocks noGrp="1"/>
          </p:cNvSpPr>
          <p:nvPr>
            <p:ph type="chart" sz="quarter" idx="17" hasCustomPrompt="1"/>
          </p:nvPr>
        </p:nvSpPr>
        <p:spPr>
          <a:xfrm>
            <a:off x="718667" y="1565275"/>
            <a:ext cx="10753334" cy="4435475"/>
          </a:xfrm>
          <a:solidFill>
            <a:schemeClr val="bg1">
              <a:lumMod val="95000"/>
            </a:schemeClr>
          </a:solid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dirty="0"/>
              <a:t>Click on the icon below</a:t>
            </a:r>
            <a:br>
              <a:rPr lang="en-GB" dirty="0"/>
            </a:br>
            <a:r>
              <a:rPr lang="en-GB" dirty="0"/>
              <a:t>to insert a graph</a:t>
            </a:r>
          </a:p>
        </p:txBody>
      </p:sp>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p:txBody>
          <a:bodyPr/>
          <a:lstStyle/>
          <a:p>
            <a:r>
              <a:rPr lang="en-GB" noProof="0" dirty="0"/>
              <a:t>Title goes here</a:t>
            </a:r>
          </a:p>
        </p:txBody>
      </p:sp>
      <p:sp>
        <p:nvSpPr>
          <p:cNvPr id="8" name="Rechthoek 7">
            <a:extLst>
              <a:ext uri="{FF2B5EF4-FFF2-40B4-BE49-F238E27FC236}">
                <a16:creationId xmlns:a16="http://schemas.microsoft.com/office/drawing/2014/main" id="{02FC7157-BDBD-4338-9C83-079E45D53067}"/>
              </a:ext>
            </a:extLst>
          </p:cNvPr>
          <p:cNvSpPr/>
          <p:nvPr userDrawn="1"/>
        </p:nvSpPr>
        <p:spPr>
          <a:xfrm>
            <a:off x="0" y="-441330"/>
            <a:ext cx="679673"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en-GB" sz="1800" b="1" cap="none" baseline="0" noProof="0" dirty="0">
                <a:solidFill>
                  <a:schemeClr val="accent1"/>
                </a:solidFill>
                <a:latin typeface="+mj-lt"/>
              </a:rPr>
              <a:t>Graph</a:t>
            </a:r>
          </a:p>
        </p:txBody>
      </p:sp>
      <p:sp>
        <p:nvSpPr>
          <p:cNvPr id="3" name="Tijdelijke aanduiding voor datum 2">
            <a:extLst>
              <a:ext uri="{FF2B5EF4-FFF2-40B4-BE49-F238E27FC236}">
                <a16:creationId xmlns:a16="http://schemas.microsoft.com/office/drawing/2014/main" id="{939B92A0-6A1A-48FD-9DE6-B4526A0F6820}"/>
              </a:ext>
            </a:extLst>
          </p:cNvPr>
          <p:cNvSpPr>
            <a:spLocks noGrp="1"/>
          </p:cNvSpPr>
          <p:nvPr>
            <p:ph type="dt" sz="half" idx="14"/>
          </p:nvPr>
        </p:nvSpPr>
        <p:spPr/>
        <p:txBody>
          <a:bodyPr/>
          <a:lstStyle/>
          <a:p>
            <a:r>
              <a:rPr lang="LID4096"/>
              <a:t>08/30/2024</a:t>
            </a:r>
            <a:endParaRPr lang="en-GB" dirty="0"/>
          </a:p>
        </p:txBody>
      </p:sp>
      <p:sp>
        <p:nvSpPr>
          <p:cNvPr id="5" name="Tijdelijke aanduiding voor dianummer 4">
            <a:extLst>
              <a:ext uri="{FF2B5EF4-FFF2-40B4-BE49-F238E27FC236}">
                <a16:creationId xmlns:a16="http://schemas.microsoft.com/office/drawing/2014/main" id="{439C9CDC-BA47-4EE3-AB72-1B052FAD6FB1}"/>
              </a:ext>
            </a:extLst>
          </p:cNvPr>
          <p:cNvSpPr>
            <a:spLocks noGrp="1"/>
          </p:cNvSpPr>
          <p:nvPr>
            <p:ph type="sldNum" sz="quarter" idx="16"/>
          </p:nvPr>
        </p:nvSpPr>
        <p:spPr/>
        <p:txBody>
          <a:bodyPr/>
          <a:lstStyle/>
          <a:p>
            <a:fld id="{9E843DB9-9987-4157-AB9C-CEA8D7D910BB}" type="slidenum">
              <a:rPr lang="en-GB" smtClean="0"/>
              <a:pPr/>
              <a:t>‹#›</a:t>
            </a:fld>
            <a:endParaRPr lang="en-GB" dirty="0"/>
          </a:p>
        </p:txBody>
      </p:sp>
      <p:grpSp>
        <p:nvGrpSpPr>
          <p:cNvPr id="6" name="INSTRUCTION">
            <a:extLst>
              <a:ext uri="{FF2B5EF4-FFF2-40B4-BE49-F238E27FC236}">
                <a16:creationId xmlns:a16="http://schemas.microsoft.com/office/drawing/2014/main" id="{2DB909E2-579E-7420-B285-B389C3AE3393}"/>
              </a:ext>
            </a:extLst>
          </p:cNvPr>
          <p:cNvGrpSpPr/>
          <p:nvPr userDrawn="1"/>
        </p:nvGrpSpPr>
        <p:grpSpPr>
          <a:xfrm>
            <a:off x="-3786437" y="2"/>
            <a:ext cx="3693386" cy="5715919"/>
            <a:chOff x="-3786437" y="2"/>
            <a:chExt cx="3693386" cy="5715919"/>
          </a:xfrm>
        </p:grpSpPr>
        <p:grpSp>
          <p:nvGrpSpPr>
            <p:cNvPr id="7" name="Groep 6">
              <a:extLst>
                <a:ext uri="{FF2B5EF4-FFF2-40B4-BE49-F238E27FC236}">
                  <a16:creationId xmlns:a16="http://schemas.microsoft.com/office/drawing/2014/main" id="{680CF1DF-856E-8E3E-4BBE-4805542EA914}"/>
                </a:ext>
              </a:extLst>
            </p:cNvPr>
            <p:cNvGrpSpPr/>
            <p:nvPr userDrawn="1"/>
          </p:nvGrpSpPr>
          <p:grpSpPr>
            <a:xfrm>
              <a:off x="-3786437" y="3234716"/>
              <a:ext cx="3693386" cy="2481205"/>
              <a:chOff x="-3786437" y="3234716"/>
              <a:chExt cx="3693386" cy="2481205"/>
            </a:xfrm>
          </p:grpSpPr>
          <p:sp>
            <p:nvSpPr>
              <p:cNvPr id="32" name="Rechthoek 31">
                <a:extLst>
                  <a:ext uri="{FF2B5EF4-FFF2-40B4-BE49-F238E27FC236}">
                    <a16:creationId xmlns:a16="http://schemas.microsoft.com/office/drawing/2014/main" id="{DD6DEF1C-D18F-9BF8-4FBB-393B195F8523}"/>
                  </a:ext>
                </a:extLst>
              </p:cNvPr>
              <p:cNvSpPr/>
              <p:nvPr userDrawn="1"/>
            </p:nvSpPr>
            <p:spPr>
              <a:xfrm>
                <a:off x="-3786165" y="3234716"/>
                <a:ext cx="3593091" cy="184934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Edit chart data</a:t>
                </a:r>
              </a:p>
            </p:txBody>
          </p:sp>
          <p:sp>
            <p:nvSpPr>
              <p:cNvPr id="33" name="Ovaal 32">
                <a:extLst>
                  <a:ext uri="{FF2B5EF4-FFF2-40B4-BE49-F238E27FC236}">
                    <a16:creationId xmlns:a16="http://schemas.microsoft.com/office/drawing/2014/main" id="{C2AA5349-4667-F1BB-8749-61754D67B08A}"/>
                  </a:ext>
                </a:extLst>
              </p:cNvPr>
              <p:cNvSpPr/>
              <p:nvPr userDrawn="1"/>
            </p:nvSpPr>
            <p:spPr>
              <a:xfrm>
                <a:off x="-3603587" y="369931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34" name="Rechthoek 33">
                <a:extLst>
                  <a:ext uri="{FF2B5EF4-FFF2-40B4-BE49-F238E27FC236}">
                    <a16:creationId xmlns:a16="http://schemas.microsoft.com/office/drawing/2014/main" id="{948A4516-EE53-9ED0-1F2F-7410A66E5832}"/>
                  </a:ext>
                </a:extLst>
              </p:cNvPr>
              <p:cNvSpPr/>
              <p:nvPr userDrawn="1"/>
            </p:nvSpPr>
            <p:spPr>
              <a:xfrm>
                <a:off x="-3319415" y="3699315"/>
                <a:ext cx="2944682" cy="32768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Click with the right mouse button on the chart</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and choose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‘Edit data’</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35" name="Groep 34">
                <a:extLst>
                  <a:ext uri="{FF2B5EF4-FFF2-40B4-BE49-F238E27FC236}">
                    <a16:creationId xmlns:a16="http://schemas.microsoft.com/office/drawing/2014/main" id="{883D4637-4338-DD25-45CB-22329D8FF6A1}"/>
                  </a:ext>
                </a:extLst>
              </p:cNvPr>
              <p:cNvGrpSpPr/>
              <p:nvPr userDrawn="1"/>
            </p:nvGrpSpPr>
            <p:grpSpPr>
              <a:xfrm>
                <a:off x="-3314821" y="4139107"/>
                <a:ext cx="1495189" cy="563933"/>
                <a:chOff x="-3314821" y="3310415"/>
                <a:chExt cx="1495189" cy="563933"/>
              </a:xfrm>
            </p:grpSpPr>
            <p:sp>
              <p:nvSpPr>
                <p:cNvPr id="46" name="Rechthoek 45">
                  <a:extLst>
                    <a:ext uri="{FF2B5EF4-FFF2-40B4-BE49-F238E27FC236}">
                      <a16:creationId xmlns:a16="http://schemas.microsoft.com/office/drawing/2014/main" id="{F34B3B2A-C80C-D662-35DD-C7972D581181}"/>
                    </a:ext>
                  </a:extLst>
                </p:cNvPr>
                <p:cNvSpPr/>
                <p:nvPr userDrawn="1"/>
              </p:nvSpPr>
              <p:spPr>
                <a:xfrm>
                  <a:off x="-3314821" y="3310415"/>
                  <a:ext cx="1403797" cy="504851"/>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47" name="Rechthoek 46">
                  <a:extLst>
                    <a:ext uri="{FF2B5EF4-FFF2-40B4-BE49-F238E27FC236}">
                      <a16:creationId xmlns:a16="http://schemas.microsoft.com/office/drawing/2014/main" id="{A6E43491-EF0F-05B7-1F05-BBFDA2A92B8E}"/>
                    </a:ext>
                  </a:extLst>
                </p:cNvPr>
                <p:cNvSpPr/>
                <p:nvPr userDrawn="1"/>
              </p:nvSpPr>
              <p:spPr>
                <a:xfrm>
                  <a:off x="-3304719" y="3564140"/>
                  <a:ext cx="1387813" cy="246608"/>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48" name="Tekstvak 47">
                  <a:extLst>
                    <a:ext uri="{FF2B5EF4-FFF2-40B4-BE49-F238E27FC236}">
                      <a16:creationId xmlns:a16="http://schemas.microsoft.com/office/drawing/2014/main" id="{1C7EA8EB-CD33-9439-E202-16194D92EE85}"/>
                    </a:ext>
                  </a:extLst>
                </p:cNvPr>
                <p:cNvSpPr txBox="1"/>
                <p:nvPr userDrawn="1"/>
              </p:nvSpPr>
              <p:spPr>
                <a:xfrm>
                  <a:off x="-3122115" y="3369117"/>
                  <a:ext cx="1258624" cy="137495"/>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Change chart type</a:t>
                  </a:r>
                </a:p>
              </p:txBody>
            </p:sp>
            <p:sp>
              <p:nvSpPr>
                <p:cNvPr id="49" name="Tekstvak 48">
                  <a:extLst>
                    <a:ext uri="{FF2B5EF4-FFF2-40B4-BE49-F238E27FC236}">
                      <a16:creationId xmlns:a16="http://schemas.microsoft.com/office/drawing/2014/main" id="{5FFEB4FB-F37F-B1A5-2DA9-2399B6B6511A}"/>
                    </a:ext>
                  </a:extLst>
                </p:cNvPr>
                <p:cNvSpPr txBox="1"/>
                <p:nvPr userDrawn="1"/>
              </p:nvSpPr>
              <p:spPr>
                <a:xfrm>
                  <a:off x="-3115840" y="3624236"/>
                  <a:ext cx="1296208"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Edit data</a:t>
                  </a:r>
                </a:p>
              </p:txBody>
            </p:sp>
            <p:sp>
              <p:nvSpPr>
                <p:cNvPr id="50" name="Vrije vorm: vorm 49">
                  <a:extLst>
                    <a:ext uri="{FF2B5EF4-FFF2-40B4-BE49-F238E27FC236}">
                      <a16:creationId xmlns:a16="http://schemas.microsoft.com/office/drawing/2014/main" id="{BBF461B4-9C4B-F5F3-DFDB-1B00E3910BA7}"/>
                    </a:ext>
                  </a:extLst>
                </p:cNvPr>
                <p:cNvSpPr/>
                <p:nvPr userDrawn="1"/>
              </p:nvSpPr>
              <p:spPr>
                <a:xfrm>
                  <a:off x="-1959834" y="3694348"/>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grpSp>
              <p:nvGrpSpPr>
                <p:cNvPr id="51" name="Groep 50">
                  <a:extLst>
                    <a:ext uri="{FF2B5EF4-FFF2-40B4-BE49-F238E27FC236}">
                      <a16:creationId xmlns:a16="http://schemas.microsoft.com/office/drawing/2014/main" id="{5296A3EF-5B20-BA91-1AF3-24FB56ED49C0}"/>
                    </a:ext>
                  </a:extLst>
                </p:cNvPr>
                <p:cNvGrpSpPr/>
                <p:nvPr userDrawn="1"/>
              </p:nvGrpSpPr>
              <p:grpSpPr>
                <a:xfrm>
                  <a:off x="-3261976" y="3361742"/>
                  <a:ext cx="139861" cy="152244"/>
                  <a:chOff x="12574450" y="6053892"/>
                  <a:chExt cx="169232" cy="184215"/>
                </a:xfrm>
              </p:grpSpPr>
              <p:sp>
                <p:nvSpPr>
                  <p:cNvPr id="71" name="Rechthoek 70">
                    <a:extLst>
                      <a:ext uri="{FF2B5EF4-FFF2-40B4-BE49-F238E27FC236}">
                        <a16:creationId xmlns:a16="http://schemas.microsoft.com/office/drawing/2014/main" id="{A6E02C25-B3CC-B095-2619-965D32127199}"/>
                      </a:ext>
                    </a:extLst>
                  </p:cNvPr>
                  <p:cNvSpPr/>
                  <p:nvPr userDrawn="1"/>
                </p:nvSpPr>
                <p:spPr>
                  <a:xfrm>
                    <a:off x="12574450" y="6111529"/>
                    <a:ext cx="46293" cy="12657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noProof="0" dirty="0">
                      <a:solidFill>
                        <a:srgbClr val="211F26"/>
                      </a:solidFill>
                      <a:latin typeface="Calibri" panose="020F0502020204030204" pitchFamily="34" charset="0"/>
                      <a:cs typeface="Calibri" panose="020F0502020204030204" pitchFamily="34" charset="0"/>
                    </a:endParaRPr>
                  </a:p>
                </p:txBody>
              </p:sp>
              <p:sp>
                <p:nvSpPr>
                  <p:cNvPr id="72" name="Rechthoek 71">
                    <a:extLst>
                      <a:ext uri="{FF2B5EF4-FFF2-40B4-BE49-F238E27FC236}">
                        <a16:creationId xmlns:a16="http://schemas.microsoft.com/office/drawing/2014/main" id="{7F79493F-F589-8CB2-EC65-2CD9EBAF1861}"/>
                      </a:ext>
                    </a:extLst>
                  </p:cNvPr>
                  <p:cNvSpPr/>
                  <p:nvPr userDrawn="1"/>
                </p:nvSpPr>
                <p:spPr>
                  <a:xfrm>
                    <a:off x="12635427" y="6053892"/>
                    <a:ext cx="46293" cy="184215"/>
                  </a:xfrm>
                  <a:prstGeom prst="rect">
                    <a:avLst/>
                  </a:prstGeom>
                  <a:solidFill>
                    <a:srgbClr val="EDC8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noProof="0" dirty="0">
                      <a:solidFill>
                        <a:srgbClr val="211F26"/>
                      </a:solidFill>
                      <a:latin typeface="Calibri" panose="020F0502020204030204" pitchFamily="34" charset="0"/>
                      <a:cs typeface="Calibri" panose="020F0502020204030204" pitchFamily="34" charset="0"/>
                    </a:endParaRPr>
                  </a:p>
                </p:txBody>
              </p:sp>
              <p:sp>
                <p:nvSpPr>
                  <p:cNvPr id="73" name="Rechthoek 72">
                    <a:extLst>
                      <a:ext uri="{FF2B5EF4-FFF2-40B4-BE49-F238E27FC236}">
                        <a16:creationId xmlns:a16="http://schemas.microsoft.com/office/drawing/2014/main" id="{B761E95E-2BC3-DF23-E772-5C701D5EB87C}"/>
                      </a:ext>
                    </a:extLst>
                  </p:cNvPr>
                  <p:cNvSpPr/>
                  <p:nvPr userDrawn="1"/>
                </p:nvSpPr>
                <p:spPr>
                  <a:xfrm>
                    <a:off x="12697389" y="6094907"/>
                    <a:ext cx="46293" cy="143200"/>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52" name="Groep 51">
                  <a:extLst>
                    <a:ext uri="{FF2B5EF4-FFF2-40B4-BE49-F238E27FC236}">
                      <a16:creationId xmlns:a16="http://schemas.microsoft.com/office/drawing/2014/main" id="{B31C3B2F-C551-7FFA-1994-50DFD9C355E4}"/>
                    </a:ext>
                  </a:extLst>
                </p:cNvPr>
                <p:cNvGrpSpPr/>
                <p:nvPr userDrawn="1"/>
              </p:nvGrpSpPr>
              <p:grpSpPr>
                <a:xfrm>
                  <a:off x="-3261070" y="3635199"/>
                  <a:ext cx="168905" cy="104490"/>
                  <a:chOff x="-3261070" y="3620931"/>
                  <a:chExt cx="193920" cy="119965"/>
                </a:xfrm>
              </p:grpSpPr>
              <p:sp>
                <p:nvSpPr>
                  <p:cNvPr id="53" name="Rechthoek 52">
                    <a:extLst>
                      <a:ext uri="{FF2B5EF4-FFF2-40B4-BE49-F238E27FC236}">
                        <a16:creationId xmlns:a16="http://schemas.microsoft.com/office/drawing/2014/main" id="{B196AFE8-BAF3-9B20-F55E-555D3E6D633B}"/>
                      </a:ext>
                    </a:extLst>
                  </p:cNvPr>
                  <p:cNvSpPr/>
                  <p:nvPr userDrawn="1"/>
                </p:nvSpPr>
                <p:spPr>
                  <a:xfrm>
                    <a:off x="-3261070" y="3643881"/>
                    <a:ext cx="142985" cy="95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solidFill>
                        <a:srgbClr val="211F26"/>
                      </a:solidFill>
                      <a:latin typeface="Calibri" panose="020F0502020204030204" pitchFamily="34" charset="0"/>
                      <a:cs typeface="Calibri" panose="020F0502020204030204" pitchFamily="34" charset="0"/>
                    </a:endParaRPr>
                  </a:p>
                </p:txBody>
              </p:sp>
              <p:grpSp>
                <p:nvGrpSpPr>
                  <p:cNvPr id="54" name="Groep 53">
                    <a:extLst>
                      <a:ext uri="{FF2B5EF4-FFF2-40B4-BE49-F238E27FC236}">
                        <a16:creationId xmlns:a16="http://schemas.microsoft.com/office/drawing/2014/main" id="{029ED99F-086B-DFC1-BD59-96A3BB73A1E7}"/>
                      </a:ext>
                    </a:extLst>
                  </p:cNvPr>
                  <p:cNvGrpSpPr/>
                  <p:nvPr userDrawn="1"/>
                </p:nvGrpSpPr>
                <p:grpSpPr>
                  <a:xfrm>
                    <a:off x="-3261070" y="3622063"/>
                    <a:ext cx="141113" cy="117345"/>
                    <a:chOff x="1094874" y="-878306"/>
                    <a:chExt cx="867364" cy="613611"/>
                  </a:xfrm>
                </p:grpSpPr>
                <p:cxnSp>
                  <p:nvCxnSpPr>
                    <p:cNvPr id="64" name="Rechte verbindingslijn 63">
                      <a:extLst>
                        <a:ext uri="{FF2B5EF4-FFF2-40B4-BE49-F238E27FC236}">
                          <a16:creationId xmlns:a16="http://schemas.microsoft.com/office/drawing/2014/main" id="{AE2D43E5-34C5-B533-FDC8-9875789C0F92}"/>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65" name="Rechte verbindingslijn 64">
                      <a:extLst>
                        <a:ext uri="{FF2B5EF4-FFF2-40B4-BE49-F238E27FC236}">
                          <a16:creationId xmlns:a16="http://schemas.microsoft.com/office/drawing/2014/main" id="{EB5E7D2D-A2F7-31C9-7733-8B6DF553AE2B}"/>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66" name="Groep 65">
                      <a:extLst>
                        <a:ext uri="{FF2B5EF4-FFF2-40B4-BE49-F238E27FC236}">
                          <a16:creationId xmlns:a16="http://schemas.microsoft.com/office/drawing/2014/main" id="{F724BAD9-4B97-5FC3-2704-C1465C3B41AC}"/>
                        </a:ext>
                      </a:extLst>
                    </p:cNvPr>
                    <p:cNvGrpSpPr/>
                    <p:nvPr userDrawn="1"/>
                  </p:nvGrpSpPr>
                  <p:grpSpPr>
                    <a:xfrm>
                      <a:off x="1270535" y="-878306"/>
                      <a:ext cx="526983" cy="613611"/>
                      <a:chOff x="1270535" y="-745959"/>
                      <a:chExt cx="526983" cy="481264"/>
                    </a:xfrm>
                  </p:grpSpPr>
                  <p:cxnSp>
                    <p:nvCxnSpPr>
                      <p:cNvPr id="67" name="Rechte verbindingslijn 66">
                        <a:extLst>
                          <a:ext uri="{FF2B5EF4-FFF2-40B4-BE49-F238E27FC236}">
                            <a16:creationId xmlns:a16="http://schemas.microsoft.com/office/drawing/2014/main" id="{4831ED37-35C9-37E3-6163-578A1EAE9E28}"/>
                          </a:ext>
                        </a:extLst>
                      </p:cNvPr>
                      <p:cNvCxnSpPr>
                        <a:cxnSpLocks/>
                      </p:cNvCxnSpPr>
                      <p:nvPr userDrawn="1"/>
                    </p:nvCxnSpPr>
                    <p:spPr>
                      <a:xfrm>
                        <a:off x="1446196"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68" name="Rechte verbindingslijn 67">
                        <a:extLst>
                          <a:ext uri="{FF2B5EF4-FFF2-40B4-BE49-F238E27FC236}">
                            <a16:creationId xmlns:a16="http://schemas.microsoft.com/office/drawing/2014/main" id="{DFF104EF-9AA2-18D8-729B-EEE5927A7638}"/>
                          </a:ext>
                        </a:extLst>
                      </p:cNvPr>
                      <p:cNvCxnSpPr>
                        <a:cxnSpLocks/>
                      </p:cNvCxnSpPr>
                      <p:nvPr userDrawn="1"/>
                    </p:nvCxnSpPr>
                    <p:spPr>
                      <a:xfrm>
                        <a:off x="1270535"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69" name="Rechte verbindingslijn 68">
                        <a:extLst>
                          <a:ext uri="{FF2B5EF4-FFF2-40B4-BE49-F238E27FC236}">
                            <a16:creationId xmlns:a16="http://schemas.microsoft.com/office/drawing/2014/main" id="{8EA6A74D-9ED8-19D6-A2B9-FEAA889D13C5}"/>
                          </a:ext>
                        </a:extLst>
                      </p:cNvPr>
                      <p:cNvCxnSpPr>
                        <a:cxnSpLocks/>
                      </p:cNvCxnSpPr>
                      <p:nvPr userDrawn="1"/>
                    </p:nvCxnSpPr>
                    <p:spPr>
                      <a:xfrm>
                        <a:off x="1621857"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70" name="Rechte verbindingslijn 69">
                        <a:extLst>
                          <a:ext uri="{FF2B5EF4-FFF2-40B4-BE49-F238E27FC236}">
                            <a16:creationId xmlns:a16="http://schemas.microsoft.com/office/drawing/2014/main" id="{698B3A79-C1F7-5F71-D5A9-0CC83C8D0E0B}"/>
                          </a:ext>
                        </a:extLst>
                      </p:cNvPr>
                      <p:cNvCxnSpPr>
                        <a:cxnSpLocks/>
                      </p:cNvCxnSpPr>
                      <p:nvPr userDrawn="1"/>
                    </p:nvCxnSpPr>
                    <p:spPr>
                      <a:xfrm>
                        <a:off x="1797518"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55" name="Rechte verbindingslijn 54">
                    <a:extLst>
                      <a:ext uri="{FF2B5EF4-FFF2-40B4-BE49-F238E27FC236}">
                        <a16:creationId xmlns:a16="http://schemas.microsoft.com/office/drawing/2014/main" id="{4EE3CE9F-13AA-FBBD-B74F-E690C0F07154}"/>
                      </a:ext>
                    </a:extLst>
                  </p:cNvPr>
                  <p:cNvCxnSpPr>
                    <a:cxnSpLocks/>
                  </p:cNvCxnSpPr>
                  <p:nvPr userDrawn="1"/>
                </p:nvCxnSpPr>
                <p:spPr>
                  <a:xfrm flipH="1">
                    <a:off x="-3260471" y="3739408"/>
                    <a:ext cx="143329"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6" name="Rechte verbindingslijn 55">
                    <a:extLst>
                      <a:ext uri="{FF2B5EF4-FFF2-40B4-BE49-F238E27FC236}">
                        <a16:creationId xmlns:a16="http://schemas.microsoft.com/office/drawing/2014/main" id="{E7AC75CB-1385-0081-A6EE-476D3A8C91EF}"/>
                      </a:ext>
                    </a:extLst>
                  </p:cNvPr>
                  <p:cNvCxnSpPr>
                    <a:cxnSpLocks/>
                  </p:cNvCxnSpPr>
                  <p:nvPr userDrawn="1"/>
                </p:nvCxnSpPr>
                <p:spPr>
                  <a:xfrm flipH="1">
                    <a:off x="-3261070" y="3713352"/>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7" name="Rechte verbindingslijn 56">
                    <a:extLst>
                      <a:ext uri="{FF2B5EF4-FFF2-40B4-BE49-F238E27FC236}">
                        <a16:creationId xmlns:a16="http://schemas.microsoft.com/office/drawing/2014/main" id="{8EDB2AF1-01E4-84B6-E591-7C60D6C0B41B}"/>
                      </a:ext>
                    </a:extLst>
                  </p:cNvPr>
                  <p:cNvCxnSpPr>
                    <a:cxnSpLocks/>
                  </p:cNvCxnSpPr>
                  <p:nvPr userDrawn="1"/>
                </p:nvCxnSpPr>
                <p:spPr>
                  <a:xfrm flipH="1">
                    <a:off x="-3261070" y="3689677"/>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8" name="Rechte verbindingslijn 57">
                    <a:extLst>
                      <a:ext uri="{FF2B5EF4-FFF2-40B4-BE49-F238E27FC236}">
                        <a16:creationId xmlns:a16="http://schemas.microsoft.com/office/drawing/2014/main" id="{2BE38BFD-CF15-99BD-52D7-BAE4792A6D36}"/>
                      </a:ext>
                    </a:extLst>
                  </p:cNvPr>
                  <p:cNvCxnSpPr>
                    <a:cxnSpLocks/>
                  </p:cNvCxnSpPr>
                  <p:nvPr userDrawn="1"/>
                </p:nvCxnSpPr>
                <p:spPr>
                  <a:xfrm flipH="1">
                    <a:off x="-3261070" y="3663621"/>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sp>
                <p:nvSpPr>
                  <p:cNvPr id="59" name="Rechthoek 58">
                    <a:extLst>
                      <a:ext uri="{FF2B5EF4-FFF2-40B4-BE49-F238E27FC236}">
                        <a16:creationId xmlns:a16="http://schemas.microsoft.com/office/drawing/2014/main" id="{E7C7006E-DA51-74A5-5437-0982DDE60B10}"/>
                      </a:ext>
                    </a:extLst>
                  </p:cNvPr>
                  <p:cNvSpPr/>
                  <p:nvPr userDrawn="1"/>
                </p:nvSpPr>
                <p:spPr>
                  <a:xfrm>
                    <a:off x="-3261070" y="3620931"/>
                    <a:ext cx="142893" cy="24910"/>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solidFill>
                        <a:srgbClr val="211F26"/>
                      </a:solidFill>
                      <a:latin typeface="Calibri" panose="020F0502020204030204" pitchFamily="34" charset="0"/>
                      <a:cs typeface="Calibri" panose="020F0502020204030204" pitchFamily="34" charset="0"/>
                    </a:endParaRPr>
                  </a:p>
                </p:txBody>
              </p:sp>
              <p:grpSp>
                <p:nvGrpSpPr>
                  <p:cNvPr id="60" name="Groep 59">
                    <a:extLst>
                      <a:ext uri="{FF2B5EF4-FFF2-40B4-BE49-F238E27FC236}">
                        <a16:creationId xmlns:a16="http://schemas.microsoft.com/office/drawing/2014/main" id="{69B4CA6F-3C30-C9D4-6CDE-69D4FFD5462F}"/>
                      </a:ext>
                    </a:extLst>
                  </p:cNvPr>
                  <p:cNvGrpSpPr/>
                  <p:nvPr userDrawn="1"/>
                </p:nvGrpSpPr>
                <p:grpSpPr>
                  <a:xfrm rot="2700000">
                    <a:off x="-3158000" y="3650045"/>
                    <a:ext cx="34350" cy="147351"/>
                    <a:chOff x="3148392" y="-836646"/>
                    <a:chExt cx="132124" cy="596095"/>
                  </a:xfrm>
                  <a:solidFill>
                    <a:srgbClr val="3399FF"/>
                  </a:solidFill>
                </p:grpSpPr>
                <p:sp>
                  <p:nvSpPr>
                    <p:cNvPr id="61" name="Rechthoek 60">
                      <a:extLst>
                        <a:ext uri="{FF2B5EF4-FFF2-40B4-BE49-F238E27FC236}">
                          <a16:creationId xmlns:a16="http://schemas.microsoft.com/office/drawing/2014/main" id="{7587ED83-F8C0-317C-74C0-4C453F74C910}"/>
                        </a:ext>
                      </a:extLst>
                    </p:cNvPr>
                    <p:cNvSpPr/>
                    <p:nvPr userDrawn="1"/>
                  </p:nvSpPr>
                  <p:spPr>
                    <a:xfrm>
                      <a:off x="3148632" y="-725510"/>
                      <a:ext cx="131884" cy="281356"/>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solidFill>
                          <a:srgbClr val="211F26"/>
                        </a:solidFill>
                        <a:latin typeface="Calibri" panose="020F0502020204030204" pitchFamily="34" charset="0"/>
                        <a:cs typeface="Calibri" panose="020F0502020204030204" pitchFamily="34" charset="0"/>
                      </a:endParaRPr>
                    </a:p>
                  </p:txBody>
                </p:sp>
                <p:sp>
                  <p:nvSpPr>
                    <p:cNvPr id="62" name="Rechthoek: afgeronde bovenhoeken 61">
                      <a:extLst>
                        <a:ext uri="{FF2B5EF4-FFF2-40B4-BE49-F238E27FC236}">
                          <a16:creationId xmlns:a16="http://schemas.microsoft.com/office/drawing/2014/main" id="{3E5E5670-9461-25A0-4574-183B2CD0C150}"/>
                        </a:ext>
                      </a:extLst>
                    </p:cNvPr>
                    <p:cNvSpPr/>
                    <p:nvPr userDrawn="1"/>
                  </p:nvSpPr>
                  <p:spPr>
                    <a:xfrm>
                      <a:off x="3148556" y="-836646"/>
                      <a:ext cx="131882" cy="87614"/>
                    </a:xfrm>
                    <a:prstGeom prst="round2SameRect">
                      <a:avLst>
                        <a:gd name="adj1" fmla="val 50000"/>
                        <a:gd name="adj2" fmla="val 0"/>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solidFill>
                          <a:srgbClr val="211F26"/>
                        </a:solidFill>
                        <a:latin typeface="Calibri" panose="020F0502020204030204" pitchFamily="34" charset="0"/>
                        <a:cs typeface="Calibri" panose="020F0502020204030204" pitchFamily="34" charset="0"/>
                      </a:endParaRPr>
                    </a:p>
                  </p:txBody>
                </p:sp>
                <p:sp>
                  <p:nvSpPr>
                    <p:cNvPr id="63" name="Gelijkbenige driehoek 62">
                      <a:extLst>
                        <a:ext uri="{FF2B5EF4-FFF2-40B4-BE49-F238E27FC236}">
                          <a16:creationId xmlns:a16="http://schemas.microsoft.com/office/drawing/2014/main" id="{3576B5E2-335E-BDC1-D94D-3AF8C0870FD0}"/>
                        </a:ext>
                      </a:extLst>
                    </p:cNvPr>
                    <p:cNvSpPr/>
                    <p:nvPr userDrawn="1"/>
                  </p:nvSpPr>
                  <p:spPr>
                    <a:xfrm rot="10800000">
                      <a:off x="3148392" y="-420304"/>
                      <a:ext cx="131887" cy="179753"/>
                    </a:xfrm>
                    <a:prstGeom prst="triangle">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solidFill>
                          <a:srgbClr val="211F26"/>
                        </a:solidFill>
                        <a:latin typeface="Calibri" panose="020F0502020204030204" pitchFamily="34" charset="0"/>
                        <a:cs typeface="Calibri" panose="020F0502020204030204" pitchFamily="34" charset="0"/>
                      </a:endParaRPr>
                    </a:p>
                  </p:txBody>
                </p:sp>
              </p:grpSp>
            </p:grpSp>
          </p:grpSp>
          <p:sp>
            <p:nvSpPr>
              <p:cNvPr id="36" name="Rechthoek 35">
                <a:extLst>
                  <a:ext uri="{FF2B5EF4-FFF2-40B4-BE49-F238E27FC236}">
                    <a16:creationId xmlns:a16="http://schemas.microsoft.com/office/drawing/2014/main" id="{4FD77C49-F4D1-428A-AC10-EB0884CD9787}"/>
                  </a:ext>
                </a:extLst>
              </p:cNvPr>
              <p:cNvSpPr/>
              <p:nvPr userDrawn="1"/>
            </p:nvSpPr>
            <p:spPr>
              <a:xfrm>
                <a:off x="-3786437" y="4887921"/>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grpSp>
            <p:nvGrpSpPr>
              <p:cNvPr id="37" name="ICOON_info">
                <a:extLst>
                  <a:ext uri="{FF2B5EF4-FFF2-40B4-BE49-F238E27FC236}">
                    <a16:creationId xmlns:a16="http://schemas.microsoft.com/office/drawing/2014/main" id="{CFCB81CF-43E1-DC89-ED74-18FE0A4DC5E0}"/>
                  </a:ext>
                </a:extLst>
              </p:cNvPr>
              <p:cNvGrpSpPr/>
              <p:nvPr userDrawn="1"/>
            </p:nvGrpSpPr>
            <p:grpSpPr>
              <a:xfrm>
                <a:off x="-376736" y="4751903"/>
                <a:ext cx="283685" cy="283685"/>
                <a:chOff x="-510741" y="5913713"/>
                <a:chExt cx="267555" cy="267555"/>
              </a:xfrm>
            </p:grpSpPr>
            <p:sp>
              <p:nvSpPr>
                <p:cNvPr id="44" name="Ovaal 43">
                  <a:extLst>
                    <a:ext uri="{FF2B5EF4-FFF2-40B4-BE49-F238E27FC236}">
                      <a16:creationId xmlns:a16="http://schemas.microsoft.com/office/drawing/2014/main" id="{30A42F84-B94C-26E6-D041-B44B25B0672F}"/>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45" name="Graphic 163" descr="Informatie">
                  <a:extLst>
                    <a:ext uri="{FF2B5EF4-FFF2-40B4-BE49-F238E27FC236}">
                      <a16:creationId xmlns:a16="http://schemas.microsoft.com/office/drawing/2014/main" id="{83D8FACC-EE78-E1C6-AE43-00CAFA0E03A1}"/>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38" name="Groep 37">
                <a:extLst>
                  <a:ext uri="{FF2B5EF4-FFF2-40B4-BE49-F238E27FC236}">
                    <a16:creationId xmlns:a16="http://schemas.microsoft.com/office/drawing/2014/main" id="{A6078BFE-9F83-C28E-12FD-051E8C5B8010}"/>
                  </a:ext>
                </a:extLst>
              </p:cNvPr>
              <p:cNvGrpSpPr/>
              <p:nvPr userDrawn="1"/>
            </p:nvGrpSpPr>
            <p:grpSpPr>
              <a:xfrm>
                <a:off x="-938434" y="5025298"/>
                <a:ext cx="627798" cy="576693"/>
                <a:chOff x="-938434" y="4570310"/>
                <a:chExt cx="627798" cy="576693"/>
              </a:xfrm>
            </p:grpSpPr>
            <p:grpSp>
              <p:nvGrpSpPr>
                <p:cNvPr id="39" name="Inspireren">
                  <a:extLst>
                    <a:ext uri="{FF2B5EF4-FFF2-40B4-BE49-F238E27FC236}">
                      <a16:creationId xmlns:a16="http://schemas.microsoft.com/office/drawing/2014/main" id="{08B1427C-46F9-6B49-82FD-6E3C66E95168}"/>
                    </a:ext>
                  </a:extLst>
                </p:cNvPr>
                <p:cNvGrpSpPr>
                  <a:grpSpLocks noChangeAspect="1"/>
                </p:cNvGrpSpPr>
                <p:nvPr userDrawn="1"/>
              </p:nvGrpSpPr>
              <p:grpSpPr bwMode="auto">
                <a:xfrm>
                  <a:off x="-716116" y="4570310"/>
                  <a:ext cx="169778" cy="242385"/>
                  <a:chOff x="4768" y="2783"/>
                  <a:chExt cx="788" cy="1125"/>
                </a:xfrm>
                <a:gradFill>
                  <a:gsLst>
                    <a:gs pos="0">
                      <a:srgbClr val="9D9FA1"/>
                    </a:gs>
                    <a:gs pos="70000">
                      <a:srgbClr val="211F26"/>
                    </a:gs>
                  </a:gsLst>
                  <a:lin ang="2700000" scaled="0"/>
                </a:gradFill>
              </p:grpSpPr>
              <p:sp>
                <p:nvSpPr>
                  <p:cNvPr id="41" name="Freeform 12">
                    <a:extLst>
                      <a:ext uri="{FF2B5EF4-FFF2-40B4-BE49-F238E27FC236}">
                        <a16:creationId xmlns:a16="http://schemas.microsoft.com/office/drawing/2014/main" id="{3A0FC7A3-3C8E-F597-CF49-D94C6CDABF6C}"/>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42" name="Freeform 13">
                    <a:extLst>
                      <a:ext uri="{FF2B5EF4-FFF2-40B4-BE49-F238E27FC236}">
                        <a16:creationId xmlns:a16="http://schemas.microsoft.com/office/drawing/2014/main" id="{0AEE7C72-28A1-4329-E2F3-F00C6F02DF82}"/>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43" name="Freeform 14">
                    <a:extLst>
                      <a:ext uri="{FF2B5EF4-FFF2-40B4-BE49-F238E27FC236}">
                        <a16:creationId xmlns:a16="http://schemas.microsoft.com/office/drawing/2014/main" id="{A782A2E6-DF24-7E0E-54DA-AE986E4E1679}"/>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40" name="Tekstvak 39">
                  <a:extLst>
                    <a:ext uri="{FF2B5EF4-FFF2-40B4-BE49-F238E27FC236}">
                      <a16:creationId xmlns:a16="http://schemas.microsoft.com/office/drawing/2014/main" id="{5C85C14F-71FC-0EC9-EC77-F93303E0B753}"/>
                    </a:ext>
                  </a:extLst>
                </p:cNvPr>
                <p:cNvSpPr txBox="1"/>
                <p:nvPr userDrawn="1"/>
              </p:nvSpPr>
              <p:spPr>
                <a:xfrm>
                  <a:off x="-938434" y="4824764"/>
                  <a:ext cx="627798" cy="32223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grpSp>
        <p:grpSp>
          <p:nvGrpSpPr>
            <p:cNvPr id="9" name="Groep 8">
              <a:extLst>
                <a:ext uri="{FF2B5EF4-FFF2-40B4-BE49-F238E27FC236}">
                  <a16:creationId xmlns:a16="http://schemas.microsoft.com/office/drawing/2014/main" id="{E0C74600-E0A1-32F6-F13A-80390DBD08F3}"/>
                </a:ext>
              </a:extLst>
            </p:cNvPr>
            <p:cNvGrpSpPr/>
            <p:nvPr userDrawn="1"/>
          </p:nvGrpSpPr>
          <p:grpSpPr>
            <a:xfrm>
              <a:off x="-3786165" y="2"/>
              <a:ext cx="3593091" cy="3041230"/>
              <a:chOff x="-3786165" y="2"/>
              <a:chExt cx="3593091" cy="3041230"/>
            </a:xfrm>
          </p:grpSpPr>
          <p:sp>
            <p:nvSpPr>
              <p:cNvPr id="10" name="Rechthoek 9">
                <a:extLst>
                  <a:ext uri="{FF2B5EF4-FFF2-40B4-BE49-F238E27FC236}">
                    <a16:creationId xmlns:a16="http://schemas.microsoft.com/office/drawing/2014/main" id="{24EC8A38-F574-0E35-63BE-11DF49F4E34C}"/>
                  </a:ext>
                </a:extLst>
              </p:cNvPr>
              <p:cNvSpPr/>
              <p:nvPr userDrawn="1"/>
            </p:nvSpPr>
            <p:spPr>
              <a:xfrm>
                <a:off x="-3786165" y="2"/>
                <a:ext cx="3593091" cy="3041230"/>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Format CHART</a:t>
                </a:r>
              </a:p>
            </p:txBody>
          </p:sp>
          <p:sp>
            <p:nvSpPr>
              <p:cNvPr id="11" name="Ovaal 10">
                <a:extLst>
                  <a:ext uri="{FF2B5EF4-FFF2-40B4-BE49-F238E27FC236}">
                    <a16:creationId xmlns:a16="http://schemas.microsoft.com/office/drawing/2014/main" id="{45A82A4C-DF5D-DAD5-72AA-53FF5FAB9D7C}"/>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2" name="Rechthoek 11">
                <a:extLst>
                  <a:ext uri="{FF2B5EF4-FFF2-40B4-BE49-F238E27FC236}">
                    <a16:creationId xmlns:a16="http://schemas.microsoft.com/office/drawing/2014/main" id="{6483ACA4-C62D-91E9-EAC0-5EDA7398955E}"/>
                  </a:ext>
                </a:extLst>
              </p:cNvPr>
              <p:cNvSpPr/>
              <p:nvPr userDrawn="1"/>
            </p:nvSpPr>
            <p:spPr>
              <a:xfrm>
                <a:off x="-3319415" y="465324"/>
                <a:ext cx="2944682" cy="49001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When you want to change the lay-out of the chart, select the preferred part of the chart and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‘Format’.</a:t>
                </a:r>
                <a:endPar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13" name="Ovaal 12">
                <a:extLst>
                  <a:ext uri="{FF2B5EF4-FFF2-40B4-BE49-F238E27FC236}">
                    <a16:creationId xmlns:a16="http://schemas.microsoft.com/office/drawing/2014/main" id="{526618F2-1324-5E8A-BB71-6664AC1889B7}"/>
                  </a:ext>
                </a:extLst>
              </p:cNvPr>
              <p:cNvSpPr/>
              <p:nvPr userDrawn="1"/>
            </p:nvSpPr>
            <p:spPr>
              <a:xfrm>
                <a:off x="-3603587" y="1493635"/>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4" name="Rechthoek 13">
                <a:extLst>
                  <a:ext uri="{FF2B5EF4-FFF2-40B4-BE49-F238E27FC236}">
                    <a16:creationId xmlns:a16="http://schemas.microsoft.com/office/drawing/2014/main" id="{E8406F88-F7D9-1EDE-8CE6-BA8D8B59E542}"/>
                  </a:ext>
                </a:extLst>
              </p:cNvPr>
              <p:cNvSpPr/>
              <p:nvPr userDrawn="1"/>
            </p:nvSpPr>
            <p:spPr>
              <a:xfrm>
                <a:off x="-3319415" y="1493636"/>
                <a:ext cx="2944682" cy="65805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You can change the settings of the axes and data series by clicking on them with the right mouse button. Choose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‘Format Axis’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or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‘Format Data Series’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15" name="Groep 14">
                <a:extLst>
                  <a:ext uri="{FF2B5EF4-FFF2-40B4-BE49-F238E27FC236}">
                    <a16:creationId xmlns:a16="http://schemas.microsoft.com/office/drawing/2014/main" id="{62069577-5F1C-3A70-6ACD-A40A9ECBECA0}"/>
                  </a:ext>
                </a:extLst>
              </p:cNvPr>
              <p:cNvGrpSpPr/>
              <p:nvPr userDrawn="1"/>
            </p:nvGrpSpPr>
            <p:grpSpPr>
              <a:xfrm>
                <a:off x="-3312582" y="1060763"/>
                <a:ext cx="576000" cy="246597"/>
                <a:chOff x="-3303310" y="1024128"/>
                <a:chExt cx="576000" cy="246597"/>
              </a:xfrm>
            </p:grpSpPr>
            <p:sp>
              <p:nvSpPr>
                <p:cNvPr id="30" name="Rechthoek 29">
                  <a:extLst>
                    <a:ext uri="{FF2B5EF4-FFF2-40B4-BE49-F238E27FC236}">
                      <a16:creationId xmlns:a16="http://schemas.microsoft.com/office/drawing/2014/main" id="{894F8D05-7113-E8C0-2B1E-FF2E01C3A4B8}"/>
                    </a:ext>
                  </a:extLst>
                </p:cNvPr>
                <p:cNvSpPr/>
                <p:nvPr userDrawn="1"/>
              </p:nvSpPr>
              <p:spPr>
                <a:xfrm>
                  <a:off x="-3303310" y="1024128"/>
                  <a:ext cx="576000" cy="215451"/>
                </a:xfrm>
                <a:prstGeom prst="rect">
                  <a:avLst/>
                </a:prstGeom>
                <a:solidFill>
                  <a:srgbClr val="F8F8F8"/>
                </a:solidFill>
                <a:ln w="63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en-GB" sz="1050" b="1" noProof="0" dirty="0">
                      <a:solidFill>
                        <a:srgbClr val="B74629"/>
                      </a:solidFill>
                      <a:latin typeface="Calibri" panose="020F0502020204030204" pitchFamily="34" charset="0"/>
                      <a:cs typeface="Calibri" panose="020F0502020204030204" pitchFamily="34" charset="0"/>
                    </a:rPr>
                    <a:t>Format</a:t>
                  </a:r>
                </a:p>
              </p:txBody>
            </p:sp>
            <p:sp>
              <p:nvSpPr>
                <p:cNvPr id="31" name="Rechthoek 30">
                  <a:extLst>
                    <a:ext uri="{FF2B5EF4-FFF2-40B4-BE49-F238E27FC236}">
                      <a16:creationId xmlns:a16="http://schemas.microsoft.com/office/drawing/2014/main" id="{82A9E0A3-7689-1860-1E9B-0E50481EA941}"/>
                    </a:ext>
                  </a:extLst>
                </p:cNvPr>
                <p:cNvSpPr/>
                <p:nvPr userDrawn="1"/>
              </p:nvSpPr>
              <p:spPr>
                <a:xfrm>
                  <a:off x="-3303310" y="1243554"/>
                  <a:ext cx="576000"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16" name="Groep 15">
                <a:extLst>
                  <a:ext uri="{FF2B5EF4-FFF2-40B4-BE49-F238E27FC236}">
                    <a16:creationId xmlns:a16="http://schemas.microsoft.com/office/drawing/2014/main" id="{EA37E07D-0213-C4CD-69FE-A8048220E7CF}"/>
                  </a:ext>
                </a:extLst>
              </p:cNvPr>
              <p:cNvGrpSpPr/>
              <p:nvPr userDrawn="1"/>
            </p:nvGrpSpPr>
            <p:grpSpPr>
              <a:xfrm>
                <a:off x="-3314821" y="2257494"/>
                <a:ext cx="1377262" cy="591693"/>
                <a:chOff x="-3314821" y="2421532"/>
                <a:chExt cx="1377262" cy="591693"/>
              </a:xfrm>
            </p:grpSpPr>
            <p:sp>
              <p:nvSpPr>
                <p:cNvPr id="17" name="Rechthoek 16">
                  <a:extLst>
                    <a:ext uri="{FF2B5EF4-FFF2-40B4-BE49-F238E27FC236}">
                      <a16:creationId xmlns:a16="http://schemas.microsoft.com/office/drawing/2014/main" id="{FE5D13BD-1999-6110-78C0-D7F82EDB4F64}"/>
                    </a:ext>
                  </a:extLst>
                </p:cNvPr>
                <p:cNvSpPr/>
                <p:nvPr userDrawn="1"/>
              </p:nvSpPr>
              <p:spPr>
                <a:xfrm>
                  <a:off x="-3314821" y="2421532"/>
                  <a:ext cx="1360375" cy="504851"/>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18" name="Rechthoek 17">
                  <a:extLst>
                    <a:ext uri="{FF2B5EF4-FFF2-40B4-BE49-F238E27FC236}">
                      <a16:creationId xmlns:a16="http://schemas.microsoft.com/office/drawing/2014/main" id="{A01F8DE7-341F-F591-B409-A46B7F9D65A2}"/>
                    </a:ext>
                  </a:extLst>
                </p:cNvPr>
                <p:cNvSpPr/>
                <p:nvPr userDrawn="1"/>
              </p:nvSpPr>
              <p:spPr>
                <a:xfrm>
                  <a:off x="-3304719" y="2675257"/>
                  <a:ext cx="1344885" cy="246608"/>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9" name="Tekstvak 18">
                  <a:extLst>
                    <a:ext uri="{FF2B5EF4-FFF2-40B4-BE49-F238E27FC236}">
                      <a16:creationId xmlns:a16="http://schemas.microsoft.com/office/drawing/2014/main" id="{A8AAB229-07B8-C7CE-21D7-A6AB1D8F6505}"/>
                    </a:ext>
                  </a:extLst>
                </p:cNvPr>
                <p:cNvSpPr txBox="1"/>
                <p:nvPr userDrawn="1"/>
              </p:nvSpPr>
              <p:spPr>
                <a:xfrm>
                  <a:off x="-3122115" y="2480234"/>
                  <a:ext cx="1116000" cy="137495"/>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Add Trendline</a:t>
                  </a:r>
                </a:p>
              </p:txBody>
            </p:sp>
            <p:sp>
              <p:nvSpPr>
                <p:cNvPr id="20" name="Tekstvak 19">
                  <a:extLst>
                    <a:ext uri="{FF2B5EF4-FFF2-40B4-BE49-F238E27FC236}">
                      <a16:creationId xmlns:a16="http://schemas.microsoft.com/office/drawing/2014/main" id="{CBE770A8-AA3B-F19B-BAF3-D092339DA4C0}"/>
                    </a:ext>
                  </a:extLst>
                </p:cNvPr>
                <p:cNvSpPr txBox="1"/>
                <p:nvPr userDrawn="1"/>
              </p:nvSpPr>
              <p:spPr>
                <a:xfrm>
                  <a:off x="-3115841" y="2753263"/>
                  <a:ext cx="1116000" cy="108505"/>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Format Data Series</a:t>
                  </a:r>
                </a:p>
              </p:txBody>
            </p:sp>
            <p:sp>
              <p:nvSpPr>
                <p:cNvPr id="21" name="Vrije vorm: vorm 20">
                  <a:extLst>
                    <a:ext uri="{FF2B5EF4-FFF2-40B4-BE49-F238E27FC236}">
                      <a16:creationId xmlns:a16="http://schemas.microsoft.com/office/drawing/2014/main" id="{4D1992F5-364B-A1AA-BF83-EEA478039BEB}"/>
                    </a:ext>
                  </a:extLst>
                </p:cNvPr>
                <p:cNvSpPr/>
                <p:nvPr userDrawn="1"/>
              </p:nvSpPr>
              <p:spPr>
                <a:xfrm>
                  <a:off x="-2035121" y="2833225"/>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grpSp>
              <p:nvGrpSpPr>
                <p:cNvPr id="22" name="Groep 21">
                  <a:extLst>
                    <a:ext uri="{FF2B5EF4-FFF2-40B4-BE49-F238E27FC236}">
                      <a16:creationId xmlns:a16="http://schemas.microsoft.com/office/drawing/2014/main" id="{81D43394-7465-F780-625C-2049EF0FBBD2}"/>
                    </a:ext>
                  </a:extLst>
                </p:cNvPr>
                <p:cNvGrpSpPr/>
                <p:nvPr userDrawn="1"/>
              </p:nvGrpSpPr>
              <p:grpSpPr>
                <a:xfrm>
                  <a:off x="-3258488" y="2718400"/>
                  <a:ext cx="225663" cy="229638"/>
                  <a:chOff x="-3258488" y="2713782"/>
                  <a:chExt cx="225663" cy="229638"/>
                </a:xfrm>
              </p:grpSpPr>
              <p:sp>
                <p:nvSpPr>
                  <p:cNvPr id="26" name="Rechthoek 25">
                    <a:extLst>
                      <a:ext uri="{FF2B5EF4-FFF2-40B4-BE49-F238E27FC236}">
                        <a16:creationId xmlns:a16="http://schemas.microsoft.com/office/drawing/2014/main" id="{48686A95-5633-4F92-4103-8B63ADA8D700}"/>
                      </a:ext>
                    </a:extLst>
                  </p:cNvPr>
                  <p:cNvSpPr/>
                  <p:nvPr userDrawn="1"/>
                </p:nvSpPr>
                <p:spPr>
                  <a:xfrm>
                    <a:off x="-3245249" y="2761416"/>
                    <a:ext cx="43200" cy="104609"/>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GB" sz="2000" noProof="0" dirty="0">
                      <a:solidFill>
                        <a:srgbClr val="211F26"/>
                      </a:solidFill>
                      <a:latin typeface="Calibri" panose="020F0502020204030204" pitchFamily="34" charset="0"/>
                      <a:cs typeface="Calibri" panose="020F0502020204030204" pitchFamily="34" charset="0"/>
                    </a:endParaRPr>
                  </a:p>
                </p:txBody>
              </p:sp>
              <p:sp>
                <p:nvSpPr>
                  <p:cNvPr id="27" name="Rechthoek 26">
                    <a:extLst>
                      <a:ext uri="{FF2B5EF4-FFF2-40B4-BE49-F238E27FC236}">
                        <a16:creationId xmlns:a16="http://schemas.microsoft.com/office/drawing/2014/main" id="{2EED59AE-5793-247D-22EE-99445C5AC390}"/>
                      </a:ext>
                    </a:extLst>
                  </p:cNvPr>
                  <p:cNvSpPr/>
                  <p:nvPr userDrawn="1"/>
                </p:nvSpPr>
                <p:spPr>
                  <a:xfrm>
                    <a:off x="-3199591" y="2713782"/>
                    <a:ext cx="43200" cy="152244"/>
                  </a:xfrm>
                  <a:prstGeom prst="rect">
                    <a:avLst/>
                  </a:prstGeom>
                  <a:solidFill>
                    <a:srgbClr val="EDC8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GB" sz="2000" noProof="0" dirty="0">
                      <a:solidFill>
                        <a:srgbClr val="211F26"/>
                      </a:solidFill>
                      <a:latin typeface="Calibri" panose="020F0502020204030204" pitchFamily="34" charset="0"/>
                      <a:cs typeface="Calibri" panose="020F0502020204030204" pitchFamily="34" charset="0"/>
                    </a:endParaRPr>
                  </a:p>
                </p:txBody>
              </p:sp>
              <p:sp>
                <p:nvSpPr>
                  <p:cNvPr id="28" name="Rechthoek 27">
                    <a:extLst>
                      <a:ext uri="{FF2B5EF4-FFF2-40B4-BE49-F238E27FC236}">
                        <a16:creationId xmlns:a16="http://schemas.microsoft.com/office/drawing/2014/main" id="{292B9951-969D-2933-55CF-C20C8A85D3B8}"/>
                      </a:ext>
                    </a:extLst>
                  </p:cNvPr>
                  <p:cNvSpPr/>
                  <p:nvPr userDrawn="1"/>
                </p:nvSpPr>
                <p:spPr>
                  <a:xfrm>
                    <a:off x="-3152134" y="2747679"/>
                    <a:ext cx="43200" cy="118347"/>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GB" sz="2000" noProof="0" dirty="0">
                      <a:solidFill>
                        <a:srgbClr val="211F26"/>
                      </a:solidFill>
                      <a:latin typeface="Calibri" panose="020F0502020204030204" pitchFamily="34" charset="0"/>
                      <a:cs typeface="Calibri" panose="020F0502020204030204" pitchFamily="34" charset="0"/>
                    </a:endParaRPr>
                  </a:p>
                </p:txBody>
              </p:sp>
              <p:sp>
                <p:nvSpPr>
                  <p:cNvPr id="29" name="Rechthoek 282">
                    <a:extLst>
                      <a:ext uri="{FF2B5EF4-FFF2-40B4-BE49-F238E27FC236}">
                        <a16:creationId xmlns:a16="http://schemas.microsoft.com/office/drawing/2014/main" id="{24A0D8CC-21F9-7BAE-D8E7-F39F888BE809}"/>
                      </a:ext>
                    </a:extLst>
                  </p:cNvPr>
                  <p:cNvSpPr/>
                  <p:nvPr userDrawn="1"/>
                </p:nvSpPr>
                <p:spPr>
                  <a:xfrm rot="19731948">
                    <a:off x="-3258488" y="2796616"/>
                    <a:ext cx="225663" cy="146804"/>
                  </a:xfrm>
                  <a:custGeom>
                    <a:avLst/>
                    <a:gdLst>
                      <a:gd name="connsiteX0" fmla="*/ 0 w 205092"/>
                      <a:gd name="connsiteY0" fmla="*/ 0 h 73844"/>
                      <a:gd name="connsiteX1" fmla="*/ 205092 w 205092"/>
                      <a:gd name="connsiteY1" fmla="*/ 0 h 73844"/>
                      <a:gd name="connsiteX2" fmla="*/ 205092 w 205092"/>
                      <a:gd name="connsiteY2" fmla="*/ 73844 h 73844"/>
                      <a:gd name="connsiteX3" fmla="*/ 0 w 205092"/>
                      <a:gd name="connsiteY3" fmla="*/ 73844 h 73844"/>
                      <a:gd name="connsiteX4" fmla="*/ 0 w 205092"/>
                      <a:gd name="connsiteY4" fmla="*/ 0 h 73844"/>
                      <a:gd name="connsiteX0" fmla="*/ 0 w 205092"/>
                      <a:gd name="connsiteY0" fmla="*/ 0 h 121600"/>
                      <a:gd name="connsiteX1" fmla="*/ 205092 w 205092"/>
                      <a:gd name="connsiteY1" fmla="*/ 0 h 121600"/>
                      <a:gd name="connsiteX2" fmla="*/ 187772 w 205092"/>
                      <a:gd name="connsiteY2" fmla="*/ 121600 h 121600"/>
                      <a:gd name="connsiteX3" fmla="*/ 0 w 205092"/>
                      <a:gd name="connsiteY3" fmla="*/ 73844 h 121600"/>
                      <a:gd name="connsiteX4" fmla="*/ 0 w 205092"/>
                      <a:gd name="connsiteY4" fmla="*/ 0 h 121600"/>
                      <a:gd name="connsiteX0" fmla="*/ 0 w 205092"/>
                      <a:gd name="connsiteY0" fmla="*/ 0 h 121600"/>
                      <a:gd name="connsiteX1" fmla="*/ 205092 w 205092"/>
                      <a:gd name="connsiteY1" fmla="*/ 0 h 121600"/>
                      <a:gd name="connsiteX2" fmla="*/ 187772 w 205092"/>
                      <a:gd name="connsiteY2" fmla="*/ 121600 h 121600"/>
                      <a:gd name="connsiteX3" fmla="*/ 3148 w 205092"/>
                      <a:gd name="connsiteY3" fmla="*/ 65161 h 121600"/>
                      <a:gd name="connsiteX4" fmla="*/ 0 w 205092"/>
                      <a:gd name="connsiteY4" fmla="*/ 0 h 121600"/>
                      <a:gd name="connsiteX0" fmla="*/ 13407 w 218499"/>
                      <a:gd name="connsiteY0" fmla="*/ 0 h 121600"/>
                      <a:gd name="connsiteX1" fmla="*/ 218499 w 218499"/>
                      <a:gd name="connsiteY1" fmla="*/ 0 h 121600"/>
                      <a:gd name="connsiteX2" fmla="*/ 201179 w 218499"/>
                      <a:gd name="connsiteY2" fmla="*/ 121600 h 121600"/>
                      <a:gd name="connsiteX3" fmla="*/ 0 w 218499"/>
                      <a:gd name="connsiteY3" fmla="*/ 38976 h 121600"/>
                      <a:gd name="connsiteX4" fmla="*/ 13407 w 218499"/>
                      <a:gd name="connsiteY4" fmla="*/ 0 h 121600"/>
                      <a:gd name="connsiteX0" fmla="*/ 13407 w 218499"/>
                      <a:gd name="connsiteY0" fmla="*/ 0 h 134944"/>
                      <a:gd name="connsiteX1" fmla="*/ 218499 w 218499"/>
                      <a:gd name="connsiteY1" fmla="*/ 0 h 134944"/>
                      <a:gd name="connsiteX2" fmla="*/ 160746 w 218499"/>
                      <a:gd name="connsiteY2" fmla="*/ 134944 h 134944"/>
                      <a:gd name="connsiteX3" fmla="*/ 0 w 218499"/>
                      <a:gd name="connsiteY3" fmla="*/ 38976 h 134944"/>
                      <a:gd name="connsiteX4" fmla="*/ 13407 w 218499"/>
                      <a:gd name="connsiteY4" fmla="*/ 0 h 134944"/>
                      <a:gd name="connsiteX0" fmla="*/ 13407 w 225663"/>
                      <a:gd name="connsiteY0" fmla="*/ 11860 h 146804"/>
                      <a:gd name="connsiteX1" fmla="*/ 225663 w 225663"/>
                      <a:gd name="connsiteY1" fmla="*/ 0 h 146804"/>
                      <a:gd name="connsiteX2" fmla="*/ 160746 w 225663"/>
                      <a:gd name="connsiteY2" fmla="*/ 146804 h 146804"/>
                      <a:gd name="connsiteX3" fmla="*/ 0 w 225663"/>
                      <a:gd name="connsiteY3" fmla="*/ 50836 h 146804"/>
                      <a:gd name="connsiteX4" fmla="*/ 13407 w 225663"/>
                      <a:gd name="connsiteY4" fmla="*/ 11860 h 1468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663" h="146804">
                        <a:moveTo>
                          <a:pt x="13407" y="11860"/>
                        </a:moveTo>
                        <a:lnTo>
                          <a:pt x="225663" y="0"/>
                        </a:lnTo>
                        <a:lnTo>
                          <a:pt x="160746" y="146804"/>
                        </a:lnTo>
                        <a:lnTo>
                          <a:pt x="0" y="50836"/>
                        </a:lnTo>
                        <a:lnTo>
                          <a:pt x="13407" y="11860"/>
                        </a:lnTo>
                        <a:close/>
                      </a:path>
                    </a:pathLst>
                  </a:cu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lvl="0"/>
                    <a:endParaRPr lang="en-GB" sz="1000" b="1" dirty="0" err="1">
                      <a:solidFill>
                        <a:srgbClr val="211F26"/>
                      </a:solidFill>
                      <a:latin typeface="Calibri" panose="020F0502020204030204" pitchFamily="34" charset="0"/>
                      <a:cs typeface="Calibri" panose="020F0502020204030204" pitchFamily="34" charset="0"/>
                    </a:endParaRPr>
                  </a:p>
                </p:txBody>
              </p:sp>
            </p:grpSp>
            <p:grpSp>
              <p:nvGrpSpPr>
                <p:cNvPr id="23" name="Groep 22">
                  <a:extLst>
                    <a:ext uri="{FF2B5EF4-FFF2-40B4-BE49-F238E27FC236}">
                      <a16:creationId xmlns:a16="http://schemas.microsoft.com/office/drawing/2014/main" id="{1C06E203-D7C6-F1DC-D055-C5898F3E8459}"/>
                    </a:ext>
                  </a:extLst>
                </p:cNvPr>
                <p:cNvGrpSpPr/>
                <p:nvPr userDrawn="1"/>
              </p:nvGrpSpPr>
              <p:grpSpPr>
                <a:xfrm>
                  <a:off x="-3219980" y="2771792"/>
                  <a:ext cx="140241" cy="116552"/>
                  <a:chOff x="-2608640" y="2891109"/>
                  <a:chExt cx="309118" cy="261993"/>
                </a:xfrm>
              </p:grpSpPr>
              <p:sp>
                <p:nvSpPr>
                  <p:cNvPr id="24" name="Vrije vorm: vorm 23">
                    <a:extLst>
                      <a:ext uri="{FF2B5EF4-FFF2-40B4-BE49-F238E27FC236}">
                        <a16:creationId xmlns:a16="http://schemas.microsoft.com/office/drawing/2014/main" id="{48E01D86-B451-04DD-0A0E-70FC18279310}"/>
                      </a:ext>
                    </a:extLst>
                  </p:cNvPr>
                  <p:cNvSpPr/>
                  <p:nvPr userDrawn="1"/>
                </p:nvSpPr>
                <p:spPr>
                  <a:xfrm rot="513866">
                    <a:off x="-2465317" y="2891109"/>
                    <a:ext cx="165795" cy="200435"/>
                  </a:xfrm>
                  <a:custGeom>
                    <a:avLst/>
                    <a:gdLst>
                      <a:gd name="connsiteX0" fmla="*/ 0 w 147782"/>
                      <a:gd name="connsiteY0" fmla="*/ 184728 h 221673"/>
                      <a:gd name="connsiteX1" fmla="*/ 147782 w 147782"/>
                      <a:gd name="connsiteY1" fmla="*/ 0 h 221673"/>
                      <a:gd name="connsiteX2" fmla="*/ 92363 w 147782"/>
                      <a:gd name="connsiteY2" fmla="*/ 221673 h 221673"/>
                      <a:gd name="connsiteX3" fmla="*/ 0 w 147782"/>
                      <a:gd name="connsiteY3" fmla="*/ 184728 h 221673"/>
                      <a:gd name="connsiteX0" fmla="*/ 0 w 180109"/>
                      <a:gd name="connsiteY0" fmla="*/ 166255 h 203200"/>
                      <a:gd name="connsiteX1" fmla="*/ 180109 w 180109"/>
                      <a:gd name="connsiteY1" fmla="*/ 0 h 203200"/>
                      <a:gd name="connsiteX2" fmla="*/ 92363 w 180109"/>
                      <a:gd name="connsiteY2" fmla="*/ 203200 h 203200"/>
                      <a:gd name="connsiteX3" fmla="*/ 0 w 180109"/>
                      <a:gd name="connsiteY3" fmla="*/ 166255 h 203200"/>
                      <a:gd name="connsiteX0" fmla="*/ 0 w 182213"/>
                      <a:gd name="connsiteY0" fmla="*/ 166453 h 203398"/>
                      <a:gd name="connsiteX1" fmla="*/ 180109 w 182213"/>
                      <a:gd name="connsiteY1" fmla="*/ 198 h 203398"/>
                      <a:gd name="connsiteX2" fmla="*/ 92363 w 182213"/>
                      <a:gd name="connsiteY2" fmla="*/ 203398 h 203398"/>
                      <a:gd name="connsiteX3" fmla="*/ 0 w 182213"/>
                      <a:gd name="connsiteY3" fmla="*/ 166453 h 203398"/>
                      <a:gd name="connsiteX0" fmla="*/ 0 w 186034"/>
                      <a:gd name="connsiteY0" fmla="*/ 168058 h 205003"/>
                      <a:gd name="connsiteX1" fmla="*/ 180109 w 186034"/>
                      <a:gd name="connsiteY1" fmla="*/ 1803 h 205003"/>
                      <a:gd name="connsiteX2" fmla="*/ 92363 w 186034"/>
                      <a:gd name="connsiteY2" fmla="*/ 205003 h 205003"/>
                      <a:gd name="connsiteX3" fmla="*/ 0 w 186034"/>
                      <a:gd name="connsiteY3" fmla="*/ 168058 h 205003"/>
                      <a:gd name="connsiteX0" fmla="*/ 0 w 163074"/>
                      <a:gd name="connsiteY0" fmla="*/ 161895 h 203458"/>
                      <a:gd name="connsiteX1" fmla="*/ 161637 w 163074"/>
                      <a:gd name="connsiteY1" fmla="*/ 258 h 203458"/>
                      <a:gd name="connsiteX2" fmla="*/ 73891 w 163074"/>
                      <a:gd name="connsiteY2" fmla="*/ 203458 h 203458"/>
                      <a:gd name="connsiteX3" fmla="*/ 0 w 163074"/>
                      <a:gd name="connsiteY3" fmla="*/ 161895 h 203458"/>
                      <a:gd name="connsiteX0" fmla="*/ 0 w 162654"/>
                      <a:gd name="connsiteY0" fmla="*/ 161843 h 198788"/>
                      <a:gd name="connsiteX1" fmla="*/ 161637 w 162654"/>
                      <a:gd name="connsiteY1" fmla="*/ 206 h 198788"/>
                      <a:gd name="connsiteX2" fmla="*/ 64654 w 162654"/>
                      <a:gd name="connsiteY2" fmla="*/ 198788 h 198788"/>
                      <a:gd name="connsiteX3" fmla="*/ 0 w 162654"/>
                      <a:gd name="connsiteY3" fmla="*/ 161843 h 198788"/>
                      <a:gd name="connsiteX0" fmla="*/ 0 w 165794"/>
                      <a:gd name="connsiteY0" fmla="*/ 163491 h 200436"/>
                      <a:gd name="connsiteX1" fmla="*/ 161637 w 165794"/>
                      <a:gd name="connsiteY1" fmla="*/ 1854 h 200436"/>
                      <a:gd name="connsiteX2" fmla="*/ 64654 w 165794"/>
                      <a:gd name="connsiteY2" fmla="*/ 200436 h 200436"/>
                      <a:gd name="connsiteX3" fmla="*/ 0 w 165794"/>
                      <a:gd name="connsiteY3" fmla="*/ 163491 h 200436"/>
                    </a:gdLst>
                    <a:ahLst/>
                    <a:cxnLst>
                      <a:cxn ang="0">
                        <a:pos x="connsiteX0" y="connsiteY0"/>
                      </a:cxn>
                      <a:cxn ang="0">
                        <a:pos x="connsiteX1" y="connsiteY1"/>
                      </a:cxn>
                      <a:cxn ang="0">
                        <a:pos x="connsiteX2" y="connsiteY2"/>
                      </a:cxn>
                      <a:cxn ang="0">
                        <a:pos x="connsiteX3" y="connsiteY3"/>
                      </a:cxn>
                    </a:cxnLst>
                    <a:rect l="l" t="t" r="r" b="b"/>
                    <a:pathLst>
                      <a:path w="165794" h="200436">
                        <a:moveTo>
                          <a:pt x="0" y="163491"/>
                        </a:moveTo>
                        <a:cubicBezTo>
                          <a:pt x="14624" y="129624"/>
                          <a:pt x="137006" y="-18157"/>
                          <a:pt x="161637" y="1854"/>
                        </a:cubicBezTo>
                        <a:cubicBezTo>
                          <a:pt x="186268" y="21865"/>
                          <a:pt x="94672" y="172727"/>
                          <a:pt x="64654" y="200436"/>
                        </a:cubicBezTo>
                        <a:lnTo>
                          <a:pt x="0" y="163491"/>
                        </a:lnTo>
                        <a:close/>
                      </a:path>
                    </a:pathLst>
                  </a:custGeom>
                  <a:solidFill>
                    <a:srgbClr val="FFFFFF"/>
                  </a:solidFill>
                  <a:ln w="9525">
                    <a:solidFill>
                      <a:srgbClr val="3F3E3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dirty="0" err="1">
                      <a:latin typeface="+mj-lt"/>
                    </a:endParaRPr>
                  </a:p>
                </p:txBody>
              </p:sp>
              <p:sp>
                <p:nvSpPr>
                  <p:cNvPr id="25" name="Vrije vorm: vorm 24">
                    <a:extLst>
                      <a:ext uri="{FF2B5EF4-FFF2-40B4-BE49-F238E27FC236}">
                        <a16:creationId xmlns:a16="http://schemas.microsoft.com/office/drawing/2014/main" id="{7924C626-1261-4B06-A851-7075F28E6DFD}"/>
                      </a:ext>
                    </a:extLst>
                  </p:cNvPr>
                  <p:cNvSpPr/>
                  <p:nvPr userDrawn="1"/>
                </p:nvSpPr>
                <p:spPr>
                  <a:xfrm rot="513866">
                    <a:off x="-2608640" y="3034770"/>
                    <a:ext cx="207309" cy="118332"/>
                  </a:xfrm>
                  <a:custGeom>
                    <a:avLst/>
                    <a:gdLst>
                      <a:gd name="connsiteX0" fmla="*/ 0 w 138545"/>
                      <a:gd name="connsiteY0" fmla="*/ 78509 h 87746"/>
                      <a:gd name="connsiteX1" fmla="*/ 73891 w 138545"/>
                      <a:gd name="connsiteY1" fmla="*/ 87746 h 87746"/>
                      <a:gd name="connsiteX2" fmla="*/ 138545 w 138545"/>
                      <a:gd name="connsiteY2" fmla="*/ 27709 h 87746"/>
                      <a:gd name="connsiteX3" fmla="*/ 96981 w 138545"/>
                      <a:gd name="connsiteY3" fmla="*/ 0 h 87746"/>
                      <a:gd name="connsiteX4" fmla="*/ 46181 w 138545"/>
                      <a:gd name="connsiteY4" fmla="*/ 41564 h 87746"/>
                      <a:gd name="connsiteX5" fmla="*/ 0 w 138545"/>
                      <a:gd name="connsiteY5" fmla="*/ 78509 h 87746"/>
                      <a:gd name="connsiteX0" fmla="*/ 0 w 138545"/>
                      <a:gd name="connsiteY0" fmla="*/ 78509 h 87746"/>
                      <a:gd name="connsiteX1" fmla="*/ 73891 w 138545"/>
                      <a:gd name="connsiteY1" fmla="*/ 87746 h 87746"/>
                      <a:gd name="connsiteX2" fmla="*/ 138545 w 138545"/>
                      <a:gd name="connsiteY2" fmla="*/ 27709 h 87746"/>
                      <a:gd name="connsiteX3" fmla="*/ 96981 w 138545"/>
                      <a:gd name="connsiteY3" fmla="*/ 0 h 87746"/>
                      <a:gd name="connsiteX4" fmla="*/ 0 w 138545"/>
                      <a:gd name="connsiteY4" fmla="*/ 78509 h 87746"/>
                      <a:gd name="connsiteX0" fmla="*/ 0 w 138545"/>
                      <a:gd name="connsiteY0" fmla="*/ 78509 h 87746"/>
                      <a:gd name="connsiteX1" fmla="*/ 73891 w 138545"/>
                      <a:gd name="connsiteY1" fmla="*/ 87746 h 87746"/>
                      <a:gd name="connsiteX2" fmla="*/ 138545 w 138545"/>
                      <a:gd name="connsiteY2" fmla="*/ 27709 h 87746"/>
                      <a:gd name="connsiteX3" fmla="*/ 96981 w 138545"/>
                      <a:gd name="connsiteY3" fmla="*/ 0 h 87746"/>
                      <a:gd name="connsiteX4" fmla="*/ 0 w 138545"/>
                      <a:gd name="connsiteY4" fmla="*/ 78509 h 87746"/>
                      <a:gd name="connsiteX0" fmla="*/ 0 w 138545"/>
                      <a:gd name="connsiteY0" fmla="*/ 78509 h 88052"/>
                      <a:gd name="connsiteX1" fmla="*/ 73891 w 138545"/>
                      <a:gd name="connsiteY1" fmla="*/ 87746 h 88052"/>
                      <a:gd name="connsiteX2" fmla="*/ 138545 w 138545"/>
                      <a:gd name="connsiteY2" fmla="*/ 27709 h 88052"/>
                      <a:gd name="connsiteX3" fmla="*/ 96981 w 138545"/>
                      <a:gd name="connsiteY3" fmla="*/ 0 h 88052"/>
                      <a:gd name="connsiteX4" fmla="*/ 0 w 138545"/>
                      <a:gd name="connsiteY4" fmla="*/ 78509 h 88052"/>
                      <a:gd name="connsiteX0" fmla="*/ 188 w 138733"/>
                      <a:gd name="connsiteY0" fmla="*/ 78509 h 97514"/>
                      <a:gd name="connsiteX1" fmla="*/ 74079 w 138733"/>
                      <a:gd name="connsiteY1" fmla="*/ 87746 h 97514"/>
                      <a:gd name="connsiteX2" fmla="*/ 138733 w 138733"/>
                      <a:gd name="connsiteY2" fmla="*/ 27709 h 97514"/>
                      <a:gd name="connsiteX3" fmla="*/ 97169 w 138733"/>
                      <a:gd name="connsiteY3" fmla="*/ 0 h 97514"/>
                      <a:gd name="connsiteX4" fmla="*/ 188 w 138733"/>
                      <a:gd name="connsiteY4" fmla="*/ 78509 h 97514"/>
                      <a:gd name="connsiteX0" fmla="*/ 167 w 138712"/>
                      <a:gd name="connsiteY0" fmla="*/ 78509 h 91707"/>
                      <a:gd name="connsiteX1" fmla="*/ 74058 w 138712"/>
                      <a:gd name="connsiteY1" fmla="*/ 87746 h 91707"/>
                      <a:gd name="connsiteX2" fmla="*/ 138712 w 138712"/>
                      <a:gd name="connsiteY2" fmla="*/ 27709 h 91707"/>
                      <a:gd name="connsiteX3" fmla="*/ 97148 w 138712"/>
                      <a:gd name="connsiteY3" fmla="*/ 0 h 91707"/>
                      <a:gd name="connsiteX4" fmla="*/ 167 w 138712"/>
                      <a:gd name="connsiteY4" fmla="*/ 78509 h 91707"/>
                      <a:gd name="connsiteX0" fmla="*/ 167 w 138712"/>
                      <a:gd name="connsiteY0" fmla="*/ 78509 h 91707"/>
                      <a:gd name="connsiteX1" fmla="*/ 74058 w 138712"/>
                      <a:gd name="connsiteY1" fmla="*/ 87746 h 91707"/>
                      <a:gd name="connsiteX2" fmla="*/ 138712 w 138712"/>
                      <a:gd name="connsiteY2" fmla="*/ 27709 h 91707"/>
                      <a:gd name="connsiteX3" fmla="*/ 97148 w 138712"/>
                      <a:gd name="connsiteY3" fmla="*/ 0 h 91707"/>
                      <a:gd name="connsiteX4" fmla="*/ 167 w 138712"/>
                      <a:gd name="connsiteY4" fmla="*/ 78509 h 91707"/>
                      <a:gd name="connsiteX0" fmla="*/ 167 w 138712"/>
                      <a:gd name="connsiteY0" fmla="*/ 78509 h 91707"/>
                      <a:gd name="connsiteX1" fmla="*/ 74058 w 138712"/>
                      <a:gd name="connsiteY1" fmla="*/ 87746 h 91707"/>
                      <a:gd name="connsiteX2" fmla="*/ 138712 w 138712"/>
                      <a:gd name="connsiteY2" fmla="*/ 27709 h 91707"/>
                      <a:gd name="connsiteX3" fmla="*/ 97148 w 138712"/>
                      <a:gd name="connsiteY3" fmla="*/ 0 h 91707"/>
                      <a:gd name="connsiteX4" fmla="*/ 167 w 138712"/>
                      <a:gd name="connsiteY4" fmla="*/ 78509 h 91707"/>
                      <a:gd name="connsiteX0" fmla="*/ 167 w 139150"/>
                      <a:gd name="connsiteY0" fmla="*/ 78509 h 91707"/>
                      <a:gd name="connsiteX1" fmla="*/ 74058 w 139150"/>
                      <a:gd name="connsiteY1" fmla="*/ 87746 h 91707"/>
                      <a:gd name="connsiteX2" fmla="*/ 138712 w 139150"/>
                      <a:gd name="connsiteY2" fmla="*/ 27709 h 91707"/>
                      <a:gd name="connsiteX3" fmla="*/ 97148 w 139150"/>
                      <a:gd name="connsiteY3" fmla="*/ 0 h 91707"/>
                      <a:gd name="connsiteX4" fmla="*/ 167 w 139150"/>
                      <a:gd name="connsiteY4" fmla="*/ 78509 h 91707"/>
                      <a:gd name="connsiteX0" fmla="*/ 167 w 139150"/>
                      <a:gd name="connsiteY0" fmla="*/ 87626 h 100824"/>
                      <a:gd name="connsiteX1" fmla="*/ 74058 w 139150"/>
                      <a:gd name="connsiteY1" fmla="*/ 96863 h 100824"/>
                      <a:gd name="connsiteX2" fmla="*/ 138712 w 139150"/>
                      <a:gd name="connsiteY2" fmla="*/ 36826 h 100824"/>
                      <a:gd name="connsiteX3" fmla="*/ 97148 w 139150"/>
                      <a:gd name="connsiteY3" fmla="*/ 9117 h 100824"/>
                      <a:gd name="connsiteX4" fmla="*/ 167 w 139150"/>
                      <a:gd name="connsiteY4" fmla="*/ 87626 h 100824"/>
                      <a:gd name="connsiteX0" fmla="*/ 167 w 139150"/>
                      <a:gd name="connsiteY0" fmla="*/ 79509 h 92707"/>
                      <a:gd name="connsiteX1" fmla="*/ 74058 w 139150"/>
                      <a:gd name="connsiteY1" fmla="*/ 88746 h 92707"/>
                      <a:gd name="connsiteX2" fmla="*/ 138712 w 139150"/>
                      <a:gd name="connsiteY2" fmla="*/ 28709 h 92707"/>
                      <a:gd name="connsiteX3" fmla="*/ 97148 w 139150"/>
                      <a:gd name="connsiteY3" fmla="*/ 1000 h 92707"/>
                      <a:gd name="connsiteX4" fmla="*/ 167 w 139150"/>
                      <a:gd name="connsiteY4" fmla="*/ 79509 h 92707"/>
                      <a:gd name="connsiteX0" fmla="*/ 167 w 138974"/>
                      <a:gd name="connsiteY0" fmla="*/ 71888 h 85086"/>
                      <a:gd name="connsiteX1" fmla="*/ 74058 w 138974"/>
                      <a:gd name="connsiteY1" fmla="*/ 81125 h 85086"/>
                      <a:gd name="connsiteX2" fmla="*/ 138712 w 138974"/>
                      <a:gd name="connsiteY2" fmla="*/ 21088 h 85086"/>
                      <a:gd name="connsiteX3" fmla="*/ 91899 w 138974"/>
                      <a:gd name="connsiteY3" fmla="*/ 1252 h 85086"/>
                      <a:gd name="connsiteX4" fmla="*/ 167 w 138974"/>
                      <a:gd name="connsiteY4" fmla="*/ 71888 h 85086"/>
                      <a:gd name="connsiteX0" fmla="*/ 278 w 118032"/>
                      <a:gd name="connsiteY0" fmla="*/ 56375 h 82581"/>
                      <a:gd name="connsiteX1" fmla="*/ 53174 w 118032"/>
                      <a:gd name="connsiteY1" fmla="*/ 81359 h 82581"/>
                      <a:gd name="connsiteX2" fmla="*/ 117828 w 118032"/>
                      <a:gd name="connsiteY2" fmla="*/ 21322 h 82581"/>
                      <a:gd name="connsiteX3" fmla="*/ 71015 w 118032"/>
                      <a:gd name="connsiteY3" fmla="*/ 1486 h 82581"/>
                      <a:gd name="connsiteX4" fmla="*/ 278 w 118032"/>
                      <a:gd name="connsiteY4" fmla="*/ 56375 h 82581"/>
                      <a:gd name="connsiteX0" fmla="*/ 220 w 117808"/>
                      <a:gd name="connsiteY0" fmla="*/ 56172 h 67245"/>
                      <a:gd name="connsiteX1" fmla="*/ 63614 w 117808"/>
                      <a:gd name="connsiteY1" fmla="*/ 62785 h 67245"/>
                      <a:gd name="connsiteX2" fmla="*/ 117770 w 117808"/>
                      <a:gd name="connsiteY2" fmla="*/ 21119 h 67245"/>
                      <a:gd name="connsiteX3" fmla="*/ 70957 w 117808"/>
                      <a:gd name="connsiteY3" fmla="*/ 1283 h 67245"/>
                      <a:gd name="connsiteX4" fmla="*/ 220 w 117808"/>
                      <a:gd name="connsiteY4" fmla="*/ 56172 h 672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808" h="67245">
                        <a:moveTo>
                          <a:pt x="220" y="56172"/>
                        </a:moveTo>
                        <a:cubicBezTo>
                          <a:pt x="-3628" y="70796"/>
                          <a:pt x="44022" y="68627"/>
                          <a:pt x="63614" y="62785"/>
                        </a:cubicBezTo>
                        <a:cubicBezTo>
                          <a:pt x="83206" y="56943"/>
                          <a:pt x="116546" y="31369"/>
                          <a:pt x="117770" y="21119"/>
                        </a:cubicBezTo>
                        <a:cubicBezTo>
                          <a:pt x="118994" y="10869"/>
                          <a:pt x="90549" y="-4559"/>
                          <a:pt x="70957" y="1283"/>
                        </a:cubicBezTo>
                        <a:cubicBezTo>
                          <a:pt x="51365" y="7125"/>
                          <a:pt x="61415" y="48373"/>
                          <a:pt x="220" y="56172"/>
                        </a:cubicBezTo>
                        <a:close/>
                      </a:path>
                    </a:pathLst>
                  </a:custGeom>
                  <a:solidFill>
                    <a:srgbClr val="8AC3EF"/>
                  </a:solidFill>
                  <a:ln w="9525">
                    <a:solidFill>
                      <a:srgbClr val="307EBD"/>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dirty="0" err="1">
                      <a:latin typeface="+mj-lt"/>
                    </a:endParaRPr>
                  </a:p>
                </p:txBody>
              </p:sp>
            </p:grpSp>
          </p:grpSp>
        </p:grpSp>
      </p:grpSp>
      <p:sp>
        <p:nvSpPr>
          <p:cNvPr id="75" name="Rectangle 74">
            <a:extLst>
              <a:ext uri="{FF2B5EF4-FFF2-40B4-BE49-F238E27FC236}">
                <a16:creationId xmlns:a16="http://schemas.microsoft.com/office/drawing/2014/main" id="{A98D553A-0D11-0DFD-8622-1E3D10A79296}"/>
              </a:ext>
            </a:extLst>
          </p:cNvPr>
          <p:cNvSpPr/>
          <p:nvPr userDrawn="1"/>
        </p:nvSpPr>
        <p:spPr>
          <a:xfrm>
            <a:off x="718666" y="-1"/>
            <a:ext cx="10751096" cy="3736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r>
              <a:rPr lang="en-US" sz="1600" dirty="0"/>
              <a:t>Objective | Background | Methods | Results | Conclusions</a:t>
            </a:r>
            <a:endParaRPr lang="LID4096" sz="1600" dirty="0" err="1"/>
          </a:p>
        </p:txBody>
      </p:sp>
    </p:spTree>
    <p:extLst>
      <p:ext uri="{BB962C8B-B14F-4D97-AF65-F5344CB8AC3E}">
        <p14:creationId xmlns:p14="http://schemas.microsoft.com/office/powerpoint/2010/main" val="349663133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 table">
    <p:spTree>
      <p:nvGrpSpPr>
        <p:cNvPr id="1" name=""/>
        <p:cNvGrpSpPr/>
        <p:nvPr/>
      </p:nvGrpSpPr>
      <p:grpSpPr>
        <a:xfrm>
          <a:off x="0" y="0"/>
          <a:ext cx="0" cy="0"/>
          <a:chOff x="0" y="0"/>
          <a:chExt cx="0" cy="0"/>
        </a:xfrm>
      </p:grpSpPr>
      <p:sp>
        <p:nvSpPr>
          <p:cNvPr id="6" name="Rechthoek 5">
            <a:extLst>
              <a:ext uri="{FF2B5EF4-FFF2-40B4-BE49-F238E27FC236}">
                <a16:creationId xmlns:a16="http://schemas.microsoft.com/office/drawing/2014/main" id="{FEE88B6D-7143-4386-BA0D-08FD41A1EEB7}"/>
              </a:ext>
            </a:extLst>
          </p:cNvPr>
          <p:cNvSpPr>
            <a:spLocks noGrp="1" noRot="1" noMove="1" noResize="1" noEditPoints="1" noAdjustHandles="1" noChangeArrowheads="1" noChangeShapeType="1"/>
          </p:cNvSpPr>
          <p:nvPr userDrawn="1"/>
        </p:nvSpPr>
        <p:spPr>
          <a:xfrm>
            <a:off x="0" y="0"/>
            <a:ext cx="537466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a:xfrm>
            <a:off x="718666" y="722455"/>
            <a:ext cx="3937333" cy="322156"/>
          </a:xfrm>
        </p:spPr>
        <p:txBody>
          <a:bodyPr/>
          <a:lstStyle>
            <a:lvl1pPr>
              <a:defRPr>
                <a:solidFill>
                  <a:schemeClr val="tx2"/>
                </a:solidFill>
              </a:defRPr>
            </a:lvl1pPr>
          </a:lstStyle>
          <a:p>
            <a:r>
              <a:rPr lang="en-GB" noProof="0" dirty="0"/>
              <a:t>Title goes here</a:t>
            </a:r>
          </a:p>
        </p:txBody>
      </p:sp>
      <p:sp>
        <p:nvSpPr>
          <p:cNvPr id="8" name="Rechthoek 7">
            <a:extLst>
              <a:ext uri="{FF2B5EF4-FFF2-40B4-BE49-F238E27FC236}">
                <a16:creationId xmlns:a16="http://schemas.microsoft.com/office/drawing/2014/main" id="{47FABFDC-C1CE-40A8-B8C0-2D4AF73C1297}"/>
              </a:ext>
            </a:extLst>
          </p:cNvPr>
          <p:cNvSpPr/>
          <p:nvPr userDrawn="1"/>
        </p:nvSpPr>
        <p:spPr>
          <a:xfrm>
            <a:off x="0" y="-441330"/>
            <a:ext cx="1258871"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en-GB" sz="1800" b="1" cap="none" baseline="0" noProof="0" dirty="0">
                <a:solidFill>
                  <a:schemeClr val="accent1"/>
                </a:solidFill>
                <a:latin typeface="+mj-lt"/>
              </a:rPr>
              <a:t>Text + table</a:t>
            </a:r>
          </a:p>
        </p:txBody>
      </p:sp>
      <p:sp>
        <p:nvSpPr>
          <p:cNvPr id="3" name="Tijdelijke aanduiding voor datum 2">
            <a:extLst>
              <a:ext uri="{FF2B5EF4-FFF2-40B4-BE49-F238E27FC236}">
                <a16:creationId xmlns:a16="http://schemas.microsoft.com/office/drawing/2014/main" id="{EDE8389D-5D11-4D45-B4A3-64DB64DBE22B}"/>
              </a:ext>
            </a:extLst>
          </p:cNvPr>
          <p:cNvSpPr>
            <a:spLocks noGrp="1"/>
          </p:cNvSpPr>
          <p:nvPr>
            <p:ph type="dt" sz="half" idx="14"/>
          </p:nvPr>
        </p:nvSpPr>
        <p:spPr/>
        <p:txBody>
          <a:bodyPr/>
          <a:lstStyle/>
          <a:p>
            <a:r>
              <a:rPr lang="LID4096"/>
              <a:t>08/30/2024</a:t>
            </a:r>
            <a:endParaRPr lang="en-GB" dirty="0"/>
          </a:p>
        </p:txBody>
      </p:sp>
      <p:sp>
        <p:nvSpPr>
          <p:cNvPr id="5" name="Tijdelijke aanduiding voor dianummer 4">
            <a:extLst>
              <a:ext uri="{FF2B5EF4-FFF2-40B4-BE49-F238E27FC236}">
                <a16:creationId xmlns:a16="http://schemas.microsoft.com/office/drawing/2014/main" id="{D0153074-F70B-4B82-96FF-348823D4B9B8}"/>
              </a:ext>
            </a:extLst>
          </p:cNvPr>
          <p:cNvSpPr>
            <a:spLocks noGrp="1"/>
          </p:cNvSpPr>
          <p:nvPr>
            <p:ph type="sldNum" sz="quarter" idx="16"/>
          </p:nvPr>
        </p:nvSpPr>
        <p:spPr/>
        <p:txBody>
          <a:bodyPr/>
          <a:lstStyle/>
          <a:p>
            <a:fld id="{9E843DB9-9987-4157-AB9C-CEA8D7D910BB}" type="slidenum">
              <a:rPr lang="en-GB" smtClean="0"/>
              <a:pPr/>
              <a:t>‹#›</a:t>
            </a:fld>
            <a:endParaRPr lang="en-GB" dirty="0"/>
          </a:p>
        </p:txBody>
      </p:sp>
      <p:sp>
        <p:nvSpPr>
          <p:cNvPr id="7" name="Tijdelijke aanduiding voor verticale tekst 2">
            <a:extLst>
              <a:ext uri="{FF2B5EF4-FFF2-40B4-BE49-F238E27FC236}">
                <a16:creationId xmlns:a16="http://schemas.microsoft.com/office/drawing/2014/main" id="{4BAC3E69-ABB1-C907-B9D7-5DFA7221ABF5}"/>
              </a:ext>
            </a:extLst>
          </p:cNvPr>
          <p:cNvSpPr>
            <a:spLocks noGrp="1"/>
          </p:cNvSpPr>
          <p:nvPr>
            <p:ph type="body" orient="vert" idx="1" hasCustomPrompt="1"/>
          </p:nvPr>
        </p:nvSpPr>
        <p:spPr>
          <a:xfrm>
            <a:off x="718666" y="1569104"/>
            <a:ext cx="3937333" cy="4431646"/>
          </a:xfrm>
        </p:spPr>
        <p:txBody>
          <a:bodyPr vert="horz"/>
          <a:lstStyle>
            <a:lvl1pPr>
              <a:buClr>
                <a:schemeClr val="bg1"/>
              </a:buClr>
              <a:defRPr>
                <a:solidFill>
                  <a:schemeClr val="bg1"/>
                </a:solidFill>
              </a:defRPr>
            </a:lvl1pPr>
            <a:lvl2pPr>
              <a:buClr>
                <a:schemeClr val="bg1"/>
              </a:buClr>
              <a:defRPr>
                <a:solidFill>
                  <a:schemeClr val="bg1"/>
                </a:solidFill>
              </a:defRPr>
            </a:lvl2pPr>
            <a:lvl3pPr>
              <a:defRPr>
                <a:solidFill>
                  <a:schemeClr val="bg1"/>
                </a:solidFill>
              </a:defRPr>
            </a:lvl3pPr>
            <a:lvl4pPr>
              <a:defRPr>
                <a:solidFill>
                  <a:schemeClr val="tx2"/>
                </a:solidFill>
              </a:defRPr>
            </a:lvl4pPr>
            <a:lvl5pPr>
              <a:defRPr b="0">
                <a:solidFill>
                  <a:schemeClr val="tx2"/>
                </a:solidFill>
              </a:defRPr>
            </a:lvl5pPr>
            <a:lvl6pPr>
              <a:defRPr b="0">
                <a:solidFill>
                  <a:schemeClr val="bg1"/>
                </a:solidFill>
              </a:defRPr>
            </a:lvl6pPr>
            <a:lvl7pPr>
              <a:buClr>
                <a:schemeClr val="bg1"/>
              </a:buClr>
              <a:defRPr>
                <a:solidFill>
                  <a:schemeClr val="bg1"/>
                </a:solidFill>
              </a:defRPr>
            </a:lvl7pPr>
            <a:lvl8pPr>
              <a:buClr>
                <a:schemeClr val="bg2"/>
              </a:buClr>
              <a:defRPr>
                <a:solidFill>
                  <a:schemeClr val="bg1"/>
                </a:solidFill>
              </a:defRPr>
            </a:lvl8pPr>
            <a:lvl9pPr>
              <a:defRPr>
                <a:solidFill>
                  <a:schemeClr val="bg1"/>
                </a:solidFill>
              </a:defRPr>
            </a:lvl9pPr>
          </a:lstStyle>
          <a:p>
            <a:pPr lvl="0"/>
            <a:r>
              <a:rPr lang="en-GB" noProof="0" dirty="0"/>
              <a:t>Bullet</a:t>
            </a:r>
          </a:p>
          <a:p>
            <a:pPr lvl="1"/>
            <a:r>
              <a:rPr lang="en-GB" noProof="0" dirty="0"/>
              <a:t>Sub-bullet </a:t>
            </a:r>
          </a:p>
          <a:p>
            <a:pPr lvl="2"/>
            <a:r>
              <a:rPr lang="en-GB" noProof="0" dirty="0"/>
              <a:t>Default text</a:t>
            </a:r>
            <a:br>
              <a:rPr lang="en-GB" noProof="0" dirty="0"/>
            </a:br>
            <a:endParaRPr lang="en-GB" noProof="0" dirty="0"/>
          </a:p>
          <a:p>
            <a:pPr lvl="3"/>
            <a:r>
              <a:rPr lang="en-GB" noProof="0" dirty="0"/>
              <a:t>Title/Quote</a:t>
            </a:r>
          </a:p>
          <a:p>
            <a:pPr lvl="4"/>
            <a:r>
              <a:rPr lang="en-GB" noProof="0" dirty="0"/>
              <a:t>Subtitle</a:t>
            </a:r>
          </a:p>
          <a:p>
            <a:pPr lvl="5"/>
            <a:r>
              <a:rPr lang="en-GB" noProof="0" dirty="0"/>
              <a:t>Default text</a:t>
            </a:r>
            <a:br>
              <a:rPr lang="en-GB" noProof="0" dirty="0"/>
            </a:br>
            <a:endParaRPr lang="en-GB" noProof="0" dirty="0"/>
          </a:p>
          <a:p>
            <a:pPr lvl="6"/>
            <a:r>
              <a:rPr lang="en-GB" noProof="0" dirty="0"/>
              <a:t>Numerical bullet</a:t>
            </a:r>
          </a:p>
          <a:p>
            <a:pPr lvl="7"/>
            <a:r>
              <a:rPr lang="en-GB" noProof="0" dirty="0"/>
              <a:t>Alphabetical bullet</a:t>
            </a:r>
          </a:p>
          <a:p>
            <a:pPr lvl="8"/>
            <a:r>
              <a:rPr lang="en-GB" noProof="0" dirty="0"/>
              <a:t>Source</a:t>
            </a:r>
          </a:p>
        </p:txBody>
      </p:sp>
      <p:grpSp>
        <p:nvGrpSpPr>
          <p:cNvPr id="10" name="Groep 9">
            <a:extLst>
              <a:ext uri="{FF2B5EF4-FFF2-40B4-BE49-F238E27FC236}">
                <a16:creationId xmlns:a16="http://schemas.microsoft.com/office/drawing/2014/main" id="{56D01710-570D-A6AD-85CD-4A7D6F5AF72A}"/>
              </a:ext>
            </a:extLst>
          </p:cNvPr>
          <p:cNvGrpSpPr>
            <a:grpSpLocks noGrp="1" noUngrp="1" noRot="1" noMove="1" noResize="1"/>
          </p:cNvGrpSpPr>
          <p:nvPr userDrawn="1"/>
        </p:nvGrpSpPr>
        <p:grpSpPr>
          <a:xfrm>
            <a:off x="721079" y="6216736"/>
            <a:ext cx="961200" cy="381600"/>
            <a:chOff x="2807303" y="2354764"/>
            <a:chExt cx="944974" cy="368527"/>
          </a:xfrm>
          <a:solidFill>
            <a:schemeClr val="bg1"/>
          </a:solidFill>
        </p:grpSpPr>
        <p:sp>
          <p:nvSpPr>
            <p:cNvPr id="11" name="Vrije vorm: vorm 10">
              <a:extLst>
                <a:ext uri="{FF2B5EF4-FFF2-40B4-BE49-F238E27FC236}">
                  <a16:creationId xmlns:a16="http://schemas.microsoft.com/office/drawing/2014/main" id="{AF7B0112-A1E8-4C7E-1384-3C29FF3CFE6E}"/>
                </a:ext>
              </a:extLst>
            </p:cNvPr>
            <p:cNvSpPr>
              <a:spLocks noGrp="1" noRot="1" noMove="1" noResize="1" noEditPoints="1" noAdjustHandles="1" noChangeArrowheads="1" noChangeShapeType="1"/>
            </p:cNvSpPr>
            <p:nvPr/>
          </p:nvSpPr>
          <p:spPr>
            <a:xfrm>
              <a:off x="2994660" y="2537173"/>
              <a:ext cx="174307" cy="186023"/>
            </a:xfrm>
            <a:custGeom>
              <a:avLst/>
              <a:gdLst>
                <a:gd name="connsiteX0" fmla="*/ 87154 w 174307"/>
                <a:gd name="connsiteY0" fmla="*/ 150686 h 186023"/>
                <a:gd name="connsiteX1" fmla="*/ 123825 w 174307"/>
                <a:gd name="connsiteY1" fmla="*/ 112776 h 186023"/>
                <a:gd name="connsiteX2" fmla="*/ 123825 w 174307"/>
                <a:gd name="connsiteY2" fmla="*/ 0 h 186023"/>
                <a:gd name="connsiteX3" fmla="*/ 174307 w 174307"/>
                <a:gd name="connsiteY3" fmla="*/ 0 h 186023"/>
                <a:gd name="connsiteX4" fmla="*/ 174307 w 174307"/>
                <a:gd name="connsiteY4" fmla="*/ 115348 h 186023"/>
                <a:gd name="connsiteX5" fmla="*/ 87154 w 174307"/>
                <a:gd name="connsiteY5" fmla="*/ 186023 h 186023"/>
                <a:gd name="connsiteX6" fmla="*/ 0 w 174307"/>
                <a:gd name="connsiteY6" fmla="*/ 115348 h 186023"/>
                <a:gd name="connsiteX7" fmla="*/ 0 w 174307"/>
                <a:gd name="connsiteY7" fmla="*/ 0 h 186023"/>
                <a:gd name="connsiteX8" fmla="*/ 50482 w 174307"/>
                <a:gd name="connsiteY8" fmla="*/ 0 h 186023"/>
                <a:gd name="connsiteX9" fmla="*/ 50482 w 174307"/>
                <a:gd name="connsiteY9" fmla="*/ 112776 h 186023"/>
                <a:gd name="connsiteX10" fmla="*/ 87154 w 174307"/>
                <a:gd name="connsiteY10" fmla="*/ 150686 h 186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4307" h="186023">
                  <a:moveTo>
                    <a:pt x="87154" y="150686"/>
                  </a:moveTo>
                  <a:cubicBezTo>
                    <a:pt x="110871" y="150686"/>
                    <a:pt x="123825" y="134874"/>
                    <a:pt x="123825" y="112776"/>
                  </a:cubicBezTo>
                  <a:lnTo>
                    <a:pt x="123825" y="0"/>
                  </a:lnTo>
                  <a:lnTo>
                    <a:pt x="174307" y="0"/>
                  </a:lnTo>
                  <a:lnTo>
                    <a:pt x="174307" y="115348"/>
                  </a:lnTo>
                  <a:cubicBezTo>
                    <a:pt x="173831" y="166116"/>
                    <a:pt x="133159" y="186023"/>
                    <a:pt x="87154" y="186023"/>
                  </a:cubicBezTo>
                  <a:cubicBezTo>
                    <a:pt x="41148" y="186023"/>
                    <a:pt x="571" y="166116"/>
                    <a:pt x="0" y="115348"/>
                  </a:cubicBezTo>
                  <a:lnTo>
                    <a:pt x="0" y="0"/>
                  </a:lnTo>
                  <a:lnTo>
                    <a:pt x="50482" y="0"/>
                  </a:lnTo>
                  <a:lnTo>
                    <a:pt x="50482" y="112776"/>
                  </a:lnTo>
                  <a:cubicBezTo>
                    <a:pt x="50578" y="134874"/>
                    <a:pt x="63436" y="150686"/>
                    <a:pt x="87154" y="150686"/>
                  </a:cubicBezTo>
                  <a:close/>
                </a:path>
              </a:pathLst>
            </a:custGeom>
            <a:grpFill/>
            <a:ln w="9525" cap="flat">
              <a:noFill/>
              <a:prstDash val="solid"/>
              <a:miter/>
            </a:ln>
          </p:spPr>
          <p:txBody>
            <a:bodyPr rtlCol="0" anchor="ctr"/>
            <a:lstStyle/>
            <a:p>
              <a:endParaRPr lang="en-GB"/>
            </a:p>
          </p:txBody>
        </p:sp>
        <p:sp>
          <p:nvSpPr>
            <p:cNvPr id="12" name="Vrije vorm: vorm 11">
              <a:extLst>
                <a:ext uri="{FF2B5EF4-FFF2-40B4-BE49-F238E27FC236}">
                  <a16:creationId xmlns:a16="http://schemas.microsoft.com/office/drawing/2014/main" id="{5318E13D-0E3A-A9B5-D897-3F3631C31423}"/>
                </a:ext>
              </a:extLst>
            </p:cNvPr>
            <p:cNvSpPr>
              <a:spLocks noGrp="1" noRot="1" noMove="1" noResize="1" noEditPoints="1" noAdjustHandles="1" noChangeArrowheads="1" noChangeShapeType="1"/>
            </p:cNvSpPr>
            <p:nvPr/>
          </p:nvSpPr>
          <p:spPr>
            <a:xfrm>
              <a:off x="2807303" y="2537173"/>
              <a:ext cx="163639" cy="182213"/>
            </a:xfrm>
            <a:custGeom>
              <a:avLst/>
              <a:gdLst>
                <a:gd name="connsiteX0" fmla="*/ 56578 w 163639"/>
                <a:gd name="connsiteY0" fmla="*/ 182213 h 182213"/>
                <a:gd name="connsiteX1" fmla="*/ 107061 w 163639"/>
                <a:gd name="connsiteY1" fmla="*/ 182213 h 182213"/>
                <a:gd name="connsiteX2" fmla="*/ 107061 w 163639"/>
                <a:gd name="connsiteY2" fmla="*/ 35338 h 182213"/>
                <a:gd name="connsiteX3" fmla="*/ 163640 w 163639"/>
                <a:gd name="connsiteY3" fmla="*/ 35338 h 182213"/>
                <a:gd name="connsiteX4" fmla="*/ 163640 w 163639"/>
                <a:gd name="connsiteY4" fmla="*/ 0 h 182213"/>
                <a:gd name="connsiteX5" fmla="*/ 0 w 163639"/>
                <a:gd name="connsiteY5" fmla="*/ 0 h 182213"/>
                <a:gd name="connsiteX6" fmla="*/ 0 w 163639"/>
                <a:gd name="connsiteY6" fmla="*/ 35338 h 182213"/>
                <a:gd name="connsiteX7" fmla="*/ 56578 w 163639"/>
                <a:gd name="connsiteY7" fmla="*/ 35338 h 182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3639" h="182213">
                  <a:moveTo>
                    <a:pt x="56578" y="182213"/>
                  </a:moveTo>
                  <a:lnTo>
                    <a:pt x="107061" y="182213"/>
                  </a:lnTo>
                  <a:lnTo>
                    <a:pt x="107061" y="35338"/>
                  </a:lnTo>
                  <a:lnTo>
                    <a:pt x="163640" y="35338"/>
                  </a:lnTo>
                  <a:lnTo>
                    <a:pt x="163640" y="0"/>
                  </a:lnTo>
                  <a:lnTo>
                    <a:pt x="0" y="0"/>
                  </a:lnTo>
                  <a:lnTo>
                    <a:pt x="0" y="35338"/>
                  </a:lnTo>
                  <a:lnTo>
                    <a:pt x="56578" y="35338"/>
                  </a:lnTo>
                  <a:close/>
                </a:path>
              </a:pathLst>
            </a:custGeom>
            <a:grpFill/>
            <a:ln w="9525" cap="flat">
              <a:noFill/>
              <a:prstDash val="solid"/>
              <a:miter/>
            </a:ln>
          </p:spPr>
          <p:txBody>
            <a:bodyPr rtlCol="0" anchor="ctr"/>
            <a:lstStyle/>
            <a:p>
              <a:endParaRPr lang="en-GB"/>
            </a:p>
          </p:txBody>
        </p:sp>
        <p:sp>
          <p:nvSpPr>
            <p:cNvPr id="13" name="Vrije vorm: vorm 12">
              <a:extLst>
                <a:ext uri="{FF2B5EF4-FFF2-40B4-BE49-F238E27FC236}">
                  <a16:creationId xmlns:a16="http://schemas.microsoft.com/office/drawing/2014/main" id="{79B6F2C4-B2C2-63A6-625D-6345DAC27823}"/>
                </a:ext>
              </a:extLst>
            </p:cNvPr>
            <p:cNvSpPr>
              <a:spLocks noGrp="1" noRot="1" noMove="1" noResize="1" noEditPoints="1" noAdjustHandles="1" noChangeArrowheads="1" noChangeShapeType="1"/>
            </p:cNvSpPr>
            <p:nvPr/>
          </p:nvSpPr>
          <p:spPr>
            <a:xfrm>
              <a:off x="2856490" y="2354764"/>
              <a:ext cx="172449" cy="170903"/>
            </a:xfrm>
            <a:custGeom>
              <a:avLst/>
              <a:gdLst>
                <a:gd name="connsiteX0" fmla="*/ 128740 w 172449"/>
                <a:gd name="connsiteY0" fmla="*/ 93637 h 170903"/>
                <a:gd name="connsiteX1" fmla="*/ 103785 w 172449"/>
                <a:gd name="connsiteY1" fmla="*/ 77920 h 170903"/>
                <a:gd name="connsiteX2" fmla="*/ 170936 w 172449"/>
                <a:gd name="connsiteY2" fmla="*/ 9816 h 170903"/>
                <a:gd name="connsiteX3" fmla="*/ 170460 w 172449"/>
                <a:gd name="connsiteY3" fmla="*/ 6 h 170903"/>
                <a:gd name="connsiteX4" fmla="*/ 165888 w 172449"/>
                <a:gd name="connsiteY4" fmla="*/ 6959 h 170903"/>
                <a:gd name="connsiteX5" fmla="*/ 69114 w 172449"/>
                <a:gd name="connsiteY5" fmla="*/ 45440 h 170903"/>
                <a:gd name="connsiteX6" fmla="*/ 2058 w 172449"/>
                <a:gd name="connsiteY6" fmla="*/ 146405 h 170903"/>
                <a:gd name="connsiteX7" fmla="*/ 6344 w 172449"/>
                <a:gd name="connsiteY7" fmla="*/ 159454 h 170903"/>
                <a:gd name="connsiteX8" fmla="*/ 8439 w 172449"/>
                <a:gd name="connsiteY8" fmla="*/ 146215 h 170903"/>
                <a:gd name="connsiteX9" fmla="*/ 67209 w 172449"/>
                <a:gd name="connsiteY9" fmla="*/ 73348 h 170903"/>
                <a:gd name="connsiteX10" fmla="*/ 72638 w 172449"/>
                <a:gd name="connsiteY10" fmla="*/ 68205 h 170903"/>
                <a:gd name="connsiteX11" fmla="*/ 72162 w 172449"/>
                <a:gd name="connsiteY11" fmla="*/ 73158 h 170903"/>
                <a:gd name="connsiteX12" fmla="*/ 52445 w 172449"/>
                <a:gd name="connsiteY12" fmla="*/ 120878 h 170903"/>
                <a:gd name="connsiteX13" fmla="*/ 89592 w 172449"/>
                <a:gd name="connsiteY13" fmla="*/ 113544 h 170903"/>
                <a:gd name="connsiteX14" fmla="*/ 93688 w 172449"/>
                <a:gd name="connsiteY14" fmla="*/ 108495 h 170903"/>
                <a:gd name="connsiteX15" fmla="*/ 93974 w 172449"/>
                <a:gd name="connsiteY15" fmla="*/ 116020 h 170903"/>
                <a:gd name="connsiteX16" fmla="*/ 69304 w 172449"/>
                <a:gd name="connsiteY16" fmla="*/ 162502 h 170903"/>
                <a:gd name="connsiteX17" fmla="*/ 57207 w 172449"/>
                <a:gd name="connsiteY17" fmla="*/ 170313 h 170903"/>
                <a:gd name="connsiteX18" fmla="*/ 63684 w 172449"/>
                <a:gd name="connsiteY18" fmla="*/ 170694 h 170903"/>
                <a:gd name="connsiteX19" fmla="*/ 151124 w 172449"/>
                <a:gd name="connsiteY19" fmla="*/ 85159 h 170903"/>
                <a:gd name="connsiteX20" fmla="*/ 151410 w 172449"/>
                <a:gd name="connsiteY20" fmla="*/ 79920 h 170903"/>
                <a:gd name="connsiteX21" fmla="*/ 146361 w 172449"/>
                <a:gd name="connsiteY21" fmla="*/ 82873 h 170903"/>
                <a:gd name="connsiteX22" fmla="*/ 128740 w 172449"/>
                <a:gd name="connsiteY22" fmla="*/ 93637 h 170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2449" h="170903">
                  <a:moveTo>
                    <a:pt x="128740" y="93637"/>
                  </a:moveTo>
                  <a:cubicBezTo>
                    <a:pt x="116453" y="97542"/>
                    <a:pt x="103689" y="94399"/>
                    <a:pt x="103785" y="77920"/>
                  </a:cubicBezTo>
                  <a:cubicBezTo>
                    <a:pt x="103785" y="52774"/>
                    <a:pt x="162744" y="31724"/>
                    <a:pt x="170936" y="9816"/>
                  </a:cubicBezTo>
                  <a:cubicBezTo>
                    <a:pt x="172936" y="4387"/>
                    <a:pt x="173127" y="-185"/>
                    <a:pt x="170460" y="6"/>
                  </a:cubicBezTo>
                  <a:cubicBezTo>
                    <a:pt x="168555" y="101"/>
                    <a:pt x="170079" y="2863"/>
                    <a:pt x="165888" y="6959"/>
                  </a:cubicBezTo>
                  <a:cubicBezTo>
                    <a:pt x="141504" y="31438"/>
                    <a:pt x="100546" y="31343"/>
                    <a:pt x="69114" y="45440"/>
                  </a:cubicBezTo>
                  <a:cubicBezTo>
                    <a:pt x="48540" y="54679"/>
                    <a:pt x="-11849" y="83064"/>
                    <a:pt x="2058" y="146405"/>
                  </a:cubicBezTo>
                  <a:cubicBezTo>
                    <a:pt x="2724" y="149453"/>
                    <a:pt x="4534" y="159454"/>
                    <a:pt x="6344" y="159454"/>
                  </a:cubicBezTo>
                  <a:cubicBezTo>
                    <a:pt x="8439" y="159454"/>
                    <a:pt x="8439" y="153454"/>
                    <a:pt x="8439" y="146215"/>
                  </a:cubicBezTo>
                  <a:cubicBezTo>
                    <a:pt x="7963" y="108495"/>
                    <a:pt x="52635" y="98018"/>
                    <a:pt x="67209" y="73348"/>
                  </a:cubicBezTo>
                  <a:cubicBezTo>
                    <a:pt x="68923" y="70395"/>
                    <a:pt x="71971" y="66300"/>
                    <a:pt x="72638" y="68205"/>
                  </a:cubicBezTo>
                  <a:cubicBezTo>
                    <a:pt x="73019" y="69157"/>
                    <a:pt x="72733" y="70491"/>
                    <a:pt x="72162" y="73158"/>
                  </a:cubicBezTo>
                  <a:cubicBezTo>
                    <a:pt x="67590" y="93446"/>
                    <a:pt x="46444" y="106400"/>
                    <a:pt x="52445" y="120878"/>
                  </a:cubicBezTo>
                  <a:cubicBezTo>
                    <a:pt x="60255" y="139642"/>
                    <a:pt x="82639" y="125641"/>
                    <a:pt x="89592" y="113544"/>
                  </a:cubicBezTo>
                  <a:cubicBezTo>
                    <a:pt x="91402" y="110210"/>
                    <a:pt x="92450" y="108115"/>
                    <a:pt x="93688" y="108495"/>
                  </a:cubicBezTo>
                  <a:cubicBezTo>
                    <a:pt x="94641" y="108781"/>
                    <a:pt x="94545" y="112591"/>
                    <a:pt x="93974" y="116020"/>
                  </a:cubicBezTo>
                  <a:cubicBezTo>
                    <a:pt x="90259" y="137833"/>
                    <a:pt x="85306" y="150025"/>
                    <a:pt x="69304" y="162502"/>
                  </a:cubicBezTo>
                  <a:cubicBezTo>
                    <a:pt x="64161" y="166503"/>
                    <a:pt x="56160" y="167265"/>
                    <a:pt x="57207" y="170313"/>
                  </a:cubicBezTo>
                  <a:cubicBezTo>
                    <a:pt x="57493" y="171075"/>
                    <a:pt x="60922" y="170979"/>
                    <a:pt x="63684" y="170694"/>
                  </a:cubicBezTo>
                  <a:cubicBezTo>
                    <a:pt x="106166" y="167932"/>
                    <a:pt x="141694" y="117925"/>
                    <a:pt x="151124" y="85159"/>
                  </a:cubicBezTo>
                  <a:cubicBezTo>
                    <a:pt x="152076" y="82873"/>
                    <a:pt x="152362" y="80683"/>
                    <a:pt x="151410" y="79920"/>
                  </a:cubicBezTo>
                  <a:cubicBezTo>
                    <a:pt x="150171" y="78968"/>
                    <a:pt x="148266" y="81159"/>
                    <a:pt x="146361" y="82873"/>
                  </a:cubicBezTo>
                  <a:cubicBezTo>
                    <a:pt x="141504" y="87255"/>
                    <a:pt x="134836" y="91732"/>
                    <a:pt x="128740" y="93637"/>
                  </a:cubicBezTo>
                  <a:close/>
                </a:path>
              </a:pathLst>
            </a:custGeom>
            <a:grpFill/>
            <a:ln w="9525" cap="flat">
              <a:noFill/>
              <a:prstDash val="solid"/>
              <a:miter/>
            </a:ln>
          </p:spPr>
          <p:txBody>
            <a:bodyPr rtlCol="0" anchor="ctr"/>
            <a:lstStyle/>
            <a:p>
              <a:endParaRPr lang="en-GB"/>
            </a:p>
          </p:txBody>
        </p:sp>
        <p:sp>
          <p:nvSpPr>
            <p:cNvPr id="14" name="Vrije vorm: vorm 13">
              <a:extLst>
                <a:ext uri="{FF2B5EF4-FFF2-40B4-BE49-F238E27FC236}">
                  <a16:creationId xmlns:a16="http://schemas.microsoft.com/office/drawing/2014/main" id="{B788DDB6-EF97-F727-5009-6E0903065CE2}"/>
                </a:ext>
              </a:extLst>
            </p:cNvPr>
            <p:cNvSpPr>
              <a:spLocks noGrp="1" noRot="1" noMove="1" noResize="1" noEditPoints="1" noAdjustHandles="1" noChangeArrowheads="1" noChangeShapeType="1"/>
            </p:cNvSpPr>
            <p:nvPr/>
          </p:nvSpPr>
          <p:spPr>
            <a:xfrm>
              <a:off x="3391376" y="2588894"/>
              <a:ext cx="114680" cy="134397"/>
            </a:xfrm>
            <a:custGeom>
              <a:avLst/>
              <a:gdLst>
                <a:gd name="connsiteX0" fmla="*/ 24955 w 114680"/>
                <a:gd name="connsiteY0" fmla="*/ 55054 h 134397"/>
                <a:gd name="connsiteX1" fmla="*/ 57055 w 114680"/>
                <a:gd name="connsiteY1" fmla="*/ 17431 h 134397"/>
                <a:gd name="connsiteX2" fmla="*/ 89344 w 114680"/>
                <a:gd name="connsiteY2" fmla="*/ 55054 h 134397"/>
                <a:gd name="connsiteX3" fmla="*/ 24955 w 114680"/>
                <a:gd name="connsiteY3" fmla="*/ 55054 h 134397"/>
                <a:gd name="connsiteX4" fmla="*/ 114681 w 114680"/>
                <a:gd name="connsiteY4" fmla="*/ 71723 h 134397"/>
                <a:gd name="connsiteX5" fmla="*/ 114681 w 114680"/>
                <a:gd name="connsiteY5" fmla="*/ 59817 h 134397"/>
                <a:gd name="connsiteX6" fmla="*/ 58864 w 114680"/>
                <a:gd name="connsiteY6" fmla="*/ 0 h 134397"/>
                <a:gd name="connsiteX7" fmla="*/ 0 w 114680"/>
                <a:gd name="connsiteY7" fmla="*/ 68199 h 134397"/>
                <a:gd name="connsiteX8" fmla="*/ 56864 w 114680"/>
                <a:gd name="connsiteY8" fmla="*/ 134398 h 134397"/>
                <a:gd name="connsiteX9" fmla="*/ 113157 w 114680"/>
                <a:gd name="connsiteY9" fmla="*/ 91250 h 134397"/>
                <a:gd name="connsiteX10" fmla="*/ 87916 w 114680"/>
                <a:gd name="connsiteY10" fmla="*/ 91250 h 134397"/>
                <a:gd name="connsiteX11" fmla="*/ 57150 w 114680"/>
                <a:gd name="connsiteY11" fmla="*/ 116967 h 134397"/>
                <a:gd name="connsiteX12" fmla="*/ 24479 w 114680"/>
                <a:gd name="connsiteY12" fmla="*/ 71818 h 134397"/>
                <a:gd name="connsiteX13" fmla="*/ 114681 w 114680"/>
                <a:gd name="connsiteY13" fmla="*/ 71818 h 134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4680" h="134397">
                  <a:moveTo>
                    <a:pt x="24955" y="55054"/>
                  </a:moveTo>
                  <a:cubicBezTo>
                    <a:pt x="25146" y="35242"/>
                    <a:pt x="37052" y="17431"/>
                    <a:pt x="57055" y="17431"/>
                  </a:cubicBezTo>
                  <a:cubicBezTo>
                    <a:pt x="80296" y="17431"/>
                    <a:pt x="89344" y="33338"/>
                    <a:pt x="89344" y="55054"/>
                  </a:cubicBezTo>
                  <a:lnTo>
                    <a:pt x="24955" y="55054"/>
                  </a:lnTo>
                  <a:close/>
                  <a:moveTo>
                    <a:pt x="114681" y="71723"/>
                  </a:moveTo>
                  <a:lnTo>
                    <a:pt x="114681" y="59817"/>
                  </a:lnTo>
                  <a:cubicBezTo>
                    <a:pt x="114681" y="24765"/>
                    <a:pt x="94774" y="0"/>
                    <a:pt x="58864" y="0"/>
                  </a:cubicBezTo>
                  <a:cubicBezTo>
                    <a:pt x="18764" y="0"/>
                    <a:pt x="0" y="31051"/>
                    <a:pt x="0" y="68199"/>
                  </a:cubicBezTo>
                  <a:cubicBezTo>
                    <a:pt x="0" y="105537"/>
                    <a:pt x="16192" y="134398"/>
                    <a:pt x="56864" y="134398"/>
                  </a:cubicBezTo>
                  <a:cubicBezTo>
                    <a:pt x="87154" y="134398"/>
                    <a:pt x="109347" y="120015"/>
                    <a:pt x="113157" y="91250"/>
                  </a:cubicBezTo>
                  <a:lnTo>
                    <a:pt x="87916" y="91250"/>
                  </a:lnTo>
                  <a:cubicBezTo>
                    <a:pt x="85154" y="109633"/>
                    <a:pt x="75819" y="116967"/>
                    <a:pt x="57150" y="116967"/>
                  </a:cubicBezTo>
                  <a:cubicBezTo>
                    <a:pt x="32671" y="116967"/>
                    <a:pt x="24479" y="95155"/>
                    <a:pt x="24479" y="71818"/>
                  </a:cubicBezTo>
                  <a:lnTo>
                    <a:pt x="114681" y="71818"/>
                  </a:lnTo>
                  <a:close/>
                </a:path>
              </a:pathLst>
            </a:custGeom>
            <a:grpFill/>
            <a:ln w="9525" cap="flat">
              <a:noFill/>
              <a:prstDash val="solid"/>
              <a:miter/>
            </a:ln>
          </p:spPr>
          <p:txBody>
            <a:bodyPr rtlCol="0" anchor="ctr"/>
            <a:lstStyle/>
            <a:p>
              <a:endParaRPr lang="en-GB"/>
            </a:p>
          </p:txBody>
        </p:sp>
        <p:sp>
          <p:nvSpPr>
            <p:cNvPr id="15" name="Vrije vorm: vorm 14">
              <a:extLst>
                <a:ext uri="{FF2B5EF4-FFF2-40B4-BE49-F238E27FC236}">
                  <a16:creationId xmlns:a16="http://schemas.microsoft.com/office/drawing/2014/main" id="{94FA6C1F-C8CB-57A9-5C49-001F6E8FF855}"/>
                </a:ext>
              </a:extLst>
            </p:cNvPr>
            <p:cNvSpPr>
              <a:spLocks noGrp="1" noRot="1" noMove="1" noResize="1" noEditPoints="1" noAdjustHandles="1" noChangeArrowheads="1" noChangeShapeType="1"/>
            </p:cNvSpPr>
            <p:nvPr/>
          </p:nvSpPr>
          <p:spPr>
            <a:xfrm>
              <a:off x="3535108" y="2537173"/>
              <a:ext cx="24003" cy="182213"/>
            </a:xfrm>
            <a:custGeom>
              <a:avLst/>
              <a:gdLst>
                <a:gd name="connsiteX0" fmla="*/ 0 w 24003"/>
                <a:gd name="connsiteY0" fmla="*/ 0 h 182213"/>
                <a:gd name="connsiteX1" fmla="*/ 24003 w 24003"/>
                <a:gd name="connsiteY1" fmla="*/ 0 h 182213"/>
                <a:gd name="connsiteX2" fmla="*/ 24003 w 24003"/>
                <a:gd name="connsiteY2" fmla="*/ 182213 h 182213"/>
                <a:gd name="connsiteX3" fmla="*/ 0 w 24003"/>
                <a:gd name="connsiteY3" fmla="*/ 182213 h 182213"/>
              </a:gdLst>
              <a:ahLst/>
              <a:cxnLst>
                <a:cxn ang="0">
                  <a:pos x="connsiteX0" y="connsiteY0"/>
                </a:cxn>
                <a:cxn ang="0">
                  <a:pos x="connsiteX1" y="connsiteY1"/>
                </a:cxn>
                <a:cxn ang="0">
                  <a:pos x="connsiteX2" y="connsiteY2"/>
                </a:cxn>
                <a:cxn ang="0">
                  <a:pos x="connsiteX3" y="connsiteY3"/>
                </a:cxn>
              </a:cxnLst>
              <a:rect l="l" t="t" r="r" b="b"/>
              <a:pathLst>
                <a:path w="24003" h="182213">
                  <a:moveTo>
                    <a:pt x="0" y="0"/>
                  </a:moveTo>
                  <a:lnTo>
                    <a:pt x="24003" y="0"/>
                  </a:lnTo>
                  <a:lnTo>
                    <a:pt x="24003" y="182213"/>
                  </a:lnTo>
                  <a:lnTo>
                    <a:pt x="0" y="182213"/>
                  </a:lnTo>
                  <a:close/>
                </a:path>
              </a:pathLst>
            </a:custGeom>
            <a:grpFill/>
            <a:ln w="9525" cap="flat">
              <a:noFill/>
              <a:prstDash val="solid"/>
              <a:miter/>
            </a:ln>
          </p:spPr>
          <p:txBody>
            <a:bodyPr rtlCol="0" anchor="ctr"/>
            <a:lstStyle/>
            <a:p>
              <a:endParaRPr lang="en-GB"/>
            </a:p>
          </p:txBody>
        </p:sp>
        <p:sp>
          <p:nvSpPr>
            <p:cNvPr id="16" name="Vrije vorm: vorm 15">
              <a:extLst>
                <a:ext uri="{FF2B5EF4-FFF2-40B4-BE49-F238E27FC236}">
                  <a16:creationId xmlns:a16="http://schemas.microsoft.com/office/drawing/2014/main" id="{16A3CDC8-B743-992B-27EF-E6404DA86E2E}"/>
                </a:ext>
              </a:extLst>
            </p:cNvPr>
            <p:cNvSpPr>
              <a:spLocks noGrp="1" noRot="1" noMove="1" noResize="1" noEditPoints="1" noAdjustHandles="1" noChangeArrowheads="1" noChangeShapeType="1"/>
            </p:cNvSpPr>
            <p:nvPr/>
          </p:nvSpPr>
          <p:spPr>
            <a:xfrm>
              <a:off x="3585591" y="2533363"/>
              <a:ext cx="81533" cy="186023"/>
            </a:xfrm>
            <a:custGeom>
              <a:avLst/>
              <a:gdLst>
                <a:gd name="connsiteX0" fmla="*/ 48768 w 81533"/>
                <a:gd name="connsiteY0" fmla="*/ 186023 h 186023"/>
                <a:gd name="connsiteX1" fmla="*/ 48768 w 81533"/>
                <a:gd name="connsiteY1" fmla="*/ 76009 h 186023"/>
                <a:gd name="connsiteX2" fmla="*/ 78010 w 81533"/>
                <a:gd name="connsiteY2" fmla="*/ 76009 h 186023"/>
                <a:gd name="connsiteX3" fmla="*/ 78010 w 81533"/>
                <a:gd name="connsiteY3" fmla="*/ 59341 h 186023"/>
                <a:gd name="connsiteX4" fmla="*/ 48768 w 81533"/>
                <a:gd name="connsiteY4" fmla="*/ 59341 h 186023"/>
                <a:gd name="connsiteX5" fmla="*/ 48768 w 81533"/>
                <a:gd name="connsiteY5" fmla="*/ 38862 h 186023"/>
                <a:gd name="connsiteX6" fmla="*/ 69437 w 81533"/>
                <a:gd name="connsiteY6" fmla="*/ 21717 h 186023"/>
                <a:gd name="connsiteX7" fmla="*/ 81534 w 81533"/>
                <a:gd name="connsiteY7" fmla="*/ 22479 h 186023"/>
                <a:gd name="connsiteX8" fmla="*/ 81534 w 81533"/>
                <a:gd name="connsiteY8" fmla="*/ 2572 h 186023"/>
                <a:gd name="connsiteX9" fmla="*/ 64389 w 81533"/>
                <a:gd name="connsiteY9" fmla="*/ 0 h 186023"/>
                <a:gd name="connsiteX10" fmla="*/ 24765 w 81533"/>
                <a:gd name="connsiteY10" fmla="*/ 35624 h 186023"/>
                <a:gd name="connsiteX11" fmla="*/ 24765 w 81533"/>
                <a:gd name="connsiteY11" fmla="*/ 59341 h 186023"/>
                <a:gd name="connsiteX12" fmla="*/ 0 w 81533"/>
                <a:gd name="connsiteY12" fmla="*/ 59341 h 186023"/>
                <a:gd name="connsiteX13" fmla="*/ 0 w 81533"/>
                <a:gd name="connsiteY13" fmla="*/ 76009 h 186023"/>
                <a:gd name="connsiteX14" fmla="*/ 24765 w 81533"/>
                <a:gd name="connsiteY14" fmla="*/ 76009 h 186023"/>
                <a:gd name="connsiteX15" fmla="*/ 24765 w 81533"/>
                <a:gd name="connsiteY15" fmla="*/ 186023 h 186023"/>
                <a:gd name="connsiteX16" fmla="*/ 48768 w 81533"/>
                <a:gd name="connsiteY16" fmla="*/ 186023 h 186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1533" h="186023">
                  <a:moveTo>
                    <a:pt x="48768" y="186023"/>
                  </a:moveTo>
                  <a:lnTo>
                    <a:pt x="48768" y="76009"/>
                  </a:lnTo>
                  <a:lnTo>
                    <a:pt x="78010" y="76009"/>
                  </a:lnTo>
                  <a:lnTo>
                    <a:pt x="78010" y="59341"/>
                  </a:lnTo>
                  <a:lnTo>
                    <a:pt x="48768" y="59341"/>
                  </a:lnTo>
                  <a:lnTo>
                    <a:pt x="48768" y="38862"/>
                  </a:lnTo>
                  <a:cubicBezTo>
                    <a:pt x="48768" y="24193"/>
                    <a:pt x="55817" y="21717"/>
                    <a:pt x="69437" y="21717"/>
                  </a:cubicBezTo>
                  <a:cubicBezTo>
                    <a:pt x="73438" y="21717"/>
                    <a:pt x="77533" y="22193"/>
                    <a:pt x="81534" y="22479"/>
                  </a:cubicBezTo>
                  <a:lnTo>
                    <a:pt x="81534" y="2572"/>
                  </a:lnTo>
                  <a:cubicBezTo>
                    <a:pt x="75914" y="1333"/>
                    <a:pt x="70199" y="0"/>
                    <a:pt x="64389" y="0"/>
                  </a:cubicBezTo>
                  <a:cubicBezTo>
                    <a:pt x="41720" y="0"/>
                    <a:pt x="24765" y="11430"/>
                    <a:pt x="24765" y="35624"/>
                  </a:cubicBezTo>
                  <a:lnTo>
                    <a:pt x="24765" y="59341"/>
                  </a:lnTo>
                  <a:lnTo>
                    <a:pt x="0" y="59341"/>
                  </a:lnTo>
                  <a:lnTo>
                    <a:pt x="0" y="76009"/>
                  </a:lnTo>
                  <a:lnTo>
                    <a:pt x="24765" y="76009"/>
                  </a:lnTo>
                  <a:lnTo>
                    <a:pt x="24765" y="186023"/>
                  </a:lnTo>
                  <a:lnTo>
                    <a:pt x="48768" y="186023"/>
                  </a:lnTo>
                  <a:close/>
                </a:path>
              </a:pathLst>
            </a:custGeom>
            <a:grpFill/>
            <a:ln w="9525" cap="flat">
              <a:noFill/>
              <a:prstDash val="solid"/>
              <a:miter/>
            </a:ln>
          </p:spPr>
          <p:txBody>
            <a:bodyPr rtlCol="0" anchor="ctr"/>
            <a:lstStyle/>
            <a:p>
              <a:endParaRPr lang="en-GB"/>
            </a:p>
          </p:txBody>
        </p:sp>
        <p:sp>
          <p:nvSpPr>
            <p:cNvPr id="17" name="Vrije vorm: vorm 16">
              <a:extLst>
                <a:ext uri="{FF2B5EF4-FFF2-40B4-BE49-F238E27FC236}">
                  <a16:creationId xmlns:a16="http://schemas.microsoft.com/office/drawing/2014/main" id="{88E32565-559D-E724-512C-6994CD123156}"/>
                </a:ext>
              </a:extLst>
            </p:cNvPr>
            <p:cNvSpPr>
              <a:spLocks noGrp="1" noRot="1" noMove="1" noResize="1" noEditPoints="1" noAdjustHandles="1" noChangeArrowheads="1" noChangeShapeType="1"/>
            </p:cNvSpPr>
            <p:nvPr/>
          </p:nvSpPr>
          <p:spPr>
            <a:xfrm>
              <a:off x="3677316" y="2558224"/>
              <a:ext cx="74961" cy="164972"/>
            </a:xfrm>
            <a:custGeom>
              <a:avLst/>
              <a:gdLst>
                <a:gd name="connsiteX0" fmla="*/ 0 w 74961"/>
                <a:gd name="connsiteY0" fmla="*/ 34480 h 164972"/>
                <a:gd name="connsiteX1" fmla="*/ 0 w 74961"/>
                <a:gd name="connsiteY1" fmla="*/ 51149 h 164972"/>
                <a:gd name="connsiteX2" fmla="*/ 21717 w 74961"/>
                <a:gd name="connsiteY2" fmla="*/ 51149 h 164972"/>
                <a:gd name="connsiteX3" fmla="*/ 21717 w 74961"/>
                <a:gd name="connsiteY3" fmla="*/ 131921 h 164972"/>
                <a:gd name="connsiteX4" fmla="*/ 57626 w 74961"/>
                <a:gd name="connsiteY4" fmla="*/ 164973 h 164972"/>
                <a:gd name="connsiteX5" fmla="*/ 74009 w 74961"/>
                <a:gd name="connsiteY5" fmla="*/ 163449 h 164972"/>
                <a:gd name="connsiteX6" fmla="*/ 74009 w 74961"/>
                <a:gd name="connsiteY6" fmla="*/ 145066 h 164972"/>
                <a:gd name="connsiteX7" fmla="*/ 61341 w 74961"/>
                <a:gd name="connsiteY7" fmla="*/ 146590 h 164972"/>
                <a:gd name="connsiteX8" fmla="*/ 45720 w 74961"/>
                <a:gd name="connsiteY8" fmla="*/ 133255 h 164972"/>
                <a:gd name="connsiteX9" fmla="*/ 45720 w 74961"/>
                <a:gd name="connsiteY9" fmla="*/ 51245 h 164972"/>
                <a:gd name="connsiteX10" fmla="*/ 74962 w 74961"/>
                <a:gd name="connsiteY10" fmla="*/ 51245 h 164972"/>
                <a:gd name="connsiteX11" fmla="*/ 74962 w 74961"/>
                <a:gd name="connsiteY11" fmla="*/ 34576 h 164972"/>
                <a:gd name="connsiteX12" fmla="*/ 45720 w 74961"/>
                <a:gd name="connsiteY12" fmla="*/ 34576 h 164972"/>
                <a:gd name="connsiteX13" fmla="*/ 45720 w 74961"/>
                <a:gd name="connsiteY13" fmla="*/ 0 h 164972"/>
                <a:gd name="connsiteX14" fmla="*/ 21717 w 74961"/>
                <a:gd name="connsiteY14" fmla="*/ 7525 h 164972"/>
                <a:gd name="connsiteX15" fmla="*/ 21717 w 74961"/>
                <a:gd name="connsiteY15" fmla="*/ 34576 h 164972"/>
                <a:gd name="connsiteX16" fmla="*/ 0 w 74961"/>
                <a:gd name="connsiteY16" fmla="*/ 34480 h 164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961" h="164972">
                  <a:moveTo>
                    <a:pt x="0" y="34480"/>
                  </a:moveTo>
                  <a:lnTo>
                    <a:pt x="0" y="51149"/>
                  </a:lnTo>
                  <a:lnTo>
                    <a:pt x="21717" y="51149"/>
                  </a:lnTo>
                  <a:lnTo>
                    <a:pt x="21717" y="131921"/>
                  </a:lnTo>
                  <a:cubicBezTo>
                    <a:pt x="21717" y="148780"/>
                    <a:pt x="22003" y="164973"/>
                    <a:pt x="57626" y="164973"/>
                  </a:cubicBezTo>
                  <a:cubicBezTo>
                    <a:pt x="63151" y="164973"/>
                    <a:pt x="68389" y="164497"/>
                    <a:pt x="74009" y="163449"/>
                  </a:cubicBezTo>
                  <a:lnTo>
                    <a:pt x="74009" y="145066"/>
                  </a:lnTo>
                  <a:cubicBezTo>
                    <a:pt x="70104" y="146018"/>
                    <a:pt x="65151" y="146590"/>
                    <a:pt x="61341" y="146590"/>
                  </a:cubicBezTo>
                  <a:cubicBezTo>
                    <a:pt x="52768" y="146590"/>
                    <a:pt x="45720" y="142304"/>
                    <a:pt x="45720" y="133255"/>
                  </a:cubicBezTo>
                  <a:lnTo>
                    <a:pt x="45720" y="51245"/>
                  </a:lnTo>
                  <a:lnTo>
                    <a:pt x="74962" y="51245"/>
                  </a:lnTo>
                  <a:lnTo>
                    <a:pt x="74962" y="34576"/>
                  </a:lnTo>
                  <a:lnTo>
                    <a:pt x="45720" y="34576"/>
                  </a:lnTo>
                  <a:lnTo>
                    <a:pt x="45720" y="0"/>
                  </a:lnTo>
                  <a:lnTo>
                    <a:pt x="21717" y="7525"/>
                  </a:lnTo>
                  <a:lnTo>
                    <a:pt x="21717" y="34576"/>
                  </a:lnTo>
                  <a:lnTo>
                    <a:pt x="0" y="34480"/>
                  </a:lnTo>
                  <a:close/>
                </a:path>
              </a:pathLst>
            </a:custGeom>
            <a:grpFill/>
            <a:ln w="9525" cap="flat">
              <a:noFill/>
              <a:prstDash val="solid"/>
              <a:miter/>
            </a:ln>
          </p:spPr>
          <p:txBody>
            <a:bodyPr rtlCol="0" anchor="ctr"/>
            <a:lstStyle/>
            <a:p>
              <a:endParaRPr lang="en-GB"/>
            </a:p>
          </p:txBody>
        </p:sp>
        <p:sp>
          <p:nvSpPr>
            <p:cNvPr id="19" name="Vrije vorm: vorm 18">
              <a:extLst>
                <a:ext uri="{FF2B5EF4-FFF2-40B4-BE49-F238E27FC236}">
                  <a16:creationId xmlns:a16="http://schemas.microsoft.com/office/drawing/2014/main" id="{9E2808C1-607A-8070-888F-F8F44C353592}"/>
                </a:ext>
              </a:extLst>
            </p:cNvPr>
            <p:cNvSpPr>
              <a:spLocks noGrp="1" noRot="1" noMove="1" noResize="1" noEditPoints="1" noAdjustHandles="1" noChangeArrowheads="1" noChangeShapeType="1"/>
            </p:cNvSpPr>
            <p:nvPr/>
          </p:nvSpPr>
          <p:spPr>
            <a:xfrm>
              <a:off x="3219450" y="2537078"/>
              <a:ext cx="148685" cy="182308"/>
            </a:xfrm>
            <a:custGeom>
              <a:avLst/>
              <a:gdLst>
                <a:gd name="connsiteX0" fmla="*/ 0 w 148685"/>
                <a:gd name="connsiteY0" fmla="*/ 182309 h 182308"/>
                <a:gd name="connsiteX1" fmla="*/ 62579 w 148685"/>
                <a:gd name="connsiteY1" fmla="*/ 182309 h 182308"/>
                <a:gd name="connsiteX2" fmla="*/ 148685 w 148685"/>
                <a:gd name="connsiteY2" fmla="*/ 91154 h 182308"/>
                <a:gd name="connsiteX3" fmla="*/ 62579 w 148685"/>
                <a:gd name="connsiteY3" fmla="*/ 0 h 182308"/>
                <a:gd name="connsiteX4" fmla="*/ 0 w 148685"/>
                <a:gd name="connsiteY4" fmla="*/ 0 h 182308"/>
                <a:gd name="connsiteX5" fmla="*/ 0 w 148685"/>
                <a:gd name="connsiteY5" fmla="*/ 182309 h 182308"/>
                <a:gd name="connsiteX6" fmla="*/ 25241 w 148685"/>
                <a:gd name="connsiteY6" fmla="*/ 21812 h 182308"/>
                <a:gd name="connsiteX7" fmla="*/ 62579 w 148685"/>
                <a:gd name="connsiteY7" fmla="*/ 21812 h 182308"/>
                <a:gd name="connsiteX8" fmla="*/ 122206 w 148685"/>
                <a:gd name="connsiteY8" fmla="*/ 91250 h 182308"/>
                <a:gd name="connsiteX9" fmla="*/ 62579 w 148685"/>
                <a:gd name="connsiteY9" fmla="*/ 160687 h 182308"/>
                <a:gd name="connsiteX10" fmla="*/ 25241 w 148685"/>
                <a:gd name="connsiteY10" fmla="*/ 160687 h 182308"/>
                <a:gd name="connsiteX11" fmla="*/ 25241 w 148685"/>
                <a:gd name="connsiteY11" fmla="*/ 21812 h 1823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8685" h="182308">
                  <a:moveTo>
                    <a:pt x="0" y="182309"/>
                  </a:moveTo>
                  <a:lnTo>
                    <a:pt x="62579" y="182309"/>
                  </a:lnTo>
                  <a:cubicBezTo>
                    <a:pt x="140494" y="182309"/>
                    <a:pt x="148685" y="116300"/>
                    <a:pt x="148685" y="91154"/>
                  </a:cubicBezTo>
                  <a:cubicBezTo>
                    <a:pt x="148685" y="66008"/>
                    <a:pt x="140494" y="0"/>
                    <a:pt x="62579" y="0"/>
                  </a:cubicBezTo>
                  <a:lnTo>
                    <a:pt x="0" y="0"/>
                  </a:lnTo>
                  <a:lnTo>
                    <a:pt x="0" y="182309"/>
                  </a:lnTo>
                  <a:close/>
                  <a:moveTo>
                    <a:pt x="25241" y="21812"/>
                  </a:moveTo>
                  <a:lnTo>
                    <a:pt x="62579" y="21812"/>
                  </a:lnTo>
                  <a:cubicBezTo>
                    <a:pt x="104680" y="21812"/>
                    <a:pt x="122206" y="53626"/>
                    <a:pt x="122206" y="91250"/>
                  </a:cubicBezTo>
                  <a:cubicBezTo>
                    <a:pt x="122206" y="128873"/>
                    <a:pt x="104680" y="160687"/>
                    <a:pt x="62579" y="160687"/>
                  </a:cubicBezTo>
                  <a:lnTo>
                    <a:pt x="25241" y="160687"/>
                  </a:lnTo>
                  <a:lnTo>
                    <a:pt x="25241" y="21812"/>
                  </a:lnTo>
                  <a:close/>
                </a:path>
              </a:pathLst>
            </a:custGeom>
            <a:grpFill/>
            <a:ln w="9525" cap="flat">
              <a:noFill/>
              <a:prstDash val="solid"/>
              <a:miter/>
            </a:ln>
          </p:spPr>
          <p:txBody>
            <a:bodyPr rtlCol="0" anchor="ctr"/>
            <a:lstStyle/>
            <a:p>
              <a:endParaRPr lang="en-GB"/>
            </a:p>
          </p:txBody>
        </p:sp>
      </p:grpSp>
      <p:sp>
        <p:nvSpPr>
          <p:cNvPr id="4" name="Tijdelijke aanduiding voor tabel 16">
            <a:extLst>
              <a:ext uri="{FF2B5EF4-FFF2-40B4-BE49-F238E27FC236}">
                <a16:creationId xmlns:a16="http://schemas.microsoft.com/office/drawing/2014/main" id="{72892D3B-022F-0A60-07A2-9240602D7C10}"/>
              </a:ext>
            </a:extLst>
          </p:cNvPr>
          <p:cNvSpPr>
            <a:spLocks noGrp="1"/>
          </p:cNvSpPr>
          <p:nvPr>
            <p:ph type="tbl" sz="quarter" idx="17" hasCustomPrompt="1"/>
          </p:nvPr>
        </p:nvSpPr>
        <p:spPr>
          <a:xfrm>
            <a:off x="6090330" y="719139"/>
            <a:ext cx="5378669" cy="5281612"/>
          </a:xfrm>
          <a:solidFill>
            <a:schemeClr val="bg1">
              <a:lumMod val="95000"/>
            </a:schemeClr>
          </a:solid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dirty="0"/>
              <a:t>Click on the icon below</a:t>
            </a:r>
            <a:br>
              <a:rPr lang="en-GB" dirty="0"/>
            </a:br>
            <a:r>
              <a:rPr lang="en-GB" dirty="0"/>
              <a:t>to insert a table</a:t>
            </a:r>
          </a:p>
        </p:txBody>
      </p:sp>
      <p:grpSp>
        <p:nvGrpSpPr>
          <p:cNvPr id="9" name="INSTRUCTION">
            <a:extLst>
              <a:ext uri="{FF2B5EF4-FFF2-40B4-BE49-F238E27FC236}">
                <a16:creationId xmlns:a16="http://schemas.microsoft.com/office/drawing/2014/main" id="{E4A8B664-E285-146B-425F-966F0C83FFD5}"/>
              </a:ext>
            </a:extLst>
          </p:cNvPr>
          <p:cNvGrpSpPr/>
          <p:nvPr userDrawn="1"/>
        </p:nvGrpSpPr>
        <p:grpSpPr>
          <a:xfrm>
            <a:off x="12377323" y="-12068"/>
            <a:ext cx="3693386" cy="6705423"/>
            <a:chOff x="-3786437" y="-12068"/>
            <a:chExt cx="3693386" cy="6705423"/>
          </a:xfrm>
        </p:grpSpPr>
        <p:grpSp>
          <p:nvGrpSpPr>
            <p:cNvPr id="18" name="Groep 17">
              <a:extLst>
                <a:ext uri="{FF2B5EF4-FFF2-40B4-BE49-F238E27FC236}">
                  <a16:creationId xmlns:a16="http://schemas.microsoft.com/office/drawing/2014/main" id="{0FA06D8B-28EB-C4A2-7FC9-5876F11318F7}"/>
                </a:ext>
              </a:extLst>
            </p:cNvPr>
            <p:cNvGrpSpPr/>
            <p:nvPr userDrawn="1"/>
          </p:nvGrpSpPr>
          <p:grpSpPr>
            <a:xfrm>
              <a:off x="-3784148" y="-12068"/>
              <a:ext cx="3592800" cy="3238700"/>
              <a:chOff x="-3784148" y="-12068"/>
              <a:chExt cx="3592800" cy="3238700"/>
            </a:xfrm>
          </p:grpSpPr>
          <p:sp>
            <p:nvSpPr>
              <p:cNvPr id="91" name="Rechthoek 90">
                <a:extLst>
                  <a:ext uri="{FF2B5EF4-FFF2-40B4-BE49-F238E27FC236}">
                    <a16:creationId xmlns:a16="http://schemas.microsoft.com/office/drawing/2014/main" id="{84A9A109-5F2F-76CD-D36C-1BFF992DC99A}"/>
                  </a:ext>
                </a:extLst>
              </p:cNvPr>
              <p:cNvSpPr/>
              <p:nvPr userDrawn="1"/>
            </p:nvSpPr>
            <p:spPr>
              <a:xfrm>
                <a:off x="-3784148" y="-12068"/>
                <a:ext cx="3592800" cy="3238700"/>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Format Table</a:t>
                </a:r>
              </a:p>
            </p:txBody>
          </p:sp>
          <p:sp>
            <p:nvSpPr>
              <p:cNvPr id="92" name="Ovaal 91">
                <a:extLst>
                  <a:ext uri="{FF2B5EF4-FFF2-40B4-BE49-F238E27FC236}">
                    <a16:creationId xmlns:a16="http://schemas.microsoft.com/office/drawing/2014/main" id="{4A6BDC20-7889-A1EC-7305-2B1594DB617A}"/>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93" name="Rechthoek 92">
                <a:extLst>
                  <a:ext uri="{FF2B5EF4-FFF2-40B4-BE49-F238E27FC236}">
                    <a16:creationId xmlns:a16="http://schemas.microsoft.com/office/drawing/2014/main" id="{367B6AC6-B827-E374-851C-C2149579E8A6}"/>
                  </a:ext>
                </a:extLst>
              </p:cNvPr>
              <p:cNvSpPr/>
              <p:nvPr userDrawn="1"/>
            </p:nvSpPr>
            <p:spPr>
              <a:xfrm>
                <a:off x="-3319415" y="465324"/>
                <a:ext cx="2944682" cy="49950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When you want to change the lay-out of the table, select the preferred part of the table and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‘Format’.</a:t>
                </a:r>
                <a:endPar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grpSp>
            <p:nvGrpSpPr>
              <p:cNvPr id="94" name="Groep 93">
                <a:extLst>
                  <a:ext uri="{FF2B5EF4-FFF2-40B4-BE49-F238E27FC236}">
                    <a16:creationId xmlns:a16="http://schemas.microsoft.com/office/drawing/2014/main" id="{DB62565E-E81A-6271-2420-4C8B9979EFAB}"/>
                  </a:ext>
                </a:extLst>
              </p:cNvPr>
              <p:cNvGrpSpPr/>
              <p:nvPr userDrawn="1"/>
            </p:nvGrpSpPr>
            <p:grpSpPr>
              <a:xfrm>
                <a:off x="-3312582" y="1060763"/>
                <a:ext cx="576000" cy="246597"/>
                <a:chOff x="-3312582" y="1060763"/>
                <a:chExt cx="576000" cy="246597"/>
              </a:xfrm>
            </p:grpSpPr>
            <p:sp>
              <p:nvSpPr>
                <p:cNvPr id="113" name="Rechthoek 112">
                  <a:extLst>
                    <a:ext uri="{FF2B5EF4-FFF2-40B4-BE49-F238E27FC236}">
                      <a16:creationId xmlns:a16="http://schemas.microsoft.com/office/drawing/2014/main" id="{F9D2B0F2-35AC-B27C-331A-AA4EA7AE3531}"/>
                    </a:ext>
                  </a:extLst>
                </p:cNvPr>
                <p:cNvSpPr/>
                <p:nvPr userDrawn="1"/>
              </p:nvSpPr>
              <p:spPr>
                <a:xfrm>
                  <a:off x="-3312582" y="1060763"/>
                  <a:ext cx="576000" cy="215451"/>
                </a:xfrm>
                <a:prstGeom prst="rect">
                  <a:avLst/>
                </a:prstGeom>
                <a:solidFill>
                  <a:srgbClr val="F8F8F8"/>
                </a:solidFill>
                <a:ln w="63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en-GB" sz="1050" b="1" noProof="0" dirty="0">
                      <a:solidFill>
                        <a:srgbClr val="B74629"/>
                      </a:solidFill>
                      <a:latin typeface="Calibri" panose="020F0502020204030204" pitchFamily="34" charset="0"/>
                      <a:cs typeface="Calibri" panose="020F0502020204030204" pitchFamily="34" charset="0"/>
                    </a:rPr>
                    <a:t>Format</a:t>
                  </a:r>
                </a:p>
              </p:txBody>
            </p:sp>
            <p:sp>
              <p:nvSpPr>
                <p:cNvPr id="114" name="Rechthoek 113">
                  <a:extLst>
                    <a:ext uri="{FF2B5EF4-FFF2-40B4-BE49-F238E27FC236}">
                      <a16:creationId xmlns:a16="http://schemas.microsoft.com/office/drawing/2014/main" id="{A1207CCE-D23C-61D2-3557-384CE4F16353}"/>
                    </a:ext>
                  </a:extLst>
                </p:cNvPr>
                <p:cNvSpPr/>
                <p:nvPr userDrawn="1"/>
              </p:nvSpPr>
              <p:spPr>
                <a:xfrm>
                  <a:off x="-3312582" y="1280189"/>
                  <a:ext cx="576000"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sp>
            <p:nvSpPr>
              <p:cNvPr id="95" name="Ovaal 94">
                <a:extLst>
                  <a:ext uri="{FF2B5EF4-FFF2-40B4-BE49-F238E27FC236}">
                    <a16:creationId xmlns:a16="http://schemas.microsoft.com/office/drawing/2014/main" id="{40F6B4BE-7517-FB8C-6454-2D97BAC074CC}"/>
                  </a:ext>
                </a:extLst>
              </p:cNvPr>
              <p:cNvSpPr/>
              <p:nvPr userDrawn="1"/>
            </p:nvSpPr>
            <p:spPr>
              <a:xfrm>
                <a:off x="-3603587" y="1493635"/>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96" name="Rechthoek 95">
                <a:extLst>
                  <a:ext uri="{FF2B5EF4-FFF2-40B4-BE49-F238E27FC236}">
                    <a16:creationId xmlns:a16="http://schemas.microsoft.com/office/drawing/2014/main" id="{DD4170F0-3993-7307-5F52-9FC24CE5C979}"/>
                  </a:ext>
                </a:extLst>
              </p:cNvPr>
              <p:cNvSpPr/>
              <p:nvPr userDrawn="1"/>
            </p:nvSpPr>
            <p:spPr>
              <a:xfrm>
                <a:off x="-3319415" y="1493636"/>
                <a:ext cx="2944682" cy="81348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Under this tab you can choose a different fill colour at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‘Shading’</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You can choose a border format as well. Find and edit this at the section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‘Draw borders’ </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and apply this to the table by clicking 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‘Borders’.</a:t>
                </a:r>
              </a:p>
            </p:txBody>
          </p:sp>
          <p:grpSp>
            <p:nvGrpSpPr>
              <p:cNvPr id="97" name="Groep 96">
                <a:extLst>
                  <a:ext uri="{FF2B5EF4-FFF2-40B4-BE49-F238E27FC236}">
                    <a16:creationId xmlns:a16="http://schemas.microsoft.com/office/drawing/2014/main" id="{3B18104F-8646-CB9E-54F5-66A829E2ADAA}"/>
                  </a:ext>
                </a:extLst>
              </p:cNvPr>
              <p:cNvGrpSpPr/>
              <p:nvPr userDrawn="1"/>
            </p:nvGrpSpPr>
            <p:grpSpPr>
              <a:xfrm>
                <a:off x="-3314820" y="2412753"/>
                <a:ext cx="1026864" cy="628849"/>
                <a:chOff x="-3314820" y="2412753"/>
                <a:chExt cx="1026864" cy="628849"/>
              </a:xfrm>
            </p:grpSpPr>
            <p:sp>
              <p:nvSpPr>
                <p:cNvPr id="98" name="Rechthoek 97">
                  <a:extLst>
                    <a:ext uri="{FF2B5EF4-FFF2-40B4-BE49-F238E27FC236}">
                      <a16:creationId xmlns:a16="http://schemas.microsoft.com/office/drawing/2014/main" id="{2F0BBF4F-B470-85AF-31D6-9F27F1894A9E}"/>
                    </a:ext>
                  </a:extLst>
                </p:cNvPr>
                <p:cNvSpPr/>
                <p:nvPr userDrawn="1"/>
              </p:nvSpPr>
              <p:spPr>
                <a:xfrm>
                  <a:off x="-3314820" y="2412753"/>
                  <a:ext cx="998435" cy="531042"/>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99" name="Rechthoek 98">
                  <a:extLst>
                    <a:ext uri="{FF2B5EF4-FFF2-40B4-BE49-F238E27FC236}">
                      <a16:creationId xmlns:a16="http://schemas.microsoft.com/office/drawing/2014/main" id="{21AB1B09-F471-C843-91C1-B1500A66C13C}"/>
                    </a:ext>
                  </a:extLst>
                </p:cNvPr>
                <p:cNvSpPr/>
                <p:nvPr userDrawn="1"/>
              </p:nvSpPr>
              <p:spPr>
                <a:xfrm>
                  <a:off x="-3304719" y="2684815"/>
                  <a:ext cx="982999" cy="254009"/>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00" name="Tekstvak 99">
                  <a:extLst>
                    <a:ext uri="{FF2B5EF4-FFF2-40B4-BE49-F238E27FC236}">
                      <a16:creationId xmlns:a16="http://schemas.microsoft.com/office/drawing/2014/main" id="{38D6C6D5-7AA8-E2CF-AC8F-3683E366C96C}"/>
                    </a:ext>
                  </a:extLst>
                </p:cNvPr>
                <p:cNvSpPr txBox="1"/>
                <p:nvPr userDrawn="1"/>
              </p:nvSpPr>
              <p:spPr>
                <a:xfrm>
                  <a:off x="-3083201" y="2494002"/>
                  <a:ext cx="635803"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Shading</a:t>
                  </a:r>
                </a:p>
              </p:txBody>
            </p:sp>
            <p:sp>
              <p:nvSpPr>
                <p:cNvPr id="101" name="Vrije vorm: vorm 100">
                  <a:extLst>
                    <a:ext uri="{FF2B5EF4-FFF2-40B4-BE49-F238E27FC236}">
                      <a16:creationId xmlns:a16="http://schemas.microsoft.com/office/drawing/2014/main" id="{74B6CC58-142D-C9FF-E950-DE760788AD4E}"/>
                    </a:ext>
                  </a:extLst>
                </p:cNvPr>
                <p:cNvSpPr/>
                <p:nvPr userDrawn="1"/>
              </p:nvSpPr>
              <p:spPr>
                <a:xfrm>
                  <a:off x="-2385518" y="2861602"/>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grpSp>
              <p:nvGrpSpPr>
                <p:cNvPr id="102" name="Groep 101">
                  <a:extLst>
                    <a:ext uri="{FF2B5EF4-FFF2-40B4-BE49-F238E27FC236}">
                      <a16:creationId xmlns:a16="http://schemas.microsoft.com/office/drawing/2014/main" id="{ED0C3047-4937-D65E-8723-417EB3CA968F}"/>
                    </a:ext>
                  </a:extLst>
                </p:cNvPr>
                <p:cNvGrpSpPr/>
                <p:nvPr userDrawn="1"/>
              </p:nvGrpSpPr>
              <p:grpSpPr>
                <a:xfrm>
                  <a:off x="-3243855" y="2463212"/>
                  <a:ext cx="157453" cy="147831"/>
                  <a:chOff x="-899320" y="3037554"/>
                  <a:chExt cx="175977" cy="165227"/>
                </a:xfrm>
              </p:grpSpPr>
              <p:sp>
                <p:nvSpPr>
                  <p:cNvPr id="110" name="Vrije vorm: vorm 109">
                    <a:extLst>
                      <a:ext uri="{FF2B5EF4-FFF2-40B4-BE49-F238E27FC236}">
                        <a16:creationId xmlns:a16="http://schemas.microsoft.com/office/drawing/2014/main" id="{3279E7D7-B32B-8989-26FA-87B5D742F2C2}"/>
                      </a:ext>
                    </a:extLst>
                  </p:cNvPr>
                  <p:cNvSpPr/>
                  <p:nvPr userDrawn="1"/>
                </p:nvSpPr>
                <p:spPr>
                  <a:xfrm>
                    <a:off x="-804124" y="3081338"/>
                    <a:ext cx="80781" cy="121443"/>
                  </a:xfrm>
                  <a:custGeom>
                    <a:avLst/>
                    <a:gdLst>
                      <a:gd name="connsiteX0" fmla="*/ 0 w 54768"/>
                      <a:gd name="connsiteY0" fmla="*/ 0 h 71437"/>
                      <a:gd name="connsiteX1" fmla="*/ 4762 w 54768"/>
                      <a:gd name="connsiteY1" fmla="*/ 71437 h 71437"/>
                      <a:gd name="connsiteX2" fmla="*/ 54768 w 54768"/>
                      <a:gd name="connsiteY2" fmla="*/ 4762 h 71437"/>
                      <a:gd name="connsiteX3" fmla="*/ 0 w 54768"/>
                      <a:gd name="connsiteY3" fmla="*/ 0 h 71437"/>
                      <a:gd name="connsiteX0" fmla="*/ 0 w 54768"/>
                      <a:gd name="connsiteY0" fmla="*/ 0 h 71437"/>
                      <a:gd name="connsiteX1" fmla="*/ 4762 w 54768"/>
                      <a:gd name="connsiteY1" fmla="*/ 71437 h 71437"/>
                      <a:gd name="connsiteX2" fmla="*/ 54768 w 54768"/>
                      <a:gd name="connsiteY2" fmla="*/ 4762 h 71437"/>
                      <a:gd name="connsiteX3" fmla="*/ 0 w 54768"/>
                      <a:gd name="connsiteY3" fmla="*/ 0 h 71437"/>
                      <a:gd name="connsiteX0" fmla="*/ 0 w 61912"/>
                      <a:gd name="connsiteY0" fmla="*/ 4763 h 76200"/>
                      <a:gd name="connsiteX1" fmla="*/ 4762 w 61912"/>
                      <a:gd name="connsiteY1" fmla="*/ 76200 h 76200"/>
                      <a:gd name="connsiteX2" fmla="*/ 61912 w 61912"/>
                      <a:gd name="connsiteY2" fmla="*/ 0 h 76200"/>
                      <a:gd name="connsiteX3" fmla="*/ 0 w 61912"/>
                      <a:gd name="connsiteY3" fmla="*/ 4763 h 76200"/>
                      <a:gd name="connsiteX0" fmla="*/ 0 w 61912"/>
                      <a:gd name="connsiteY0" fmla="*/ 50015 h 121452"/>
                      <a:gd name="connsiteX1" fmla="*/ 4762 w 61912"/>
                      <a:gd name="connsiteY1" fmla="*/ 121452 h 121452"/>
                      <a:gd name="connsiteX2" fmla="*/ 61912 w 61912"/>
                      <a:gd name="connsiteY2" fmla="*/ 45252 h 121452"/>
                      <a:gd name="connsiteX3" fmla="*/ 7143 w 61912"/>
                      <a:gd name="connsiteY3" fmla="*/ 9 h 121452"/>
                      <a:gd name="connsiteX4" fmla="*/ 0 w 61912"/>
                      <a:gd name="connsiteY4" fmla="*/ 50015 h 121452"/>
                      <a:gd name="connsiteX0" fmla="*/ 30217 w 92129"/>
                      <a:gd name="connsiteY0" fmla="*/ 50015 h 121452"/>
                      <a:gd name="connsiteX1" fmla="*/ 34979 w 92129"/>
                      <a:gd name="connsiteY1" fmla="*/ 121452 h 121452"/>
                      <a:gd name="connsiteX2" fmla="*/ 92129 w 92129"/>
                      <a:gd name="connsiteY2" fmla="*/ 45252 h 121452"/>
                      <a:gd name="connsiteX3" fmla="*/ 37360 w 92129"/>
                      <a:gd name="connsiteY3" fmla="*/ 9 h 121452"/>
                      <a:gd name="connsiteX4" fmla="*/ 30217 w 92129"/>
                      <a:gd name="connsiteY4" fmla="*/ 50015 h 121452"/>
                      <a:gd name="connsiteX0" fmla="*/ 30217 w 92129"/>
                      <a:gd name="connsiteY0" fmla="*/ 50006 h 121443"/>
                      <a:gd name="connsiteX1" fmla="*/ 34979 w 92129"/>
                      <a:gd name="connsiteY1" fmla="*/ 121443 h 121443"/>
                      <a:gd name="connsiteX2" fmla="*/ 92129 w 92129"/>
                      <a:gd name="connsiteY2" fmla="*/ 45243 h 121443"/>
                      <a:gd name="connsiteX3" fmla="*/ 37360 w 92129"/>
                      <a:gd name="connsiteY3" fmla="*/ 0 h 121443"/>
                      <a:gd name="connsiteX4" fmla="*/ 30217 w 92129"/>
                      <a:gd name="connsiteY4" fmla="*/ 50006 h 121443"/>
                      <a:gd name="connsiteX0" fmla="*/ 30217 w 92490"/>
                      <a:gd name="connsiteY0" fmla="*/ 50006 h 121443"/>
                      <a:gd name="connsiteX1" fmla="*/ 34979 w 92490"/>
                      <a:gd name="connsiteY1" fmla="*/ 121443 h 121443"/>
                      <a:gd name="connsiteX2" fmla="*/ 92129 w 92490"/>
                      <a:gd name="connsiteY2" fmla="*/ 45243 h 121443"/>
                      <a:gd name="connsiteX3" fmla="*/ 37360 w 92490"/>
                      <a:gd name="connsiteY3" fmla="*/ 0 h 121443"/>
                      <a:gd name="connsiteX4" fmla="*/ 30217 w 92490"/>
                      <a:gd name="connsiteY4" fmla="*/ 50006 h 121443"/>
                      <a:gd name="connsiteX0" fmla="*/ 30217 w 80781"/>
                      <a:gd name="connsiteY0" fmla="*/ 50006 h 121443"/>
                      <a:gd name="connsiteX1" fmla="*/ 34979 w 80781"/>
                      <a:gd name="connsiteY1" fmla="*/ 121443 h 121443"/>
                      <a:gd name="connsiteX2" fmla="*/ 80222 w 80781"/>
                      <a:gd name="connsiteY2" fmla="*/ 52387 h 121443"/>
                      <a:gd name="connsiteX3" fmla="*/ 37360 w 80781"/>
                      <a:gd name="connsiteY3" fmla="*/ 0 h 121443"/>
                      <a:gd name="connsiteX4" fmla="*/ 30217 w 80781"/>
                      <a:gd name="connsiteY4" fmla="*/ 50006 h 121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781" h="121443">
                        <a:moveTo>
                          <a:pt x="30217" y="50006"/>
                        </a:moveTo>
                        <a:lnTo>
                          <a:pt x="34979" y="121443"/>
                        </a:lnTo>
                        <a:lnTo>
                          <a:pt x="80222" y="52387"/>
                        </a:lnTo>
                        <a:cubicBezTo>
                          <a:pt x="84191" y="29368"/>
                          <a:pt x="66729" y="1588"/>
                          <a:pt x="37360" y="0"/>
                        </a:cubicBezTo>
                        <a:cubicBezTo>
                          <a:pt x="-43602" y="21431"/>
                          <a:pt x="32598" y="33337"/>
                          <a:pt x="30217" y="50006"/>
                        </a:cubicBezTo>
                        <a:close/>
                      </a:path>
                    </a:pathLst>
                  </a:custGeom>
                  <a:solidFill>
                    <a:srgbClr val="366FA8"/>
                  </a:solidFill>
                  <a:ln w="12700" cap="flat" cmpd="sng" algn="ctr">
                    <a:noFill/>
                    <a:prstDash val="solid"/>
                    <a:miter lim="800000"/>
                  </a:ln>
                  <a:effectLst/>
                </p:spPr>
                <p:txBody>
                  <a:bodyPr rot="0" spcFirstLastPara="0" vert="horz" wrap="square" lIns="0" tIns="0" rIns="0" bIns="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900" b="1" i="0" u="none" strike="noStrike" kern="0" cap="none" spc="0" normalizeH="0" baseline="0" noProof="0" dirty="0">
                      <a:ln>
                        <a:noFill/>
                      </a:ln>
                      <a:solidFill>
                        <a:prstClr val="black"/>
                      </a:solidFill>
                      <a:effectLst/>
                      <a:uLnTx/>
                      <a:uFillTx/>
                      <a:latin typeface="+mn-lt"/>
                      <a:ea typeface="+mn-ea"/>
                      <a:cs typeface="+mn-cs"/>
                    </a:endParaRPr>
                  </a:p>
                </p:txBody>
              </p:sp>
              <p:sp>
                <p:nvSpPr>
                  <p:cNvPr id="111" name="Rechthoek: afgeronde hoeken 110">
                    <a:extLst>
                      <a:ext uri="{FF2B5EF4-FFF2-40B4-BE49-F238E27FC236}">
                        <a16:creationId xmlns:a16="http://schemas.microsoft.com/office/drawing/2014/main" id="{12962EA6-82F5-6439-721A-DAAC8B0BC46D}"/>
                      </a:ext>
                    </a:extLst>
                  </p:cNvPr>
                  <p:cNvSpPr/>
                  <p:nvPr userDrawn="1"/>
                </p:nvSpPr>
                <p:spPr>
                  <a:xfrm rot="2903873">
                    <a:off x="-887744" y="3085651"/>
                    <a:ext cx="99751" cy="122903"/>
                  </a:xfrm>
                  <a:prstGeom prst="roundRect">
                    <a:avLst>
                      <a:gd name="adj" fmla="val 2911"/>
                    </a:avLst>
                  </a:prstGeom>
                  <a:solidFill>
                    <a:sysClr val="window" lastClr="FFFFFF"/>
                  </a:solidFill>
                  <a:ln w="12700" cap="flat" cmpd="sng" algn="ctr">
                    <a:solidFill>
                      <a:srgbClr val="818181"/>
                    </a:solidFill>
                    <a:prstDash val="solid"/>
                    <a:miter lim="800000"/>
                  </a:ln>
                  <a:effectLst/>
                </p:spPr>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marL="0" marR="0" lvl="0" indent="0" defTabSz="914400" eaLnBrk="1" fontAlgn="auto" latinLnBrk="0" hangingPunct="1">
                      <a:lnSpc>
                        <a:spcPct val="90000"/>
                      </a:lnSpc>
                      <a:spcBef>
                        <a:spcPts val="600"/>
                      </a:spcBef>
                      <a:spcAft>
                        <a:spcPts val="600"/>
                      </a:spcAft>
                      <a:buClrTx/>
                      <a:buSzTx/>
                      <a:buFontTx/>
                      <a:buNone/>
                      <a:tabLst/>
                      <a:defRPr/>
                    </a:pPr>
                    <a:endParaRPr kumimoji="0" lang="en-GB" sz="7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112" name="Vrije vorm: vorm 111">
                    <a:extLst>
                      <a:ext uri="{FF2B5EF4-FFF2-40B4-BE49-F238E27FC236}">
                        <a16:creationId xmlns:a16="http://schemas.microsoft.com/office/drawing/2014/main" id="{3D195318-CC8F-82F9-127E-A086E8D5417D}"/>
                      </a:ext>
                    </a:extLst>
                  </p:cNvPr>
                  <p:cNvSpPr/>
                  <p:nvPr userDrawn="1"/>
                </p:nvSpPr>
                <p:spPr>
                  <a:xfrm>
                    <a:off x="-894646" y="3037554"/>
                    <a:ext cx="64753" cy="85767"/>
                  </a:xfrm>
                  <a:custGeom>
                    <a:avLst/>
                    <a:gdLst>
                      <a:gd name="connsiteX0" fmla="*/ 0 w 52388"/>
                      <a:gd name="connsiteY0" fmla="*/ 76203 h 76203"/>
                      <a:gd name="connsiteX1" fmla="*/ 26194 w 52388"/>
                      <a:gd name="connsiteY1" fmla="*/ 3 h 76203"/>
                      <a:gd name="connsiteX2" fmla="*/ 52388 w 52388"/>
                      <a:gd name="connsiteY2" fmla="*/ 73822 h 76203"/>
                      <a:gd name="connsiteX0" fmla="*/ 0 w 52388"/>
                      <a:gd name="connsiteY0" fmla="*/ 76203 h 76203"/>
                      <a:gd name="connsiteX1" fmla="*/ 26194 w 52388"/>
                      <a:gd name="connsiteY1" fmla="*/ 3 h 76203"/>
                      <a:gd name="connsiteX2" fmla="*/ 52388 w 52388"/>
                      <a:gd name="connsiteY2" fmla="*/ 73822 h 76203"/>
                      <a:gd name="connsiteX0" fmla="*/ 0 w 46443"/>
                      <a:gd name="connsiteY0" fmla="*/ 78387 h 78387"/>
                      <a:gd name="connsiteX1" fmla="*/ 20249 w 46443"/>
                      <a:gd name="connsiteY1" fmla="*/ 11 h 78387"/>
                      <a:gd name="connsiteX2" fmla="*/ 46443 w 46443"/>
                      <a:gd name="connsiteY2" fmla="*/ 73830 h 78387"/>
                      <a:gd name="connsiteX0" fmla="*/ 135 w 46578"/>
                      <a:gd name="connsiteY0" fmla="*/ 78387 h 78387"/>
                      <a:gd name="connsiteX1" fmla="*/ 20384 w 46578"/>
                      <a:gd name="connsiteY1" fmla="*/ 11 h 78387"/>
                      <a:gd name="connsiteX2" fmla="*/ 46578 w 46578"/>
                      <a:gd name="connsiteY2" fmla="*/ 73830 h 78387"/>
                      <a:gd name="connsiteX0" fmla="*/ 295 w 46738"/>
                      <a:gd name="connsiteY0" fmla="*/ 78387 h 78387"/>
                      <a:gd name="connsiteX1" fmla="*/ 20544 w 46738"/>
                      <a:gd name="connsiteY1" fmla="*/ 11 h 78387"/>
                      <a:gd name="connsiteX2" fmla="*/ 46738 w 46738"/>
                      <a:gd name="connsiteY2" fmla="*/ 73830 h 78387"/>
                      <a:gd name="connsiteX0" fmla="*/ 127 w 39137"/>
                      <a:gd name="connsiteY0" fmla="*/ 78452 h 78452"/>
                      <a:gd name="connsiteX1" fmla="*/ 20376 w 39137"/>
                      <a:gd name="connsiteY1" fmla="*/ 76 h 78452"/>
                      <a:gd name="connsiteX2" fmla="*/ 39137 w 39137"/>
                      <a:gd name="connsiteY2" fmla="*/ 67366 h 78452"/>
                      <a:gd name="connsiteX0" fmla="*/ 127 w 39933"/>
                      <a:gd name="connsiteY0" fmla="*/ 78470 h 78470"/>
                      <a:gd name="connsiteX1" fmla="*/ 20376 w 39933"/>
                      <a:gd name="connsiteY1" fmla="*/ 94 h 78470"/>
                      <a:gd name="connsiteX2" fmla="*/ 39137 w 39933"/>
                      <a:gd name="connsiteY2" fmla="*/ 67384 h 78470"/>
                      <a:gd name="connsiteX0" fmla="*/ 219 w 40422"/>
                      <a:gd name="connsiteY0" fmla="*/ 78381 h 78381"/>
                      <a:gd name="connsiteX1" fmla="*/ 20468 w 40422"/>
                      <a:gd name="connsiteY1" fmla="*/ 5 h 78381"/>
                      <a:gd name="connsiteX2" fmla="*/ 39229 w 40422"/>
                      <a:gd name="connsiteY2" fmla="*/ 67295 h 78381"/>
                    </a:gdLst>
                    <a:ahLst/>
                    <a:cxnLst>
                      <a:cxn ang="0">
                        <a:pos x="connsiteX0" y="connsiteY0"/>
                      </a:cxn>
                      <a:cxn ang="0">
                        <a:pos x="connsiteX1" y="connsiteY1"/>
                      </a:cxn>
                      <a:cxn ang="0">
                        <a:pos x="connsiteX2" y="connsiteY2"/>
                      </a:cxn>
                    </a:cxnLst>
                    <a:rect l="l" t="t" r="r" b="b"/>
                    <a:pathLst>
                      <a:path w="40422" h="78381">
                        <a:moveTo>
                          <a:pt x="219" y="78381"/>
                        </a:moveTo>
                        <a:cubicBezTo>
                          <a:pt x="-1454" y="18717"/>
                          <a:pt x="6534" y="-324"/>
                          <a:pt x="20468" y="5"/>
                        </a:cubicBezTo>
                        <a:cubicBezTo>
                          <a:pt x="34402" y="334"/>
                          <a:pt x="43874" y="23658"/>
                          <a:pt x="39229" y="67295"/>
                        </a:cubicBezTo>
                      </a:path>
                    </a:pathLst>
                  </a:custGeom>
                  <a:noFill/>
                  <a:ln w="12700" cap="flat" cmpd="sng" algn="ctr">
                    <a:solidFill>
                      <a:srgbClr val="818181"/>
                    </a:solidFill>
                    <a:prstDash val="solid"/>
                    <a:miter lim="800000"/>
                  </a:ln>
                  <a:effectLst/>
                </p:spPr>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marL="0" marR="0" lvl="0" indent="0" defTabSz="914400" eaLnBrk="1" fontAlgn="auto" latinLnBrk="0" hangingPunct="1">
                      <a:lnSpc>
                        <a:spcPct val="90000"/>
                      </a:lnSpc>
                      <a:spcBef>
                        <a:spcPts val="600"/>
                      </a:spcBef>
                      <a:spcAft>
                        <a:spcPts val="600"/>
                      </a:spcAft>
                      <a:buClrTx/>
                      <a:buSzTx/>
                      <a:buFontTx/>
                      <a:buNone/>
                      <a:tabLst/>
                      <a:defRPr/>
                    </a:pPr>
                    <a:endParaRPr kumimoji="0" lang="en-GB" sz="7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sp>
              <p:nvSpPr>
                <p:cNvPr id="103" name="Gelijkbenige driehoek 102">
                  <a:extLst>
                    <a:ext uri="{FF2B5EF4-FFF2-40B4-BE49-F238E27FC236}">
                      <a16:creationId xmlns:a16="http://schemas.microsoft.com/office/drawing/2014/main" id="{CC647A2B-3357-D7CE-4C3D-0A70B4989570}"/>
                    </a:ext>
                  </a:extLst>
                </p:cNvPr>
                <p:cNvSpPr/>
                <p:nvPr userDrawn="1"/>
              </p:nvSpPr>
              <p:spPr>
                <a:xfrm rot="10800000">
                  <a:off x="-2528907" y="2540201"/>
                  <a:ext cx="94890" cy="50291"/>
                </a:xfrm>
                <a:prstGeom prst="triangle">
                  <a:avLst/>
                </a:prstGeom>
                <a:solidFill>
                  <a:sysClr val="windowText" lastClr="000000"/>
                </a:solidFill>
                <a:ln w="12700" cap="flat" cmpd="sng" algn="ctr">
                  <a:noFill/>
                  <a:prstDash val="solid"/>
                  <a:miter lim="800000"/>
                </a:ln>
                <a:effectLst/>
              </p:spPr>
              <p:txBody>
                <a:bodyPr lIns="144000" tIns="144000" rIns="144000" bIns="144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100" b="0" i="0" u="none" strike="noStrike" kern="0" cap="none" spc="0" normalizeH="0" baseline="0" noProof="0" dirty="0" err="1">
                    <a:ln>
                      <a:noFill/>
                    </a:ln>
                    <a:solidFill>
                      <a:prstClr val="white"/>
                    </a:solidFill>
                    <a:effectLst/>
                    <a:uLnTx/>
                    <a:uFillTx/>
                    <a:latin typeface="+mn-lt"/>
                    <a:ea typeface="+mn-ea"/>
                    <a:cs typeface="+mn-cs"/>
                  </a:endParaRPr>
                </a:p>
              </p:txBody>
            </p:sp>
            <p:sp>
              <p:nvSpPr>
                <p:cNvPr id="104" name="Tekstvak 103">
                  <a:extLst>
                    <a:ext uri="{FF2B5EF4-FFF2-40B4-BE49-F238E27FC236}">
                      <a16:creationId xmlns:a16="http://schemas.microsoft.com/office/drawing/2014/main" id="{E7004719-204B-3B65-D864-F0CC7C18A1F6}"/>
                    </a:ext>
                  </a:extLst>
                </p:cNvPr>
                <p:cNvSpPr txBox="1"/>
                <p:nvPr userDrawn="1"/>
              </p:nvSpPr>
              <p:spPr>
                <a:xfrm>
                  <a:off x="-3083201" y="2750275"/>
                  <a:ext cx="635803"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Borders</a:t>
                  </a:r>
                </a:p>
              </p:txBody>
            </p:sp>
            <p:sp>
              <p:nvSpPr>
                <p:cNvPr id="105" name="Gelijkbenige driehoek 104">
                  <a:extLst>
                    <a:ext uri="{FF2B5EF4-FFF2-40B4-BE49-F238E27FC236}">
                      <a16:creationId xmlns:a16="http://schemas.microsoft.com/office/drawing/2014/main" id="{D058E11D-E52D-F145-2A03-CF11F173362A}"/>
                    </a:ext>
                  </a:extLst>
                </p:cNvPr>
                <p:cNvSpPr/>
                <p:nvPr userDrawn="1"/>
              </p:nvSpPr>
              <p:spPr>
                <a:xfrm rot="10800000">
                  <a:off x="-2528907" y="2796474"/>
                  <a:ext cx="94890" cy="50291"/>
                </a:xfrm>
                <a:prstGeom prst="triangle">
                  <a:avLst/>
                </a:prstGeom>
                <a:solidFill>
                  <a:sysClr val="windowText" lastClr="000000"/>
                </a:solidFill>
                <a:ln w="12700" cap="flat" cmpd="sng" algn="ctr">
                  <a:noFill/>
                  <a:prstDash val="solid"/>
                  <a:miter lim="800000"/>
                </a:ln>
                <a:effectLst/>
              </p:spPr>
              <p:txBody>
                <a:bodyPr lIns="144000" tIns="144000" rIns="144000" bIns="144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100" b="0" i="0" u="none" strike="noStrike" kern="0" cap="none" spc="0" normalizeH="0" baseline="0" noProof="0" dirty="0" err="1">
                    <a:ln>
                      <a:noFill/>
                    </a:ln>
                    <a:solidFill>
                      <a:prstClr val="white"/>
                    </a:solidFill>
                    <a:effectLst/>
                    <a:uLnTx/>
                    <a:uFillTx/>
                    <a:latin typeface="+mn-lt"/>
                    <a:ea typeface="+mn-ea"/>
                    <a:cs typeface="+mn-cs"/>
                  </a:endParaRPr>
                </a:p>
              </p:txBody>
            </p:sp>
            <p:grpSp>
              <p:nvGrpSpPr>
                <p:cNvPr id="106" name="Groep 105">
                  <a:extLst>
                    <a:ext uri="{FF2B5EF4-FFF2-40B4-BE49-F238E27FC236}">
                      <a16:creationId xmlns:a16="http://schemas.microsoft.com/office/drawing/2014/main" id="{8FCF2C8A-A7F3-E9CF-8200-CBB53E7E2FB4}"/>
                    </a:ext>
                  </a:extLst>
                </p:cNvPr>
                <p:cNvGrpSpPr/>
                <p:nvPr userDrawn="1"/>
              </p:nvGrpSpPr>
              <p:grpSpPr>
                <a:xfrm>
                  <a:off x="-3250409" y="2732592"/>
                  <a:ext cx="164055" cy="164055"/>
                  <a:chOff x="-3258612" y="2724389"/>
                  <a:chExt cx="180460" cy="180460"/>
                </a:xfrm>
              </p:grpSpPr>
              <p:sp>
                <p:nvSpPr>
                  <p:cNvPr id="107" name="Rechthoek 106">
                    <a:extLst>
                      <a:ext uri="{FF2B5EF4-FFF2-40B4-BE49-F238E27FC236}">
                        <a16:creationId xmlns:a16="http://schemas.microsoft.com/office/drawing/2014/main" id="{BDA66D7A-CCEC-0D29-5A35-48819F392885}"/>
                      </a:ext>
                    </a:extLst>
                  </p:cNvPr>
                  <p:cNvSpPr/>
                  <p:nvPr userDrawn="1"/>
                </p:nvSpPr>
                <p:spPr>
                  <a:xfrm>
                    <a:off x="-3258612" y="2724389"/>
                    <a:ext cx="180460" cy="180460"/>
                  </a:xfrm>
                  <a:prstGeom prst="rect">
                    <a:avLst/>
                  </a:prstGeom>
                  <a:noFill/>
                  <a:ln>
                    <a:solidFill>
                      <a:srgbClr val="81818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dirty="0" err="1">
                      <a:latin typeface="+mj-lt"/>
                    </a:endParaRPr>
                  </a:p>
                </p:txBody>
              </p:sp>
              <p:cxnSp>
                <p:nvCxnSpPr>
                  <p:cNvPr id="108" name="Rechte verbindingslijn 107">
                    <a:extLst>
                      <a:ext uri="{FF2B5EF4-FFF2-40B4-BE49-F238E27FC236}">
                        <a16:creationId xmlns:a16="http://schemas.microsoft.com/office/drawing/2014/main" id="{F300DB65-44AA-34EC-D98F-7C8558C4E2C5}"/>
                      </a:ext>
                    </a:extLst>
                  </p:cNvPr>
                  <p:cNvCxnSpPr>
                    <a:stCxn id="107" idx="0"/>
                    <a:endCxn id="107" idx="2"/>
                  </p:cNvCxnSpPr>
                  <p:nvPr userDrawn="1"/>
                </p:nvCxnSpPr>
                <p:spPr>
                  <a:xfrm>
                    <a:off x="-3168382" y="2724389"/>
                    <a:ext cx="0" cy="180460"/>
                  </a:xfrm>
                  <a:prstGeom prst="line">
                    <a:avLst/>
                  </a:prstGeom>
                  <a:noFill/>
                  <a:ln>
                    <a:solidFill>
                      <a:srgbClr val="818181"/>
                    </a:solidFill>
                    <a:prstDash val="sysDot"/>
                  </a:ln>
                </p:spPr>
                <p:style>
                  <a:lnRef idx="2">
                    <a:schemeClr val="accent1">
                      <a:shade val="50000"/>
                    </a:schemeClr>
                  </a:lnRef>
                  <a:fillRef idx="1">
                    <a:schemeClr val="accent1"/>
                  </a:fillRef>
                  <a:effectRef idx="0">
                    <a:schemeClr val="accent1"/>
                  </a:effectRef>
                  <a:fontRef idx="minor">
                    <a:schemeClr val="lt1"/>
                  </a:fontRef>
                </p:style>
              </p:cxnSp>
              <p:cxnSp>
                <p:nvCxnSpPr>
                  <p:cNvPr id="109" name="Rechte verbindingslijn 108">
                    <a:extLst>
                      <a:ext uri="{FF2B5EF4-FFF2-40B4-BE49-F238E27FC236}">
                        <a16:creationId xmlns:a16="http://schemas.microsoft.com/office/drawing/2014/main" id="{2B425145-6F2C-1742-6A3C-2243A3B48AEB}"/>
                      </a:ext>
                    </a:extLst>
                  </p:cNvPr>
                  <p:cNvCxnSpPr>
                    <a:stCxn id="107" idx="1"/>
                    <a:endCxn id="107" idx="3"/>
                  </p:cNvCxnSpPr>
                  <p:nvPr userDrawn="1"/>
                </p:nvCxnSpPr>
                <p:spPr>
                  <a:xfrm>
                    <a:off x="-3258612" y="2814619"/>
                    <a:ext cx="180460" cy="0"/>
                  </a:xfrm>
                  <a:prstGeom prst="line">
                    <a:avLst/>
                  </a:prstGeom>
                  <a:noFill/>
                  <a:ln>
                    <a:solidFill>
                      <a:srgbClr val="818181"/>
                    </a:solidFill>
                    <a:prstDash val="sysDot"/>
                  </a:ln>
                </p:spPr>
                <p:style>
                  <a:lnRef idx="2">
                    <a:schemeClr val="accent1">
                      <a:shade val="50000"/>
                    </a:schemeClr>
                  </a:lnRef>
                  <a:fillRef idx="1">
                    <a:schemeClr val="accent1"/>
                  </a:fillRef>
                  <a:effectRef idx="0">
                    <a:schemeClr val="accent1"/>
                  </a:effectRef>
                  <a:fontRef idx="minor">
                    <a:schemeClr val="lt1"/>
                  </a:fontRef>
                </p:style>
              </p:cxnSp>
            </p:grpSp>
          </p:grpSp>
        </p:grpSp>
        <p:grpSp>
          <p:nvGrpSpPr>
            <p:cNvPr id="20" name="Groep 19">
              <a:extLst>
                <a:ext uri="{FF2B5EF4-FFF2-40B4-BE49-F238E27FC236}">
                  <a16:creationId xmlns:a16="http://schemas.microsoft.com/office/drawing/2014/main" id="{7BB46775-EF55-EF02-82D4-08930637DAC1}"/>
                </a:ext>
              </a:extLst>
            </p:cNvPr>
            <p:cNvGrpSpPr/>
            <p:nvPr userDrawn="1"/>
          </p:nvGrpSpPr>
          <p:grpSpPr>
            <a:xfrm>
              <a:off x="-3786437" y="3410167"/>
              <a:ext cx="3693386" cy="3283188"/>
              <a:chOff x="-3786437" y="3410167"/>
              <a:chExt cx="3693386" cy="3283188"/>
            </a:xfrm>
          </p:grpSpPr>
          <p:sp>
            <p:nvSpPr>
              <p:cNvPr id="21" name="Rechthoek 20">
                <a:extLst>
                  <a:ext uri="{FF2B5EF4-FFF2-40B4-BE49-F238E27FC236}">
                    <a16:creationId xmlns:a16="http://schemas.microsoft.com/office/drawing/2014/main" id="{C7DB8214-02BF-8F7F-41E3-297B5B6AF672}"/>
                  </a:ext>
                </a:extLst>
              </p:cNvPr>
              <p:cNvSpPr/>
              <p:nvPr userDrawn="1"/>
            </p:nvSpPr>
            <p:spPr>
              <a:xfrm>
                <a:off x="-3786165" y="3410167"/>
                <a:ext cx="3593091" cy="2641383"/>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Edit table</a:t>
                </a:r>
              </a:p>
            </p:txBody>
          </p:sp>
          <p:sp>
            <p:nvSpPr>
              <p:cNvPr id="22" name="Ovaal 21">
                <a:extLst>
                  <a:ext uri="{FF2B5EF4-FFF2-40B4-BE49-F238E27FC236}">
                    <a16:creationId xmlns:a16="http://schemas.microsoft.com/office/drawing/2014/main" id="{59A3C665-98E6-FFB4-FBF4-13F4A8DB81CC}"/>
                  </a:ext>
                </a:extLst>
              </p:cNvPr>
              <p:cNvSpPr/>
              <p:nvPr userDrawn="1"/>
            </p:nvSpPr>
            <p:spPr>
              <a:xfrm>
                <a:off x="-3603587" y="3874766"/>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23" name="Rechthoek 22">
                <a:extLst>
                  <a:ext uri="{FF2B5EF4-FFF2-40B4-BE49-F238E27FC236}">
                    <a16:creationId xmlns:a16="http://schemas.microsoft.com/office/drawing/2014/main" id="{4B3E5D77-6A81-812F-65BE-696F3D62C616}"/>
                  </a:ext>
                </a:extLst>
              </p:cNvPr>
              <p:cNvSpPr/>
              <p:nvPr userDrawn="1"/>
            </p:nvSpPr>
            <p:spPr>
              <a:xfrm>
                <a:off x="-3319416" y="3874767"/>
                <a:ext cx="3008779" cy="32768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 the preferred number of rows and/or columns of the table and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‘Layout’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24" name="Rechthoek 23">
                <a:extLst>
                  <a:ext uri="{FF2B5EF4-FFF2-40B4-BE49-F238E27FC236}">
                    <a16:creationId xmlns:a16="http://schemas.microsoft.com/office/drawing/2014/main" id="{98ED42B6-0348-C32A-DBA2-4E3A7D605478}"/>
                  </a:ext>
                </a:extLst>
              </p:cNvPr>
              <p:cNvSpPr/>
              <p:nvPr userDrawn="1"/>
            </p:nvSpPr>
            <p:spPr>
              <a:xfrm>
                <a:off x="-3786437" y="5865355"/>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grpSp>
            <p:nvGrpSpPr>
              <p:cNvPr id="25" name="ICOON_info">
                <a:extLst>
                  <a:ext uri="{FF2B5EF4-FFF2-40B4-BE49-F238E27FC236}">
                    <a16:creationId xmlns:a16="http://schemas.microsoft.com/office/drawing/2014/main" id="{E7550D77-8D59-55E6-6C2B-AB1F1F783330}"/>
                  </a:ext>
                </a:extLst>
              </p:cNvPr>
              <p:cNvGrpSpPr/>
              <p:nvPr userDrawn="1"/>
            </p:nvGrpSpPr>
            <p:grpSpPr>
              <a:xfrm>
                <a:off x="-376736" y="5729337"/>
                <a:ext cx="283685" cy="283685"/>
                <a:chOff x="-510741" y="5913713"/>
                <a:chExt cx="267555" cy="267555"/>
              </a:xfrm>
            </p:grpSpPr>
            <p:sp>
              <p:nvSpPr>
                <p:cNvPr id="89" name="Ovaal 88">
                  <a:extLst>
                    <a:ext uri="{FF2B5EF4-FFF2-40B4-BE49-F238E27FC236}">
                      <a16:creationId xmlns:a16="http://schemas.microsoft.com/office/drawing/2014/main" id="{F16D0272-39C5-987C-5F7D-8795FD868A1C}"/>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90" name="Graphic 163" descr="Informatie">
                  <a:extLst>
                    <a:ext uri="{FF2B5EF4-FFF2-40B4-BE49-F238E27FC236}">
                      <a16:creationId xmlns:a16="http://schemas.microsoft.com/office/drawing/2014/main" id="{FBAB13FD-6294-B164-5247-5EF5412B516D}"/>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26" name="Groep 25">
                <a:extLst>
                  <a:ext uri="{FF2B5EF4-FFF2-40B4-BE49-F238E27FC236}">
                    <a16:creationId xmlns:a16="http://schemas.microsoft.com/office/drawing/2014/main" id="{DE77C69B-65EF-D902-1D17-34AB8507DDCA}"/>
                  </a:ext>
                </a:extLst>
              </p:cNvPr>
              <p:cNvGrpSpPr/>
              <p:nvPr userDrawn="1"/>
            </p:nvGrpSpPr>
            <p:grpSpPr>
              <a:xfrm>
                <a:off x="-938434" y="6002732"/>
                <a:ext cx="627798" cy="576693"/>
                <a:chOff x="-938434" y="4570310"/>
                <a:chExt cx="627798" cy="576693"/>
              </a:xfrm>
            </p:grpSpPr>
            <p:grpSp>
              <p:nvGrpSpPr>
                <p:cNvPr id="84" name="Inspireren">
                  <a:extLst>
                    <a:ext uri="{FF2B5EF4-FFF2-40B4-BE49-F238E27FC236}">
                      <a16:creationId xmlns:a16="http://schemas.microsoft.com/office/drawing/2014/main" id="{557DC17A-8D77-C59F-3AA5-B3A9E205DF00}"/>
                    </a:ext>
                  </a:extLst>
                </p:cNvPr>
                <p:cNvGrpSpPr>
                  <a:grpSpLocks noChangeAspect="1"/>
                </p:cNvGrpSpPr>
                <p:nvPr userDrawn="1"/>
              </p:nvGrpSpPr>
              <p:grpSpPr bwMode="auto">
                <a:xfrm>
                  <a:off x="-716116" y="4570310"/>
                  <a:ext cx="169778" cy="242385"/>
                  <a:chOff x="4768" y="2783"/>
                  <a:chExt cx="788" cy="1125"/>
                </a:xfrm>
                <a:gradFill>
                  <a:gsLst>
                    <a:gs pos="0">
                      <a:srgbClr val="9D9FA1"/>
                    </a:gs>
                    <a:gs pos="70000">
                      <a:srgbClr val="211F26"/>
                    </a:gs>
                  </a:gsLst>
                  <a:lin ang="2700000" scaled="0"/>
                </a:gradFill>
              </p:grpSpPr>
              <p:sp>
                <p:nvSpPr>
                  <p:cNvPr id="86" name="Freeform 12">
                    <a:extLst>
                      <a:ext uri="{FF2B5EF4-FFF2-40B4-BE49-F238E27FC236}">
                        <a16:creationId xmlns:a16="http://schemas.microsoft.com/office/drawing/2014/main" id="{C1AB5840-0A64-A6D0-B704-53E0ACBBCE4B}"/>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87" name="Freeform 13">
                    <a:extLst>
                      <a:ext uri="{FF2B5EF4-FFF2-40B4-BE49-F238E27FC236}">
                        <a16:creationId xmlns:a16="http://schemas.microsoft.com/office/drawing/2014/main" id="{F95C6239-CC2A-C135-9E9D-0B2F40A2CC68}"/>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88" name="Freeform 14">
                    <a:extLst>
                      <a:ext uri="{FF2B5EF4-FFF2-40B4-BE49-F238E27FC236}">
                        <a16:creationId xmlns:a16="http://schemas.microsoft.com/office/drawing/2014/main" id="{C8E3A784-CB95-DD57-ED83-092FE9036A5D}"/>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85" name="Tekstvak 84">
                  <a:extLst>
                    <a:ext uri="{FF2B5EF4-FFF2-40B4-BE49-F238E27FC236}">
                      <a16:creationId xmlns:a16="http://schemas.microsoft.com/office/drawing/2014/main" id="{A77EC7C8-4682-6C4B-575D-F615638A48E0}"/>
                    </a:ext>
                  </a:extLst>
                </p:cNvPr>
                <p:cNvSpPr txBox="1"/>
                <p:nvPr userDrawn="1"/>
              </p:nvSpPr>
              <p:spPr>
                <a:xfrm>
                  <a:off x="-938434" y="4824764"/>
                  <a:ext cx="627798" cy="32223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sp>
            <p:nvSpPr>
              <p:cNvPr id="27" name="Ovaal 26">
                <a:extLst>
                  <a:ext uri="{FF2B5EF4-FFF2-40B4-BE49-F238E27FC236}">
                    <a16:creationId xmlns:a16="http://schemas.microsoft.com/office/drawing/2014/main" id="{0534A350-9021-2D44-2273-38DCCBD684FA}"/>
                  </a:ext>
                </a:extLst>
              </p:cNvPr>
              <p:cNvSpPr/>
              <p:nvPr userDrawn="1"/>
            </p:nvSpPr>
            <p:spPr>
              <a:xfrm>
                <a:off x="-3603587" y="4396122"/>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28" name="Rechthoek 27">
                <a:extLst>
                  <a:ext uri="{FF2B5EF4-FFF2-40B4-BE49-F238E27FC236}">
                    <a16:creationId xmlns:a16="http://schemas.microsoft.com/office/drawing/2014/main" id="{132BEDEE-AEDE-ABED-CB95-0666D34D6F02}"/>
                  </a:ext>
                </a:extLst>
              </p:cNvPr>
              <p:cNvSpPr/>
              <p:nvPr userDrawn="1"/>
            </p:nvSpPr>
            <p:spPr>
              <a:xfrm>
                <a:off x="-3319415" y="4396123"/>
                <a:ext cx="2944682" cy="495917"/>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the section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‘Rows and columns’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you can delete or add rows and columns. Choose from the variety of options:</a:t>
                </a:r>
              </a:p>
            </p:txBody>
          </p:sp>
          <p:grpSp>
            <p:nvGrpSpPr>
              <p:cNvPr id="29" name="Groep 28">
                <a:extLst>
                  <a:ext uri="{FF2B5EF4-FFF2-40B4-BE49-F238E27FC236}">
                    <a16:creationId xmlns:a16="http://schemas.microsoft.com/office/drawing/2014/main" id="{8A20B41D-5F98-2F3E-614C-FDBF363F59BB}"/>
                  </a:ext>
                </a:extLst>
              </p:cNvPr>
              <p:cNvGrpSpPr/>
              <p:nvPr userDrawn="1"/>
            </p:nvGrpSpPr>
            <p:grpSpPr>
              <a:xfrm>
                <a:off x="-3415313" y="4996916"/>
                <a:ext cx="3013682" cy="673634"/>
                <a:chOff x="-3415313" y="4996916"/>
                <a:chExt cx="3013682" cy="673634"/>
              </a:xfrm>
            </p:grpSpPr>
            <p:grpSp>
              <p:nvGrpSpPr>
                <p:cNvPr id="30" name="Groep 29">
                  <a:extLst>
                    <a:ext uri="{FF2B5EF4-FFF2-40B4-BE49-F238E27FC236}">
                      <a16:creationId xmlns:a16="http://schemas.microsoft.com/office/drawing/2014/main" id="{03682C82-F67E-697D-B01D-F18CD946AAB6}"/>
                    </a:ext>
                  </a:extLst>
                </p:cNvPr>
                <p:cNvGrpSpPr/>
                <p:nvPr userDrawn="1"/>
              </p:nvGrpSpPr>
              <p:grpSpPr>
                <a:xfrm>
                  <a:off x="-3415313" y="5041534"/>
                  <a:ext cx="761481" cy="529523"/>
                  <a:chOff x="-3492543" y="5041534"/>
                  <a:chExt cx="761481" cy="529523"/>
                </a:xfrm>
              </p:grpSpPr>
              <p:grpSp>
                <p:nvGrpSpPr>
                  <p:cNvPr id="75" name="Groep 74">
                    <a:extLst>
                      <a:ext uri="{FF2B5EF4-FFF2-40B4-BE49-F238E27FC236}">
                        <a16:creationId xmlns:a16="http://schemas.microsoft.com/office/drawing/2014/main" id="{A4123C2A-7635-8B37-FE63-5AB48ADFC4E4}"/>
                      </a:ext>
                    </a:extLst>
                  </p:cNvPr>
                  <p:cNvGrpSpPr/>
                  <p:nvPr userDrawn="1"/>
                </p:nvGrpSpPr>
                <p:grpSpPr>
                  <a:xfrm>
                    <a:off x="-3307743" y="5041534"/>
                    <a:ext cx="485596" cy="437045"/>
                    <a:chOff x="-3307743" y="4999319"/>
                    <a:chExt cx="644991" cy="580504"/>
                  </a:xfrm>
                </p:grpSpPr>
                <p:grpSp>
                  <p:nvGrpSpPr>
                    <p:cNvPr id="77" name="Groep 76">
                      <a:extLst>
                        <a:ext uri="{FF2B5EF4-FFF2-40B4-BE49-F238E27FC236}">
                          <a16:creationId xmlns:a16="http://schemas.microsoft.com/office/drawing/2014/main" id="{656666D8-08B3-682F-4491-4F4F59868750}"/>
                        </a:ext>
                      </a:extLst>
                    </p:cNvPr>
                    <p:cNvGrpSpPr/>
                    <p:nvPr userDrawn="1"/>
                  </p:nvGrpSpPr>
                  <p:grpSpPr>
                    <a:xfrm>
                      <a:off x="-3307743" y="4999319"/>
                      <a:ext cx="516835" cy="439373"/>
                      <a:chOff x="-3307743" y="4999319"/>
                      <a:chExt cx="516835" cy="439373"/>
                    </a:xfrm>
                  </p:grpSpPr>
                  <p:cxnSp>
                    <p:nvCxnSpPr>
                      <p:cNvPr id="79" name="Rechte verbindingslijn 78">
                        <a:extLst>
                          <a:ext uri="{FF2B5EF4-FFF2-40B4-BE49-F238E27FC236}">
                            <a16:creationId xmlns:a16="http://schemas.microsoft.com/office/drawing/2014/main" id="{182B5E2B-1C23-3003-0533-351F3F1AD1F5}"/>
                          </a:ext>
                        </a:extLst>
                      </p:cNvPr>
                      <p:cNvCxnSpPr>
                        <a:cxnSpLocks/>
                      </p:cNvCxnSpPr>
                      <p:nvPr userDrawn="1"/>
                    </p:nvCxnSpPr>
                    <p:spPr>
                      <a:xfrm>
                        <a:off x="-3307743" y="5141843"/>
                        <a:ext cx="516835" cy="0"/>
                      </a:xfrm>
                      <a:prstGeom prst="line">
                        <a:avLst/>
                      </a:prstGeom>
                      <a:ln>
                        <a:solidFill>
                          <a:srgbClr val="817F7C"/>
                        </a:solidFill>
                      </a:ln>
                    </p:spPr>
                    <p:style>
                      <a:lnRef idx="1">
                        <a:schemeClr val="accent1"/>
                      </a:lnRef>
                      <a:fillRef idx="0">
                        <a:schemeClr val="accent1"/>
                      </a:fillRef>
                      <a:effectRef idx="0">
                        <a:schemeClr val="accent1"/>
                      </a:effectRef>
                      <a:fontRef idx="minor">
                        <a:schemeClr val="tx1"/>
                      </a:fontRef>
                    </p:style>
                  </p:cxnSp>
                  <p:cxnSp>
                    <p:nvCxnSpPr>
                      <p:cNvPr id="80" name="Rechte verbindingslijn 79">
                        <a:extLst>
                          <a:ext uri="{FF2B5EF4-FFF2-40B4-BE49-F238E27FC236}">
                            <a16:creationId xmlns:a16="http://schemas.microsoft.com/office/drawing/2014/main" id="{E8E62A91-C0B0-3CEA-AC35-038552B7AE76}"/>
                          </a:ext>
                        </a:extLst>
                      </p:cNvPr>
                      <p:cNvCxnSpPr>
                        <a:cxnSpLocks/>
                      </p:cNvCxnSpPr>
                      <p:nvPr userDrawn="1"/>
                    </p:nvCxnSpPr>
                    <p:spPr>
                      <a:xfrm>
                        <a:off x="-3307743" y="5290267"/>
                        <a:ext cx="516835" cy="0"/>
                      </a:xfrm>
                      <a:prstGeom prst="line">
                        <a:avLst/>
                      </a:prstGeom>
                      <a:ln>
                        <a:solidFill>
                          <a:srgbClr val="817F7C"/>
                        </a:solidFill>
                      </a:ln>
                    </p:spPr>
                    <p:style>
                      <a:lnRef idx="1">
                        <a:schemeClr val="accent1"/>
                      </a:lnRef>
                      <a:fillRef idx="0">
                        <a:schemeClr val="accent1"/>
                      </a:fillRef>
                      <a:effectRef idx="0">
                        <a:schemeClr val="accent1"/>
                      </a:effectRef>
                      <a:fontRef idx="minor">
                        <a:schemeClr val="tx1"/>
                      </a:fontRef>
                    </p:style>
                  </p:cxnSp>
                  <p:cxnSp>
                    <p:nvCxnSpPr>
                      <p:cNvPr id="81" name="Rechte verbindingslijn 80">
                        <a:extLst>
                          <a:ext uri="{FF2B5EF4-FFF2-40B4-BE49-F238E27FC236}">
                            <a16:creationId xmlns:a16="http://schemas.microsoft.com/office/drawing/2014/main" id="{B16AD12D-0DB3-4F3D-3A70-88398F43E652}"/>
                          </a:ext>
                        </a:extLst>
                      </p:cNvPr>
                      <p:cNvCxnSpPr>
                        <a:cxnSpLocks/>
                      </p:cNvCxnSpPr>
                      <p:nvPr userDrawn="1"/>
                    </p:nvCxnSpPr>
                    <p:spPr>
                      <a:xfrm flipH="1">
                        <a:off x="-2969743" y="4999319"/>
                        <a:ext cx="1394" cy="439373"/>
                      </a:xfrm>
                      <a:prstGeom prst="line">
                        <a:avLst/>
                      </a:prstGeom>
                      <a:ln>
                        <a:solidFill>
                          <a:srgbClr val="817F7C"/>
                        </a:solidFill>
                      </a:ln>
                    </p:spPr>
                    <p:style>
                      <a:lnRef idx="1">
                        <a:schemeClr val="accent1"/>
                      </a:lnRef>
                      <a:fillRef idx="0">
                        <a:schemeClr val="accent1"/>
                      </a:fillRef>
                      <a:effectRef idx="0">
                        <a:schemeClr val="accent1"/>
                      </a:effectRef>
                      <a:fontRef idx="minor">
                        <a:schemeClr val="tx1"/>
                      </a:fontRef>
                    </p:style>
                  </p:cxnSp>
                  <p:cxnSp>
                    <p:nvCxnSpPr>
                      <p:cNvPr id="82" name="Rechte verbindingslijn 81">
                        <a:extLst>
                          <a:ext uri="{FF2B5EF4-FFF2-40B4-BE49-F238E27FC236}">
                            <a16:creationId xmlns:a16="http://schemas.microsoft.com/office/drawing/2014/main" id="{7BD7C9FC-9B05-F99C-4829-FD5F69D51117}"/>
                          </a:ext>
                        </a:extLst>
                      </p:cNvPr>
                      <p:cNvCxnSpPr>
                        <a:cxnSpLocks/>
                      </p:cNvCxnSpPr>
                      <p:nvPr userDrawn="1"/>
                    </p:nvCxnSpPr>
                    <p:spPr>
                      <a:xfrm flipH="1">
                        <a:off x="-3142021" y="4999319"/>
                        <a:ext cx="1394" cy="439373"/>
                      </a:xfrm>
                      <a:prstGeom prst="line">
                        <a:avLst/>
                      </a:prstGeom>
                      <a:ln>
                        <a:solidFill>
                          <a:srgbClr val="817F7C"/>
                        </a:solidFill>
                      </a:ln>
                    </p:spPr>
                    <p:style>
                      <a:lnRef idx="1">
                        <a:schemeClr val="accent1"/>
                      </a:lnRef>
                      <a:fillRef idx="0">
                        <a:schemeClr val="accent1"/>
                      </a:fillRef>
                      <a:effectRef idx="0">
                        <a:schemeClr val="accent1"/>
                      </a:effectRef>
                      <a:fontRef idx="minor">
                        <a:schemeClr val="tx1"/>
                      </a:fontRef>
                    </p:style>
                  </p:cxnSp>
                  <p:sp>
                    <p:nvSpPr>
                      <p:cNvPr id="83" name="Rechthoek 82">
                        <a:extLst>
                          <a:ext uri="{FF2B5EF4-FFF2-40B4-BE49-F238E27FC236}">
                            <a16:creationId xmlns:a16="http://schemas.microsoft.com/office/drawing/2014/main" id="{B3BA2F5A-4E18-4382-942E-EC4E3AF802ED}"/>
                          </a:ext>
                        </a:extLst>
                      </p:cNvPr>
                      <p:cNvSpPr/>
                      <p:nvPr userDrawn="1"/>
                    </p:nvSpPr>
                    <p:spPr>
                      <a:xfrm>
                        <a:off x="-3304719" y="4999319"/>
                        <a:ext cx="513811" cy="439373"/>
                      </a:xfrm>
                      <a:prstGeom prst="rect">
                        <a:avLst/>
                      </a:prstGeom>
                      <a:noFill/>
                      <a:ln w="12700">
                        <a:solidFill>
                          <a:srgbClr val="6C6C6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GB" sz="2400" dirty="0" err="1">
                          <a:solidFill>
                            <a:schemeClr val="accent1"/>
                          </a:solidFill>
                          <a:latin typeface="Calibri" panose="020F0502020204030204" pitchFamily="34" charset="0"/>
                          <a:cs typeface="Calibri" panose="020F0502020204030204" pitchFamily="34" charset="0"/>
                        </a:endParaRPr>
                      </a:p>
                    </p:txBody>
                  </p:sp>
                </p:grpSp>
                <p:sp>
                  <p:nvSpPr>
                    <p:cNvPr id="78" name="Vrije vorm: vorm 77">
                      <a:extLst>
                        <a:ext uri="{FF2B5EF4-FFF2-40B4-BE49-F238E27FC236}">
                          <a16:creationId xmlns:a16="http://schemas.microsoft.com/office/drawing/2014/main" id="{8874B19A-28DF-BB07-393B-1C178D61ABFF}"/>
                        </a:ext>
                      </a:extLst>
                    </p:cNvPr>
                    <p:cNvSpPr/>
                    <p:nvPr userDrawn="1"/>
                  </p:nvSpPr>
                  <p:spPr>
                    <a:xfrm rot="2700000">
                      <a:off x="-3022752" y="5219823"/>
                      <a:ext cx="360000" cy="360000"/>
                    </a:xfrm>
                    <a:custGeom>
                      <a:avLst/>
                      <a:gdLst>
                        <a:gd name="connsiteX0" fmla="*/ 7908 w 360000"/>
                        <a:gd name="connsiteY0" fmla="*/ 160908 h 360000"/>
                        <a:gd name="connsiteX1" fmla="*/ 27000 w 360000"/>
                        <a:gd name="connsiteY1" fmla="*/ 153000 h 360000"/>
                        <a:gd name="connsiteX2" fmla="*/ 153000 w 360000"/>
                        <a:gd name="connsiteY2" fmla="*/ 153000 h 360000"/>
                        <a:gd name="connsiteX3" fmla="*/ 153000 w 360000"/>
                        <a:gd name="connsiteY3" fmla="*/ 27000 h 360000"/>
                        <a:gd name="connsiteX4" fmla="*/ 180000 w 360000"/>
                        <a:gd name="connsiteY4" fmla="*/ 0 h 360000"/>
                        <a:gd name="connsiteX5" fmla="*/ 207000 w 360000"/>
                        <a:gd name="connsiteY5" fmla="*/ 27000 h 360000"/>
                        <a:gd name="connsiteX6" fmla="*/ 207000 w 360000"/>
                        <a:gd name="connsiteY6" fmla="*/ 153000 h 360000"/>
                        <a:gd name="connsiteX7" fmla="*/ 333000 w 360000"/>
                        <a:gd name="connsiteY7" fmla="*/ 153000 h 360000"/>
                        <a:gd name="connsiteX8" fmla="*/ 360000 w 360000"/>
                        <a:gd name="connsiteY8" fmla="*/ 180000 h 360000"/>
                        <a:gd name="connsiteX9" fmla="*/ 333000 w 360000"/>
                        <a:gd name="connsiteY9" fmla="*/ 207000 h 360000"/>
                        <a:gd name="connsiteX10" fmla="*/ 207000 w 360000"/>
                        <a:gd name="connsiteY10" fmla="*/ 207000 h 360000"/>
                        <a:gd name="connsiteX11" fmla="*/ 207000 w 360000"/>
                        <a:gd name="connsiteY11" fmla="*/ 333000 h 360000"/>
                        <a:gd name="connsiteX12" fmla="*/ 180000 w 360000"/>
                        <a:gd name="connsiteY12" fmla="*/ 360000 h 360000"/>
                        <a:gd name="connsiteX13" fmla="*/ 153000 w 360000"/>
                        <a:gd name="connsiteY13" fmla="*/ 333000 h 360000"/>
                        <a:gd name="connsiteX14" fmla="*/ 153000 w 360000"/>
                        <a:gd name="connsiteY14" fmla="*/ 207000 h 360000"/>
                        <a:gd name="connsiteX15" fmla="*/ 27000 w 360000"/>
                        <a:gd name="connsiteY15" fmla="*/ 207000 h 360000"/>
                        <a:gd name="connsiteX16" fmla="*/ 0 w 360000"/>
                        <a:gd name="connsiteY16" fmla="*/ 180000 h 360000"/>
                        <a:gd name="connsiteX17" fmla="*/ 7908 w 360000"/>
                        <a:gd name="connsiteY17" fmla="*/ 160908 h 3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0000" h="360000">
                          <a:moveTo>
                            <a:pt x="7908" y="160908"/>
                          </a:moveTo>
                          <a:cubicBezTo>
                            <a:pt x="12794" y="156022"/>
                            <a:pt x="19544" y="153000"/>
                            <a:pt x="27000" y="153000"/>
                          </a:cubicBezTo>
                          <a:lnTo>
                            <a:pt x="153000" y="153000"/>
                          </a:lnTo>
                          <a:lnTo>
                            <a:pt x="153000" y="27000"/>
                          </a:lnTo>
                          <a:cubicBezTo>
                            <a:pt x="153000" y="12088"/>
                            <a:pt x="165088" y="0"/>
                            <a:pt x="180000" y="0"/>
                          </a:cubicBezTo>
                          <a:cubicBezTo>
                            <a:pt x="194912" y="0"/>
                            <a:pt x="207000" y="12088"/>
                            <a:pt x="207000" y="27000"/>
                          </a:cubicBezTo>
                          <a:lnTo>
                            <a:pt x="207000" y="153000"/>
                          </a:lnTo>
                          <a:lnTo>
                            <a:pt x="333000" y="153000"/>
                          </a:lnTo>
                          <a:cubicBezTo>
                            <a:pt x="347912" y="153000"/>
                            <a:pt x="360000" y="165088"/>
                            <a:pt x="360000" y="180000"/>
                          </a:cubicBezTo>
                          <a:cubicBezTo>
                            <a:pt x="360000" y="194912"/>
                            <a:pt x="347912" y="207000"/>
                            <a:pt x="333000" y="207000"/>
                          </a:cubicBezTo>
                          <a:lnTo>
                            <a:pt x="207000" y="207000"/>
                          </a:lnTo>
                          <a:lnTo>
                            <a:pt x="207000" y="333000"/>
                          </a:lnTo>
                          <a:cubicBezTo>
                            <a:pt x="207000" y="347912"/>
                            <a:pt x="194912" y="360000"/>
                            <a:pt x="180000" y="360000"/>
                          </a:cubicBezTo>
                          <a:cubicBezTo>
                            <a:pt x="165088" y="360000"/>
                            <a:pt x="153000" y="347912"/>
                            <a:pt x="153000" y="333000"/>
                          </a:cubicBezTo>
                          <a:lnTo>
                            <a:pt x="153000" y="207000"/>
                          </a:lnTo>
                          <a:lnTo>
                            <a:pt x="27000" y="207000"/>
                          </a:lnTo>
                          <a:cubicBezTo>
                            <a:pt x="12088" y="207000"/>
                            <a:pt x="0" y="194912"/>
                            <a:pt x="0" y="180000"/>
                          </a:cubicBezTo>
                          <a:cubicBezTo>
                            <a:pt x="0" y="172544"/>
                            <a:pt x="3022" y="165794"/>
                            <a:pt x="7908" y="160908"/>
                          </a:cubicBezTo>
                          <a:close/>
                        </a:path>
                      </a:pathLst>
                    </a:custGeom>
                    <a:solidFill>
                      <a:srgbClr val="F0615F"/>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dirty="0" err="1"/>
                    </a:p>
                  </p:txBody>
                </p:sp>
              </p:grpSp>
              <p:sp>
                <p:nvSpPr>
                  <p:cNvPr id="76" name="Tekstvak 75">
                    <a:extLst>
                      <a:ext uri="{FF2B5EF4-FFF2-40B4-BE49-F238E27FC236}">
                        <a16:creationId xmlns:a16="http://schemas.microsoft.com/office/drawing/2014/main" id="{E2BD3C5D-B99E-C98B-0305-7E6FBACED332}"/>
                      </a:ext>
                    </a:extLst>
                  </p:cNvPr>
                  <p:cNvSpPr txBox="1"/>
                  <p:nvPr userDrawn="1"/>
                </p:nvSpPr>
                <p:spPr>
                  <a:xfrm>
                    <a:off x="-3492543" y="5440654"/>
                    <a:ext cx="761481" cy="130403"/>
                  </a:xfrm>
                  <a:prstGeom prst="rect">
                    <a:avLst/>
                  </a:prstGeom>
                  <a:noFill/>
                </p:spPr>
                <p:txBody>
                  <a:bodyPr wrap="square" lIns="0" tIns="0" rIns="0" bIns="0" rtlCol="0" anchor="ctr">
                    <a:noAutofit/>
                  </a:bodyPr>
                  <a:lstStyle/>
                  <a:p>
                    <a:pPr marL="0" algn="ctr"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Delete</a:t>
                    </a:r>
                  </a:p>
                </p:txBody>
              </p:sp>
            </p:grpSp>
            <p:grpSp>
              <p:nvGrpSpPr>
                <p:cNvPr id="31" name="Groep 30">
                  <a:extLst>
                    <a:ext uri="{FF2B5EF4-FFF2-40B4-BE49-F238E27FC236}">
                      <a16:creationId xmlns:a16="http://schemas.microsoft.com/office/drawing/2014/main" id="{0DD9C213-644C-A64B-CF17-93B32F0D83FD}"/>
                    </a:ext>
                  </a:extLst>
                </p:cNvPr>
                <p:cNvGrpSpPr/>
                <p:nvPr userDrawn="1"/>
              </p:nvGrpSpPr>
              <p:grpSpPr>
                <a:xfrm>
                  <a:off x="-2582156" y="4996916"/>
                  <a:ext cx="572112" cy="673634"/>
                  <a:chOff x="-2709168" y="4996916"/>
                  <a:chExt cx="572112" cy="673634"/>
                </a:xfrm>
              </p:grpSpPr>
              <p:grpSp>
                <p:nvGrpSpPr>
                  <p:cNvPr id="65" name="Groep 64">
                    <a:extLst>
                      <a:ext uri="{FF2B5EF4-FFF2-40B4-BE49-F238E27FC236}">
                        <a16:creationId xmlns:a16="http://schemas.microsoft.com/office/drawing/2014/main" id="{CBD0C07B-3A85-2426-C7D6-6C873B988877}"/>
                      </a:ext>
                    </a:extLst>
                  </p:cNvPr>
                  <p:cNvGrpSpPr/>
                  <p:nvPr userDrawn="1"/>
                </p:nvGrpSpPr>
                <p:grpSpPr>
                  <a:xfrm>
                    <a:off x="-2609993" y="4996916"/>
                    <a:ext cx="389111" cy="375410"/>
                    <a:chOff x="-2542178" y="4940055"/>
                    <a:chExt cx="516835" cy="498637"/>
                  </a:xfrm>
                </p:grpSpPr>
                <p:sp>
                  <p:nvSpPr>
                    <p:cNvPr id="67" name="Rechthoek 66">
                      <a:extLst>
                        <a:ext uri="{FF2B5EF4-FFF2-40B4-BE49-F238E27FC236}">
                          <a16:creationId xmlns:a16="http://schemas.microsoft.com/office/drawing/2014/main" id="{875BCB4B-92E3-6156-F991-EEB4381B1941}"/>
                        </a:ext>
                      </a:extLst>
                    </p:cNvPr>
                    <p:cNvSpPr/>
                    <p:nvPr userDrawn="1"/>
                  </p:nvSpPr>
                  <p:spPr>
                    <a:xfrm>
                      <a:off x="-2538526" y="5145278"/>
                      <a:ext cx="510738" cy="150388"/>
                    </a:xfrm>
                    <a:prstGeom prst="rect">
                      <a:avLst/>
                    </a:prstGeom>
                    <a:solidFill>
                      <a:srgbClr val="C3D6E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dirty="0" err="1">
                        <a:latin typeface="+mj-lt"/>
                      </a:endParaRPr>
                    </a:p>
                  </p:txBody>
                </p:sp>
                <p:grpSp>
                  <p:nvGrpSpPr>
                    <p:cNvPr id="68" name="Groep 67">
                      <a:extLst>
                        <a:ext uri="{FF2B5EF4-FFF2-40B4-BE49-F238E27FC236}">
                          <a16:creationId xmlns:a16="http://schemas.microsoft.com/office/drawing/2014/main" id="{0ABC6CE8-15A4-49C9-BE67-11AC9EC8C4E7}"/>
                        </a:ext>
                      </a:extLst>
                    </p:cNvPr>
                    <p:cNvGrpSpPr/>
                    <p:nvPr userDrawn="1"/>
                  </p:nvGrpSpPr>
                  <p:grpSpPr>
                    <a:xfrm>
                      <a:off x="-2542178" y="4999319"/>
                      <a:ext cx="516835" cy="439373"/>
                      <a:chOff x="-3307743" y="4999319"/>
                      <a:chExt cx="516835" cy="439373"/>
                    </a:xfrm>
                  </p:grpSpPr>
                  <p:cxnSp>
                    <p:nvCxnSpPr>
                      <p:cNvPr id="70" name="Rechte verbindingslijn 69">
                        <a:extLst>
                          <a:ext uri="{FF2B5EF4-FFF2-40B4-BE49-F238E27FC236}">
                            <a16:creationId xmlns:a16="http://schemas.microsoft.com/office/drawing/2014/main" id="{0FD4DE9A-5FA2-1513-90A0-27C3FBB079C7}"/>
                          </a:ext>
                        </a:extLst>
                      </p:cNvPr>
                      <p:cNvCxnSpPr>
                        <a:cxnSpLocks/>
                      </p:cNvCxnSpPr>
                      <p:nvPr userDrawn="1"/>
                    </p:nvCxnSpPr>
                    <p:spPr>
                      <a:xfrm>
                        <a:off x="-3307743" y="5141843"/>
                        <a:ext cx="516835" cy="0"/>
                      </a:xfrm>
                      <a:prstGeom prst="line">
                        <a:avLst/>
                      </a:prstGeom>
                      <a:ln>
                        <a:solidFill>
                          <a:srgbClr val="817F7C"/>
                        </a:solidFill>
                      </a:ln>
                    </p:spPr>
                    <p:style>
                      <a:lnRef idx="1">
                        <a:schemeClr val="accent1"/>
                      </a:lnRef>
                      <a:fillRef idx="0">
                        <a:schemeClr val="accent1"/>
                      </a:fillRef>
                      <a:effectRef idx="0">
                        <a:schemeClr val="accent1"/>
                      </a:effectRef>
                      <a:fontRef idx="minor">
                        <a:schemeClr val="tx1"/>
                      </a:fontRef>
                    </p:style>
                  </p:cxnSp>
                  <p:cxnSp>
                    <p:nvCxnSpPr>
                      <p:cNvPr id="71" name="Rechte verbindingslijn 70">
                        <a:extLst>
                          <a:ext uri="{FF2B5EF4-FFF2-40B4-BE49-F238E27FC236}">
                            <a16:creationId xmlns:a16="http://schemas.microsoft.com/office/drawing/2014/main" id="{6C5665A8-4F94-087A-59C5-A50E1921C6F0}"/>
                          </a:ext>
                        </a:extLst>
                      </p:cNvPr>
                      <p:cNvCxnSpPr>
                        <a:cxnSpLocks/>
                      </p:cNvCxnSpPr>
                      <p:nvPr userDrawn="1"/>
                    </p:nvCxnSpPr>
                    <p:spPr>
                      <a:xfrm>
                        <a:off x="-3307743" y="5290267"/>
                        <a:ext cx="516835" cy="0"/>
                      </a:xfrm>
                      <a:prstGeom prst="line">
                        <a:avLst/>
                      </a:prstGeom>
                      <a:ln>
                        <a:solidFill>
                          <a:srgbClr val="817F7C"/>
                        </a:solidFill>
                      </a:ln>
                    </p:spPr>
                    <p:style>
                      <a:lnRef idx="1">
                        <a:schemeClr val="accent1"/>
                      </a:lnRef>
                      <a:fillRef idx="0">
                        <a:schemeClr val="accent1"/>
                      </a:fillRef>
                      <a:effectRef idx="0">
                        <a:schemeClr val="accent1"/>
                      </a:effectRef>
                      <a:fontRef idx="minor">
                        <a:schemeClr val="tx1"/>
                      </a:fontRef>
                    </p:style>
                  </p:cxnSp>
                  <p:cxnSp>
                    <p:nvCxnSpPr>
                      <p:cNvPr id="72" name="Rechte verbindingslijn 71">
                        <a:extLst>
                          <a:ext uri="{FF2B5EF4-FFF2-40B4-BE49-F238E27FC236}">
                            <a16:creationId xmlns:a16="http://schemas.microsoft.com/office/drawing/2014/main" id="{7FA7F3E9-CA4B-DCA8-AF73-E9A3E106A845}"/>
                          </a:ext>
                        </a:extLst>
                      </p:cNvPr>
                      <p:cNvCxnSpPr>
                        <a:cxnSpLocks/>
                      </p:cNvCxnSpPr>
                      <p:nvPr userDrawn="1"/>
                    </p:nvCxnSpPr>
                    <p:spPr>
                      <a:xfrm>
                        <a:off x="-2969743" y="5295569"/>
                        <a:ext cx="0" cy="143123"/>
                      </a:xfrm>
                      <a:prstGeom prst="line">
                        <a:avLst/>
                      </a:prstGeom>
                      <a:ln>
                        <a:solidFill>
                          <a:srgbClr val="817F7C"/>
                        </a:solidFill>
                      </a:ln>
                    </p:spPr>
                    <p:style>
                      <a:lnRef idx="1">
                        <a:schemeClr val="accent1"/>
                      </a:lnRef>
                      <a:fillRef idx="0">
                        <a:schemeClr val="accent1"/>
                      </a:fillRef>
                      <a:effectRef idx="0">
                        <a:schemeClr val="accent1"/>
                      </a:effectRef>
                      <a:fontRef idx="minor">
                        <a:schemeClr val="tx1"/>
                      </a:fontRef>
                    </p:style>
                  </p:cxnSp>
                  <p:cxnSp>
                    <p:nvCxnSpPr>
                      <p:cNvPr id="73" name="Rechte verbindingslijn 72">
                        <a:extLst>
                          <a:ext uri="{FF2B5EF4-FFF2-40B4-BE49-F238E27FC236}">
                            <a16:creationId xmlns:a16="http://schemas.microsoft.com/office/drawing/2014/main" id="{3C5C11A7-7447-5D8F-B213-8D2CBDBE8FE4}"/>
                          </a:ext>
                        </a:extLst>
                      </p:cNvPr>
                      <p:cNvCxnSpPr>
                        <a:cxnSpLocks/>
                      </p:cNvCxnSpPr>
                      <p:nvPr userDrawn="1"/>
                    </p:nvCxnSpPr>
                    <p:spPr>
                      <a:xfrm>
                        <a:off x="-3142021" y="5295569"/>
                        <a:ext cx="0" cy="143123"/>
                      </a:xfrm>
                      <a:prstGeom prst="line">
                        <a:avLst/>
                      </a:prstGeom>
                      <a:ln>
                        <a:solidFill>
                          <a:srgbClr val="817F7C"/>
                        </a:solidFill>
                      </a:ln>
                    </p:spPr>
                    <p:style>
                      <a:lnRef idx="1">
                        <a:schemeClr val="accent1"/>
                      </a:lnRef>
                      <a:fillRef idx="0">
                        <a:schemeClr val="accent1"/>
                      </a:fillRef>
                      <a:effectRef idx="0">
                        <a:schemeClr val="accent1"/>
                      </a:effectRef>
                      <a:fontRef idx="minor">
                        <a:schemeClr val="tx1"/>
                      </a:fontRef>
                    </p:style>
                  </p:cxnSp>
                  <p:sp>
                    <p:nvSpPr>
                      <p:cNvPr id="74" name="Rechthoek 73">
                        <a:extLst>
                          <a:ext uri="{FF2B5EF4-FFF2-40B4-BE49-F238E27FC236}">
                            <a16:creationId xmlns:a16="http://schemas.microsoft.com/office/drawing/2014/main" id="{2346ECBD-61CC-A2FB-61D5-2CA20EFBF8AD}"/>
                          </a:ext>
                        </a:extLst>
                      </p:cNvPr>
                      <p:cNvSpPr/>
                      <p:nvPr userDrawn="1"/>
                    </p:nvSpPr>
                    <p:spPr>
                      <a:xfrm>
                        <a:off x="-3304719" y="4999319"/>
                        <a:ext cx="513811" cy="439373"/>
                      </a:xfrm>
                      <a:prstGeom prst="rect">
                        <a:avLst/>
                      </a:prstGeom>
                      <a:noFill/>
                      <a:ln w="12700">
                        <a:solidFill>
                          <a:srgbClr val="6C6C6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GB" sz="2400" dirty="0" err="1">
                          <a:solidFill>
                            <a:schemeClr val="accent1"/>
                          </a:solidFill>
                          <a:latin typeface="Calibri" panose="020F0502020204030204" pitchFamily="34" charset="0"/>
                          <a:cs typeface="Calibri" panose="020F0502020204030204" pitchFamily="34" charset="0"/>
                        </a:endParaRPr>
                      </a:p>
                    </p:txBody>
                  </p:sp>
                </p:grpSp>
                <p:sp>
                  <p:nvSpPr>
                    <p:cNvPr id="69" name="Pijl: rechts 68">
                      <a:extLst>
                        <a:ext uri="{FF2B5EF4-FFF2-40B4-BE49-F238E27FC236}">
                          <a16:creationId xmlns:a16="http://schemas.microsoft.com/office/drawing/2014/main" id="{7A5F0176-A603-5DDD-032B-7E176900FA29}"/>
                        </a:ext>
                      </a:extLst>
                    </p:cNvPr>
                    <p:cNvSpPr/>
                    <p:nvPr userDrawn="1"/>
                  </p:nvSpPr>
                  <p:spPr>
                    <a:xfrm rot="16200000">
                      <a:off x="-2415001" y="4945522"/>
                      <a:ext cx="278551" cy="267618"/>
                    </a:xfrm>
                    <a:prstGeom prst="rightArrow">
                      <a:avLst>
                        <a:gd name="adj1" fmla="val 25329"/>
                        <a:gd name="adj2" fmla="val 63628"/>
                      </a:avLst>
                    </a:prstGeom>
                    <a:solidFill>
                      <a:srgbClr val="4A7DB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sp>
                <p:nvSpPr>
                  <p:cNvPr id="66" name="Tekstvak 65">
                    <a:extLst>
                      <a:ext uri="{FF2B5EF4-FFF2-40B4-BE49-F238E27FC236}">
                        <a16:creationId xmlns:a16="http://schemas.microsoft.com/office/drawing/2014/main" id="{B8AB62B1-9016-4235-7A20-87AF4AC11FD1}"/>
                      </a:ext>
                    </a:extLst>
                  </p:cNvPr>
                  <p:cNvSpPr txBox="1"/>
                  <p:nvPr userDrawn="1"/>
                </p:nvSpPr>
                <p:spPr>
                  <a:xfrm>
                    <a:off x="-2709168" y="5460793"/>
                    <a:ext cx="572112" cy="209757"/>
                  </a:xfrm>
                  <a:prstGeom prst="rect">
                    <a:avLst/>
                  </a:prstGeom>
                  <a:noFill/>
                </p:spPr>
                <p:txBody>
                  <a:bodyPr wrap="square" lIns="0" tIns="0" rIns="0" bIns="0" rtlCol="0" anchor="ctr">
                    <a:noAutofit/>
                  </a:bodyPr>
                  <a:lstStyle/>
                  <a:p>
                    <a:pPr marL="0" algn="ctr"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Insert Above</a:t>
                    </a:r>
                  </a:p>
                </p:txBody>
              </p:sp>
            </p:grpSp>
            <p:grpSp>
              <p:nvGrpSpPr>
                <p:cNvPr id="32" name="Groep 31">
                  <a:extLst>
                    <a:ext uri="{FF2B5EF4-FFF2-40B4-BE49-F238E27FC236}">
                      <a16:creationId xmlns:a16="http://schemas.microsoft.com/office/drawing/2014/main" id="{E0CAFF6A-D2E8-CFEA-D7D2-D8A55B041D1A}"/>
                    </a:ext>
                  </a:extLst>
                </p:cNvPr>
                <p:cNvGrpSpPr/>
                <p:nvPr userDrawn="1"/>
              </p:nvGrpSpPr>
              <p:grpSpPr>
                <a:xfrm>
                  <a:off x="-2036147" y="5039725"/>
                  <a:ext cx="572112" cy="630825"/>
                  <a:chOff x="-2099568" y="5039725"/>
                  <a:chExt cx="572112" cy="630825"/>
                </a:xfrm>
              </p:grpSpPr>
              <p:grpSp>
                <p:nvGrpSpPr>
                  <p:cNvPr id="55" name="Groep 54">
                    <a:extLst>
                      <a:ext uri="{FF2B5EF4-FFF2-40B4-BE49-F238E27FC236}">
                        <a16:creationId xmlns:a16="http://schemas.microsoft.com/office/drawing/2014/main" id="{5680D99A-ECC0-B7A3-B7E7-A2FBFA49A614}"/>
                      </a:ext>
                    </a:extLst>
                  </p:cNvPr>
                  <p:cNvGrpSpPr/>
                  <p:nvPr userDrawn="1"/>
                </p:nvGrpSpPr>
                <p:grpSpPr>
                  <a:xfrm rot="10800000">
                    <a:off x="-2004261" y="5039725"/>
                    <a:ext cx="389111" cy="375410"/>
                    <a:chOff x="-2542178" y="4940055"/>
                    <a:chExt cx="516835" cy="498637"/>
                  </a:xfrm>
                </p:grpSpPr>
                <p:sp>
                  <p:nvSpPr>
                    <p:cNvPr id="57" name="Rechthoek 56">
                      <a:extLst>
                        <a:ext uri="{FF2B5EF4-FFF2-40B4-BE49-F238E27FC236}">
                          <a16:creationId xmlns:a16="http://schemas.microsoft.com/office/drawing/2014/main" id="{C09C6BB9-FCEA-6371-3B08-6B38EA71E9D6}"/>
                        </a:ext>
                      </a:extLst>
                    </p:cNvPr>
                    <p:cNvSpPr/>
                    <p:nvPr userDrawn="1"/>
                  </p:nvSpPr>
                  <p:spPr>
                    <a:xfrm>
                      <a:off x="-2538526" y="5145278"/>
                      <a:ext cx="510738" cy="135578"/>
                    </a:xfrm>
                    <a:prstGeom prst="rect">
                      <a:avLst/>
                    </a:prstGeom>
                    <a:solidFill>
                      <a:srgbClr val="C3D6E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dirty="0" err="1">
                        <a:latin typeface="+mj-lt"/>
                      </a:endParaRPr>
                    </a:p>
                  </p:txBody>
                </p:sp>
                <p:grpSp>
                  <p:nvGrpSpPr>
                    <p:cNvPr id="58" name="Groep 57">
                      <a:extLst>
                        <a:ext uri="{FF2B5EF4-FFF2-40B4-BE49-F238E27FC236}">
                          <a16:creationId xmlns:a16="http://schemas.microsoft.com/office/drawing/2014/main" id="{AD68F797-C324-C54B-3757-49F2B1BB6E52}"/>
                        </a:ext>
                      </a:extLst>
                    </p:cNvPr>
                    <p:cNvGrpSpPr/>
                    <p:nvPr userDrawn="1"/>
                  </p:nvGrpSpPr>
                  <p:grpSpPr>
                    <a:xfrm>
                      <a:off x="-2542178" y="4999319"/>
                      <a:ext cx="516835" cy="439373"/>
                      <a:chOff x="-3307743" y="4999319"/>
                      <a:chExt cx="516835" cy="439373"/>
                    </a:xfrm>
                  </p:grpSpPr>
                  <p:cxnSp>
                    <p:nvCxnSpPr>
                      <p:cNvPr id="60" name="Rechte verbindingslijn 59">
                        <a:extLst>
                          <a:ext uri="{FF2B5EF4-FFF2-40B4-BE49-F238E27FC236}">
                            <a16:creationId xmlns:a16="http://schemas.microsoft.com/office/drawing/2014/main" id="{493B2EAA-CC3D-2B28-97ED-40105CCEB968}"/>
                          </a:ext>
                        </a:extLst>
                      </p:cNvPr>
                      <p:cNvCxnSpPr>
                        <a:cxnSpLocks/>
                      </p:cNvCxnSpPr>
                      <p:nvPr userDrawn="1"/>
                    </p:nvCxnSpPr>
                    <p:spPr>
                      <a:xfrm>
                        <a:off x="-3307743" y="5141843"/>
                        <a:ext cx="516835" cy="0"/>
                      </a:xfrm>
                      <a:prstGeom prst="line">
                        <a:avLst/>
                      </a:prstGeom>
                      <a:ln>
                        <a:solidFill>
                          <a:srgbClr val="817F7C"/>
                        </a:solidFill>
                      </a:ln>
                    </p:spPr>
                    <p:style>
                      <a:lnRef idx="1">
                        <a:schemeClr val="accent1"/>
                      </a:lnRef>
                      <a:fillRef idx="0">
                        <a:schemeClr val="accent1"/>
                      </a:fillRef>
                      <a:effectRef idx="0">
                        <a:schemeClr val="accent1"/>
                      </a:effectRef>
                      <a:fontRef idx="minor">
                        <a:schemeClr val="tx1"/>
                      </a:fontRef>
                    </p:style>
                  </p:cxnSp>
                  <p:cxnSp>
                    <p:nvCxnSpPr>
                      <p:cNvPr id="61" name="Rechte verbindingslijn 60">
                        <a:extLst>
                          <a:ext uri="{FF2B5EF4-FFF2-40B4-BE49-F238E27FC236}">
                            <a16:creationId xmlns:a16="http://schemas.microsoft.com/office/drawing/2014/main" id="{0A4DA941-459A-8259-DD49-C9EC2ED8BB22}"/>
                          </a:ext>
                        </a:extLst>
                      </p:cNvPr>
                      <p:cNvCxnSpPr>
                        <a:cxnSpLocks/>
                      </p:cNvCxnSpPr>
                      <p:nvPr userDrawn="1"/>
                    </p:nvCxnSpPr>
                    <p:spPr>
                      <a:xfrm>
                        <a:off x="-3307743" y="5290267"/>
                        <a:ext cx="516835" cy="0"/>
                      </a:xfrm>
                      <a:prstGeom prst="line">
                        <a:avLst/>
                      </a:prstGeom>
                      <a:ln>
                        <a:solidFill>
                          <a:srgbClr val="817F7C"/>
                        </a:solidFill>
                      </a:ln>
                    </p:spPr>
                    <p:style>
                      <a:lnRef idx="1">
                        <a:schemeClr val="accent1"/>
                      </a:lnRef>
                      <a:fillRef idx="0">
                        <a:schemeClr val="accent1"/>
                      </a:fillRef>
                      <a:effectRef idx="0">
                        <a:schemeClr val="accent1"/>
                      </a:effectRef>
                      <a:fontRef idx="minor">
                        <a:schemeClr val="tx1"/>
                      </a:fontRef>
                    </p:style>
                  </p:cxnSp>
                  <p:cxnSp>
                    <p:nvCxnSpPr>
                      <p:cNvPr id="62" name="Rechte verbindingslijn 61">
                        <a:extLst>
                          <a:ext uri="{FF2B5EF4-FFF2-40B4-BE49-F238E27FC236}">
                            <a16:creationId xmlns:a16="http://schemas.microsoft.com/office/drawing/2014/main" id="{618CDAA8-6F87-3B2C-2A9B-478B5164B4E4}"/>
                          </a:ext>
                        </a:extLst>
                      </p:cNvPr>
                      <p:cNvCxnSpPr>
                        <a:cxnSpLocks/>
                      </p:cNvCxnSpPr>
                      <p:nvPr userDrawn="1"/>
                    </p:nvCxnSpPr>
                    <p:spPr>
                      <a:xfrm>
                        <a:off x="-2969743" y="5295569"/>
                        <a:ext cx="0" cy="143123"/>
                      </a:xfrm>
                      <a:prstGeom prst="line">
                        <a:avLst/>
                      </a:prstGeom>
                      <a:ln>
                        <a:solidFill>
                          <a:srgbClr val="817F7C"/>
                        </a:solidFill>
                      </a:ln>
                    </p:spPr>
                    <p:style>
                      <a:lnRef idx="1">
                        <a:schemeClr val="accent1"/>
                      </a:lnRef>
                      <a:fillRef idx="0">
                        <a:schemeClr val="accent1"/>
                      </a:fillRef>
                      <a:effectRef idx="0">
                        <a:schemeClr val="accent1"/>
                      </a:effectRef>
                      <a:fontRef idx="minor">
                        <a:schemeClr val="tx1"/>
                      </a:fontRef>
                    </p:style>
                  </p:cxnSp>
                  <p:cxnSp>
                    <p:nvCxnSpPr>
                      <p:cNvPr id="63" name="Rechte verbindingslijn 62">
                        <a:extLst>
                          <a:ext uri="{FF2B5EF4-FFF2-40B4-BE49-F238E27FC236}">
                            <a16:creationId xmlns:a16="http://schemas.microsoft.com/office/drawing/2014/main" id="{58B73F84-90C6-2FD9-FA4D-4353EEC560AA}"/>
                          </a:ext>
                        </a:extLst>
                      </p:cNvPr>
                      <p:cNvCxnSpPr>
                        <a:cxnSpLocks/>
                      </p:cNvCxnSpPr>
                      <p:nvPr userDrawn="1"/>
                    </p:nvCxnSpPr>
                    <p:spPr>
                      <a:xfrm>
                        <a:off x="-3142021" y="5295569"/>
                        <a:ext cx="0" cy="143123"/>
                      </a:xfrm>
                      <a:prstGeom prst="line">
                        <a:avLst/>
                      </a:prstGeom>
                      <a:ln>
                        <a:solidFill>
                          <a:srgbClr val="817F7C"/>
                        </a:solidFill>
                      </a:ln>
                    </p:spPr>
                    <p:style>
                      <a:lnRef idx="1">
                        <a:schemeClr val="accent1"/>
                      </a:lnRef>
                      <a:fillRef idx="0">
                        <a:schemeClr val="accent1"/>
                      </a:fillRef>
                      <a:effectRef idx="0">
                        <a:schemeClr val="accent1"/>
                      </a:effectRef>
                      <a:fontRef idx="minor">
                        <a:schemeClr val="tx1"/>
                      </a:fontRef>
                    </p:style>
                  </p:cxnSp>
                  <p:sp>
                    <p:nvSpPr>
                      <p:cNvPr id="64" name="Rechthoek 63">
                        <a:extLst>
                          <a:ext uri="{FF2B5EF4-FFF2-40B4-BE49-F238E27FC236}">
                            <a16:creationId xmlns:a16="http://schemas.microsoft.com/office/drawing/2014/main" id="{5779413C-9B4C-F836-4EE0-08899C7BDB9A}"/>
                          </a:ext>
                        </a:extLst>
                      </p:cNvPr>
                      <p:cNvSpPr/>
                      <p:nvPr userDrawn="1"/>
                    </p:nvSpPr>
                    <p:spPr>
                      <a:xfrm>
                        <a:off x="-3304719" y="4999319"/>
                        <a:ext cx="513811" cy="439373"/>
                      </a:xfrm>
                      <a:prstGeom prst="rect">
                        <a:avLst/>
                      </a:prstGeom>
                      <a:noFill/>
                      <a:ln w="12700">
                        <a:solidFill>
                          <a:srgbClr val="6C6C6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GB" sz="2400" dirty="0" err="1">
                          <a:solidFill>
                            <a:schemeClr val="accent1"/>
                          </a:solidFill>
                          <a:latin typeface="Calibri" panose="020F0502020204030204" pitchFamily="34" charset="0"/>
                          <a:cs typeface="Calibri" panose="020F0502020204030204" pitchFamily="34" charset="0"/>
                        </a:endParaRPr>
                      </a:p>
                    </p:txBody>
                  </p:sp>
                </p:grpSp>
                <p:sp>
                  <p:nvSpPr>
                    <p:cNvPr id="59" name="Pijl: rechts 58">
                      <a:extLst>
                        <a:ext uri="{FF2B5EF4-FFF2-40B4-BE49-F238E27FC236}">
                          <a16:creationId xmlns:a16="http://schemas.microsoft.com/office/drawing/2014/main" id="{CF3740C1-1197-5B94-676B-B8F89E4F885C}"/>
                        </a:ext>
                      </a:extLst>
                    </p:cNvPr>
                    <p:cNvSpPr/>
                    <p:nvPr userDrawn="1"/>
                  </p:nvSpPr>
                  <p:spPr>
                    <a:xfrm rot="16200000">
                      <a:off x="-2415001" y="4945522"/>
                      <a:ext cx="278551" cy="267618"/>
                    </a:xfrm>
                    <a:prstGeom prst="rightArrow">
                      <a:avLst>
                        <a:gd name="adj1" fmla="val 25329"/>
                        <a:gd name="adj2" fmla="val 63628"/>
                      </a:avLst>
                    </a:prstGeom>
                    <a:solidFill>
                      <a:srgbClr val="4A7DB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sp>
                <p:nvSpPr>
                  <p:cNvPr id="56" name="Tekstvak 55">
                    <a:extLst>
                      <a:ext uri="{FF2B5EF4-FFF2-40B4-BE49-F238E27FC236}">
                        <a16:creationId xmlns:a16="http://schemas.microsoft.com/office/drawing/2014/main" id="{C7357D96-4871-7660-5797-A208941C2B96}"/>
                      </a:ext>
                    </a:extLst>
                  </p:cNvPr>
                  <p:cNvSpPr txBox="1"/>
                  <p:nvPr userDrawn="1"/>
                </p:nvSpPr>
                <p:spPr>
                  <a:xfrm>
                    <a:off x="-2099568" y="5460793"/>
                    <a:ext cx="572112" cy="209757"/>
                  </a:xfrm>
                  <a:prstGeom prst="rect">
                    <a:avLst/>
                  </a:prstGeom>
                  <a:noFill/>
                </p:spPr>
                <p:txBody>
                  <a:bodyPr wrap="square" lIns="0" tIns="0" rIns="0" bIns="0" rtlCol="0" anchor="ctr">
                    <a:noAutofit/>
                  </a:bodyPr>
                  <a:lstStyle/>
                  <a:p>
                    <a:pPr marL="0" algn="ctr"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Insert Below</a:t>
                    </a:r>
                  </a:p>
                </p:txBody>
              </p:sp>
            </p:grpSp>
            <p:grpSp>
              <p:nvGrpSpPr>
                <p:cNvPr id="33" name="Groep 32">
                  <a:extLst>
                    <a:ext uri="{FF2B5EF4-FFF2-40B4-BE49-F238E27FC236}">
                      <a16:creationId xmlns:a16="http://schemas.microsoft.com/office/drawing/2014/main" id="{7ED134D7-1995-7973-E36B-DB94AF4C1C6A}"/>
                    </a:ext>
                  </a:extLst>
                </p:cNvPr>
                <p:cNvGrpSpPr/>
                <p:nvPr userDrawn="1"/>
              </p:nvGrpSpPr>
              <p:grpSpPr>
                <a:xfrm>
                  <a:off x="-1497156" y="5039725"/>
                  <a:ext cx="572112" cy="630825"/>
                  <a:chOff x="-1501387" y="5039725"/>
                  <a:chExt cx="572112" cy="630825"/>
                </a:xfrm>
              </p:grpSpPr>
              <p:grpSp>
                <p:nvGrpSpPr>
                  <p:cNvPr id="45" name="Groep 44">
                    <a:extLst>
                      <a:ext uri="{FF2B5EF4-FFF2-40B4-BE49-F238E27FC236}">
                        <a16:creationId xmlns:a16="http://schemas.microsoft.com/office/drawing/2014/main" id="{DDD51958-5A86-6C52-A2D2-D4518DCD5AF8}"/>
                      </a:ext>
                    </a:extLst>
                  </p:cNvPr>
                  <p:cNvGrpSpPr/>
                  <p:nvPr userDrawn="1"/>
                </p:nvGrpSpPr>
                <p:grpSpPr>
                  <a:xfrm rot="10800000">
                    <a:off x="-1453772" y="5039725"/>
                    <a:ext cx="426738" cy="332849"/>
                    <a:chOff x="-2542179" y="4996586"/>
                    <a:chExt cx="566814" cy="442106"/>
                  </a:xfrm>
                </p:grpSpPr>
                <p:sp>
                  <p:nvSpPr>
                    <p:cNvPr id="47" name="Rechthoek 46">
                      <a:extLst>
                        <a:ext uri="{FF2B5EF4-FFF2-40B4-BE49-F238E27FC236}">
                          <a16:creationId xmlns:a16="http://schemas.microsoft.com/office/drawing/2014/main" id="{EE72868E-D584-81AF-4063-5A0097AFF4AE}"/>
                        </a:ext>
                      </a:extLst>
                    </p:cNvPr>
                    <p:cNvSpPr/>
                    <p:nvPr userDrawn="1"/>
                  </p:nvSpPr>
                  <p:spPr>
                    <a:xfrm>
                      <a:off x="-2375154" y="4996588"/>
                      <a:ext cx="165824" cy="435881"/>
                    </a:xfrm>
                    <a:prstGeom prst="rect">
                      <a:avLst/>
                    </a:prstGeom>
                    <a:solidFill>
                      <a:srgbClr val="C3D6E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dirty="0" err="1">
                        <a:latin typeface="+mj-lt"/>
                      </a:endParaRPr>
                    </a:p>
                  </p:txBody>
                </p:sp>
                <p:grpSp>
                  <p:nvGrpSpPr>
                    <p:cNvPr id="48" name="Groep 47">
                      <a:extLst>
                        <a:ext uri="{FF2B5EF4-FFF2-40B4-BE49-F238E27FC236}">
                          <a16:creationId xmlns:a16="http://schemas.microsoft.com/office/drawing/2014/main" id="{2CDE409D-2F05-45A7-39E8-76568772D0B7}"/>
                        </a:ext>
                      </a:extLst>
                    </p:cNvPr>
                    <p:cNvGrpSpPr/>
                    <p:nvPr userDrawn="1"/>
                  </p:nvGrpSpPr>
                  <p:grpSpPr>
                    <a:xfrm>
                      <a:off x="-2542179" y="4996586"/>
                      <a:ext cx="516836" cy="442106"/>
                      <a:chOff x="-3307744" y="4996586"/>
                      <a:chExt cx="516836" cy="442106"/>
                    </a:xfrm>
                  </p:grpSpPr>
                  <p:cxnSp>
                    <p:nvCxnSpPr>
                      <p:cNvPr id="50" name="Rechte verbindingslijn 49">
                        <a:extLst>
                          <a:ext uri="{FF2B5EF4-FFF2-40B4-BE49-F238E27FC236}">
                            <a16:creationId xmlns:a16="http://schemas.microsoft.com/office/drawing/2014/main" id="{65EDBE9A-2EEE-6CBA-FC00-6FF7F728FBF5}"/>
                          </a:ext>
                        </a:extLst>
                      </p:cNvPr>
                      <p:cNvCxnSpPr>
                        <a:cxnSpLocks/>
                      </p:cNvCxnSpPr>
                      <p:nvPr userDrawn="1"/>
                    </p:nvCxnSpPr>
                    <p:spPr>
                      <a:xfrm rot="10800000" flipH="1">
                        <a:off x="-3307744" y="5141843"/>
                        <a:ext cx="162288" cy="0"/>
                      </a:xfrm>
                      <a:prstGeom prst="line">
                        <a:avLst/>
                      </a:prstGeom>
                      <a:ln>
                        <a:solidFill>
                          <a:srgbClr val="817F7C"/>
                        </a:solidFill>
                      </a:ln>
                    </p:spPr>
                    <p:style>
                      <a:lnRef idx="1">
                        <a:schemeClr val="accent1"/>
                      </a:lnRef>
                      <a:fillRef idx="0">
                        <a:schemeClr val="accent1"/>
                      </a:fillRef>
                      <a:effectRef idx="0">
                        <a:schemeClr val="accent1"/>
                      </a:effectRef>
                      <a:fontRef idx="minor">
                        <a:schemeClr val="tx1"/>
                      </a:fontRef>
                    </p:style>
                  </p:cxnSp>
                  <p:cxnSp>
                    <p:nvCxnSpPr>
                      <p:cNvPr id="51" name="Rechte verbindingslijn 50">
                        <a:extLst>
                          <a:ext uri="{FF2B5EF4-FFF2-40B4-BE49-F238E27FC236}">
                            <a16:creationId xmlns:a16="http://schemas.microsoft.com/office/drawing/2014/main" id="{EC6C942E-7BDE-C4EB-D8E8-C4E0B5F25981}"/>
                          </a:ext>
                        </a:extLst>
                      </p:cNvPr>
                      <p:cNvCxnSpPr>
                        <a:cxnSpLocks/>
                      </p:cNvCxnSpPr>
                      <p:nvPr userDrawn="1"/>
                    </p:nvCxnSpPr>
                    <p:spPr>
                      <a:xfrm rot="10800000" flipH="1">
                        <a:off x="-3307744" y="5290267"/>
                        <a:ext cx="167025" cy="0"/>
                      </a:xfrm>
                      <a:prstGeom prst="line">
                        <a:avLst/>
                      </a:prstGeom>
                      <a:ln>
                        <a:solidFill>
                          <a:srgbClr val="817F7C"/>
                        </a:solidFill>
                      </a:ln>
                    </p:spPr>
                    <p:style>
                      <a:lnRef idx="1">
                        <a:schemeClr val="accent1"/>
                      </a:lnRef>
                      <a:fillRef idx="0">
                        <a:schemeClr val="accent1"/>
                      </a:fillRef>
                      <a:effectRef idx="0">
                        <a:schemeClr val="accent1"/>
                      </a:effectRef>
                      <a:fontRef idx="minor">
                        <a:schemeClr val="tx1"/>
                      </a:fontRef>
                    </p:style>
                  </p:cxnSp>
                  <p:cxnSp>
                    <p:nvCxnSpPr>
                      <p:cNvPr id="52" name="Rechte verbindingslijn 51">
                        <a:extLst>
                          <a:ext uri="{FF2B5EF4-FFF2-40B4-BE49-F238E27FC236}">
                            <a16:creationId xmlns:a16="http://schemas.microsoft.com/office/drawing/2014/main" id="{C46A9036-651E-1325-BA71-DF80123054BE}"/>
                          </a:ext>
                        </a:extLst>
                      </p:cNvPr>
                      <p:cNvCxnSpPr>
                        <a:cxnSpLocks/>
                      </p:cNvCxnSpPr>
                      <p:nvPr userDrawn="1"/>
                    </p:nvCxnSpPr>
                    <p:spPr>
                      <a:xfrm rot="10800000" flipV="1">
                        <a:off x="-2969743" y="5001324"/>
                        <a:ext cx="0" cy="437367"/>
                      </a:xfrm>
                      <a:prstGeom prst="line">
                        <a:avLst/>
                      </a:prstGeom>
                      <a:ln>
                        <a:solidFill>
                          <a:srgbClr val="817F7C"/>
                        </a:solidFill>
                      </a:ln>
                    </p:spPr>
                    <p:style>
                      <a:lnRef idx="1">
                        <a:schemeClr val="accent1"/>
                      </a:lnRef>
                      <a:fillRef idx="0">
                        <a:schemeClr val="accent1"/>
                      </a:fillRef>
                      <a:effectRef idx="0">
                        <a:schemeClr val="accent1"/>
                      </a:effectRef>
                      <a:fontRef idx="minor">
                        <a:schemeClr val="tx1"/>
                      </a:fontRef>
                    </p:style>
                  </p:cxnSp>
                  <p:cxnSp>
                    <p:nvCxnSpPr>
                      <p:cNvPr id="53" name="Rechte verbindingslijn 52">
                        <a:extLst>
                          <a:ext uri="{FF2B5EF4-FFF2-40B4-BE49-F238E27FC236}">
                            <a16:creationId xmlns:a16="http://schemas.microsoft.com/office/drawing/2014/main" id="{EB9F8847-EABF-F15C-0490-C4CA7826626B}"/>
                          </a:ext>
                        </a:extLst>
                      </p:cNvPr>
                      <p:cNvCxnSpPr>
                        <a:cxnSpLocks/>
                      </p:cNvCxnSpPr>
                      <p:nvPr userDrawn="1"/>
                    </p:nvCxnSpPr>
                    <p:spPr>
                      <a:xfrm rot="10800000" flipV="1">
                        <a:off x="-3142021" y="4996586"/>
                        <a:ext cx="0" cy="442105"/>
                      </a:xfrm>
                      <a:prstGeom prst="line">
                        <a:avLst/>
                      </a:prstGeom>
                      <a:ln>
                        <a:solidFill>
                          <a:srgbClr val="817F7C"/>
                        </a:solidFill>
                      </a:ln>
                    </p:spPr>
                    <p:style>
                      <a:lnRef idx="1">
                        <a:schemeClr val="accent1"/>
                      </a:lnRef>
                      <a:fillRef idx="0">
                        <a:schemeClr val="accent1"/>
                      </a:fillRef>
                      <a:effectRef idx="0">
                        <a:schemeClr val="accent1"/>
                      </a:effectRef>
                      <a:fontRef idx="minor">
                        <a:schemeClr val="tx1"/>
                      </a:fontRef>
                    </p:style>
                  </p:cxnSp>
                  <p:sp>
                    <p:nvSpPr>
                      <p:cNvPr id="54" name="Rechthoek 53">
                        <a:extLst>
                          <a:ext uri="{FF2B5EF4-FFF2-40B4-BE49-F238E27FC236}">
                            <a16:creationId xmlns:a16="http://schemas.microsoft.com/office/drawing/2014/main" id="{405305E7-4660-105F-D972-023756F7B434}"/>
                          </a:ext>
                        </a:extLst>
                      </p:cNvPr>
                      <p:cNvSpPr/>
                      <p:nvPr userDrawn="1"/>
                    </p:nvSpPr>
                    <p:spPr>
                      <a:xfrm>
                        <a:off x="-3304719" y="4999319"/>
                        <a:ext cx="513811" cy="439373"/>
                      </a:xfrm>
                      <a:prstGeom prst="rect">
                        <a:avLst/>
                      </a:prstGeom>
                      <a:noFill/>
                      <a:ln w="12700">
                        <a:solidFill>
                          <a:srgbClr val="6C6C6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GB" sz="2400" dirty="0" err="1">
                          <a:solidFill>
                            <a:schemeClr val="accent1"/>
                          </a:solidFill>
                          <a:latin typeface="Calibri" panose="020F0502020204030204" pitchFamily="34" charset="0"/>
                          <a:cs typeface="Calibri" panose="020F0502020204030204" pitchFamily="34" charset="0"/>
                        </a:endParaRPr>
                      </a:p>
                    </p:txBody>
                  </p:sp>
                </p:grpSp>
                <p:sp>
                  <p:nvSpPr>
                    <p:cNvPr id="49" name="Pijl: rechts 48">
                      <a:extLst>
                        <a:ext uri="{FF2B5EF4-FFF2-40B4-BE49-F238E27FC236}">
                          <a16:creationId xmlns:a16="http://schemas.microsoft.com/office/drawing/2014/main" id="{3AE719E2-36E7-19AA-0C6E-B3FC2859D11B}"/>
                        </a:ext>
                      </a:extLst>
                    </p:cNvPr>
                    <p:cNvSpPr/>
                    <p:nvPr userDrawn="1"/>
                  </p:nvSpPr>
                  <p:spPr>
                    <a:xfrm>
                      <a:off x="-2253916" y="5077408"/>
                      <a:ext cx="278551" cy="267618"/>
                    </a:xfrm>
                    <a:prstGeom prst="rightArrow">
                      <a:avLst>
                        <a:gd name="adj1" fmla="val 25329"/>
                        <a:gd name="adj2" fmla="val 63628"/>
                      </a:avLst>
                    </a:prstGeom>
                    <a:solidFill>
                      <a:srgbClr val="4A7DB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sp>
                <p:nvSpPr>
                  <p:cNvPr id="46" name="Tekstvak 45">
                    <a:extLst>
                      <a:ext uri="{FF2B5EF4-FFF2-40B4-BE49-F238E27FC236}">
                        <a16:creationId xmlns:a16="http://schemas.microsoft.com/office/drawing/2014/main" id="{8B3578EB-20C1-5D48-C53C-7A2A1AF9CB6D}"/>
                      </a:ext>
                    </a:extLst>
                  </p:cNvPr>
                  <p:cNvSpPr txBox="1"/>
                  <p:nvPr userDrawn="1"/>
                </p:nvSpPr>
                <p:spPr>
                  <a:xfrm>
                    <a:off x="-1501387" y="5460793"/>
                    <a:ext cx="572112" cy="209757"/>
                  </a:xfrm>
                  <a:prstGeom prst="rect">
                    <a:avLst/>
                  </a:prstGeom>
                  <a:noFill/>
                </p:spPr>
                <p:txBody>
                  <a:bodyPr wrap="square" lIns="0" tIns="0" rIns="0" bIns="0" rtlCol="0" anchor="ctr">
                    <a:noAutofit/>
                  </a:bodyPr>
                  <a:lstStyle/>
                  <a:p>
                    <a:pPr marL="0" algn="ctr"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Insert </a:t>
                    </a:r>
                    <a:br>
                      <a:rPr lang="en-GB" sz="900" b="0" kern="1200" noProof="0" dirty="0">
                        <a:solidFill>
                          <a:srgbClr val="211F26"/>
                        </a:solidFill>
                        <a:latin typeface="Calibri" panose="020F0502020204030204" pitchFamily="34" charset="0"/>
                        <a:ea typeface="+mn-ea"/>
                        <a:cs typeface="Calibri" panose="020F0502020204030204" pitchFamily="34" charset="0"/>
                      </a:rPr>
                    </a:br>
                    <a:r>
                      <a:rPr lang="en-GB" sz="900" b="0" kern="1200" noProof="0" dirty="0">
                        <a:solidFill>
                          <a:srgbClr val="211F26"/>
                        </a:solidFill>
                        <a:latin typeface="Calibri" panose="020F0502020204030204" pitchFamily="34" charset="0"/>
                        <a:ea typeface="+mn-ea"/>
                        <a:cs typeface="Calibri" panose="020F0502020204030204" pitchFamily="34" charset="0"/>
                      </a:rPr>
                      <a:t>Left</a:t>
                    </a:r>
                  </a:p>
                </p:txBody>
              </p:sp>
            </p:grpSp>
            <p:grpSp>
              <p:nvGrpSpPr>
                <p:cNvPr id="34" name="Groep 33">
                  <a:extLst>
                    <a:ext uri="{FF2B5EF4-FFF2-40B4-BE49-F238E27FC236}">
                      <a16:creationId xmlns:a16="http://schemas.microsoft.com/office/drawing/2014/main" id="{198CBBF4-74C3-E0C7-C12C-350C0DE598A7}"/>
                    </a:ext>
                  </a:extLst>
                </p:cNvPr>
                <p:cNvGrpSpPr/>
                <p:nvPr userDrawn="1"/>
              </p:nvGrpSpPr>
              <p:grpSpPr>
                <a:xfrm>
                  <a:off x="-973743" y="5039725"/>
                  <a:ext cx="572112" cy="630825"/>
                  <a:chOff x="-961551" y="5039725"/>
                  <a:chExt cx="572112" cy="630825"/>
                </a:xfrm>
              </p:grpSpPr>
              <p:grpSp>
                <p:nvGrpSpPr>
                  <p:cNvPr id="35" name="Groep 34">
                    <a:extLst>
                      <a:ext uri="{FF2B5EF4-FFF2-40B4-BE49-F238E27FC236}">
                        <a16:creationId xmlns:a16="http://schemas.microsoft.com/office/drawing/2014/main" id="{75786429-9716-A02C-092E-4EB37BF1414B}"/>
                      </a:ext>
                    </a:extLst>
                  </p:cNvPr>
                  <p:cNvGrpSpPr/>
                  <p:nvPr userDrawn="1"/>
                </p:nvGrpSpPr>
                <p:grpSpPr>
                  <a:xfrm rot="10800000" flipH="1">
                    <a:off x="-868825" y="5039725"/>
                    <a:ext cx="426738" cy="332849"/>
                    <a:chOff x="-2542179" y="4996586"/>
                    <a:chExt cx="566814" cy="442106"/>
                  </a:xfrm>
                </p:grpSpPr>
                <p:sp>
                  <p:nvSpPr>
                    <p:cNvPr id="37" name="Rechthoek 36">
                      <a:extLst>
                        <a:ext uri="{FF2B5EF4-FFF2-40B4-BE49-F238E27FC236}">
                          <a16:creationId xmlns:a16="http://schemas.microsoft.com/office/drawing/2014/main" id="{DC35D875-B8DE-3E38-3CDA-D81D4DE86A18}"/>
                        </a:ext>
                      </a:extLst>
                    </p:cNvPr>
                    <p:cNvSpPr/>
                    <p:nvPr userDrawn="1"/>
                  </p:nvSpPr>
                  <p:spPr>
                    <a:xfrm>
                      <a:off x="-2375154" y="4996588"/>
                      <a:ext cx="165824" cy="435881"/>
                    </a:xfrm>
                    <a:prstGeom prst="rect">
                      <a:avLst/>
                    </a:prstGeom>
                    <a:solidFill>
                      <a:srgbClr val="C3D6E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dirty="0" err="1">
                        <a:latin typeface="+mj-lt"/>
                      </a:endParaRPr>
                    </a:p>
                  </p:txBody>
                </p:sp>
                <p:grpSp>
                  <p:nvGrpSpPr>
                    <p:cNvPr id="38" name="Groep 37">
                      <a:extLst>
                        <a:ext uri="{FF2B5EF4-FFF2-40B4-BE49-F238E27FC236}">
                          <a16:creationId xmlns:a16="http://schemas.microsoft.com/office/drawing/2014/main" id="{78DE21A0-79C8-0795-8E27-C8EF36DE7C96}"/>
                        </a:ext>
                      </a:extLst>
                    </p:cNvPr>
                    <p:cNvGrpSpPr/>
                    <p:nvPr userDrawn="1"/>
                  </p:nvGrpSpPr>
                  <p:grpSpPr>
                    <a:xfrm>
                      <a:off x="-2542179" y="4996586"/>
                      <a:ext cx="516836" cy="442106"/>
                      <a:chOff x="-3307744" y="4996586"/>
                      <a:chExt cx="516836" cy="442106"/>
                    </a:xfrm>
                  </p:grpSpPr>
                  <p:cxnSp>
                    <p:nvCxnSpPr>
                      <p:cNvPr id="40" name="Rechte verbindingslijn 39">
                        <a:extLst>
                          <a:ext uri="{FF2B5EF4-FFF2-40B4-BE49-F238E27FC236}">
                            <a16:creationId xmlns:a16="http://schemas.microsoft.com/office/drawing/2014/main" id="{FEB7EE60-D964-277C-954C-AFF9FD816D76}"/>
                          </a:ext>
                        </a:extLst>
                      </p:cNvPr>
                      <p:cNvCxnSpPr>
                        <a:cxnSpLocks/>
                      </p:cNvCxnSpPr>
                      <p:nvPr userDrawn="1"/>
                    </p:nvCxnSpPr>
                    <p:spPr>
                      <a:xfrm rot="10800000" flipH="1">
                        <a:off x="-3307744" y="5141843"/>
                        <a:ext cx="162288" cy="0"/>
                      </a:xfrm>
                      <a:prstGeom prst="line">
                        <a:avLst/>
                      </a:prstGeom>
                      <a:ln>
                        <a:solidFill>
                          <a:srgbClr val="817F7C"/>
                        </a:solidFill>
                      </a:ln>
                    </p:spPr>
                    <p:style>
                      <a:lnRef idx="1">
                        <a:schemeClr val="accent1"/>
                      </a:lnRef>
                      <a:fillRef idx="0">
                        <a:schemeClr val="accent1"/>
                      </a:fillRef>
                      <a:effectRef idx="0">
                        <a:schemeClr val="accent1"/>
                      </a:effectRef>
                      <a:fontRef idx="minor">
                        <a:schemeClr val="tx1"/>
                      </a:fontRef>
                    </p:style>
                  </p:cxnSp>
                  <p:cxnSp>
                    <p:nvCxnSpPr>
                      <p:cNvPr id="41" name="Rechte verbindingslijn 40">
                        <a:extLst>
                          <a:ext uri="{FF2B5EF4-FFF2-40B4-BE49-F238E27FC236}">
                            <a16:creationId xmlns:a16="http://schemas.microsoft.com/office/drawing/2014/main" id="{987360EB-143D-1877-A3F1-C3150F6C5BED}"/>
                          </a:ext>
                        </a:extLst>
                      </p:cNvPr>
                      <p:cNvCxnSpPr>
                        <a:cxnSpLocks/>
                      </p:cNvCxnSpPr>
                      <p:nvPr userDrawn="1"/>
                    </p:nvCxnSpPr>
                    <p:spPr>
                      <a:xfrm rot="10800000" flipH="1">
                        <a:off x="-3307744" y="5290267"/>
                        <a:ext cx="167025" cy="0"/>
                      </a:xfrm>
                      <a:prstGeom prst="line">
                        <a:avLst/>
                      </a:prstGeom>
                      <a:ln>
                        <a:solidFill>
                          <a:srgbClr val="817F7C"/>
                        </a:solidFill>
                      </a:ln>
                    </p:spPr>
                    <p:style>
                      <a:lnRef idx="1">
                        <a:schemeClr val="accent1"/>
                      </a:lnRef>
                      <a:fillRef idx="0">
                        <a:schemeClr val="accent1"/>
                      </a:fillRef>
                      <a:effectRef idx="0">
                        <a:schemeClr val="accent1"/>
                      </a:effectRef>
                      <a:fontRef idx="minor">
                        <a:schemeClr val="tx1"/>
                      </a:fontRef>
                    </p:style>
                  </p:cxnSp>
                  <p:cxnSp>
                    <p:nvCxnSpPr>
                      <p:cNvPr id="42" name="Rechte verbindingslijn 41">
                        <a:extLst>
                          <a:ext uri="{FF2B5EF4-FFF2-40B4-BE49-F238E27FC236}">
                            <a16:creationId xmlns:a16="http://schemas.microsoft.com/office/drawing/2014/main" id="{3221FD42-EBC7-677E-9DF0-1B3D7E2586F6}"/>
                          </a:ext>
                        </a:extLst>
                      </p:cNvPr>
                      <p:cNvCxnSpPr>
                        <a:cxnSpLocks/>
                      </p:cNvCxnSpPr>
                      <p:nvPr userDrawn="1"/>
                    </p:nvCxnSpPr>
                    <p:spPr>
                      <a:xfrm rot="10800000" flipV="1">
                        <a:off x="-2969743" y="5001324"/>
                        <a:ext cx="0" cy="437367"/>
                      </a:xfrm>
                      <a:prstGeom prst="line">
                        <a:avLst/>
                      </a:prstGeom>
                      <a:ln>
                        <a:solidFill>
                          <a:srgbClr val="817F7C"/>
                        </a:solidFill>
                      </a:ln>
                    </p:spPr>
                    <p:style>
                      <a:lnRef idx="1">
                        <a:schemeClr val="accent1"/>
                      </a:lnRef>
                      <a:fillRef idx="0">
                        <a:schemeClr val="accent1"/>
                      </a:fillRef>
                      <a:effectRef idx="0">
                        <a:schemeClr val="accent1"/>
                      </a:effectRef>
                      <a:fontRef idx="minor">
                        <a:schemeClr val="tx1"/>
                      </a:fontRef>
                    </p:style>
                  </p:cxnSp>
                  <p:cxnSp>
                    <p:nvCxnSpPr>
                      <p:cNvPr id="43" name="Rechte verbindingslijn 42">
                        <a:extLst>
                          <a:ext uri="{FF2B5EF4-FFF2-40B4-BE49-F238E27FC236}">
                            <a16:creationId xmlns:a16="http://schemas.microsoft.com/office/drawing/2014/main" id="{ECC29FDF-4918-557B-AE7E-8CC1C355AAFB}"/>
                          </a:ext>
                        </a:extLst>
                      </p:cNvPr>
                      <p:cNvCxnSpPr>
                        <a:cxnSpLocks/>
                      </p:cNvCxnSpPr>
                      <p:nvPr userDrawn="1"/>
                    </p:nvCxnSpPr>
                    <p:spPr>
                      <a:xfrm rot="10800000" flipV="1">
                        <a:off x="-3142021" y="4996586"/>
                        <a:ext cx="0" cy="442105"/>
                      </a:xfrm>
                      <a:prstGeom prst="line">
                        <a:avLst/>
                      </a:prstGeom>
                      <a:ln>
                        <a:solidFill>
                          <a:srgbClr val="817F7C"/>
                        </a:solidFill>
                      </a:ln>
                    </p:spPr>
                    <p:style>
                      <a:lnRef idx="1">
                        <a:schemeClr val="accent1"/>
                      </a:lnRef>
                      <a:fillRef idx="0">
                        <a:schemeClr val="accent1"/>
                      </a:fillRef>
                      <a:effectRef idx="0">
                        <a:schemeClr val="accent1"/>
                      </a:effectRef>
                      <a:fontRef idx="minor">
                        <a:schemeClr val="tx1"/>
                      </a:fontRef>
                    </p:style>
                  </p:cxnSp>
                  <p:sp>
                    <p:nvSpPr>
                      <p:cNvPr id="44" name="Rechthoek 43">
                        <a:extLst>
                          <a:ext uri="{FF2B5EF4-FFF2-40B4-BE49-F238E27FC236}">
                            <a16:creationId xmlns:a16="http://schemas.microsoft.com/office/drawing/2014/main" id="{63BD9B3D-5671-DC3C-51B3-83A1F17951D4}"/>
                          </a:ext>
                        </a:extLst>
                      </p:cNvPr>
                      <p:cNvSpPr/>
                      <p:nvPr userDrawn="1"/>
                    </p:nvSpPr>
                    <p:spPr>
                      <a:xfrm>
                        <a:off x="-3304719" y="4999319"/>
                        <a:ext cx="513811" cy="439373"/>
                      </a:xfrm>
                      <a:prstGeom prst="rect">
                        <a:avLst/>
                      </a:prstGeom>
                      <a:noFill/>
                      <a:ln w="12700">
                        <a:solidFill>
                          <a:srgbClr val="6C6C6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GB" sz="2400" dirty="0" err="1">
                          <a:solidFill>
                            <a:schemeClr val="accent1"/>
                          </a:solidFill>
                          <a:latin typeface="Calibri" panose="020F0502020204030204" pitchFamily="34" charset="0"/>
                          <a:cs typeface="Calibri" panose="020F0502020204030204" pitchFamily="34" charset="0"/>
                        </a:endParaRPr>
                      </a:p>
                    </p:txBody>
                  </p:sp>
                </p:grpSp>
                <p:sp>
                  <p:nvSpPr>
                    <p:cNvPr id="39" name="Pijl: rechts 38">
                      <a:extLst>
                        <a:ext uri="{FF2B5EF4-FFF2-40B4-BE49-F238E27FC236}">
                          <a16:creationId xmlns:a16="http://schemas.microsoft.com/office/drawing/2014/main" id="{68B78420-2D82-4125-282E-73A8EF3C6F24}"/>
                        </a:ext>
                      </a:extLst>
                    </p:cNvPr>
                    <p:cNvSpPr/>
                    <p:nvPr userDrawn="1"/>
                  </p:nvSpPr>
                  <p:spPr>
                    <a:xfrm>
                      <a:off x="-2253916" y="5077408"/>
                      <a:ext cx="278551" cy="267618"/>
                    </a:xfrm>
                    <a:prstGeom prst="rightArrow">
                      <a:avLst>
                        <a:gd name="adj1" fmla="val 25329"/>
                        <a:gd name="adj2" fmla="val 63628"/>
                      </a:avLst>
                    </a:prstGeom>
                    <a:solidFill>
                      <a:srgbClr val="4A7DB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sp>
                <p:nvSpPr>
                  <p:cNvPr id="36" name="Tekstvak 35">
                    <a:extLst>
                      <a:ext uri="{FF2B5EF4-FFF2-40B4-BE49-F238E27FC236}">
                        <a16:creationId xmlns:a16="http://schemas.microsoft.com/office/drawing/2014/main" id="{2EA808CE-8C8F-CC62-7D55-19019EE28610}"/>
                      </a:ext>
                    </a:extLst>
                  </p:cNvPr>
                  <p:cNvSpPr txBox="1"/>
                  <p:nvPr userDrawn="1"/>
                </p:nvSpPr>
                <p:spPr>
                  <a:xfrm>
                    <a:off x="-961551" y="5460793"/>
                    <a:ext cx="572112" cy="209757"/>
                  </a:xfrm>
                  <a:prstGeom prst="rect">
                    <a:avLst/>
                  </a:prstGeom>
                  <a:noFill/>
                </p:spPr>
                <p:txBody>
                  <a:bodyPr wrap="square" lIns="0" tIns="0" rIns="0" bIns="0" rtlCol="0" anchor="ctr">
                    <a:noAutofit/>
                  </a:bodyPr>
                  <a:lstStyle/>
                  <a:p>
                    <a:pPr marL="0" algn="ctr"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Insert</a:t>
                    </a:r>
                    <a:br>
                      <a:rPr lang="en-GB" sz="900" b="0" kern="1200" noProof="0" dirty="0">
                        <a:solidFill>
                          <a:srgbClr val="211F26"/>
                        </a:solidFill>
                        <a:latin typeface="Calibri" panose="020F0502020204030204" pitchFamily="34" charset="0"/>
                        <a:ea typeface="+mn-ea"/>
                        <a:cs typeface="Calibri" panose="020F0502020204030204" pitchFamily="34" charset="0"/>
                      </a:rPr>
                    </a:br>
                    <a:r>
                      <a:rPr lang="en-GB" sz="900" b="0" kern="1200" noProof="0" dirty="0">
                        <a:solidFill>
                          <a:srgbClr val="211F26"/>
                        </a:solidFill>
                        <a:latin typeface="Calibri" panose="020F0502020204030204" pitchFamily="34" charset="0"/>
                        <a:ea typeface="+mn-ea"/>
                        <a:cs typeface="Calibri" panose="020F0502020204030204" pitchFamily="34" charset="0"/>
                      </a:rPr>
                      <a:t>Right</a:t>
                    </a:r>
                  </a:p>
                </p:txBody>
              </p:sp>
            </p:grpSp>
          </p:grpSp>
        </p:grpSp>
      </p:grpSp>
      <p:grpSp>
        <p:nvGrpSpPr>
          <p:cNvPr id="115" name="INSTRUCTION">
            <a:extLst>
              <a:ext uri="{FF2B5EF4-FFF2-40B4-BE49-F238E27FC236}">
                <a16:creationId xmlns:a16="http://schemas.microsoft.com/office/drawing/2014/main" id="{8075D8AE-E1CE-0EA8-EC10-399B95925FCE}"/>
              </a:ext>
            </a:extLst>
          </p:cNvPr>
          <p:cNvGrpSpPr/>
          <p:nvPr userDrawn="1"/>
        </p:nvGrpSpPr>
        <p:grpSpPr>
          <a:xfrm>
            <a:off x="-3786437" y="0"/>
            <a:ext cx="3693386" cy="5359349"/>
            <a:chOff x="-3786437" y="0"/>
            <a:chExt cx="3693386" cy="5359349"/>
          </a:xfrm>
        </p:grpSpPr>
        <p:sp>
          <p:nvSpPr>
            <p:cNvPr id="116" name="Rechthoek 115">
              <a:extLst>
                <a:ext uri="{FF2B5EF4-FFF2-40B4-BE49-F238E27FC236}">
                  <a16:creationId xmlns:a16="http://schemas.microsoft.com/office/drawing/2014/main" id="{DE5E32A1-9F55-81D2-15D2-ECE03905467B}"/>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Choosing text levels</a:t>
              </a:r>
            </a:p>
          </p:txBody>
        </p:sp>
        <p:sp>
          <p:nvSpPr>
            <p:cNvPr id="117" name="Rechthoek 116">
              <a:extLst>
                <a:ext uri="{FF2B5EF4-FFF2-40B4-BE49-F238E27FC236}">
                  <a16:creationId xmlns:a16="http://schemas.microsoft.com/office/drawing/2014/main" id="{07CE2493-BA90-690A-8D03-CFFD483B490A}"/>
                </a:ext>
              </a:extLst>
            </p:cNvPr>
            <p:cNvSpPr/>
            <p:nvPr userDrawn="1"/>
          </p:nvSpPr>
          <p:spPr>
            <a:xfrm>
              <a:off x="-3786165" y="1707400"/>
              <a:ext cx="3593091" cy="2836018"/>
            </a:xfrm>
            <a:prstGeom prst="rect">
              <a:avLst/>
            </a:prstGeom>
            <a:solidFill>
              <a:schemeClr val="accent1"/>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 </a:t>
              </a:r>
            </a:p>
          </p:txBody>
        </p:sp>
        <p:sp>
          <p:nvSpPr>
            <p:cNvPr id="118" name="Ovaal 117">
              <a:extLst>
                <a:ext uri="{FF2B5EF4-FFF2-40B4-BE49-F238E27FC236}">
                  <a16:creationId xmlns:a16="http://schemas.microsoft.com/office/drawing/2014/main" id="{FD441370-8CCE-F58A-4377-58B4D10B4E03}"/>
                </a:ext>
              </a:extLst>
            </p:cNvPr>
            <p:cNvSpPr/>
            <p:nvPr userDrawn="1"/>
          </p:nvSpPr>
          <p:spPr>
            <a:xfrm>
              <a:off x="-3604183" y="1837484"/>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1</a:t>
              </a:r>
            </a:p>
          </p:txBody>
        </p:sp>
        <p:sp>
          <p:nvSpPr>
            <p:cNvPr id="119" name="Rechthoek 118">
              <a:extLst>
                <a:ext uri="{FF2B5EF4-FFF2-40B4-BE49-F238E27FC236}">
                  <a16:creationId xmlns:a16="http://schemas.microsoft.com/office/drawing/2014/main" id="{BE2BFC48-A7B5-A204-4BE1-DADBC86D6F85}"/>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357188" marR="0" lvl="0" indent="-357188" defTabSz="914400" eaLnBrk="1" fontAlgn="auto" latinLnBrk="0" hangingPunct="1">
                <a:lnSpc>
                  <a:spcPct val="100000"/>
                </a:lnSpc>
                <a:spcBef>
                  <a:spcPts val="600"/>
                </a:spcBef>
                <a:spcAft>
                  <a:spcPts val="600"/>
                </a:spcAft>
                <a:buClr>
                  <a:schemeClr val="bg1"/>
                </a:buClr>
                <a:buSzTx/>
                <a:buFont typeface="Calibri" panose="020F0502020204030204" pitchFamily="34" charset="0"/>
                <a:buChar char="•"/>
                <a:tabLst/>
                <a:defRPr/>
              </a:pPr>
              <a:r>
                <a:rPr kumimoji="0" lang="en-GB" sz="1400" b="0" i="0" u="none" strike="noStrike" kern="0" cap="none" spc="0" normalizeH="0" baseline="0" noProof="0" dirty="0">
                  <a:ln>
                    <a:noFill/>
                  </a:ln>
                  <a:solidFill>
                    <a:schemeClr val="bg1"/>
                  </a:solidFill>
                  <a:effectLst/>
                  <a:uLnTx/>
                  <a:uFillTx/>
                  <a:latin typeface="+mj-lt"/>
                  <a:cs typeface="Calibri" panose="020F0502020204030204" pitchFamily="34" charset="0"/>
                </a:rPr>
                <a:t>Bullet</a:t>
              </a:r>
            </a:p>
          </p:txBody>
        </p:sp>
        <p:sp>
          <p:nvSpPr>
            <p:cNvPr id="120" name="Ovaal 119">
              <a:extLst>
                <a:ext uri="{FF2B5EF4-FFF2-40B4-BE49-F238E27FC236}">
                  <a16:creationId xmlns:a16="http://schemas.microsoft.com/office/drawing/2014/main" id="{451959FC-AC4F-35DE-8D42-AC6557DCAF77}"/>
                </a:ext>
              </a:extLst>
            </p:cNvPr>
            <p:cNvSpPr/>
            <p:nvPr userDrawn="1"/>
          </p:nvSpPr>
          <p:spPr>
            <a:xfrm>
              <a:off x="-3604183" y="2128768"/>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2</a:t>
              </a:r>
            </a:p>
          </p:txBody>
        </p:sp>
        <p:sp>
          <p:nvSpPr>
            <p:cNvPr id="121" name="Rechthoek 120">
              <a:extLst>
                <a:ext uri="{FF2B5EF4-FFF2-40B4-BE49-F238E27FC236}">
                  <a16:creationId xmlns:a16="http://schemas.microsoft.com/office/drawing/2014/main" id="{1253EF31-0C16-15D4-BB3C-FBE11BB76DFA}"/>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Under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‘Home’</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use the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list level-buttons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to choose a text level. </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Choose from:</a:t>
              </a:r>
            </a:p>
          </p:txBody>
        </p:sp>
        <p:sp>
          <p:nvSpPr>
            <p:cNvPr id="122" name="Rechthoek 121">
              <a:extLst>
                <a:ext uri="{FF2B5EF4-FFF2-40B4-BE49-F238E27FC236}">
                  <a16:creationId xmlns:a16="http://schemas.microsoft.com/office/drawing/2014/main" id="{7CA47634-8CE5-F1AF-5BC6-9F8A534FC48E}"/>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715963" marR="0" lvl="0" indent="-358775" defTabSz="914400" eaLnBrk="1" fontAlgn="auto" latinLnBrk="0" hangingPunct="1">
                <a:lnSpc>
                  <a:spcPct val="100000"/>
                </a:lnSpc>
                <a:spcBef>
                  <a:spcPts val="600"/>
                </a:spcBef>
                <a:spcAft>
                  <a:spcPts val="600"/>
                </a:spcAft>
                <a:buClr>
                  <a:schemeClr val="bg1"/>
                </a:buClr>
                <a:buSzTx/>
                <a:buFont typeface="Calibri" panose="020F0502020204030204" pitchFamily="34" charset="0"/>
                <a:buChar char="•"/>
                <a:tabLst/>
                <a:defRPr/>
              </a:pPr>
              <a:r>
                <a:rPr kumimoji="0" lang="en-GB" sz="1400" b="0" i="0" u="none" strike="noStrike" kern="0" cap="none" spc="0" normalizeH="0" baseline="0" noProof="0" dirty="0">
                  <a:ln>
                    <a:noFill/>
                  </a:ln>
                  <a:solidFill>
                    <a:schemeClr val="bg1"/>
                  </a:solidFill>
                  <a:effectLst/>
                  <a:uLnTx/>
                  <a:uFillTx/>
                  <a:latin typeface="+mj-lt"/>
                  <a:cs typeface="Calibri" panose="020F0502020204030204" pitchFamily="34" charset="0"/>
                </a:rPr>
                <a:t>Sub-bullet </a:t>
              </a:r>
            </a:p>
          </p:txBody>
        </p:sp>
        <p:sp>
          <p:nvSpPr>
            <p:cNvPr id="123" name="Ovaal 122">
              <a:extLst>
                <a:ext uri="{FF2B5EF4-FFF2-40B4-BE49-F238E27FC236}">
                  <a16:creationId xmlns:a16="http://schemas.microsoft.com/office/drawing/2014/main" id="{DEF29037-2406-3929-4CC4-6F4518668556}"/>
                </a:ext>
              </a:extLst>
            </p:cNvPr>
            <p:cNvSpPr/>
            <p:nvPr userDrawn="1"/>
          </p:nvSpPr>
          <p:spPr>
            <a:xfrm>
              <a:off x="-3604183" y="2420052"/>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3</a:t>
              </a:r>
            </a:p>
          </p:txBody>
        </p:sp>
        <p:sp>
          <p:nvSpPr>
            <p:cNvPr id="124" name="Rechthoek 123">
              <a:extLst>
                <a:ext uri="{FF2B5EF4-FFF2-40B4-BE49-F238E27FC236}">
                  <a16:creationId xmlns:a16="http://schemas.microsoft.com/office/drawing/2014/main" id="{20998DBF-A697-6815-50DA-A4B12A06A6BA}"/>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1400" b="0" i="0" u="none" strike="noStrike" kern="0" cap="none" spc="0" normalizeH="0" baseline="0" noProof="0" dirty="0">
                  <a:ln>
                    <a:noFill/>
                  </a:ln>
                  <a:solidFill>
                    <a:schemeClr val="bg1"/>
                  </a:solidFill>
                  <a:effectLst/>
                  <a:uLnTx/>
                  <a:uFillTx/>
                  <a:latin typeface="+mj-lt"/>
                  <a:cs typeface="Calibri" panose="020F0502020204030204" pitchFamily="34" charset="0"/>
                </a:rPr>
                <a:t>Default text</a:t>
              </a:r>
            </a:p>
          </p:txBody>
        </p:sp>
        <p:sp>
          <p:nvSpPr>
            <p:cNvPr id="125" name="Ovaal 124">
              <a:extLst>
                <a:ext uri="{FF2B5EF4-FFF2-40B4-BE49-F238E27FC236}">
                  <a16:creationId xmlns:a16="http://schemas.microsoft.com/office/drawing/2014/main" id="{7DAD990B-2AC3-CEA5-18A2-44F57A05CF17}"/>
                </a:ext>
              </a:extLst>
            </p:cNvPr>
            <p:cNvSpPr/>
            <p:nvPr userDrawn="1"/>
          </p:nvSpPr>
          <p:spPr>
            <a:xfrm>
              <a:off x="-3604183" y="2711336"/>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4</a:t>
              </a:r>
            </a:p>
          </p:txBody>
        </p:sp>
        <p:sp>
          <p:nvSpPr>
            <p:cNvPr id="126" name="Rechthoek 125">
              <a:extLst>
                <a:ext uri="{FF2B5EF4-FFF2-40B4-BE49-F238E27FC236}">
                  <a16:creationId xmlns:a16="http://schemas.microsoft.com/office/drawing/2014/main" id="{C167BC10-CE51-0E88-3316-0BF1216840FF}"/>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2400" b="1" i="0" u="none" strike="noStrike" kern="0" cap="none" spc="0" normalizeH="0" baseline="0" noProof="0" dirty="0">
                  <a:ln>
                    <a:noFill/>
                  </a:ln>
                  <a:solidFill>
                    <a:schemeClr val="tx1"/>
                  </a:solidFill>
                  <a:effectLst/>
                  <a:uLnTx/>
                  <a:uFillTx/>
                  <a:latin typeface="+mj-lt"/>
                  <a:cs typeface="Calibri" panose="020F0502020204030204" pitchFamily="34" charset="0"/>
                </a:rPr>
                <a:t>Title/Quote</a:t>
              </a:r>
            </a:p>
          </p:txBody>
        </p:sp>
        <p:sp>
          <p:nvSpPr>
            <p:cNvPr id="127" name="Ovaal 126">
              <a:extLst>
                <a:ext uri="{FF2B5EF4-FFF2-40B4-BE49-F238E27FC236}">
                  <a16:creationId xmlns:a16="http://schemas.microsoft.com/office/drawing/2014/main" id="{6969D551-22F6-9F4B-1065-A21C0619D07E}"/>
                </a:ext>
              </a:extLst>
            </p:cNvPr>
            <p:cNvSpPr/>
            <p:nvPr userDrawn="1"/>
          </p:nvSpPr>
          <p:spPr>
            <a:xfrm>
              <a:off x="-3604183" y="3002620"/>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5</a:t>
              </a:r>
            </a:p>
          </p:txBody>
        </p:sp>
        <p:sp>
          <p:nvSpPr>
            <p:cNvPr id="128" name="Rechthoek 127">
              <a:extLst>
                <a:ext uri="{FF2B5EF4-FFF2-40B4-BE49-F238E27FC236}">
                  <a16:creationId xmlns:a16="http://schemas.microsoft.com/office/drawing/2014/main" id="{64BEF27B-E999-4DD8-C34B-68556EDBA13F}"/>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1800" b="0" i="0" u="none" strike="noStrike" kern="0" cap="none" spc="0" normalizeH="0" baseline="0" noProof="0" dirty="0">
                  <a:ln>
                    <a:noFill/>
                  </a:ln>
                  <a:solidFill>
                    <a:schemeClr val="tx1"/>
                  </a:solidFill>
                  <a:effectLst/>
                  <a:uLnTx/>
                  <a:uFillTx/>
                  <a:latin typeface="+mj-lt"/>
                  <a:cs typeface="Calibri" panose="020F0502020204030204" pitchFamily="34" charset="0"/>
                </a:rPr>
                <a:t>Subtitle</a:t>
              </a:r>
            </a:p>
          </p:txBody>
        </p:sp>
        <p:sp>
          <p:nvSpPr>
            <p:cNvPr id="129" name="Ovaal 128">
              <a:extLst>
                <a:ext uri="{FF2B5EF4-FFF2-40B4-BE49-F238E27FC236}">
                  <a16:creationId xmlns:a16="http://schemas.microsoft.com/office/drawing/2014/main" id="{C358C836-7DCD-6DF1-D02E-71774C342064}"/>
                </a:ext>
              </a:extLst>
            </p:cNvPr>
            <p:cNvSpPr/>
            <p:nvPr userDrawn="1"/>
          </p:nvSpPr>
          <p:spPr>
            <a:xfrm>
              <a:off x="-3604183" y="3293904"/>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6</a:t>
              </a:r>
            </a:p>
          </p:txBody>
        </p:sp>
        <p:sp>
          <p:nvSpPr>
            <p:cNvPr id="130" name="Rechthoek 129">
              <a:extLst>
                <a:ext uri="{FF2B5EF4-FFF2-40B4-BE49-F238E27FC236}">
                  <a16:creationId xmlns:a16="http://schemas.microsoft.com/office/drawing/2014/main" id="{45DA4A6A-F4B5-130F-5749-CAAE8014D548}"/>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357188" marR="0" lvl="0" indent="-357188" defTabSz="914400" eaLnBrk="1" fontAlgn="auto" latinLnBrk="0" hangingPunct="1">
                <a:lnSpc>
                  <a:spcPct val="100000"/>
                </a:lnSpc>
                <a:spcBef>
                  <a:spcPts val="600"/>
                </a:spcBef>
                <a:spcAft>
                  <a:spcPts val="600"/>
                </a:spcAft>
                <a:buClr>
                  <a:schemeClr val="bg1"/>
                </a:buClr>
                <a:buSzTx/>
                <a:buFont typeface="+mj-lt"/>
                <a:buAutoNum type="arabicPeriod"/>
                <a:tabLst/>
                <a:defRPr/>
              </a:pPr>
              <a:r>
                <a:rPr kumimoji="0" lang="en-GB" sz="1400" b="0" i="0" u="none" strike="noStrike" kern="0" cap="none" spc="0" normalizeH="0" baseline="0" noProof="0" dirty="0">
                  <a:ln>
                    <a:noFill/>
                  </a:ln>
                  <a:solidFill>
                    <a:schemeClr val="bg1"/>
                  </a:solidFill>
                  <a:effectLst/>
                  <a:uLnTx/>
                  <a:uFillTx/>
                  <a:latin typeface="+mj-lt"/>
                  <a:cs typeface="Calibri" panose="020F0502020204030204" pitchFamily="34" charset="0"/>
                </a:rPr>
                <a:t>Numerical bullet</a:t>
              </a:r>
            </a:p>
          </p:txBody>
        </p:sp>
        <p:sp>
          <p:nvSpPr>
            <p:cNvPr id="131" name="Ovaal 130">
              <a:extLst>
                <a:ext uri="{FF2B5EF4-FFF2-40B4-BE49-F238E27FC236}">
                  <a16:creationId xmlns:a16="http://schemas.microsoft.com/office/drawing/2014/main" id="{6D34AA5D-02FD-C534-7FF6-8A98FECBC297}"/>
                </a:ext>
              </a:extLst>
            </p:cNvPr>
            <p:cNvSpPr/>
            <p:nvPr userDrawn="1"/>
          </p:nvSpPr>
          <p:spPr>
            <a:xfrm>
              <a:off x="-3604183" y="3585188"/>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7</a:t>
              </a:r>
            </a:p>
          </p:txBody>
        </p:sp>
        <p:sp>
          <p:nvSpPr>
            <p:cNvPr id="132" name="Rechthoek 131">
              <a:extLst>
                <a:ext uri="{FF2B5EF4-FFF2-40B4-BE49-F238E27FC236}">
                  <a16:creationId xmlns:a16="http://schemas.microsoft.com/office/drawing/2014/main" id="{D441B5F1-5047-BA44-57A5-0D410184806A}"/>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342900" marR="0" lvl="0" indent="-342900" defTabSz="914400" eaLnBrk="1" fontAlgn="auto" latinLnBrk="0" hangingPunct="1">
                <a:lnSpc>
                  <a:spcPct val="100000"/>
                </a:lnSpc>
                <a:spcBef>
                  <a:spcPts val="600"/>
                </a:spcBef>
                <a:spcAft>
                  <a:spcPts val="600"/>
                </a:spcAft>
                <a:buClr>
                  <a:schemeClr val="bg1"/>
                </a:buClr>
                <a:buSzTx/>
                <a:buFont typeface="+mj-lt"/>
                <a:buAutoNum type="alphaLcPeriod"/>
                <a:tabLst/>
                <a:defRPr/>
              </a:pPr>
              <a:r>
                <a:rPr kumimoji="0" lang="en-GB" sz="1400" b="0" i="0" u="none" strike="noStrike" kern="0" cap="none" spc="0" normalizeH="0" baseline="0" noProof="0" dirty="0">
                  <a:ln>
                    <a:noFill/>
                  </a:ln>
                  <a:solidFill>
                    <a:schemeClr val="bg1"/>
                  </a:solidFill>
                  <a:effectLst/>
                  <a:uLnTx/>
                  <a:uFillTx/>
                  <a:latin typeface="+mj-lt"/>
                  <a:cs typeface="Calibri" panose="020F0502020204030204" pitchFamily="34" charset="0"/>
                </a:rPr>
                <a:t>Alphabetical bullet</a:t>
              </a:r>
            </a:p>
          </p:txBody>
        </p:sp>
        <p:sp>
          <p:nvSpPr>
            <p:cNvPr id="133" name="Ovaal 132">
              <a:extLst>
                <a:ext uri="{FF2B5EF4-FFF2-40B4-BE49-F238E27FC236}">
                  <a16:creationId xmlns:a16="http://schemas.microsoft.com/office/drawing/2014/main" id="{B02595CB-9EA4-563B-91E1-E8E1A6B675A5}"/>
                </a:ext>
              </a:extLst>
            </p:cNvPr>
            <p:cNvSpPr/>
            <p:nvPr userDrawn="1"/>
          </p:nvSpPr>
          <p:spPr>
            <a:xfrm>
              <a:off x="-3604183" y="3876472"/>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8</a:t>
              </a:r>
            </a:p>
          </p:txBody>
        </p:sp>
        <p:sp>
          <p:nvSpPr>
            <p:cNvPr id="134" name="Rechthoek 133">
              <a:extLst>
                <a:ext uri="{FF2B5EF4-FFF2-40B4-BE49-F238E27FC236}">
                  <a16:creationId xmlns:a16="http://schemas.microsoft.com/office/drawing/2014/main" id="{D84EB465-A78A-5AD1-8106-948DC3619936}"/>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tx1"/>
                </a:buClr>
                <a:buSzTx/>
                <a:buFont typeface="Calibri" panose="020F0502020204030204" pitchFamily="34" charset="0"/>
                <a:buNone/>
                <a:tabLst/>
                <a:defRPr/>
              </a:pPr>
              <a:r>
                <a:rPr kumimoji="0" lang="en-GB" sz="1200" b="0" i="1" u="none" strike="noStrike" kern="0" cap="none" spc="0" normalizeH="0" baseline="0" noProof="0" dirty="0">
                  <a:ln>
                    <a:noFill/>
                  </a:ln>
                  <a:solidFill>
                    <a:schemeClr val="bg1"/>
                  </a:solidFill>
                  <a:effectLst/>
                  <a:uLnTx/>
                  <a:uFillTx/>
                  <a:latin typeface="+mj-lt"/>
                  <a:cs typeface="Calibri" panose="020F0502020204030204" pitchFamily="34" charset="0"/>
                </a:rPr>
                <a:t>Source</a:t>
              </a:r>
            </a:p>
          </p:txBody>
        </p:sp>
        <p:sp>
          <p:nvSpPr>
            <p:cNvPr id="135" name="Ovaal 134">
              <a:extLst>
                <a:ext uri="{FF2B5EF4-FFF2-40B4-BE49-F238E27FC236}">
                  <a16:creationId xmlns:a16="http://schemas.microsoft.com/office/drawing/2014/main" id="{BE5DB2BC-A372-D902-E9D7-BAEED3908581}"/>
                </a:ext>
              </a:extLst>
            </p:cNvPr>
            <p:cNvSpPr/>
            <p:nvPr userDrawn="1"/>
          </p:nvSpPr>
          <p:spPr>
            <a:xfrm>
              <a:off x="-3604183" y="4168594"/>
              <a:ext cx="180000" cy="180000"/>
            </a:xfrm>
            <a:prstGeom prst="ellipse">
              <a:avLst/>
            </a:prstGeom>
            <a:solidFill>
              <a:schemeClr val="bg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chemeClr val="accent1"/>
                  </a:solidFill>
                  <a:effectLst/>
                  <a:uLnTx/>
                  <a:uFillTx/>
                  <a:latin typeface="Calibri" panose="020F0502020204030204" pitchFamily="34" charset="0"/>
                  <a:cs typeface="Calibri" panose="020F0502020204030204" pitchFamily="34" charset="0"/>
                </a:rPr>
                <a:t>9</a:t>
              </a:r>
            </a:p>
          </p:txBody>
        </p:sp>
        <p:sp>
          <p:nvSpPr>
            <p:cNvPr id="136" name="Rechthoek 135">
              <a:extLst>
                <a:ext uri="{FF2B5EF4-FFF2-40B4-BE49-F238E27FC236}">
                  <a16:creationId xmlns:a16="http://schemas.microsoft.com/office/drawing/2014/main" id="{CEABF029-4214-781D-46B0-400F7F4A41D6}"/>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None/>
                <a:tabLst/>
                <a:defRPr/>
              </a:pPr>
              <a:r>
                <a:rPr kumimoji="0" lang="en-GB" sz="1400" b="0" i="0" u="none" strike="noStrike" kern="0" cap="none" spc="0" normalizeH="0" baseline="0" noProof="0" dirty="0">
                  <a:ln>
                    <a:noFill/>
                  </a:ln>
                  <a:solidFill>
                    <a:schemeClr val="bg1"/>
                  </a:solidFill>
                  <a:effectLst/>
                  <a:uLnTx/>
                  <a:uFillTx/>
                  <a:latin typeface="+mj-lt"/>
                  <a:cs typeface="Calibri" panose="020F0502020204030204" pitchFamily="34" charset="0"/>
                </a:rPr>
                <a:t>Default text</a:t>
              </a:r>
            </a:p>
          </p:txBody>
        </p:sp>
        <p:sp>
          <p:nvSpPr>
            <p:cNvPr id="137" name="Rechthoek 136">
              <a:extLst>
                <a:ext uri="{FF2B5EF4-FFF2-40B4-BE49-F238E27FC236}">
                  <a16:creationId xmlns:a16="http://schemas.microsoft.com/office/drawing/2014/main" id="{E4D50E83-7F5E-FCFE-F303-36655B3F23D0}"/>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grpSp>
          <p:nvGrpSpPr>
            <p:cNvPr id="138" name="ICOON_info">
              <a:extLst>
                <a:ext uri="{FF2B5EF4-FFF2-40B4-BE49-F238E27FC236}">
                  <a16:creationId xmlns:a16="http://schemas.microsoft.com/office/drawing/2014/main" id="{A451B32E-5BEF-E9B5-2835-9415D11D981A}"/>
                </a:ext>
              </a:extLst>
            </p:cNvPr>
            <p:cNvGrpSpPr/>
            <p:nvPr userDrawn="1"/>
          </p:nvGrpSpPr>
          <p:grpSpPr>
            <a:xfrm>
              <a:off x="-376736" y="4400186"/>
              <a:ext cx="283685" cy="283685"/>
              <a:chOff x="-510741" y="5913713"/>
              <a:chExt cx="267555" cy="267555"/>
            </a:xfrm>
          </p:grpSpPr>
          <p:sp>
            <p:nvSpPr>
              <p:cNvPr id="186" name="Ovaal 185">
                <a:extLst>
                  <a:ext uri="{FF2B5EF4-FFF2-40B4-BE49-F238E27FC236}">
                    <a16:creationId xmlns:a16="http://schemas.microsoft.com/office/drawing/2014/main" id="{85768918-D586-2958-FBFD-2E9CDDB73204}"/>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187" name="Graphic 163" descr="Informatie">
                <a:extLst>
                  <a:ext uri="{FF2B5EF4-FFF2-40B4-BE49-F238E27FC236}">
                    <a16:creationId xmlns:a16="http://schemas.microsoft.com/office/drawing/2014/main" id="{25F4B202-A167-CCF5-600C-8C6341B8EC14}"/>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139" name="VOORBEELD">
              <a:extLst>
                <a:ext uri="{FF2B5EF4-FFF2-40B4-BE49-F238E27FC236}">
                  <a16:creationId xmlns:a16="http://schemas.microsoft.com/office/drawing/2014/main" id="{361AA494-B8F0-FBF2-0992-933005D2E687}"/>
                </a:ext>
              </a:extLst>
            </p:cNvPr>
            <p:cNvGrpSpPr/>
            <p:nvPr userDrawn="1"/>
          </p:nvGrpSpPr>
          <p:grpSpPr>
            <a:xfrm>
              <a:off x="-3605171" y="458674"/>
              <a:ext cx="3234311" cy="558875"/>
              <a:chOff x="-3605171" y="458674"/>
              <a:chExt cx="3234311" cy="558875"/>
            </a:xfrm>
          </p:grpSpPr>
          <p:sp>
            <p:nvSpPr>
              <p:cNvPr id="146" name="Rechthoek 145">
                <a:extLst>
                  <a:ext uri="{FF2B5EF4-FFF2-40B4-BE49-F238E27FC236}">
                    <a16:creationId xmlns:a16="http://schemas.microsoft.com/office/drawing/2014/main" id="{9A0AE75B-761C-70DD-7C9F-9F2F6A0D198C}"/>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en-GB" sz="900" b="1" noProof="0" dirty="0">
                    <a:solidFill>
                      <a:srgbClr val="211F26"/>
                    </a:solidFill>
                    <a:latin typeface="Calibri" panose="020F0502020204030204" pitchFamily="34" charset="0"/>
                    <a:cs typeface="Calibri" panose="020F0502020204030204" pitchFamily="34" charset="0"/>
                  </a:rPr>
                  <a:t>Home</a:t>
                </a:r>
              </a:p>
            </p:txBody>
          </p:sp>
          <p:sp>
            <p:nvSpPr>
              <p:cNvPr id="147" name="Rechthoek 146">
                <a:extLst>
                  <a:ext uri="{FF2B5EF4-FFF2-40B4-BE49-F238E27FC236}">
                    <a16:creationId xmlns:a16="http://schemas.microsoft.com/office/drawing/2014/main" id="{E74F8B55-CB99-8D97-5727-7F1B98AC7402}"/>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nvGrpSpPr>
              <p:cNvPr id="148" name="Groep 147">
                <a:extLst>
                  <a:ext uri="{FF2B5EF4-FFF2-40B4-BE49-F238E27FC236}">
                    <a16:creationId xmlns:a16="http://schemas.microsoft.com/office/drawing/2014/main" id="{92EFA40C-86EB-A27F-63C7-E4C498760E1D}"/>
                  </a:ext>
                </a:extLst>
              </p:cNvPr>
              <p:cNvGrpSpPr/>
              <p:nvPr userDrawn="1"/>
            </p:nvGrpSpPr>
            <p:grpSpPr>
              <a:xfrm>
                <a:off x="-3386247" y="830871"/>
                <a:ext cx="139423" cy="109566"/>
                <a:chOff x="-2866744" y="827071"/>
                <a:chExt cx="168701" cy="132575"/>
              </a:xfrm>
            </p:grpSpPr>
            <p:grpSp>
              <p:nvGrpSpPr>
                <p:cNvPr id="179" name="Groep 178">
                  <a:extLst>
                    <a:ext uri="{FF2B5EF4-FFF2-40B4-BE49-F238E27FC236}">
                      <a16:creationId xmlns:a16="http://schemas.microsoft.com/office/drawing/2014/main" id="{DF8C096C-B5E4-FAEA-A366-84BBD25D7C9E}"/>
                    </a:ext>
                  </a:extLst>
                </p:cNvPr>
                <p:cNvGrpSpPr/>
                <p:nvPr userDrawn="1"/>
              </p:nvGrpSpPr>
              <p:grpSpPr>
                <a:xfrm>
                  <a:off x="-2866744" y="827071"/>
                  <a:ext cx="168701" cy="132575"/>
                  <a:chOff x="-2866744" y="827071"/>
                  <a:chExt cx="168701" cy="132575"/>
                </a:xfrm>
              </p:grpSpPr>
              <p:cxnSp>
                <p:nvCxnSpPr>
                  <p:cNvPr id="181" name="Rechte verbindingslijn 180">
                    <a:extLst>
                      <a:ext uri="{FF2B5EF4-FFF2-40B4-BE49-F238E27FC236}">
                        <a16:creationId xmlns:a16="http://schemas.microsoft.com/office/drawing/2014/main" id="{707ECCFC-B5B3-195E-5A9A-6A2CBB8B7494}"/>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182" name="Rechte verbindingslijn 181">
                    <a:extLst>
                      <a:ext uri="{FF2B5EF4-FFF2-40B4-BE49-F238E27FC236}">
                        <a16:creationId xmlns:a16="http://schemas.microsoft.com/office/drawing/2014/main" id="{53138971-5F2F-FFFC-CE5A-A3C4B5BB8699}"/>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183" name="Rechte verbindingslijn 182">
                    <a:extLst>
                      <a:ext uri="{FF2B5EF4-FFF2-40B4-BE49-F238E27FC236}">
                        <a16:creationId xmlns:a16="http://schemas.microsoft.com/office/drawing/2014/main" id="{C4707EF0-7F69-ED56-6ED6-10927F3664AE}"/>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184" name="Rechte verbindingslijn 183">
                    <a:extLst>
                      <a:ext uri="{FF2B5EF4-FFF2-40B4-BE49-F238E27FC236}">
                        <a16:creationId xmlns:a16="http://schemas.microsoft.com/office/drawing/2014/main" id="{23CEF893-1062-886D-1969-1EFC3E6B2504}"/>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185" name="Rechte verbindingslijn 184">
                    <a:extLst>
                      <a:ext uri="{FF2B5EF4-FFF2-40B4-BE49-F238E27FC236}">
                        <a16:creationId xmlns:a16="http://schemas.microsoft.com/office/drawing/2014/main" id="{F7872834-FE6E-F6B6-20C5-225CEBFB52C7}"/>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180" name="Pijl: rechts 179">
                  <a:extLst>
                    <a:ext uri="{FF2B5EF4-FFF2-40B4-BE49-F238E27FC236}">
                      <a16:creationId xmlns:a16="http://schemas.microsoft.com/office/drawing/2014/main" id="{2D47A1A3-06AB-5C8D-E470-C4D3F2FA8EAB}"/>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149" name="Groep 148">
                <a:extLst>
                  <a:ext uri="{FF2B5EF4-FFF2-40B4-BE49-F238E27FC236}">
                    <a16:creationId xmlns:a16="http://schemas.microsoft.com/office/drawing/2014/main" id="{E0DAECA5-C71B-ABF4-9DC0-9028C6AD6E22}"/>
                  </a:ext>
                </a:extLst>
              </p:cNvPr>
              <p:cNvGrpSpPr/>
              <p:nvPr userDrawn="1"/>
            </p:nvGrpSpPr>
            <p:grpSpPr>
              <a:xfrm>
                <a:off x="-3605171" y="830871"/>
                <a:ext cx="139423" cy="109566"/>
                <a:chOff x="-2866744" y="518074"/>
                <a:chExt cx="168701" cy="132575"/>
              </a:xfrm>
            </p:grpSpPr>
            <p:grpSp>
              <p:nvGrpSpPr>
                <p:cNvPr id="172" name="Groep 171">
                  <a:extLst>
                    <a:ext uri="{FF2B5EF4-FFF2-40B4-BE49-F238E27FC236}">
                      <a16:creationId xmlns:a16="http://schemas.microsoft.com/office/drawing/2014/main" id="{965452BA-CB98-7881-337B-F2D976241E54}"/>
                    </a:ext>
                  </a:extLst>
                </p:cNvPr>
                <p:cNvGrpSpPr/>
                <p:nvPr userDrawn="1"/>
              </p:nvGrpSpPr>
              <p:grpSpPr>
                <a:xfrm>
                  <a:off x="-2866744" y="518074"/>
                  <a:ext cx="168701" cy="132575"/>
                  <a:chOff x="-2866744" y="518074"/>
                  <a:chExt cx="168701" cy="132575"/>
                </a:xfrm>
              </p:grpSpPr>
              <p:cxnSp>
                <p:nvCxnSpPr>
                  <p:cNvPr id="174" name="Rechte verbindingslijn 173">
                    <a:extLst>
                      <a:ext uri="{FF2B5EF4-FFF2-40B4-BE49-F238E27FC236}">
                        <a16:creationId xmlns:a16="http://schemas.microsoft.com/office/drawing/2014/main" id="{9CE15301-5208-751B-BCAD-B9318D370C1F}"/>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175" name="Rechte verbindingslijn 174">
                    <a:extLst>
                      <a:ext uri="{FF2B5EF4-FFF2-40B4-BE49-F238E27FC236}">
                        <a16:creationId xmlns:a16="http://schemas.microsoft.com/office/drawing/2014/main" id="{1947177B-DA6D-EBEA-9F74-4241C54D07C2}"/>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176" name="Rechte verbindingslijn 175">
                    <a:extLst>
                      <a:ext uri="{FF2B5EF4-FFF2-40B4-BE49-F238E27FC236}">
                        <a16:creationId xmlns:a16="http://schemas.microsoft.com/office/drawing/2014/main" id="{03517B11-774F-E2FD-4A88-4FAABA0B6D7E}"/>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177" name="Rechte verbindingslijn 176">
                    <a:extLst>
                      <a:ext uri="{FF2B5EF4-FFF2-40B4-BE49-F238E27FC236}">
                        <a16:creationId xmlns:a16="http://schemas.microsoft.com/office/drawing/2014/main" id="{CA2C953D-4127-2E51-6576-3DFE47211127}"/>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178" name="Rechte verbindingslijn 177">
                    <a:extLst>
                      <a:ext uri="{FF2B5EF4-FFF2-40B4-BE49-F238E27FC236}">
                        <a16:creationId xmlns:a16="http://schemas.microsoft.com/office/drawing/2014/main" id="{0EFEC21B-F2F7-81C7-994F-C0D02F446180}"/>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173" name="Pijl: rechts 172">
                  <a:extLst>
                    <a:ext uri="{FF2B5EF4-FFF2-40B4-BE49-F238E27FC236}">
                      <a16:creationId xmlns:a16="http://schemas.microsoft.com/office/drawing/2014/main" id="{D37831A9-FFE2-EB72-630B-E2EBACEC2734}"/>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cxnSp>
            <p:nvCxnSpPr>
              <p:cNvPr id="150" name="Rechte verbindingslijn 149">
                <a:extLst>
                  <a:ext uri="{FF2B5EF4-FFF2-40B4-BE49-F238E27FC236}">
                    <a16:creationId xmlns:a16="http://schemas.microsoft.com/office/drawing/2014/main" id="{E8F54E9F-4F9B-1FF3-D6B4-ABD1C13EBD12}"/>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151" name="Rechte verbindingslijn 150">
                <a:extLst>
                  <a:ext uri="{FF2B5EF4-FFF2-40B4-BE49-F238E27FC236}">
                    <a16:creationId xmlns:a16="http://schemas.microsoft.com/office/drawing/2014/main" id="{A1BFAFBC-DD5F-04F8-8EDA-4EF8BC38007E}"/>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152" name="Rechthoek 151">
                <a:extLst>
                  <a:ext uri="{FF2B5EF4-FFF2-40B4-BE49-F238E27FC236}">
                    <a16:creationId xmlns:a16="http://schemas.microsoft.com/office/drawing/2014/main" id="{50B1C2A5-A2EF-7477-BCE2-BCAC2E044ABE}"/>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Text level down</a:t>
                </a:r>
              </a:p>
            </p:txBody>
          </p:sp>
          <p:sp>
            <p:nvSpPr>
              <p:cNvPr id="153" name="Rechthoek 152">
                <a:extLst>
                  <a:ext uri="{FF2B5EF4-FFF2-40B4-BE49-F238E27FC236}">
                    <a16:creationId xmlns:a16="http://schemas.microsoft.com/office/drawing/2014/main" id="{1738D115-52F1-F307-BEAF-77C6A114A745}"/>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100" b="0" i="0" u="none" strike="noStrike" kern="0" cap="none" spc="0" normalizeH="0" baseline="0" noProof="0" dirty="0">
                    <a:ln>
                      <a:noFill/>
                    </a:ln>
                    <a:solidFill>
                      <a:schemeClr val="tx1"/>
                    </a:solidFill>
                    <a:effectLst/>
                    <a:uLnTx/>
                    <a:uFillTx/>
                    <a:latin typeface="Calibri" panose="020F0502020204030204" pitchFamily="34" charset="0"/>
                    <a:cs typeface="Calibri" panose="020F0502020204030204" pitchFamily="34" charset="0"/>
                  </a:rPr>
                  <a:t>Text level up</a:t>
                </a:r>
              </a:p>
            </p:txBody>
          </p:sp>
          <p:grpSp>
            <p:nvGrpSpPr>
              <p:cNvPr id="154" name="Groep 153">
                <a:extLst>
                  <a:ext uri="{FF2B5EF4-FFF2-40B4-BE49-F238E27FC236}">
                    <a16:creationId xmlns:a16="http://schemas.microsoft.com/office/drawing/2014/main" id="{F2201E8B-59F1-51E8-D5B0-91E1B0863560}"/>
                  </a:ext>
                </a:extLst>
              </p:cNvPr>
              <p:cNvGrpSpPr/>
              <p:nvPr userDrawn="1"/>
            </p:nvGrpSpPr>
            <p:grpSpPr>
              <a:xfrm>
                <a:off x="-2916763" y="769168"/>
                <a:ext cx="268738" cy="248381"/>
                <a:chOff x="-2916763" y="769168"/>
                <a:chExt cx="268738" cy="248381"/>
              </a:xfrm>
            </p:grpSpPr>
            <p:sp>
              <p:nvSpPr>
                <p:cNvPr id="164" name="Rechthoek 163">
                  <a:extLst>
                    <a:ext uri="{FF2B5EF4-FFF2-40B4-BE49-F238E27FC236}">
                      <a16:creationId xmlns:a16="http://schemas.microsoft.com/office/drawing/2014/main" id="{64377694-64F0-9136-1071-1A8A83142189}"/>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en-GB" sz="1050" b="0" noProof="0" dirty="0">
                    <a:solidFill>
                      <a:srgbClr val="211F26"/>
                    </a:solidFill>
                    <a:latin typeface="Calibri" panose="020F0502020204030204" pitchFamily="34" charset="0"/>
                    <a:cs typeface="Calibri" panose="020F0502020204030204" pitchFamily="34" charset="0"/>
                  </a:endParaRPr>
                </a:p>
              </p:txBody>
            </p:sp>
            <p:grpSp>
              <p:nvGrpSpPr>
                <p:cNvPr id="165" name="Groep 164">
                  <a:extLst>
                    <a:ext uri="{FF2B5EF4-FFF2-40B4-BE49-F238E27FC236}">
                      <a16:creationId xmlns:a16="http://schemas.microsoft.com/office/drawing/2014/main" id="{268C5F6B-201B-C1B9-8931-8711BDE46A25}"/>
                    </a:ext>
                  </a:extLst>
                </p:cNvPr>
                <p:cNvGrpSpPr/>
                <p:nvPr userDrawn="1"/>
              </p:nvGrpSpPr>
              <p:grpSpPr>
                <a:xfrm>
                  <a:off x="-2866744" y="827071"/>
                  <a:ext cx="168701" cy="132575"/>
                  <a:chOff x="-2866744" y="827071"/>
                  <a:chExt cx="168701" cy="132575"/>
                </a:xfrm>
              </p:grpSpPr>
              <p:cxnSp>
                <p:nvCxnSpPr>
                  <p:cNvPr id="167" name="Rechte verbindingslijn 166">
                    <a:extLst>
                      <a:ext uri="{FF2B5EF4-FFF2-40B4-BE49-F238E27FC236}">
                        <a16:creationId xmlns:a16="http://schemas.microsoft.com/office/drawing/2014/main" id="{23403F9E-829A-4FC6-577C-D8C2B0C33651}"/>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168" name="Rechte verbindingslijn 167">
                    <a:extLst>
                      <a:ext uri="{FF2B5EF4-FFF2-40B4-BE49-F238E27FC236}">
                        <a16:creationId xmlns:a16="http://schemas.microsoft.com/office/drawing/2014/main" id="{93EF19B7-BD93-0D9E-BF94-FD08A7B2D024}"/>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169" name="Rechte verbindingslijn 168">
                    <a:extLst>
                      <a:ext uri="{FF2B5EF4-FFF2-40B4-BE49-F238E27FC236}">
                        <a16:creationId xmlns:a16="http://schemas.microsoft.com/office/drawing/2014/main" id="{DBF4E1AE-819A-E3DA-D0A4-55F35D9E1694}"/>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170" name="Rechte verbindingslijn 169">
                    <a:extLst>
                      <a:ext uri="{FF2B5EF4-FFF2-40B4-BE49-F238E27FC236}">
                        <a16:creationId xmlns:a16="http://schemas.microsoft.com/office/drawing/2014/main" id="{33481E89-CDC9-D2B4-70CD-1DEC99C8A5EB}"/>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171" name="Rechte verbindingslijn 170">
                    <a:extLst>
                      <a:ext uri="{FF2B5EF4-FFF2-40B4-BE49-F238E27FC236}">
                        <a16:creationId xmlns:a16="http://schemas.microsoft.com/office/drawing/2014/main" id="{76945D74-835E-7E12-AAC6-5798B68452E0}"/>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166" name="Pijl: rechts 165">
                  <a:extLst>
                    <a:ext uri="{FF2B5EF4-FFF2-40B4-BE49-F238E27FC236}">
                      <a16:creationId xmlns:a16="http://schemas.microsoft.com/office/drawing/2014/main" id="{C478D46A-5133-1FD1-BBD5-81E32A7AFC7B}"/>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155" name="Groep 154">
                <a:extLst>
                  <a:ext uri="{FF2B5EF4-FFF2-40B4-BE49-F238E27FC236}">
                    <a16:creationId xmlns:a16="http://schemas.microsoft.com/office/drawing/2014/main" id="{17BD9A0B-18C8-173C-24A1-7675104DC660}"/>
                  </a:ext>
                </a:extLst>
              </p:cNvPr>
              <p:cNvGrpSpPr/>
              <p:nvPr userDrawn="1"/>
            </p:nvGrpSpPr>
            <p:grpSpPr>
              <a:xfrm>
                <a:off x="-2916763" y="460171"/>
                <a:ext cx="268738" cy="248381"/>
                <a:chOff x="-2916763" y="460171"/>
                <a:chExt cx="268738" cy="248381"/>
              </a:xfrm>
            </p:grpSpPr>
            <p:sp>
              <p:nvSpPr>
                <p:cNvPr id="156" name="Rechthoek 155">
                  <a:extLst>
                    <a:ext uri="{FF2B5EF4-FFF2-40B4-BE49-F238E27FC236}">
                      <a16:creationId xmlns:a16="http://schemas.microsoft.com/office/drawing/2014/main" id="{F07C8147-C603-438A-D032-68C5469EA386}"/>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en-GB" sz="1050" b="0" noProof="0" dirty="0">
                    <a:solidFill>
                      <a:srgbClr val="211F26"/>
                    </a:solidFill>
                    <a:latin typeface="Calibri" panose="020F0502020204030204" pitchFamily="34" charset="0"/>
                    <a:cs typeface="Calibri" panose="020F0502020204030204" pitchFamily="34" charset="0"/>
                  </a:endParaRPr>
                </a:p>
              </p:txBody>
            </p:sp>
            <p:grpSp>
              <p:nvGrpSpPr>
                <p:cNvPr id="157" name="Groep 156">
                  <a:extLst>
                    <a:ext uri="{FF2B5EF4-FFF2-40B4-BE49-F238E27FC236}">
                      <a16:creationId xmlns:a16="http://schemas.microsoft.com/office/drawing/2014/main" id="{568D6B0C-F200-D011-E21B-FD981F5121C6}"/>
                    </a:ext>
                  </a:extLst>
                </p:cNvPr>
                <p:cNvGrpSpPr/>
                <p:nvPr userDrawn="1"/>
              </p:nvGrpSpPr>
              <p:grpSpPr>
                <a:xfrm>
                  <a:off x="-2866744" y="518074"/>
                  <a:ext cx="168701" cy="132575"/>
                  <a:chOff x="-2866744" y="518074"/>
                  <a:chExt cx="168701" cy="132575"/>
                </a:xfrm>
              </p:grpSpPr>
              <p:cxnSp>
                <p:nvCxnSpPr>
                  <p:cNvPr id="159" name="Rechte verbindingslijn 158">
                    <a:extLst>
                      <a:ext uri="{FF2B5EF4-FFF2-40B4-BE49-F238E27FC236}">
                        <a16:creationId xmlns:a16="http://schemas.microsoft.com/office/drawing/2014/main" id="{3FBFE736-F1EE-57D9-E26E-9C2B37070DE9}"/>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160" name="Rechte verbindingslijn 159">
                    <a:extLst>
                      <a:ext uri="{FF2B5EF4-FFF2-40B4-BE49-F238E27FC236}">
                        <a16:creationId xmlns:a16="http://schemas.microsoft.com/office/drawing/2014/main" id="{F0232287-13EB-4C65-6AB6-2A77465F8F89}"/>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161" name="Rechte verbindingslijn 160">
                    <a:extLst>
                      <a:ext uri="{FF2B5EF4-FFF2-40B4-BE49-F238E27FC236}">
                        <a16:creationId xmlns:a16="http://schemas.microsoft.com/office/drawing/2014/main" id="{BB2C1709-3C6A-4A88-B7C3-3C671F0ECB84}"/>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162" name="Rechte verbindingslijn 161">
                    <a:extLst>
                      <a:ext uri="{FF2B5EF4-FFF2-40B4-BE49-F238E27FC236}">
                        <a16:creationId xmlns:a16="http://schemas.microsoft.com/office/drawing/2014/main" id="{C6E429EF-6BD0-2BC1-C138-F1E5F1C5928E}"/>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163" name="Rechte verbindingslijn 162">
                    <a:extLst>
                      <a:ext uri="{FF2B5EF4-FFF2-40B4-BE49-F238E27FC236}">
                        <a16:creationId xmlns:a16="http://schemas.microsoft.com/office/drawing/2014/main" id="{C8F5ABE5-1AD2-C3DC-45EA-BCB4BC13E207}"/>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158" name="Pijl: rechts 157">
                  <a:extLst>
                    <a:ext uri="{FF2B5EF4-FFF2-40B4-BE49-F238E27FC236}">
                      <a16:creationId xmlns:a16="http://schemas.microsoft.com/office/drawing/2014/main" id="{6BE4381B-361D-84EE-6F40-DEBAC43F96A7}"/>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grpSp>
          <p:nvGrpSpPr>
            <p:cNvPr id="140" name="Groep 139">
              <a:extLst>
                <a:ext uri="{FF2B5EF4-FFF2-40B4-BE49-F238E27FC236}">
                  <a16:creationId xmlns:a16="http://schemas.microsoft.com/office/drawing/2014/main" id="{6D821942-D9D2-37CC-B2C4-1641D37AD792}"/>
                </a:ext>
              </a:extLst>
            </p:cNvPr>
            <p:cNvGrpSpPr/>
            <p:nvPr userDrawn="1"/>
          </p:nvGrpSpPr>
          <p:grpSpPr>
            <a:xfrm>
              <a:off x="-938434" y="4663037"/>
              <a:ext cx="627798" cy="576693"/>
              <a:chOff x="-1753862" y="6112775"/>
              <a:chExt cx="759635" cy="697798"/>
            </a:xfrm>
          </p:grpSpPr>
          <p:grpSp>
            <p:nvGrpSpPr>
              <p:cNvPr id="141" name="Inspireren">
                <a:extLst>
                  <a:ext uri="{FF2B5EF4-FFF2-40B4-BE49-F238E27FC236}">
                    <a16:creationId xmlns:a16="http://schemas.microsoft.com/office/drawing/2014/main" id="{5EAF2DEF-445A-66B3-9B29-531C14308092}"/>
                  </a:ext>
                </a:extLst>
              </p:cNvPr>
              <p:cNvGrpSpPr>
                <a:grpSpLocks noChangeAspect="1"/>
              </p:cNvGrpSpPr>
              <p:nvPr userDrawn="1"/>
            </p:nvGrpSpPr>
            <p:grpSpPr bwMode="auto">
              <a:xfrm>
                <a:off x="-1484858" y="6112775"/>
                <a:ext cx="205431" cy="293286"/>
                <a:chOff x="4768" y="2783"/>
                <a:chExt cx="788" cy="1125"/>
              </a:xfrm>
              <a:gradFill>
                <a:gsLst>
                  <a:gs pos="0">
                    <a:srgbClr val="9D9FA1"/>
                  </a:gs>
                  <a:gs pos="70000">
                    <a:srgbClr val="211F26"/>
                  </a:gs>
                </a:gsLst>
                <a:lin ang="2700000" scaled="0"/>
              </a:gradFill>
            </p:grpSpPr>
            <p:sp>
              <p:nvSpPr>
                <p:cNvPr id="143" name="Freeform 12">
                  <a:extLst>
                    <a:ext uri="{FF2B5EF4-FFF2-40B4-BE49-F238E27FC236}">
                      <a16:creationId xmlns:a16="http://schemas.microsoft.com/office/drawing/2014/main" id="{065B69A0-5F61-891D-D35C-833B4A11C1D6}"/>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144" name="Freeform 13">
                  <a:extLst>
                    <a:ext uri="{FF2B5EF4-FFF2-40B4-BE49-F238E27FC236}">
                      <a16:creationId xmlns:a16="http://schemas.microsoft.com/office/drawing/2014/main" id="{9A0D9823-A76C-D654-F4EB-C1C769F46C8F}"/>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145" name="Freeform 14">
                  <a:extLst>
                    <a:ext uri="{FF2B5EF4-FFF2-40B4-BE49-F238E27FC236}">
                      <a16:creationId xmlns:a16="http://schemas.microsoft.com/office/drawing/2014/main" id="{9A163A19-49E2-D201-A9E5-704E578353DE}"/>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142" name="Tekstvak 141">
                <a:extLst>
                  <a:ext uri="{FF2B5EF4-FFF2-40B4-BE49-F238E27FC236}">
                    <a16:creationId xmlns:a16="http://schemas.microsoft.com/office/drawing/2014/main" id="{5B71E043-96A4-1713-1B53-2C7DDEDD7794}"/>
                  </a:ext>
                </a:extLst>
              </p:cNvPr>
              <p:cNvSpPr txBox="1"/>
              <p:nvPr userDrawn="1"/>
            </p:nvSpPr>
            <p:spPr>
              <a:xfrm>
                <a:off x="-1753862" y="6420664"/>
                <a:ext cx="759635" cy="38990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grpSp>
      <p:sp>
        <p:nvSpPr>
          <p:cNvPr id="189" name="Rectangle 188">
            <a:extLst>
              <a:ext uri="{FF2B5EF4-FFF2-40B4-BE49-F238E27FC236}">
                <a16:creationId xmlns:a16="http://schemas.microsoft.com/office/drawing/2014/main" id="{C9969C74-7E5F-5866-21E8-DA99A16A9F16}"/>
              </a:ext>
            </a:extLst>
          </p:cNvPr>
          <p:cNvSpPr/>
          <p:nvPr userDrawn="1"/>
        </p:nvSpPr>
        <p:spPr>
          <a:xfrm>
            <a:off x="718666" y="-1"/>
            <a:ext cx="10751096" cy="3736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r>
              <a:rPr lang="en-US" sz="1600" dirty="0"/>
              <a:t>Objective | Background | Methods | Results | Conclusions</a:t>
            </a:r>
            <a:endParaRPr lang="LID4096" sz="1600" dirty="0" err="1"/>
          </a:p>
        </p:txBody>
      </p:sp>
    </p:spTree>
    <p:extLst>
      <p:ext uri="{BB962C8B-B14F-4D97-AF65-F5344CB8AC3E}">
        <p14:creationId xmlns:p14="http://schemas.microsoft.com/office/powerpoint/2010/main" val="104119749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091338-B78F-4C9D-8081-A0FCD7101C99}"/>
              </a:ext>
            </a:extLst>
          </p:cNvPr>
          <p:cNvSpPr>
            <a:spLocks noGrp="1"/>
          </p:cNvSpPr>
          <p:nvPr>
            <p:ph type="title" hasCustomPrompt="1"/>
          </p:nvPr>
        </p:nvSpPr>
        <p:spPr/>
        <p:txBody>
          <a:bodyPr/>
          <a:lstStyle/>
          <a:p>
            <a:r>
              <a:rPr lang="en-GB" noProof="0" dirty="0"/>
              <a:t>Title goes here</a:t>
            </a:r>
          </a:p>
        </p:txBody>
      </p:sp>
      <p:sp>
        <p:nvSpPr>
          <p:cNvPr id="17" name="Tijdelijke aanduiding voor tabel 16">
            <a:extLst>
              <a:ext uri="{FF2B5EF4-FFF2-40B4-BE49-F238E27FC236}">
                <a16:creationId xmlns:a16="http://schemas.microsoft.com/office/drawing/2014/main" id="{AC3E0255-315C-47D9-A8A2-220D1CB08F50}"/>
              </a:ext>
            </a:extLst>
          </p:cNvPr>
          <p:cNvSpPr>
            <a:spLocks noGrp="1"/>
          </p:cNvSpPr>
          <p:nvPr>
            <p:ph type="tbl" sz="quarter" idx="13" hasCustomPrompt="1"/>
          </p:nvPr>
        </p:nvSpPr>
        <p:spPr>
          <a:xfrm>
            <a:off x="723000" y="1565275"/>
            <a:ext cx="10746000" cy="4435475"/>
          </a:xfrm>
          <a:solidFill>
            <a:schemeClr val="bg1">
              <a:lumMod val="95000"/>
            </a:schemeClr>
          </a:solid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dirty="0"/>
              <a:t>Click on the icon below</a:t>
            </a:r>
            <a:br>
              <a:rPr lang="en-GB" dirty="0"/>
            </a:br>
            <a:r>
              <a:rPr lang="en-GB" dirty="0"/>
              <a:t>to insert a table</a:t>
            </a:r>
          </a:p>
        </p:txBody>
      </p:sp>
      <p:sp>
        <p:nvSpPr>
          <p:cNvPr id="8" name="Rechthoek 7">
            <a:extLst>
              <a:ext uri="{FF2B5EF4-FFF2-40B4-BE49-F238E27FC236}">
                <a16:creationId xmlns:a16="http://schemas.microsoft.com/office/drawing/2014/main" id="{02FC7157-BDBD-4338-9C83-079E45D53067}"/>
              </a:ext>
            </a:extLst>
          </p:cNvPr>
          <p:cNvSpPr/>
          <p:nvPr userDrawn="1"/>
        </p:nvSpPr>
        <p:spPr>
          <a:xfrm>
            <a:off x="0" y="-441330"/>
            <a:ext cx="585610"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en-GB" sz="1800" b="1" cap="none" baseline="0" noProof="0" dirty="0">
                <a:solidFill>
                  <a:schemeClr val="accent1"/>
                </a:solidFill>
                <a:latin typeface="+mj-lt"/>
              </a:rPr>
              <a:t>Table</a:t>
            </a:r>
          </a:p>
        </p:txBody>
      </p:sp>
      <p:sp>
        <p:nvSpPr>
          <p:cNvPr id="3" name="Tijdelijke aanduiding voor datum 2">
            <a:extLst>
              <a:ext uri="{FF2B5EF4-FFF2-40B4-BE49-F238E27FC236}">
                <a16:creationId xmlns:a16="http://schemas.microsoft.com/office/drawing/2014/main" id="{939B92A0-6A1A-48FD-9DE6-B4526A0F6820}"/>
              </a:ext>
            </a:extLst>
          </p:cNvPr>
          <p:cNvSpPr>
            <a:spLocks noGrp="1"/>
          </p:cNvSpPr>
          <p:nvPr>
            <p:ph type="dt" sz="half" idx="14"/>
          </p:nvPr>
        </p:nvSpPr>
        <p:spPr/>
        <p:txBody>
          <a:bodyPr/>
          <a:lstStyle/>
          <a:p>
            <a:r>
              <a:rPr lang="LID4096"/>
              <a:t>08/30/2024</a:t>
            </a:r>
            <a:endParaRPr lang="en-GB" dirty="0"/>
          </a:p>
        </p:txBody>
      </p:sp>
      <p:sp>
        <p:nvSpPr>
          <p:cNvPr id="5" name="Tijdelijke aanduiding voor dianummer 4">
            <a:extLst>
              <a:ext uri="{FF2B5EF4-FFF2-40B4-BE49-F238E27FC236}">
                <a16:creationId xmlns:a16="http://schemas.microsoft.com/office/drawing/2014/main" id="{439C9CDC-BA47-4EE3-AB72-1B052FAD6FB1}"/>
              </a:ext>
            </a:extLst>
          </p:cNvPr>
          <p:cNvSpPr>
            <a:spLocks noGrp="1"/>
          </p:cNvSpPr>
          <p:nvPr>
            <p:ph type="sldNum" sz="quarter" idx="16"/>
          </p:nvPr>
        </p:nvSpPr>
        <p:spPr/>
        <p:txBody>
          <a:bodyPr/>
          <a:lstStyle/>
          <a:p>
            <a:fld id="{9E843DB9-9987-4157-AB9C-CEA8D7D910BB}" type="slidenum">
              <a:rPr lang="en-GB" smtClean="0"/>
              <a:pPr/>
              <a:t>‹#›</a:t>
            </a:fld>
            <a:endParaRPr lang="en-GB" dirty="0"/>
          </a:p>
        </p:txBody>
      </p:sp>
      <p:grpSp>
        <p:nvGrpSpPr>
          <p:cNvPr id="4" name="INSTRUCTION">
            <a:extLst>
              <a:ext uri="{FF2B5EF4-FFF2-40B4-BE49-F238E27FC236}">
                <a16:creationId xmlns:a16="http://schemas.microsoft.com/office/drawing/2014/main" id="{EC699F33-2E3A-FFCF-4DD5-9921CA75F019}"/>
              </a:ext>
            </a:extLst>
          </p:cNvPr>
          <p:cNvGrpSpPr/>
          <p:nvPr userDrawn="1"/>
        </p:nvGrpSpPr>
        <p:grpSpPr>
          <a:xfrm>
            <a:off x="-3786437" y="-12068"/>
            <a:ext cx="3693386" cy="6705423"/>
            <a:chOff x="-3786437" y="-12068"/>
            <a:chExt cx="3693386" cy="6705423"/>
          </a:xfrm>
        </p:grpSpPr>
        <p:grpSp>
          <p:nvGrpSpPr>
            <p:cNvPr id="6" name="Groep 5">
              <a:extLst>
                <a:ext uri="{FF2B5EF4-FFF2-40B4-BE49-F238E27FC236}">
                  <a16:creationId xmlns:a16="http://schemas.microsoft.com/office/drawing/2014/main" id="{0FBDA47F-B83A-18DA-F700-13A5BBB09046}"/>
                </a:ext>
              </a:extLst>
            </p:cNvPr>
            <p:cNvGrpSpPr/>
            <p:nvPr userDrawn="1"/>
          </p:nvGrpSpPr>
          <p:grpSpPr>
            <a:xfrm>
              <a:off x="-3784148" y="-12068"/>
              <a:ext cx="3592800" cy="3238700"/>
              <a:chOff x="-3784148" y="-12068"/>
              <a:chExt cx="3592800" cy="3238700"/>
            </a:xfrm>
          </p:grpSpPr>
          <p:sp>
            <p:nvSpPr>
              <p:cNvPr id="80" name="Rechthoek 79">
                <a:extLst>
                  <a:ext uri="{FF2B5EF4-FFF2-40B4-BE49-F238E27FC236}">
                    <a16:creationId xmlns:a16="http://schemas.microsoft.com/office/drawing/2014/main" id="{7A52D25F-2C5A-7F04-0A84-DBDCC730D2EB}"/>
                  </a:ext>
                </a:extLst>
              </p:cNvPr>
              <p:cNvSpPr/>
              <p:nvPr userDrawn="1"/>
            </p:nvSpPr>
            <p:spPr>
              <a:xfrm>
                <a:off x="-3784148" y="-12068"/>
                <a:ext cx="3592800" cy="3238700"/>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Format Table</a:t>
                </a:r>
              </a:p>
            </p:txBody>
          </p:sp>
          <p:sp>
            <p:nvSpPr>
              <p:cNvPr id="81" name="Ovaal 80">
                <a:extLst>
                  <a:ext uri="{FF2B5EF4-FFF2-40B4-BE49-F238E27FC236}">
                    <a16:creationId xmlns:a16="http://schemas.microsoft.com/office/drawing/2014/main" id="{4C0D95F2-46B5-9570-352D-D03EE13FDFFA}"/>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82" name="Rechthoek 81">
                <a:extLst>
                  <a:ext uri="{FF2B5EF4-FFF2-40B4-BE49-F238E27FC236}">
                    <a16:creationId xmlns:a16="http://schemas.microsoft.com/office/drawing/2014/main" id="{123771F7-65DB-21C8-F669-CBDD2137E36B}"/>
                  </a:ext>
                </a:extLst>
              </p:cNvPr>
              <p:cNvSpPr/>
              <p:nvPr userDrawn="1"/>
            </p:nvSpPr>
            <p:spPr>
              <a:xfrm>
                <a:off x="-3319415" y="465324"/>
                <a:ext cx="2944682" cy="49950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When you want to change the lay-out of the table, select the preferred part of the table and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‘Format’.</a:t>
                </a:r>
                <a:endPar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grpSp>
            <p:nvGrpSpPr>
              <p:cNvPr id="83" name="Groep 82">
                <a:extLst>
                  <a:ext uri="{FF2B5EF4-FFF2-40B4-BE49-F238E27FC236}">
                    <a16:creationId xmlns:a16="http://schemas.microsoft.com/office/drawing/2014/main" id="{2BE55E1A-DA73-1985-BD57-EBE0EC8A75A9}"/>
                  </a:ext>
                </a:extLst>
              </p:cNvPr>
              <p:cNvGrpSpPr/>
              <p:nvPr userDrawn="1"/>
            </p:nvGrpSpPr>
            <p:grpSpPr>
              <a:xfrm>
                <a:off x="-3312582" y="1060763"/>
                <a:ext cx="576000" cy="246597"/>
                <a:chOff x="-3312582" y="1060763"/>
                <a:chExt cx="576000" cy="246597"/>
              </a:xfrm>
            </p:grpSpPr>
            <p:sp>
              <p:nvSpPr>
                <p:cNvPr id="102" name="Rechthoek 101">
                  <a:extLst>
                    <a:ext uri="{FF2B5EF4-FFF2-40B4-BE49-F238E27FC236}">
                      <a16:creationId xmlns:a16="http://schemas.microsoft.com/office/drawing/2014/main" id="{B9303409-EC86-717A-50C3-F0F44EB3C73A}"/>
                    </a:ext>
                  </a:extLst>
                </p:cNvPr>
                <p:cNvSpPr/>
                <p:nvPr userDrawn="1"/>
              </p:nvSpPr>
              <p:spPr>
                <a:xfrm>
                  <a:off x="-3312582" y="1060763"/>
                  <a:ext cx="576000" cy="215451"/>
                </a:xfrm>
                <a:prstGeom prst="rect">
                  <a:avLst/>
                </a:prstGeom>
                <a:solidFill>
                  <a:srgbClr val="F8F8F8"/>
                </a:solidFill>
                <a:ln w="63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en-GB" sz="1050" b="1" noProof="0" dirty="0">
                      <a:solidFill>
                        <a:srgbClr val="B74629"/>
                      </a:solidFill>
                      <a:latin typeface="Calibri" panose="020F0502020204030204" pitchFamily="34" charset="0"/>
                      <a:cs typeface="Calibri" panose="020F0502020204030204" pitchFamily="34" charset="0"/>
                    </a:rPr>
                    <a:t>Format</a:t>
                  </a:r>
                </a:p>
              </p:txBody>
            </p:sp>
            <p:sp>
              <p:nvSpPr>
                <p:cNvPr id="103" name="Rechthoek 102">
                  <a:extLst>
                    <a:ext uri="{FF2B5EF4-FFF2-40B4-BE49-F238E27FC236}">
                      <a16:creationId xmlns:a16="http://schemas.microsoft.com/office/drawing/2014/main" id="{AFB386F7-6D8D-79A9-FDA5-E654612A4BE6}"/>
                    </a:ext>
                  </a:extLst>
                </p:cNvPr>
                <p:cNvSpPr/>
                <p:nvPr userDrawn="1"/>
              </p:nvSpPr>
              <p:spPr>
                <a:xfrm>
                  <a:off x="-3312582" y="1280189"/>
                  <a:ext cx="576000"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sp>
            <p:nvSpPr>
              <p:cNvPr id="84" name="Ovaal 83">
                <a:extLst>
                  <a:ext uri="{FF2B5EF4-FFF2-40B4-BE49-F238E27FC236}">
                    <a16:creationId xmlns:a16="http://schemas.microsoft.com/office/drawing/2014/main" id="{ABC12566-DBD7-E2E4-8110-1FAF3D4C52DB}"/>
                  </a:ext>
                </a:extLst>
              </p:cNvPr>
              <p:cNvSpPr/>
              <p:nvPr userDrawn="1"/>
            </p:nvSpPr>
            <p:spPr>
              <a:xfrm>
                <a:off x="-3603587" y="1493635"/>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85" name="Rechthoek 84">
                <a:extLst>
                  <a:ext uri="{FF2B5EF4-FFF2-40B4-BE49-F238E27FC236}">
                    <a16:creationId xmlns:a16="http://schemas.microsoft.com/office/drawing/2014/main" id="{A9BFA1F6-BF79-1F6C-2BE8-34A9A62DBB1F}"/>
                  </a:ext>
                </a:extLst>
              </p:cNvPr>
              <p:cNvSpPr/>
              <p:nvPr userDrawn="1"/>
            </p:nvSpPr>
            <p:spPr>
              <a:xfrm>
                <a:off x="-3319415" y="1493636"/>
                <a:ext cx="2944682" cy="81348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Under this tab you can choose a different fill colour at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‘Shading’</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You can choose a border format as well. Find and edit this at the section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‘Draw borders’ </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and apply this to the table by clicking 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‘Borders’.</a:t>
                </a:r>
              </a:p>
            </p:txBody>
          </p:sp>
          <p:grpSp>
            <p:nvGrpSpPr>
              <p:cNvPr id="86" name="Groep 85">
                <a:extLst>
                  <a:ext uri="{FF2B5EF4-FFF2-40B4-BE49-F238E27FC236}">
                    <a16:creationId xmlns:a16="http://schemas.microsoft.com/office/drawing/2014/main" id="{235303F0-D3C3-0E56-B360-73BF7C473E44}"/>
                  </a:ext>
                </a:extLst>
              </p:cNvPr>
              <p:cNvGrpSpPr/>
              <p:nvPr userDrawn="1"/>
            </p:nvGrpSpPr>
            <p:grpSpPr>
              <a:xfrm>
                <a:off x="-3314820" y="2412753"/>
                <a:ext cx="1026864" cy="628849"/>
                <a:chOff x="-3314820" y="2412753"/>
                <a:chExt cx="1026864" cy="628849"/>
              </a:xfrm>
            </p:grpSpPr>
            <p:sp>
              <p:nvSpPr>
                <p:cNvPr id="87" name="Rechthoek 86">
                  <a:extLst>
                    <a:ext uri="{FF2B5EF4-FFF2-40B4-BE49-F238E27FC236}">
                      <a16:creationId xmlns:a16="http://schemas.microsoft.com/office/drawing/2014/main" id="{DAB1E85E-33EE-8C13-C933-D01196320F6D}"/>
                    </a:ext>
                  </a:extLst>
                </p:cNvPr>
                <p:cNvSpPr/>
                <p:nvPr userDrawn="1"/>
              </p:nvSpPr>
              <p:spPr>
                <a:xfrm>
                  <a:off x="-3314820" y="2412753"/>
                  <a:ext cx="998435" cy="531042"/>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88" name="Rechthoek 87">
                  <a:extLst>
                    <a:ext uri="{FF2B5EF4-FFF2-40B4-BE49-F238E27FC236}">
                      <a16:creationId xmlns:a16="http://schemas.microsoft.com/office/drawing/2014/main" id="{44424B1E-2793-90F3-FFFC-76EA5A962249}"/>
                    </a:ext>
                  </a:extLst>
                </p:cNvPr>
                <p:cNvSpPr/>
                <p:nvPr userDrawn="1"/>
              </p:nvSpPr>
              <p:spPr>
                <a:xfrm>
                  <a:off x="-3304719" y="2684815"/>
                  <a:ext cx="982999" cy="254009"/>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89" name="Tekstvak 88">
                  <a:extLst>
                    <a:ext uri="{FF2B5EF4-FFF2-40B4-BE49-F238E27FC236}">
                      <a16:creationId xmlns:a16="http://schemas.microsoft.com/office/drawing/2014/main" id="{4D27574E-93DE-9D80-645A-D097A590FBDF}"/>
                    </a:ext>
                  </a:extLst>
                </p:cNvPr>
                <p:cNvSpPr txBox="1"/>
                <p:nvPr userDrawn="1"/>
              </p:nvSpPr>
              <p:spPr>
                <a:xfrm>
                  <a:off x="-3083201" y="2494002"/>
                  <a:ext cx="635803"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Shading</a:t>
                  </a:r>
                </a:p>
              </p:txBody>
            </p:sp>
            <p:sp>
              <p:nvSpPr>
                <p:cNvPr id="90" name="Vrije vorm: vorm 89">
                  <a:extLst>
                    <a:ext uri="{FF2B5EF4-FFF2-40B4-BE49-F238E27FC236}">
                      <a16:creationId xmlns:a16="http://schemas.microsoft.com/office/drawing/2014/main" id="{3411EA96-9F30-9F76-527A-AC9D44291E21}"/>
                    </a:ext>
                  </a:extLst>
                </p:cNvPr>
                <p:cNvSpPr/>
                <p:nvPr userDrawn="1"/>
              </p:nvSpPr>
              <p:spPr>
                <a:xfrm>
                  <a:off x="-2385518" y="2861602"/>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grpSp>
              <p:nvGrpSpPr>
                <p:cNvPr id="91" name="Groep 90">
                  <a:extLst>
                    <a:ext uri="{FF2B5EF4-FFF2-40B4-BE49-F238E27FC236}">
                      <a16:creationId xmlns:a16="http://schemas.microsoft.com/office/drawing/2014/main" id="{3265334F-A093-5DED-14A6-4AC6BB6ED3B4}"/>
                    </a:ext>
                  </a:extLst>
                </p:cNvPr>
                <p:cNvGrpSpPr/>
                <p:nvPr userDrawn="1"/>
              </p:nvGrpSpPr>
              <p:grpSpPr>
                <a:xfrm>
                  <a:off x="-3243855" y="2463212"/>
                  <a:ext cx="157453" cy="147831"/>
                  <a:chOff x="-899320" y="3037554"/>
                  <a:chExt cx="175977" cy="165227"/>
                </a:xfrm>
              </p:grpSpPr>
              <p:sp>
                <p:nvSpPr>
                  <p:cNvPr id="99" name="Vrije vorm: vorm 98">
                    <a:extLst>
                      <a:ext uri="{FF2B5EF4-FFF2-40B4-BE49-F238E27FC236}">
                        <a16:creationId xmlns:a16="http://schemas.microsoft.com/office/drawing/2014/main" id="{303FD4ED-7AB7-31D1-F0BC-4C82865493A4}"/>
                      </a:ext>
                    </a:extLst>
                  </p:cNvPr>
                  <p:cNvSpPr/>
                  <p:nvPr userDrawn="1"/>
                </p:nvSpPr>
                <p:spPr>
                  <a:xfrm>
                    <a:off x="-804124" y="3081338"/>
                    <a:ext cx="80781" cy="121443"/>
                  </a:xfrm>
                  <a:custGeom>
                    <a:avLst/>
                    <a:gdLst>
                      <a:gd name="connsiteX0" fmla="*/ 0 w 54768"/>
                      <a:gd name="connsiteY0" fmla="*/ 0 h 71437"/>
                      <a:gd name="connsiteX1" fmla="*/ 4762 w 54768"/>
                      <a:gd name="connsiteY1" fmla="*/ 71437 h 71437"/>
                      <a:gd name="connsiteX2" fmla="*/ 54768 w 54768"/>
                      <a:gd name="connsiteY2" fmla="*/ 4762 h 71437"/>
                      <a:gd name="connsiteX3" fmla="*/ 0 w 54768"/>
                      <a:gd name="connsiteY3" fmla="*/ 0 h 71437"/>
                      <a:gd name="connsiteX0" fmla="*/ 0 w 54768"/>
                      <a:gd name="connsiteY0" fmla="*/ 0 h 71437"/>
                      <a:gd name="connsiteX1" fmla="*/ 4762 w 54768"/>
                      <a:gd name="connsiteY1" fmla="*/ 71437 h 71437"/>
                      <a:gd name="connsiteX2" fmla="*/ 54768 w 54768"/>
                      <a:gd name="connsiteY2" fmla="*/ 4762 h 71437"/>
                      <a:gd name="connsiteX3" fmla="*/ 0 w 54768"/>
                      <a:gd name="connsiteY3" fmla="*/ 0 h 71437"/>
                      <a:gd name="connsiteX0" fmla="*/ 0 w 61912"/>
                      <a:gd name="connsiteY0" fmla="*/ 4763 h 76200"/>
                      <a:gd name="connsiteX1" fmla="*/ 4762 w 61912"/>
                      <a:gd name="connsiteY1" fmla="*/ 76200 h 76200"/>
                      <a:gd name="connsiteX2" fmla="*/ 61912 w 61912"/>
                      <a:gd name="connsiteY2" fmla="*/ 0 h 76200"/>
                      <a:gd name="connsiteX3" fmla="*/ 0 w 61912"/>
                      <a:gd name="connsiteY3" fmla="*/ 4763 h 76200"/>
                      <a:gd name="connsiteX0" fmla="*/ 0 w 61912"/>
                      <a:gd name="connsiteY0" fmla="*/ 50015 h 121452"/>
                      <a:gd name="connsiteX1" fmla="*/ 4762 w 61912"/>
                      <a:gd name="connsiteY1" fmla="*/ 121452 h 121452"/>
                      <a:gd name="connsiteX2" fmla="*/ 61912 w 61912"/>
                      <a:gd name="connsiteY2" fmla="*/ 45252 h 121452"/>
                      <a:gd name="connsiteX3" fmla="*/ 7143 w 61912"/>
                      <a:gd name="connsiteY3" fmla="*/ 9 h 121452"/>
                      <a:gd name="connsiteX4" fmla="*/ 0 w 61912"/>
                      <a:gd name="connsiteY4" fmla="*/ 50015 h 121452"/>
                      <a:gd name="connsiteX0" fmla="*/ 30217 w 92129"/>
                      <a:gd name="connsiteY0" fmla="*/ 50015 h 121452"/>
                      <a:gd name="connsiteX1" fmla="*/ 34979 w 92129"/>
                      <a:gd name="connsiteY1" fmla="*/ 121452 h 121452"/>
                      <a:gd name="connsiteX2" fmla="*/ 92129 w 92129"/>
                      <a:gd name="connsiteY2" fmla="*/ 45252 h 121452"/>
                      <a:gd name="connsiteX3" fmla="*/ 37360 w 92129"/>
                      <a:gd name="connsiteY3" fmla="*/ 9 h 121452"/>
                      <a:gd name="connsiteX4" fmla="*/ 30217 w 92129"/>
                      <a:gd name="connsiteY4" fmla="*/ 50015 h 121452"/>
                      <a:gd name="connsiteX0" fmla="*/ 30217 w 92129"/>
                      <a:gd name="connsiteY0" fmla="*/ 50006 h 121443"/>
                      <a:gd name="connsiteX1" fmla="*/ 34979 w 92129"/>
                      <a:gd name="connsiteY1" fmla="*/ 121443 h 121443"/>
                      <a:gd name="connsiteX2" fmla="*/ 92129 w 92129"/>
                      <a:gd name="connsiteY2" fmla="*/ 45243 h 121443"/>
                      <a:gd name="connsiteX3" fmla="*/ 37360 w 92129"/>
                      <a:gd name="connsiteY3" fmla="*/ 0 h 121443"/>
                      <a:gd name="connsiteX4" fmla="*/ 30217 w 92129"/>
                      <a:gd name="connsiteY4" fmla="*/ 50006 h 121443"/>
                      <a:gd name="connsiteX0" fmla="*/ 30217 w 92490"/>
                      <a:gd name="connsiteY0" fmla="*/ 50006 h 121443"/>
                      <a:gd name="connsiteX1" fmla="*/ 34979 w 92490"/>
                      <a:gd name="connsiteY1" fmla="*/ 121443 h 121443"/>
                      <a:gd name="connsiteX2" fmla="*/ 92129 w 92490"/>
                      <a:gd name="connsiteY2" fmla="*/ 45243 h 121443"/>
                      <a:gd name="connsiteX3" fmla="*/ 37360 w 92490"/>
                      <a:gd name="connsiteY3" fmla="*/ 0 h 121443"/>
                      <a:gd name="connsiteX4" fmla="*/ 30217 w 92490"/>
                      <a:gd name="connsiteY4" fmla="*/ 50006 h 121443"/>
                      <a:gd name="connsiteX0" fmla="*/ 30217 w 80781"/>
                      <a:gd name="connsiteY0" fmla="*/ 50006 h 121443"/>
                      <a:gd name="connsiteX1" fmla="*/ 34979 w 80781"/>
                      <a:gd name="connsiteY1" fmla="*/ 121443 h 121443"/>
                      <a:gd name="connsiteX2" fmla="*/ 80222 w 80781"/>
                      <a:gd name="connsiteY2" fmla="*/ 52387 h 121443"/>
                      <a:gd name="connsiteX3" fmla="*/ 37360 w 80781"/>
                      <a:gd name="connsiteY3" fmla="*/ 0 h 121443"/>
                      <a:gd name="connsiteX4" fmla="*/ 30217 w 80781"/>
                      <a:gd name="connsiteY4" fmla="*/ 50006 h 121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781" h="121443">
                        <a:moveTo>
                          <a:pt x="30217" y="50006"/>
                        </a:moveTo>
                        <a:lnTo>
                          <a:pt x="34979" y="121443"/>
                        </a:lnTo>
                        <a:lnTo>
                          <a:pt x="80222" y="52387"/>
                        </a:lnTo>
                        <a:cubicBezTo>
                          <a:pt x="84191" y="29368"/>
                          <a:pt x="66729" y="1588"/>
                          <a:pt x="37360" y="0"/>
                        </a:cubicBezTo>
                        <a:cubicBezTo>
                          <a:pt x="-43602" y="21431"/>
                          <a:pt x="32598" y="33337"/>
                          <a:pt x="30217" y="50006"/>
                        </a:cubicBezTo>
                        <a:close/>
                      </a:path>
                    </a:pathLst>
                  </a:custGeom>
                  <a:solidFill>
                    <a:srgbClr val="366FA8"/>
                  </a:solidFill>
                  <a:ln w="12700" cap="flat" cmpd="sng" algn="ctr">
                    <a:noFill/>
                    <a:prstDash val="solid"/>
                    <a:miter lim="800000"/>
                  </a:ln>
                  <a:effectLst/>
                </p:spPr>
                <p:txBody>
                  <a:bodyPr rot="0" spcFirstLastPara="0" vert="horz" wrap="square" lIns="0" tIns="0" rIns="0" bIns="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900" b="1" i="0" u="none" strike="noStrike" kern="0" cap="none" spc="0" normalizeH="0" baseline="0" noProof="0" dirty="0">
                      <a:ln>
                        <a:noFill/>
                      </a:ln>
                      <a:solidFill>
                        <a:prstClr val="black"/>
                      </a:solidFill>
                      <a:effectLst/>
                      <a:uLnTx/>
                      <a:uFillTx/>
                      <a:latin typeface="+mn-lt"/>
                      <a:ea typeface="+mn-ea"/>
                      <a:cs typeface="+mn-cs"/>
                    </a:endParaRPr>
                  </a:p>
                </p:txBody>
              </p:sp>
              <p:sp>
                <p:nvSpPr>
                  <p:cNvPr id="100" name="Rechthoek: afgeronde hoeken 99">
                    <a:extLst>
                      <a:ext uri="{FF2B5EF4-FFF2-40B4-BE49-F238E27FC236}">
                        <a16:creationId xmlns:a16="http://schemas.microsoft.com/office/drawing/2014/main" id="{106238B4-B8E2-D4DB-423F-1E960FA5DC38}"/>
                      </a:ext>
                    </a:extLst>
                  </p:cNvPr>
                  <p:cNvSpPr/>
                  <p:nvPr userDrawn="1"/>
                </p:nvSpPr>
                <p:spPr>
                  <a:xfrm rot="2903873">
                    <a:off x="-887744" y="3085651"/>
                    <a:ext cx="99751" cy="122903"/>
                  </a:xfrm>
                  <a:prstGeom prst="roundRect">
                    <a:avLst>
                      <a:gd name="adj" fmla="val 2911"/>
                    </a:avLst>
                  </a:prstGeom>
                  <a:solidFill>
                    <a:sysClr val="window" lastClr="FFFFFF"/>
                  </a:solidFill>
                  <a:ln w="12700" cap="flat" cmpd="sng" algn="ctr">
                    <a:solidFill>
                      <a:srgbClr val="818181"/>
                    </a:solidFill>
                    <a:prstDash val="solid"/>
                    <a:miter lim="800000"/>
                  </a:ln>
                  <a:effectLst/>
                </p:spPr>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marL="0" marR="0" lvl="0" indent="0" defTabSz="914400" eaLnBrk="1" fontAlgn="auto" latinLnBrk="0" hangingPunct="1">
                      <a:lnSpc>
                        <a:spcPct val="90000"/>
                      </a:lnSpc>
                      <a:spcBef>
                        <a:spcPts val="600"/>
                      </a:spcBef>
                      <a:spcAft>
                        <a:spcPts val="600"/>
                      </a:spcAft>
                      <a:buClrTx/>
                      <a:buSzTx/>
                      <a:buFontTx/>
                      <a:buNone/>
                      <a:tabLst/>
                      <a:defRPr/>
                    </a:pPr>
                    <a:endParaRPr kumimoji="0" lang="en-GB" sz="7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101" name="Vrije vorm: vorm 100">
                    <a:extLst>
                      <a:ext uri="{FF2B5EF4-FFF2-40B4-BE49-F238E27FC236}">
                        <a16:creationId xmlns:a16="http://schemas.microsoft.com/office/drawing/2014/main" id="{70FEE9CE-221F-A1A8-9CAC-3EC7A67B36EA}"/>
                      </a:ext>
                    </a:extLst>
                  </p:cNvPr>
                  <p:cNvSpPr/>
                  <p:nvPr userDrawn="1"/>
                </p:nvSpPr>
                <p:spPr>
                  <a:xfrm>
                    <a:off x="-894646" y="3037554"/>
                    <a:ext cx="64753" cy="85767"/>
                  </a:xfrm>
                  <a:custGeom>
                    <a:avLst/>
                    <a:gdLst>
                      <a:gd name="connsiteX0" fmla="*/ 0 w 52388"/>
                      <a:gd name="connsiteY0" fmla="*/ 76203 h 76203"/>
                      <a:gd name="connsiteX1" fmla="*/ 26194 w 52388"/>
                      <a:gd name="connsiteY1" fmla="*/ 3 h 76203"/>
                      <a:gd name="connsiteX2" fmla="*/ 52388 w 52388"/>
                      <a:gd name="connsiteY2" fmla="*/ 73822 h 76203"/>
                      <a:gd name="connsiteX0" fmla="*/ 0 w 52388"/>
                      <a:gd name="connsiteY0" fmla="*/ 76203 h 76203"/>
                      <a:gd name="connsiteX1" fmla="*/ 26194 w 52388"/>
                      <a:gd name="connsiteY1" fmla="*/ 3 h 76203"/>
                      <a:gd name="connsiteX2" fmla="*/ 52388 w 52388"/>
                      <a:gd name="connsiteY2" fmla="*/ 73822 h 76203"/>
                      <a:gd name="connsiteX0" fmla="*/ 0 w 46443"/>
                      <a:gd name="connsiteY0" fmla="*/ 78387 h 78387"/>
                      <a:gd name="connsiteX1" fmla="*/ 20249 w 46443"/>
                      <a:gd name="connsiteY1" fmla="*/ 11 h 78387"/>
                      <a:gd name="connsiteX2" fmla="*/ 46443 w 46443"/>
                      <a:gd name="connsiteY2" fmla="*/ 73830 h 78387"/>
                      <a:gd name="connsiteX0" fmla="*/ 135 w 46578"/>
                      <a:gd name="connsiteY0" fmla="*/ 78387 h 78387"/>
                      <a:gd name="connsiteX1" fmla="*/ 20384 w 46578"/>
                      <a:gd name="connsiteY1" fmla="*/ 11 h 78387"/>
                      <a:gd name="connsiteX2" fmla="*/ 46578 w 46578"/>
                      <a:gd name="connsiteY2" fmla="*/ 73830 h 78387"/>
                      <a:gd name="connsiteX0" fmla="*/ 295 w 46738"/>
                      <a:gd name="connsiteY0" fmla="*/ 78387 h 78387"/>
                      <a:gd name="connsiteX1" fmla="*/ 20544 w 46738"/>
                      <a:gd name="connsiteY1" fmla="*/ 11 h 78387"/>
                      <a:gd name="connsiteX2" fmla="*/ 46738 w 46738"/>
                      <a:gd name="connsiteY2" fmla="*/ 73830 h 78387"/>
                      <a:gd name="connsiteX0" fmla="*/ 127 w 39137"/>
                      <a:gd name="connsiteY0" fmla="*/ 78452 h 78452"/>
                      <a:gd name="connsiteX1" fmla="*/ 20376 w 39137"/>
                      <a:gd name="connsiteY1" fmla="*/ 76 h 78452"/>
                      <a:gd name="connsiteX2" fmla="*/ 39137 w 39137"/>
                      <a:gd name="connsiteY2" fmla="*/ 67366 h 78452"/>
                      <a:gd name="connsiteX0" fmla="*/ 127 w 39933"/>
                      <a:gd name="connsiteY0" fmla="*/ 78470 h 78470"/>
                      <a:gd name="connsiteX1" fmla="*/ 20376 w 39933"/>
                      <a:gd name="connsiteY1" fmla="*/ 94 h 78470"/>
                      <a:gd name="connsiteX2" fmla="*/ 39137 w 39933"/>
                      <a:gd name="connsiteY2" fmla="*/ 67384 h 78470"/>
                      <a:gd name="connsiteX0" fmla="*/ 219 w 40422"/>
                      <a:gd name="connsiteY0" fmla="*/ 78381 h 78381"/>
                      <a:gd name="connsiteX1" fmla="*/ 20468 w 40422"/>
                      <a:gd name="connsiteY1" fmla="*/ 5 h 78381"/>
                      <a:gd name="connsiteX2" fmla="*/ 39229 w 40422"/>
                      <a:gd name="connsiteY2" fmla="*/ 67295 h 78381"/>
                    </a:gdLst>
                    <a:ahLst/>
                    <a:cxnLst>
                      <a:cxn ang="0">
                        <a:pos x="connsiteX0" y="connsiteY0"/>
                      </a:cxn>
                      <a:cxn ang="0">
                        <a:pos x="connsiteX1" y="connsiteY1"/>
                      </a:cxn>
                      <a:cxn ang="0">
                        <a:pos x="connsiteX2" y="connsiteY2"/>
                      </a:cxn>
                    </a:cxnLst>
                    <a:rect l="l" t="t" r="r" b="b"/>
                    <a:pathLst>
                      <a:path w="40422" h="78381">
                        <a:moveTo>
                          <a:pt x="219" y="78381"/>
                        </a:moveTo>
                        <a:cubicBezTo>
                          <a:pt x="-1454" y="18717"/>
                          <a:pt x="6534" y="-324"/>
                          <a:pt x="20468" y="5"/>
                        </a:cubicBezTo>
                        <a:cubicBezTo>
                          <a:pt x="34402" y="334"/>
                          <a:pt x="43874" y="23658"/>
                          <a:pt x="39229" y="67295"/>
                        </a:cubicBezTo>
                      </a:path>
                    </a:pathLst>
                  </a:custGeom>
                  <a:noFill/>
                  <a:ln w="12700" cap="flat" cmpd="sng" algn="ctr">
                    <a:solidFill>
                      <a:srgbClr val="818181"/>
                    </a:solidFill>
                    <a:prstDash val="solid"/>
                    <a:miter lim="800000"/>
                  </a:ln>
                  <a:effectLst/>
                </p:spPr>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marL="0" marR="0" lvl="0" indent="0" defTabSz="914400" eaLnBrk="1" fontAlgn="auto" latinLnBrk="0" hangingPunct="1">
                      <a:lnSpc>
                        <a:spcPct val="90000"/>
                      </a:lnSpc>
                      <a:spcBef>
                        <a:spcPts val="600"/>
                      </a:spcBef>
                      <a:spcAft>
                        <a:spcPts val="600"/>
                      </a:spcAft>
                      <a:buClrTx/>
                      <a:buSzTx/>
                      <a:buFontTx/>
                      <a:buNone/>
                      <a:tabLst/>
                      <a:defRPr/>
                    </a:pPr>
                    <a:endParaRPr kumimoji="0" lang="en-GB" sz="7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sp>
              <p:nvSpPr>
                <p:cNvPr id="92" name="Gelijkbenige driehoek 91">
                  <a:extLst>
                    <a:ext uri="{FF2B5EF4-FFF2-40B4-BE49-F238E27FC236}">
                      <a16:creationId xmlns:a16="http://schemas.microsoft.com/office/drawing/2014/main" id="{647C3715-7D45-8EBB-3F18-F39FF96AEEA9}"/>
                    </a:ext>
                  </a:extLst>
                </p:cNvPr>
                <p:cNvSpPr/>
                <p:nvPr userDrawn="1"/>
              </p:nvSpPr>
              <p:spPr>
                <a:xfrm rot="10800000">
                  <a:off x="-2528907" y="2540201"/>
                  <a:ext cx="94890" cy="50291"/>
                </a:xfrm>
                <a:prstGeom prst="triangle">
                  <a:avLst/>
                </a:prstGeom>
                <a:solidFill>
                  <a:sysClr val="windowText" lastClr="000000"/>
                </a:solidFill>
                <a:ln w="12700" cap="flat" cmpd="sng" algn="ctr">
                  <a:noFill/>
                  <a:prstDash val="solid"/>
                  <a:miter lim="800000"/>
                </a:ln>
                <a:effectLst/>
              </p:spPr>
              <p:txBody>
                <a:bodyPr lIns="144000" tIns="144000" rIns="144000" bIns="144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100" b="0" i="0" u="none" strike="noStrike" kern="0" cap="none" spc="0" normalizeH="0" baseline="0" noProof="0" dirty="0" err="1">
                    <a:ln>
                      <a:noFill/>
                    </a:ln>
                    <a:solidFill>
                      <a:prstClr val="white"/>
                    </a:solidFill>
                    <a:effectLst/>
                    <a:uLnTx/>
                    <a:uFillTx/>
                    <a:latin typeface="+mn-lt"/>
                    <a:ea typeface="+mn-ea"/>
                    <a:cs typeface="+mn-cs"/>
                  </a:endParaRPr>
                </a:p>
              </p:txBody>
            </p:sp>
            <p:sp>
              <p:nvSpPr>
                <p:cNvPr id="93" name="Tekstvak 92">
                  <a:extLst>
                    <a:ext uri="{FF2B5EF4-FFF2-40B4-BE49-F238E27FC236}">
                      <a16:creationId xmlns:a16="http://schemas.microsoft.com/office/drawing/2014/main" id="{F8EB8F22-7AC3-22A0-41C7-813E65B9F412}"/>
                    </a:ext>
                  </a:extLst>
                </p:cNvPr>
                <p:cNvSpPr txBox="1"/>
                <p:nvPr userDrawn="1"/>
              </p:nvSpPr>
              <p:spPr>
                <a:xfrm>
                  <a:off x="-3083201" y="2750275"/>
                  <a:ext cx="635803"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Borders</a:t>
                  </a:r>
                </a:p>
              </p:txBody>
            </p:sp>
            <p:sp>
              <p:nvSpPr>
                <p:cNvPr id="94" name="Gelijkbenige driehoek 93">
                  <a:extLst>
                    <a:ext uri="{FF2B5EF4-FFF2-40B4-BE49-F238E27FC236}">
                      <a16:creationId xmlns:a16="http://schemas.microsoft.com/office/drawing/2014/main" id="{E4A208CD-C946-2DF8-AE36-A81861AC6A28}"/>
                    </a:ext>
                  </a:extLst>
                </p:cNvPr>
                <p:cNvSpPr/>
                <p:nvPr userDrawn="1"/>
              </p:nvSpPr>
              <p:spPr>
                <a:xfrm rot="10800000">
                  <a:off x="-2528907" y="2796474"/>
                  <a:ext cx="94890" cy="50291"/>
                </a:xfrm>
                <a:prstGeom prst="triangle">
                  <a:avLst/>
                </a:prstGeom>
                <a:solidFill>
                  <a:sysClr val="windowText" lastClr="000000"/>
                </a:solidFill>
                <a:ln w="12700" cap="flat" cmpd="sng" algn="ctr">
                  <a:noFill/>
                  <a:prstDash val="solid"/>
                  <a:miter lim="800000"/>
                </a:ln>
                <a:effectLst/>
              </p:spPr>
              <p:txBody>
                <a:bodyPr lIns="144000" tIns="144000" rIns="144000" bIns="144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100" b="0" i="0" u="none" strike="noStrike" kern="0" cap="none" spc="0" normalizeH="0" baseline="0" noProof="0" dirty="0" err="1">
                    <a:ln>
                      <a:noFill/>
                    </a:ln>
                    <a:solidFill>
                      <a:prstClr val="white"/>
                    </a:solidFill>
                    <a:effectLst/>
                    <a:uLnTx/>
                    <a:uFillTx/>
                    <a:latin typeface="+mn-lt"/>
                    <a:ea typeface="+mn-ea"/>
                    <a:cs typeface="+mn-cs"/>
                  </a:endParaRPr>
                </a:p>
              </p:txBody>
            </p:sp>
            <p:grpSp>
              <p:nvGrpSpPr>
                <p:cNvPr id="95" name="Groep 94">
                  <a:extLst>
                    <a:ext uri="{FF2B5EF4-FFF2-40B4-BE49-F238E27FC236}">
                      <a16:creationId xmlns:a16="http://schemas.microsoft.com/office/drawing/2014/main" id="{CEE09383-9C21-133D-EAF4-77A58861CF93}"/>
                    </a:ext>
                  </a:extLst>
                </p:cNvPr>
                <p:cNvGrpSpPr/>
                <p:nvPr userDrawn="1"/>
              </p:nvGrpSpPr>
              <p:grpSpPr>
                <a:xfrm>
                  <a:off x="-3250409" y="2732592"/>
                  <a:ext cx="164055" cy="164055"/>
                  <a:chOff x="-3258612" y="2724389"/>
                  <a:chExt cx="180460" cy="180460"/>
                </a:xfrm>
              </p:grpSpPr>
              <p:sp>
                <p:nvSpPr>
                  <p:cNvPr id="96" name="Rechthoek 95">
                    <a:extLst>
                      <a:ext uri="{FF2B5EF4-FFF2-40B4-BE49-F238E27FC236}">
                        <a16:creationId xmlns:a16="http://schemas.microsoft.com/office/drawing/2014/main" id="{B95C9AD0-68AD-FAC9-84AF-C8BC6323D3D4}"/>
                      </a:ext>
                    </a:extLst>
                  </p:cNvPr>
                  <p:cNvSpPr/>
                  <p:nvPr userDrawn="1"/>
                </p:nvSpPr>
                <p:spPr>
                  <a:xfrm>
                    <a:off x="-3258612" y="2724389"/>
                    <a:ext cx="180460" cy="180460"/>
                  </a:xfrm>
                  <a:prstGeom prst="rect">
                    <a:avLst/>
                  </a:prstGeom>
                  <a:noFill/>
                  <a:ln>
                    <a:solidFill>
                      <a:srgbClr val="81818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dirty="0" err="1">
                      <a:latin typeface="+mj-lt"/>
                    </a:endParaRPr>
                  </a:p>
                </p:txBody>
              </p:sp>
              <p:cxnSp>
                <p:nvCxnSpPr>
                  <p:cNvPr id="97" name="Rechte verbindingslijn 96">
                    <a:extLst>
                      <a:ext uri="{FF2B5EF4-FFF2-40B4-BE49-F238E27FC236}">
                        <a16:creationId xmlns:a16="http://schemas.microsoft.com/office/drawing/2014/main" id="{6B53352D-B283-C332-F775-78D3F2E41D9E}"/>
                      </a:ext>
                    </a:extLst>
                  </p:cNvPr>
                  <p:cNvCxnSpPr>
                    <a:stCxn id="96" idx="0"/>
                    <a:endCxn id="96" idx="2"/>
                  </p:cNvCxnSpPr>
                  <p:nvPr userDrawn="1"/>
                </p:nvCxnSpPr>
                <p:spPr>
                  <a:xfrm>
                    <a:off x="-3168382" y="2724389"/>
                    <a:ext cx="0" cy="180460"/>
                  </a:xfrm>
                  <a:prstGeom prst="line">
                    <a:avLst/>
                  </a:prstGeom>
                  <a:noFill/>
                  <a:ln>
                    <a:solidFill>
                      <a:srgbClr val="818181"/>
                    </a:solidFill>
                    <a:prstDash val="sysDot"/>
                  </a:ln>
                </p:spPr>
                <p:style>
                  <a:lnRef idx="2">
                    <a:schemeClr val="accent1">
                      <a:shade val="50000"/>
                    </a:schemeClr>
                  </a:lnRef>
                  <a:fillRef idx="1">
                    <a:schemeClr val="accent1"/>
                  </a:fillRef>
                  <a:effectRef idx="0">
                    <a:schemeClr val="accent1"/>
                  </a:effectRef>
                  <a:fontRef idx="minor">
                    <a:schemeClr val="lt1"/>
                  </a:fontRef>
                </p:style>
              </p:cxnSp>
              <p:cxnSp>
                <p:nvCxnSpPr>
                  <p:cNvPr id="98" name="Rechte verbindingslijn 97">
                    <a:extLst>
                      <a:ext uri="{FF2B5EF4-FFF2-40B4-BE49-F238E27FC236}">
                        <a16:creationId xmlns:a16="http://schemas.microsoft.com/office/drawing/2014/main" id="{32ECE30D-E5A4-290B-1607-8DDC89EEABC7}"/>
                      </a:ext>
                    </a:extLst>
                  </p:cNvPr>
                  <p:cNvCxnSpPr>
                    <a:stCxn id="96" idx="1"/>
                    <a:endCxn id="96" idx="3"/>
                  </p:cNvCxnSpPr>
                  <p:nvPr userDrawn="1"/>
                </p:nvCxnSpPr>
                <p:spPr>
                  <a:xfrm>
                    <a:off x="-3258612" y="2814619"/>
                    <a:ext cx="180460" cy="0"/>
                  </a:xfrm>
                  <a:prstGeom prst="line">
                    <a:avLst/>
                  </a:prstGeom>
                  <a:noFill/>
                  <a:ln>
                    <a:solidFill>
                      <a:srgbClr val="818181"/>
                    </a:solidFill>
                    <a:prstDash val="sysDot"/>
                  </a:ln>
                </p:spPr>
                <p:style>
                  <a:lnRef idx="2">
                    <a:schemeClr val="accent1">
                      <a:shade val="50000"/>
                    </a:schemeClr>
                  </a:lnRef>
                  <a:fillRef idx="1">
                    <a:schemeClr val="accent1"/>
                  </a:fillRef>
                  <a:effectRef idx="0">
                    <a:schemeClr val="accent1"/>
                  </a:effectRef>
                  <a:fontRef idx="minor">
                    <a:schemeClr val="lt1"/>
                  </a:fontRef>
                </p:style>
              </p:cxnSp>
            </p:grpSp>
          </p:grpSp>
        </p:grpSp>
        <p:grpSp>
          <p:nvGrpSpPr>
            <p:cNvPr id="7" name="Groep 6">
              <a:extLst>
                <a:ext uri="{FF2B5EF4-FFF2-40B4-BE49-F238E27FC236}">
                  <a16:creationId xmlns:a16="http://schemas.microsoft.com/office/drawing/2014/main" id="{9E89C9A6-4102-35B0-5A4B-C106C3055D6E}"/>
                </a:ext>
              </a:extLst>
            </p:cNvPr>
            <p:cNvGrpSpPr/>
            <p:nvPr userDrawn="1"/>
          </p:nvGrpSpPr>
          <p:grpSpPr>
            <a:xfrm>
              <a:off x="-3786437" y="3410167"/>
              <a:ext cx="3693386" cy="3283188"/>
              <a:chOff x="-3786437" y="3410167"/>
              <a:chExt cx="3693386" cy="3283188"/>
            </a:xfrm>
          </p:grpSpPr>
          <p:sp>
            <p:nvSpPr>
              <p:cNvPr id="9" name="Rechthoek 8">
                <a:extLst>
                  <a:ext uri="{FF2B5EF4-FFF2-40B4-BE49-F238E27FC236}">
                    <a16:creationId xmlns:a16="http://schemas.microsoft.com/office/drawing/2014/main" id="{F8DB8531-6397-1B5E-96D4-EB6EF02D0288}"/>
                  </a:ext>
                </a:extLst>
              </p:cNvPr>
              <p:cNvSpPr/>
              <p:nvPr userDrawn="1"/>
            </p:nvSpPr>
            <p:spPr>
              <a:xfrm>
                <a:off x="-3786165" y="3410167"/>
                <a:ext cx="3593091" cy="2641383"/>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Edit table</a:t>
                </a:r>
              </a:p>
            </p:txBody>
          </p:sp>
          <p:sp>
            <p:nvSpPr>
              <p:cNvPr id="10" name="Ovaal 9">
                <a:extLst>
                  <a:ext uri="{FF2B5EF4-FFF2-40B4-BE49-F238E27FC236}">
                    <a16:creationId xmlns:a16="http://schemas.microsoft.com/office/drawing/2014/main" id="{D1A27543-FC65-5389-0F97-D4B9FE87578C}"/>
                  </a:ext>
                </a:extLst>
              </p:cNvPr>
              <p:cNvSpPr/>
              <p:nvPr userDrawn="1"/>
            </p:nvSpPr>
            <p:spPr>
              <a:xfrm>
                <a:off x="-3603587" y="3874766"/>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1" name="Rechthoek 10">
                <a:extLst>
                  <a:ext uri="{FF2B5EF4-FFF2-40B4-BE49-F238E27FC236}">
                    <a16:creationId xmlns:a16="http://schemas.microsoft.com/office/drawing/2014/main" id="{91C538C4-7BF9-F13A-B9EF-99AE351A5D22}"/>
                  </a:ext>
                </a:extLst>
              </p:cNvPr>
              <p:cNvSpPr/>
              <p:nvPr userDrawn="1"/>
            </p:nvSpPr>
            <p:spPr>
              <a:xfrm>
                <a:off x="-3319416" y="3874767"/>
                <a:ext cx="3008779" cy="32768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 the preferred number of rows and/or columns of the table and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‘Layout’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12" name="Rechthoek 11">
                <a:extLst>
                  <a:ext uri="{FF2B5EF4-FFF2-40B4-BE49-F238E27FC236}">
                    <a16:creationId xmlns:a16="http://schemas.microsoft.com/office/drawing/2014/main" id="{5C1BD243-C532-E839-367F-07BF2F4C9DA4}"/>
                  </a:ext>
                </a:extLst>
              </p:cNvPr>
              <p:cNvSpPr/>
              <p:nvPr userDrawn="1"/>
            </p:nvSpPr>
            <p:spPr>
              <a:xfrm>
                <a:off x="-3786437" y="5865355"/>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grpSp>
            <p:nvGrpSpPr>
              <p:cNvPr id="13" name="ICOON_info">
                <a:extLst>
                  <a:ext uri="{FF2B5EF4-FFF2-40B4-BE49-F238E27FC236}">
                    <a16:creationId xmlns:a16="http://schemas.microsoft.com/office/drawing/2014/main" id="{1621E2C3-9457-A456-DFF8-D011DE0D0E82}"/>
                  </a:ext>
                </a:extLst>
              </p:cNvPr>
              <p:cNvGrpSpPr/>
              <p:nvPr userDrawn="1"/>
            </p:nvGrpSpPr>
            <p:grpSpPr>
              <a:xfrm>
                <a:off x="-376736" y="5729337"/>
                <a:ext cx="283685" cy="283685"/>
                <a:chOff x="-510741" y="5913713"/>
                <a:chExt cx="267555" cy="267555"/>
              </a:xfrm>
            </p:grpSpPr>
            <p:sp>
              <p:nvSpPr>
                <p:cNvPr id="78" name="Ovaal 77">
                  <a:extLst>
                    <a:ext uri="{FF2B5EF4-FFF2-40B4-BE49-F238E27FC236}">
                      <a16:creationId xmlns:a16="http://schemas.microsoft.com/office/drawing/2014/main" id="{15959421-9C7B-EA94-F251-1497C820E6D8}"/>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79" name="Graphic 163" descr="Informatie">
                  <a:extLst>
                    <a:ext uri="{FF2B5EF4-FFF2-40B4-BE49-F238E27FC236}">
                      <a16:creationId xmlns:a16="http://schemas.microsoft.com/office/drawing/2014/main" id="{FE4C9F22-3361-FD54-C28F-8BAA14DDF2B5}"/>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14" name="Groep 13">
                <a:extLst>
                  <a:ext uri="{FF2B5EF4-FFF2-40B4-BE49-F238E27FC236}">
                    <a16:creationId xmlns:a16="http://schemas.microsoft.com/office/drawing/2014/main" id="{19B710EB-DF0E-64BA-982C-487ADE5EF11A}"/>
                  </a:ext>
                </a:extLst>
              </p:cNvPr>
              <p:cNvGrpSpPr/>
              <p:nvPr userDrawn="1"/>
            </p:nvGrpSpPr>
            <p:grpSpPr>
              <a:xfrm>
                <a:off x="-938434" y="6002732"/>
                <a:ext cx="627798" cy="576693"/>
                <a:chOff x="-938434" y="4570310"/>
                <a:chExt cx="627798" cy="576693"/>
              </a:xfrm>
            </p:grpSpPr>
            <p:grpSp>
              <p:nvGrpSpPr>
                <p:cNvPr id="73" name="Inspireren">
                  <a:extLst>
                    <a:ext uri="{FF2B5EF4-FFF2-40B4-BE49-F238E27FC236}">
                      <a16:creationId xmlns:a16="http://schemas.microsoft.com/office/drawing/2014/main" id="{18419FD9-A2CE-36F3-1022-A1F896A9AC35}"/>
                    </a:ext>
                  </a:extLst>
                </p:cNvPr>
                <p:cNvGrpSpPr>
                  <a:grpSpLocks noChangeAspect="1"/>
                </p:cNvGrpSpPr>
                <p:nvPr userDrawn="1"/>
              </p:nvGrpSpPr>
              <p:grpSpPr bwMode="auto">
                <a:xfrm>
                  <a:off x="-716116" y="4570310"/>
                  <a:ext cx="169778" cy="242385"/>
                  <a:chOff x="4768" y="2783"/>
                  <a:chExt cx="788" cy="1125"/>
                </a:xfrm>
                <a:gradFill>
                  <a:gsLst>
                    <a:gs pos="0">
                      <a:srgbClr val="9D9FA1"/>
                    </a:gs>
                    <a:gs pos="70000">
                      <a:srgbClr val="211F26"/>
                    </a:gs>
                  </a:gsLst>
                  <a:lin ang="2700000" scaled="0"/>
                </a:gradFill>
              </p:grpSpPr>
              <p:sp>
                <p:nvSpPr>
                  <p:cNvPr id="75" name="Freeform 12">
                    <a:extLst>
                      <a:ext uri="{FF2B5EF4-FFF2-40B4-BE49-F238E27FC236}">
                        <a16:creationId xmlns:a16="http://schemas.microsoft.com/office/drawing/2014/main" id="{907346AB-ED60-F287-7763-A41D524A2D6A}"/>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76" name="Freeform 13">
                    <a:extLst>
                      <a:ext uri="{FF2B5EF4-FFF2-40B4-BE49-F238E27FC236}">
                        <a16:creationId xmlns:a16="http://schemas.microsoft.com/office/drawing/2014/main" id="{4BD1026C-0074-FEEA-8A80-EBB6D3AD2B5E}"/>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77" name="Freeform 14">
                    <a:extLst>
                      <a:ext uri="{FF2B5EF4-FFF2-40B4-BE49-F238E27FC236}">
                        <a16:creationId xmlns:a16="http://schemas.microsoft.com/office/drawing/2014/main" id="{7439C099-7204-283A-7293-0FA2986AAD26}"/>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74" name="Tekstvak 73">
                  <a:extLst>
                    <a:ext uri="{FF2B5EF4-FFF2-40B4-BE49-F238E27FC236}">
                      <a16:creationId xmlns:a16="http://schemas.microsoft.com/office/drawing/2014/main" id="{0E99271A-436A-94E3-4B72-491429563F74}"/>
                    </a:ext>
                  </a:extLst>
                </p:cNvPr>
                <p:cNvSpPr txBox="1"/>
                <p:nvPr userDrawn="1"/>
              </p:nvSpPr>
              <p:spPr>
                <a:xfrm>
                  <a:off x="-938434" y="4824764"/>
                  <a:ext cx="627798" cy="32223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sp>
            <p:nvSpPr>
              <p:cNvPr id="15" name="Ovaal 14">
                <a:extLst>
                  <a:ext uri="{FF2B5EF4-FFF2-40B4-BE49-F238E27FC236}">
                    <a16:creationId xmlns:a16="http://schemas.microsoft.com/office/drawing/2014/main" id="{8B62C13F-F03C-4CC2-171E-F271A906D013}"/>
                  </a:ext>
                </a:extLst>
              </p:cNvPr>
              <p:cNvSpPr/>
              <p:nvPr userDrawn="1"/>
            </p:nvSpPr>
            <p:spPr>
              <a:xfrm>
                <a:off x="-3603587" y="4396122"/>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6" name="Rechthoek 15">
                <a:extLst>
                  <a:ext uri="{FF2B5EF4-FFF2-40B4-BE49-F238E27FC236}">
                    <a16:creationId xmlns:a16="http://schemas.microsoft.com/office/drawing/2014/main" id="{48598422-7B01-30EE-BFC3-D8C732F745A3}"/>
                  </a:ext>
                </a:extLst>
              </p:cNvPr>
              <p:cNvSpPr/>
              <p:nvPr userDrawn="1"/>
            </p:nvSpPr>
            <p:spPr>
              <a:xfrm>
                <a:off x="-3319415" y="4396123"/>
                <a:ext cx="2944682" cy="495917"/>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the section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‘Rows and columns’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you can delete or add rows and columns. Choose from the variety of options:</a:t>
                </a:r>
              </a:p>
            </p:txBody>
          </p:sp>
          <p:grpSp>
            <p:nvGrpSpPr>
              <p:cNvPr id="18" name="Groep 17">
                <a:extLst>
                  <a:ext uri="{FF2B5EF4-FFF2-40B4-BE49-F238E27FC236}">
                    <a16:creationId xmlns:a16="http://schemas.microsoft.com/office/drawing/2014/main" id="{FB80292E-F5FE-5D06-2789-0A69DF85EC49}"/>
                  </a:ext>
                </a:extLst>
              </p:cNvPr>
              <p:cNvGrpSpPr/>
              <p:nvPr userDrawn="1"/>
            </p:nvGrpSpPr>
            <p:grpSpPr>
              <a:xfrm>
                <a:off x="-3415313" y="4996916"/>
                <a:ext cx="3013682" cy="673634"/>
                <a:chOff x="-3415313" y="4996916"/>
                <a:chExt cx="3013682" cy="673634"/>
              </a:xfrm>
            </p:grpSpPr>
            <p:grpSp>
              <p:nvGrpSpPr>
                <p:cNvPr id="19" name="Groep 18">
                  <a:extLst>
                    <a:ext uri="{FF2B5EF4-FFF2-40B4-BE49-F238E27FC236}">
                      <a16:creationId xmlns:a16="http://schemas.microsoft.com/office/drawing/2014/main" id="{F2F956B0-82A4-872F-30FA-CB3D17F60646}"/>
                    </a:ext>
                  </a:extLst>
                </p:cNvPr>
                <p:cNvGrpSpPr/>
                <p:nvPr userDrawn="1"/>
              </p:nvGrpSpPr>
              <p:grpSpPr>
                <a:xfrm>
                  <a:off x="-3415313" y="5041534"/>
                  <a:ext cx="761481" cy="529523"/>
                  <a:chOff x="-3492543" y="5041534"/>
                  <a:chExt cx="761481" cy="529523"/>
                </a:xfrm>
              </p:grpSpPr>
              <p:grpSp>
                <p:nvGrpSpPr>
                  <p:cNvPr id="64" name="Groep 63">
                    <a:extLst>
                      <a:ext uri="{FF2B5EF4-FFF2-40B4-BE49-F238E27FC236}">
                        <a16:creationId xmlns:a16="http://schemas.microsoft.com/office/drawing/2014/main" id="{59CAB723-C27B-C6BA-C4CA-5EB100BECCB9}"/>
                      </a:ext>
                    </a:extLst>
                  </p:cNvPr>
                  <p:cNvGrpSpPr/>
                  <p:nvPr userDrawn="1"/>
                </p:nvGrpSpPr>
                <p:grpSpPr>
                  <a:xfrm>
                    <a:off x="-3307743" y="5041534"/>
                    <a:ext cx="485596" cy="437045"/>
                    <a:chOff x="-3307743" y="4999319"/>
                    <a:chExt cx="644991" cy="580504"/>
                  </a:xfrm>
                </p:grpSpPr>
                <p:grpSp>
                  <p:nvGrpSpPr>
                    <p:cNvPr id="66" name="Groep 65">
                      <a:extLst>
                        <a:ext uri="{FF2B5EF4-FFF2-40B4-BE49-F238E27FC236}">
                          <a16:creationId xmlns:a16="http://schemas.microsoft.com/office/drawing/2014/main" id="{38316A15-2FFD-C58D-303D-6BA966ED40D3}"/>
                        </a:ext>
                      </a:extLst>
                    </p:cNvPr>
                    <p:cNvGrpSpPr/>
                    <p:nvPr userDrawn="1"/>
                  </p:nvGrpSpPr>
                  <p:grpSpPr>
                    <a:xfrm>
                      <a:off x="-3307743" y="4999319"/>
                      <a:ext cx="516835" cy="439373"/>
                      <a:chOff x="-3307743" y="4999319"/>
                      <a:chExt cx="516835" cy="439373"/>
                    </a:xfrm>
                  </p:grpSpPr>
                  <p:cxnSp>
                    <p:nvCxnSpPr>
                      <p:cNvPr id="68" name="Rechte verbindingslijn 67">
                        <a:extLst>
                          <a:ext uri="{FF2B5EF4-FFF2-40B4-BE49-F238E27FC236}">
                            <a16:creationId xmlns:a16="http://schemas.microsoft.com/office/drawing/2014/main" id="{C681DFCB-EB34-9D6B-F92B-2C6C17A85D37}"/>
                          </a:ext>
                        </a:extLst>
                      </p:cNvPr>
                      <p:cNvCxnSpPr>
                        <a:cxnSpLocks/>
                      </p:cNvCxnSpPr>
                      <p:nvPr userDrawn="1"/>
                    </p:nvCxnSpPr>
                    <p:spPr>
                      <a:xfrm>
                        <a:off x="-3307743" y="5141843"/>
                        <a:ext cx="516835" cy="0"/>
                      </a:xfrm>
                      <a:prstGeom prst="line">
                        <a:avLst/>
                      </a:prstGeom>
                      <a:ln>
                        <a:solidFill>
                          <a:srgbClr val="817F7C"/>
                        </a:solidFill>
                      </a:ln>
                    </p:spPr>
                    <p:style>
                      <a:lnRef idx="1">
                        <a:schemeClr val="accent1"/>
                      </a:lnRef>
                      <a:fillRef idx="0">
                        <a:schemeClr val="accent1"/>
                      </a:fillRef>
                      <a:effectRef idx="0">
                        <a:schemeClr val="accent1"/>
                      </a:effectRef>
                      <a:fontRef idx="minor">
                        <a:schemeClr val="tx1"/>
                      </a:fontRef>
                    </p:style>
                  </p:cxnSp>
                  <p:cxnSp>
                    <p:nvCxnSpPr>
                      <p:cNvPr id="69" name="Rechte verbindingslijn 68">
                        <a:extLst>
                          <a:ext uri="{FF2B5EF4-FFF2-40B4-BE49-F238E27FC236}">
                            <a16:creationId xmlns:a16="http://schemas.microsoft.com/office/drawing/2014/main" id="{3E59BB29-57A7-3661-C9C3-01C021453FA2}"/>
                          </a:ext>
                        </a:extLst>
                      </p:cNvPr>
                      <p:cNvCxnSpPr>
                        <a:cxnSpLocks/>
                      </p:cNvCxnSpPr>
                      <p:nvPr userDrawn="1"/>
                    </p:nvCxnSpPr>
                    <p:spPr>
                      <a:xfrm>
                        <a:off x="-3307743" y="5290267"/>
                        <a:ext cx="516835" cy="0"/>
                      </a:xfrm>
                      <a:prstGeom prst="line">
                        <a:avLst/>
                      </a:prstGeom>
                      <a:ln>
                        <a:solidFill>
                          <a:srgbClr val="817F7C"/>
                        </a:solidFill>
                      </a:ln>
                    </p:spPr>
                    <p:style>
                      <a:lnRef idx="1">
                        <a:schemeClr val="accent1"/>
                      </a:lnRef>
                      <a:fillRef idx="0">
                        <a:schemeClr val="accent1"/>
                      </a:fillRef>
                      <a:effectRef idx="0">
                        <a:schemeClr val="accent1"/>
                      </a:effectRef>
                      <a:fontRef idx="minor">
                        <a:schemeClr val="tx1"/>
                      </a:fontRef>
                    </p:style>
                  </p:cxnSp>
                  <p:cxnSp>
                    <p:nvCxnSpPr>
                      <p:cNvPr id="70" name="Rechte verbindingslijn 69">
                        <a:extLst>
                          <a:ext uri="{FF2B5EF4-FFF2-40B4-BE49-F238E27FC236}">
                            <a16:creationId xmlns:a16="http://schemas.microsoft.com/office/drawing/2014/main" id="{7D58EBCC-EDBF-3EB6-D5A1-BDE0A7E46BBF}"/>
                          </a:ext>
                        </a:extLst>
                      </p:cNvPr>
                      <p:cNvCxnSpPr>
                        <a:cxnSpLocks/>
                      </p:cNvCxnSpPr>
                      <p:nvPr userDrawn="1"/>
                    </p:nvCxnSpPr>
                    <p:spPr>
                      <a:xfrm flipH="1">
                        <a:off x="-2969743" y="4999319"/>
                        <a:ext cx="1394" cy="439373"/>
                      </a:xfrm>
                      <a:prstGeom prst="line">
                        <a:avLst/>
                      </a:prstGeom>
                      <a:ln>
                        <a:solidFill>
                          <a:srgbClr val="817F7C"/>
                        </a:solidFill>
                      </a:ln>
                    </p:spPr>
                    <p:style>
                      <a:lnRef idx="1">
                        <a:schemeClr val="accent1"/>
                      </a:lnRef>
                      <a:fillRef idx="0">
                        <a:schemeClr val="accent1"/>
                      </a:fillRef>
                      <a:effectRef idx="0">
                        <a:schemeClr val="accent1"/>
                      </a:effectRef>
                      <a:fontRef idx="minor">
                        <a:schemeClr val="tx1"/>
                      </a:fontRef>
                    </p:style>
                  </p:cxnSp>
                  <p:cxnSp>
                    <p:nvCxnSpPr>
                      <p:cNvPr id="71" name="Rechte verbindingslijn 70">
                        <a:extLst>
                          <a:ext uri="{FF2B5EF4-FFF2-40B4-BE49-F238E27FC236}">
                            <a16:creationId xmlns:a16="http://schemas.microsoft.com/office/drawing/2014/main" id="{2F2F9795-F5A1-ED56-8C45-5769D255C498}"/>
                          </a:ext>
                        </a:extLst>
                      </p:cNvPr>
                      <p:cNvCxnSpPr>
                        <a:cxnSpLocks/>
                      </p:cNvCxnSpPr>
                      <p:nvPr userDrawn="1"/>
                    </p:nvCxnSpPr>
                    <p:spPr>
                      <a:xfrm flipH="1">
                        <a:off x="-3142021" y="4999319"/>
                        <a:ext cx="1394" cy="439373"/>
                      </a:xfrm>
                      <a:prstGeom prst="line">
                        <a:avLst/>
                      </a:prstGeom>
                      <a:ln>
                        <a:solidFill>
                          <a:srgbClr val="817F7C"/>
                        </a:solidFill>
                      </a:ln>
                    </p:spPr>
                    <p:style>
                      <a:lnRef idx="1">
                        <a:schemeClr val="accent1"/>
                      </a:lnRef>
                      <a:fillRef idx="0">
                        <a:schemeClr val="accent1"/>
                      </a:fillRef>
                      <a:effectRef idx="0">
                        <a:schemeClr val="accent1"/>
                      </a:effectRef>
                      <a:fontRef idx="minor">
                        <a:schemeClr val="tx1"/>
                      </a:fontRef>
                    </p:style>
                  </p:cxnSp>
                  <p:sp>
                    <p:nvSpPr>
                      <p:cNvPr id="72" name="Rechthoek 71">
                        <a:extLst>
                          <a:ext uri="{FF2B5EF4-FFF2-40B4-BE49-F238E27FC236}">
                            <a16:creationId xmlns:a16="http://schemas.microsoft.com/office/drawing/2014/main" id="{C849D03C-6BB4-2584-226D-215A47F989C1}"/>
                          </a:ext>
                        </a:extLst>
                      </p:cNvPr>
                      <p:cNvSpPr/>
                      <p:nvPr userDrawn="1"/>
                    </p:nvSpPr>
                    <p:spPr>
                      <a:xfrm>
                        <a:off x="-3304719" y="4999319"/>
                        <a:ext cx="513811" cy="439373"/>
                      </a:xfrm>
                      <a:prstGeom prst="rect">
                        <a:avLst/>
                      </a:prstGeom>
                      <a:noFill/>
                      <a:ln w="12700">
                        <a:solidFill>
                          <a:srgbClr val="6C6C6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GB" sz="2400" dirty="0" err="1">
                          <a:solidFill>
                            <a:schemeClr val="accent1"/>
                          </a:solidFill>
                          <a:latin typeface="Calibri" panose="020F0502020204030204" pitchFamily="34" charset="0"/>
                          <a:cs typeface="Calibri" panose="020F0502020204030204" pitchFamily="34" charset="0"/>
                        </a:endParaRPr>
                      </a:p>
                    </p:txBody>
                  </p:sp>
                </p:grpSp>
                <p:sp>
                  <p:nvSpPr>
                    <p:cNvPr id="67" name="Vrije vorm: vorm 66">
                      <a:extLst>
                        <a:ext uri="{FF2B5EF4-FFF2-40B4-BE49-F238E27FC236}">
                          <a16:creationId xmlns:a16="http://schemas.microsoft.com/office/drawing/2014/main" id="{815CC136-4C16-C028-80CE-D040A91B36AF}"/>
                        </a:ext>
                      </a:extLst>
                    </p:cNvPr>
                    <p:cNvSpPr/>
                    <p:nvPr userDrawn="1"/>
                  </p:nvSpPr>
                  <p:spPr>
                    <a:xfrm rot="2700000">
                      <a:off x="-3022752" y="5219823"/>
                      <a:ext cx="360000" cy="360000"/>
                    </a:xfrm>
                    <a:custGeom>
                      <a:avLst/>
                      <a:gdLst>
                        <a:gd name="connsiteX0" fmla="*/ 7908 w 360000"/>
                        <a:gd name="connsiteY0" fmla="*/ 160908 h 360000"/>
                        <a:gd name="connsiteX1" fmla="*/ 27000 w 360000"/>
                        <a:gd name="connsiteY1" fmla="*/ 153000 h 360000"/>
                        <a:gd name="connsiteX2" fmla="*/ 153000 w 360000"/>
                        <a:gd name="connsiteY2" fmla="*/ 153000 h 360000"/>
                        <a:gd name="connsiteX3" fmla="*/ 153000 w 360000"/>
                        <a:gd name="connsiteY3" fmla="*/ 27000 h 360000"/>
                        <a:gd name="connsiteX4" fmla="*/ 180000 w 360000"/>
                        <a:gd name="connsiteY4" fmla="*/ 0 h 360000"/>
                        <a:gd name="connsiteX5" fmla="*/ 207000 w 360000"/>
                        <a:gd name="connsiteY5" fmla="*/ 27000 h 360000"/>
                        <a:gd name="connsiteX6" fmla="*/ 207000 w 360000"/>
                        <a:gd name="connsiteY6" fmla="*/ 153000 h 360000"/>
                        <a:gd name="connsiteX7" fmla="*/ 333000 w 360000"/>
                        <a:gd name="connsiteY7" fmla="*/ 153000 h 360000"/>
                        <a:gd name="connsiteX8" fmla="*/ 360000 w 360000"/>
                        <a:gd name="connsiteY8" fmla="*/ 180000 h 360000"/>
                        <a:gd name="connsiteX9" fmla="*/ 333000 w 360000"/>
                        <a:gd name="connsiteY9" fmla="*/ 207000 h 360000"/>
                        <a:gd name="connsiteX10" fmla="*/ 207000 w 360000"/>
                        <a:gd name="connsiteY10" fmla="*/ 207000 h 360000"/>
                        <a:gd name="connsiteX11" fmla="*/ 207000 w 360000"/>
                        <a:gd name="connsiteY11" fmla="*/ 333000 h 360000"/>
                        <a:gd name="connsiteX12" fmla="*/ 180000 w 360000"/>
                        <a:gd name="connsiteY12" fmla="*/ 360000 h 360000"/>
                        <a:gd name="connsiteX13" fmla="*/ 153000 w 360000"/>
                        <a:gd name="connsiteY13" fmla="*/ 333000 h 360000"/>
                        <a:gd name="connsiteX14" fmla="*/ 153000 w 360000"/>
                        <a:gd name="connsiteY14" fmla="*/ 207000 h 360000"/>
                        <a:gd name="connsiteX15" fmla="*/ 27000 w 360000"/>
                        <a:gd name="connsiteY15" fmla="*/ 207000 h 360000"/>
                        <a:gd name="connsiteX16" fmla="*/ 0 w 360000"/>
                        <a:gd name="connsiteY16" fmla="*/ 180000 h 360000"/>
                        <a:gd name="connsiteX17" fmla="*/ 7908 w 360000"/>
                        <a:gd name="connsiteY17" fmla="*/ 160908 h 3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0000" h="360000">
                          <a:moveTo>
                            <a:pt x="7908" y="160908"/>
                          </a:moveTo>
                          <a:cubicBezTo>
                            <a:pt x="12794" y="156022"/>
                            <a:pt x="19544" y="153000"/>
                            <a:pt x="27000" y="153000"/>
                          </a:cubicBezTo>
                          <a:lnTo>
                            <a:pt x="153000" y="153000"/>
                          </a:lnTo>
                          <a:lnTo>
                            <a:pt x="153000" y="27000"/>
                          </a:lnTo>
                          <a:cubicBezTo>
                            <a:pt x="153000" y="12088"/>
                            <a:pt x="165088" y="0"/>
                            <a:pt x="180000" y="0"/>
                          </a:cubicBezTo>
                          <a:cubicBezTo>
                            <a:pt x="194912" y="0"/>
                            <a:pt x="207000" y="12088"/>
                            <a:pt x="207000" y="27000"/>
                          </a:cubicBezTo>
                          <a:lnTo>
                            <a:pt x="207000" y="153000"/>
                          </a:lnTo>
                          <a:lnTo>
                            <a:pt x="333000" y="153000"/>
                          </a:lnTo>
                          <a:cubicBezTo>
                            <a:pt x="347912" y="153000"/>
                            <a:pt x="360000" y="165088"/>
                            <a:pt x="360000" y="180000"/>
                          </a:cubicBezTo>
                          <a:cubicBezTo>
                            <a:pt x="360000" y="194912"/>
                            <a:pt x="347912" y="207000"/>
                            <a:pt x="333000" y="207000"/>
                          </a:cubicBezTo>
                          <a:lnTo>
                            <a:pt x="207000" y="207000"/>
                          </a:lnTo>
                          <a:lnTo>
                            <a:pt x="207000" y="333000"/>
                          </a:lnTo>
                          <a:cubicBezTo>
                            <a:pt x="207000" y="347912"/>
                            <a:pt x="194912" y="360000"/>
                            <a:pt x="180000" y="360000"/>
                          </a:cubicBezTo>
                          <a:cubicBezTo>
                            <a:pt x="165088" y="360000"/>
                            <a:pt x="153000" y="347912"/>
                            <a:pt x="153000" y="333000"/>
                          </a:cubicBezTo>
                          <a:lnTo>
                            <a:pt x="153000" y="207000"/>
                          </a:lnTo>
                          <a:lnTo>
                            <a:pt x="27000" y="207000"/>
                          </a:lnTo>
                          <a:cubicBezTo>
                            <a:pt x="12088" y="207000"/>
                            <a:pt x="0" y="194912"/>
                            <a:pt x="0" y="180000"/>
                          </a:cubicBezTo>
                          <a:cubicBezTo>
                            <a:pt x="0" y="172544"/>
                            <a:pt x="3022" y="165794"/>
                            <a:pt x="7908" y="160908"/>
                          </a:cubicBezTo>
                          <a:close/>
                        </a:path>
                      </a:pathLst>
                    </a:custGeom>
                    <a:solidFill>
                      <a:srgbClr val="F0615F"/>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dirty="0" err="1"/>
                    </a:p>
                  </p:txBody>
                </p:sp>
              </p:grpSp>
              <p:sp>
                <p:nvSpPr>
                  <p:cNvPr id="65" name="Tekstvak 64">
                    <a:extLst>
                      <a:ext uri="{FF2B5EF4-FFF2-40B4-BE49-F238E27FC236}">
                        <a16:creationId xmlns:a16="http://schemas.microsoft.com/office/drawing/2014/main" id="{AA4F318A-97CE-4893-DEBF-B20709137AB5}"/>
                      </a:ext>
                    </a:extLst>
                  </p:cNvPr>
                  <p:cNvSpPr txBox="1"/>
                  <p:nvPr userDrawn="1"/>
                </p:nvSpPr>
                <p:spPr>
                  <a:xfrm>
                    <a:off x="-3492543" y="5440654"/>
                    <a:ext cx="761481" cy="130403"/>
                  </a:xfrm>
                  <a:prstGeom prst="rect">
                    <a:avLst/>
                  </a:prstGeom>
                  <a:noFill/>
                </p:spPr>
                <p:txBody>
                  <a:bodyPr wrap="square" lIns="0" tIns="0" rIns="0" bIns="0" rtlCol="0" anchor="ctr">
                    <a:noAutofit/>
                  </a:bodyPr>
                  <a:lstStyle/>
                  <a:p>
                    <a:pPr marL="0" algn="ctr"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Delete</a:t>
                    </a:r>
                  </a:p>
                </p:txBody>
              </p:sp>
            </p:grpSp>
            <p:grpSp>
              <p:nvGrpSpPr>
                <p:cNvPr id="20" name="Groep 19">
                  <a:extLst>
                    <a:ext uri="{FF2B5EF4-FFF2-40B4-BE49-F238E27FC236}">
                      <a16:creationId xmlns:a16="http://schemas.microsoft.com/office/drawing/2014/main" id="{0C2CB508-25DD-B5E3-FB22-9E01B882D1BC}"/>
                    </a:ext>
                  </a:extLst>
                </p:cNvPr>
                <p:cNvGrpSpPr/>
                <p:nvPr userDrawn="1"/>
              </p:nvGrpSpPr>
              <p:grpSpPr>
                <a:xfrm>
                  <a:off x="-2582156" y="4996916"/>
                  <a:ext cx="572112" cy="673634"/>
                  <a:chOff x="-2709168" y="4996916"/>
                  <a:chExt cx="572112" cy="673634"/>
                </a:xfrm>
              </p:grpSpPr>
              <p:grpSp>
                <p:nvGrpSpPr>
                  <p:cNvPr id="54" name="Groep 53">
                    <a:extLst>
                      <a:ext uri="{FF2B5EF4-FFF2-40B4-BE49-F238E27FC236}">
                        <a16:creationId xmlns:a16="http://schemas.microsoft.com/office/drawing/2014/main" id="{19B3CE5D-669F-B92E-9FB4-979F235BE6CB}"/>
                      </a:ext>
                    </a:extLst>
                  </p:cNvPr>
                  <p:cNvGrpSpPr/>
                  <p:nvPr userDrawn="1"/>
                </p:nvGrpSpPr>
                <p:grpSpPr>
                  <a:xfrm>
                    <a:off x="-2609993" y="4996916"/>
                    <a:ext cx="389111" cy="375410"/>
                    <a:chOff x="-2542178" y="4940055"/>
                    <a:chExt cx="516835" cy="498637"/>
                  </a:xfrm>
                </p:grpSpPr>
                <p:sp>
                  <p:nvSpPr>
                    <p:cNvPr id="56" name="Rechthoek 55">
                      <a:extLst>
                        <a:ext uri="{FF2B5EF4-FFF2-40B4-BE49-F238E27FC236}">
                          <a16:creationId xmlns:a16="http://schemas.microsoft.com/office/drawing/2014/main" id="{8BBD94EC-6AF4-BDC9-932D-0BCF02FAE1C0}"/>
                        </a:ext>
                      </a:extLst>
                    </p:cNvPr>
                    <p:cNvSpPr/>
                    <p:nvPr userDrawn="1"/>
                  </p:nvSpPr>
                  <p:spPr>
                    <a:xfrm>
                      <a:off x="-2538526" y="5145278"/>
                      <a:ext cx="510738" cy="150388"/>
                    </a:xfrm>
                    <a:prstGeom prst="rect">
                      <a:avLst/>
                    </a:prstGeom>
                    <a:solidFill>
                      <a:srgbClr val="C3D6E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dirty="0" err="1">
                        <a:latin typeface="+mj-lt"/>
                      </a:endParaRPr>
                    </a:p>
                  </p:txBody>
                </p:sp>
                <p:grpSp>
                  <p:nvGrpSpPr>
                    <p:cNvPr id="57" name="Groep 56">
                      <a:extLst>
                        <a:ext uri="{FF2B5EF4-FFF2-40B4-BE49-F238E27FC236}">
                          <a16:creationId xmlns:a16="http://schemas.microsoft.com/office/drawing/2014/main" id="{6A6F4D01-8948-136B-0188-AAAB3577ED7E}"/>
                        </a:ext>
                      </a:extLst>
                    </p:cNvPr>
                    <p:cNvGrpSpPr/>
                    <p:nvPr userDrawn="1"/>
                  </p:nvGrpSpPr>
                  <p:grpSpPr>
                    <a:xfrm>
                      <a:off x="-2542178" y="4999319"/>
                      <a:ext cx="516835" cy="439373"/>
                      <a:chOff x="-3307743" y="4999319"/>
                      <a:chExt cx="516835" cy="439373"/>
                    </a:xfrm>
                  </p:grpSpPr>
                  <p:cxnSp>
                    <p:nvCxnSpPr>
                      <p:cNvPr id="59" name="Rechte verbindingslijn 58">
                        <a:extLst>
                          <a:ext uri="{FF2B5EF4-FFF2-40B4-BE49-F238E27FC236}">
                            <a16:creationId xmlns:a16="http://schemas.microsoft.com/office/drawing/2014/main" id="{37975A34-8BB1-E35A-4B44-2FB0E21D3A30}"/>
                          </a:ext>
                        </a:extLst>
                      </p:cNvPr>
                      <p:cNvCxnSpPr>
                        <a:cxnSpLocks/>
                      </p:cNvCxnSpPr>
                      <p:nvPr userDrawn="1"/>
                    </p:nvCxnSpPr>
                    <p:spPr>
                      <a:xfrm>
                        <a:off x="-3307743" y="5141843"/>
                        <a:ext cx="516835" cy="0"/>
                      </a:xfrm>
                      <a:prstGeom prst="line">
                        <a:avLst/>
                      </a:prstGeom>
                      <a:ln>
                        <a:solidFill>
                          <a:srgbClr val="817F7C"/>
                        </a:solidFill>
                      </a:ln>
                    </p:spPr>
                    <p:style>
                      <a:lnRef idx="1">
                        <a:schemeClr val="accent1"/>
                      </a:lnRef>
                      <a:fillRef idx="0">
                        <a:schemeClr val="accent1"/>
                      </a:fillRef>
                      <a:effectRef idx="0">
                        <a:schemeClr val="accent1"/>
                      </a:effectRef>
                      <a:fontRef idx="minor">
                        <a:schemeClr val="tx1"/>
                      </a:fontRef>
                    </p:style>
                  </p:cxnSp>
                  <p:cxnSp>
                    <p:nvCxnSpPr>
                      <p:cNvPr id="60" name="Rechte verbindingslijn 59">
                        <a:extLst>
                          <a:ext uri="{FF2B5EF4-FFF2-40B4-BE49-F238E27FC236}">
                            <a16:creationId xmlns:a16="http://schemas.microsoft.com/office/drawing/2014/main" id="{99D2D8DC-7D37-D9DA-4A23-627A41EC3C1B}"/>
                          </a:ext>
                        </a:extLst>
                      </p:cNvPr>
                      <p:cNvCxnSpPr>
                        <a:cxnSpLocks/>
                      </p:cNvCxnSpPr>
                      <p:nvPr userDrawn="1"/>
                    </p:nvCxnSpPr>
                    <p:spPr>
                      <a:xfrm>
                        <a:off x="-3307743" y="5290267"/>
                        <a:ext cx="516835" cy="0"/>
                      </a:xfrm>
                      <a:prstGeom prst="line">
                        <a:avLst/>
                      </a:prstGeom>
                      <a:ln>
                        <a:solidFill>
                          <a:srgbClr val="817F7C"/>
                        </a:solidFill>
                      </a:ln>
                    </p:spPr>
                    <p:style>
                      <a:lnRef idx="1">
                        <a:schemeClr val="accent1"/>
                      </a:lnRef>
                      <a:fillRef idx="0">
                        <a:schemeClr val="accent1"/>
                      </a:fillRef>
                      <a:effectRef idx="0">
                        <a:schemeClr val="accent1"/>
                      </a:effectRef>
                      <a:fontRef idx="minor">
                        <a:schemeClr val="tx1"/>
                      </a:fontRef>
                    </p:style>
                  </p:cxnSp>
                  <p:cxnSp>
                    <p:nvCxnSpPr>
                      <p:cNvPr id="61" name="Rechte verbindingslijn 60">
                        <a:extLst>
                          <a:ext uri="{FF2B5EF4-FFF2-40B4-BE49-F238E27FC236}">
                            <a16:creationId xmlns:a16="http://schemas.microsoft.com/office/drawing/2014/main" id="{F811E4E0-B0C2-FE86-2200-DECE46113BC1}"/>
                          </a:ext>
                        </a:extLst>
                      </p:cNvPr>
                      <p:cNvCxnSpPr>
                        <a:cxnSpLocks/>
                      </p:cNvCxnSpPr>
                      <p:nvPr userDrawn="1"/>
                    </p:nvCxnSpPr>
                    <p:spPr>
                      <a:xfrm>
                        <a:off x="-2969743" y="5295569"/>
                        <a:ext cx="0" cy="143123"/>
                      </a:xfrm>
                      <a:prstGeom prst="line">
                        <a:avLst/>
                      </a:prstGeom>
                      <a:ln>
                        <a:solidFill>
                          <a:srgbClr val="817F7C"/>
                        </a:solidFill>
                      </a:ln>
                    </p:spPr>
                    <p:style>
                      <a:lnRef idx="1">
                        <a:schemeClr val="accent1"/>
                      </a:lnRef>
                      <a:fillRef idx="0">
                        <a:schemeClr val="accent1"/>
                      </a:fillRef>
                      <a:effectRef idx="0">
                        <a:schemeClr val="accent1"/>
                      </a:effectRef>
                      <a:fontRef idx="minor">
                        <a:schemeClr val="tx1"/>
                      </a:fontRef>
                    </p:style>
                  </p:cxnSp>
                  <p:cxnSp>
                    <p:nvCxnSpPr>
                      <p:cNvPr id="62" name="Rechte verbindingslijn 61">
                        <a:extLst>
                          <a:ext uri="{FF2B5EF4-FFF2-40B4-BE49-F238E27FC236}">
                            <a16:creationId xmlns:a16="http://schemas.microsoft.com/office/drawing/2014/main" id="{962B11D4-07BD-FAEB-46C5-83AA9E56C898}"/>
                          </a:ext>
                        </a:extLst>
                      </p:cNvPr>
                      <p:cNvCxnSpPr>
                        <a:cxnSpLocks/>
                      </p:cNvCxnSpPr>
                      <p:nvPr userDrawn="1"/>
                    </p:nvCxnSpPr>
                    <p:spPr>
                      <a:xfrm>
                        <a:off x="-3142021" y="5295569"/>
                        <a:ext cx="0" cy="143123"/>
                      </a:xfrm>
                      <a:prstGeom prst="line">
                        <a:avLst/>
                      </a:prstGeom>
                      <a:ln>
                        <a:solidFill>
                          <a:srgbClr val="817F7C"/>
                        </a:solidFill>
                      </a:ln>
                    </p:spPr>
                    <p:style>
                      <a:lnRef idx="1">
                        <a:schemeClr val="accent1"/>
                      </a:lnRef>
                      <a:fillRef idx="0">
                        <a:schemeClr val="accent1"/>
                      </a:fillRef>
                      <a:effectRef idx="0">
                        <a:schemeClr val="accent1"/>
                      </a:effectRef>
                      <a:fontRef idx="minor">
                        <a:schemeClr val="tx1"/>
                      </a:fontRef>
                    </p:style>
                  </p:cxnSp>
                  <p:sp>
                    <p:nvSpPr>
                      <p:cNvPr id="63" name="Rechthoek 62">
                        <a:extLst>
                          <a:ext uri="{FF2B5EF4-FFF2-40B4-BE49-F238E27FC236}">
                            <a16:creationId xmlns:a16="http://schemas.microsoft.com/office/drawing/2014/main" id="{2F82EF93-60C8-AAA4-F8BB-433F139FEF17}"/>
                          </a:ext>
                        </a:extLst>
                      </p:cNvPr>
                      <p:cNvSpPr/>
                      <p:nvPr userDrawn="1"/>
                    </p:nvSpPr>
                    <p:spPr>
                      <a:xfrm>
                        <a:off x="-3304719" y="4999319"/>
                        <a:ext cx="513811" cy="439373"/>
                      </a:xfrm>
                      <a:prstGeom prst="rect">
                        <a:avLst/>
                      </a:prstGeom>
                      <a:noFill/>
                      <a:ln w="12700">
                        <a:solidFill>
                          <a:srgbClr val="6C6C6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GB" sz="2400" dirty="0" err="1">
                          <a:solidFill>
                            <a:schemeClr val="accent1"/>
                          </a:solidFill>
                          <a:latin typeface="Calibri" panose="020F0502020204030204" pitchFamily="34" charset="0"/>
                          <a:cs typeface="Calibri" panose="020F0502020204030204" pitchFamily="34" charset="0"/>
                        </a:endParaRPr>
                      </a:p>
                    </p:txBody>
                  </p:sp>
                </p:grpSp>
                <p:sp>
                  <p:nvSpPr>
                    <p:cNvPr id="58" name="Pijl: rechts 57">
                      <a:extLst>
                        <a:ext uri="{FF2B5EF4-FFF2-40B4-BE49-F238E27FC236}">
                          <a16:creationId xmlns:a16="http://schemas.microsoft.com/office/drawing/2014/main" id="{7A32FC36-4C74-758F-A26F-DC5DED1219C5}"/>
                        </a:ext>
                      </a:extLst>
                    </p:cNvPr>
                    <p:cNvSpPr/>
                    <p:nvPr userDrawn="1"/>
                  </p:nvSpPr>
                  <p:spPr>
                    <a:xfrm rot="16200000">
                      <a:off x="-2415001" y="4945522"/>
                      <a:ext cx="278551" cy="267618"/>
                    </a:xfrm>
                    <a:prstGeom prst="rightArrow">
                      <a:avLst>
                        <a:gd name="adj1" fmla="val 25329"/>
                        <a:gd name="adj2" fmla="val 63628"/>
                      </a:avLst>
                    </a:prstGeom>
                    <a:solidFill>
                      <a:srgbClr val="4A7DB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sp>
                <p:nvSpPr>
                  <p:cNvPr id="55" name="Tekstvak 54">
                    <a:extLst>
                      <a:ext uri="{FF2B5EF4-FFF2-40B4-BE49-F238E27FC236}">
                        <a16:creationId xmlns:a16="http://schemas.microsoft.com/office/drawing/2014/main" id="{09B0DE43-000E-0931-DFD5-B792A80C1237}"/>
                      </a:ext>
                    </a:extLst>
                  </p:cNvPr>
                  <p:cNvSpPr txBox="1"/>
                  <p:nvPr userDrawn="1"/>
                </p:nvSpPr>
                <p:spPr>
                  <a:xfrm>
                    <a:off x="-2709168" y="5460793"/>
                    <a:ext cx="572112" cy="209757"/>
                  </a:xfrm>
                  <a:prstGeom prst="rect">
                    <a:avLst/>
                  </a:prstGeom>
                  <a:noFill/>
                </p:spPr>
                <p:txBody>
                  <a:bodyPr wrap="square" lIns="0" tIns="0" rIns="0" bIns="0" rtlCol="0" anchor="ctr">
                    <a:noAutofit/>
                  </a:bodyPr>
                  <a:lstStyle/>
                  <a:p>
                    <a:pPr marL="0" algn="ctr"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Insert Above</a:t>
                    </a:r>
                  </a:p>
                </p:txBody>
              </p:sp>
            </p:grpSp>
            <p:grpSp>
              <p:nvGrpSpPr>
                <p:cNvPr id="21" name="Groep 20">
                  <a:extLst>
                    <a:ext uri="{FF2B5EF4-FFF2-40B4-BE49-F238E27FC236}">
                      <a16:creationId xmlns:a16="http://schemas.microsoft.com/office/drawing/2014/main" id="{DC929CD9-FE2B-244A-748A-9FF9127289AA}"/>
                    </a:ext>
                  </a:extLst>
                </p:cNvPr>
                <p:cNvGrpSpPr/>
                <p:nvPr userDrawn="1"/>
              </p:nvGrpSpPr>
              <p:grpSpPr>
                <a:xfrm>
                  <a:off x="-2036147" y="5039725"/>
                  <a:ext cx="572112" cy="630825"/>
                  <a:chOff x="-2099568" y="5039725"/>
                  <a:chExt cx="572112" cy="630825"/>
                </a:xfrm>
              </p:grpSpPr>
              <p:grpSp>
                <p:nvGrpSpPr>
                  <p:cNvPr id="44" name="Groep 43">
                    <a:extLst>
                      <a:ext uri="{FF2B5EF4-FFF2-40B4-BE49-F238E27FC236}">
                        <a16:creationId xmlns:a16="http://schemas.microsoft.com/office/drawing/2014/main" id="{54A35BCE-FDB7-0DE8-C1A8-836133FDAA75}"/>
                      </a:ext>
                    </a:extLst>
                  </p:cNvPr>
                  <p:cNvGrpSpPr/>
                  <p:nvPr userDrawn="1"/>
                </p:nvGrpSpPr>
                <p:grpSpPr>
                  <a:xfrm rot="10800000">
                    <a:off x="-2004261" y="5039725"/>
                    <a:ext cx="389111" cy="375410"/>
                    <a:chOff x="-2542178" y="4940055"/>
                    <a:chExt cx="516835" cy="498637"/>
                  </a:xfrm>
                </p:grpSpPr>
                <p:sp>
                  <p:nvSpPr>
                    <p:cNvPr id="46" name="Rechthoek 45">
                      <a:extLst>
                        <a:ext uri="{FF2B5EF4-FFF2-40B4-BE49-F238E27FC236}">
                          <a16:creationId xmlns:a16="http://schemas.microsoft.com/office/drawing/2014/main" id="{22941AE2-EBAD-D87C-DE43-5575DD0362CC}"/>
                        </a:ext>
                      </a:extLst>
                    </p:cNvPr>
                    <p:cNvSpPr/>
                    <p:nvPr userDrawn="1"/>
                  </p:nvSpPr>
                  <p:spPr>
                    <a:xfrm>
                      <a:off x="-2538526" y="5145278"/>
                      <a:ext cx="510738" cy="135578"/>
                    </a:xfrm>
                    <a:prstGeom prst="rect">
                      <a:avLst/>
                    </a:prstGeom>
                    <a:solidFill>
                      <a:srgbClr val="C3D6E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dirty="0" err="1">
                        <a:latin typeface="+mj-lt"/>
                      </a:endParaRPr>
                    </a:p>
                  </p:txBody>
                </p:sp>
                <p:grpSp>
                  <p:nvGrpSpPr>
                    <p:cNvPr id="47" name="Groep 46">
                      <a:extLst>
                        <a:ext uri="{FF2B5EF4-FFF2-40B4-BE49-F238E27FC236}">
                          <a16:creationId xmlns:a16="http://schemas.microsoft.com/office/drawing/2014/main" id="{23CAA626-9552-39B0-AEFD-9827C2DB1D61}"/>
                        </a:ext>
                      </a:extLst>
                    </p:cNvPr>
                    <p:cNvGrpSpPr/>
                    <p:nvPr userDrawn="1"/>
                  </p:nvGrpSpPr>
                  <p:grpSpPr>
                    <a:xfrm>
                      <a:off x="-2542178" y="4999319"/>
                      <a:ext cx="516835" cy="439373"/>
                      <a:chOff x="-3307743" y="4999319"/>
                      <a:chExt cx="516835" cy="439373"/>
                    </a:xfrm>
                  </p:grpSpPr>
                  <p:cxnSp>
                    <p:nvCxnSpPr>
                      <p:cNvPr id="49" name="Rechte verbindingslijn 48">
                        <a:extLst>
                          <a:ext uri="{FF2B5EF4-FFF2-40B4-BE49-F238E27FC236}">
                            <a16:creationId xmlns:a16="http://schemas.microsoft.com/office/drawing/2014/main" id="{DB9CACB3-2088-7641-A314-C3E59B57A115}"/>
                          </a:ext>
                        </a:extLst>
                      </p:cNvPr>
                      <p:cNvCxnSpPr>
                        <a:cxnSpLocks/>
                      </p:cNvCxnSpPr>
                      <p:nvPr userDrawn="1"/>
                    </p:nvCxnSpPr>
                    <p:spPr>
                      <a:xfrm>
                        <a:off x="-3307743" y="5141843"/>
                        <a:ext cx="516835" cy="0"/>
                      </a:xfrm>
                      <a:prstGeom prst="line">
                        <a:avLst/>
                      </a:prstGeom>
                      <a:ln>
                        <a:solidFill>
                          <a:srgbClr val="817F7C"/>
                        </a:solidFill>
                      </a:ln>
                    </p:spPr>
                    <p:style>
                      <a:lnRef idx="1">
                        <a:schemeClr val="accent1"/>
                      </a:lnRef>
                      <a:fillRef idx="0">
                        <a:schemeClr val="accent1"/>
                      </a:fillRef>
                      <a:effectRef idx="0">
                        <a:schemeClr val="accent1"/>
                      </a:effectRef>
                      <a:fontRef idx="minor">
                        <a:schemeClr val="tx1"/>
                      </a:fontRef>
                    </p:style>
                  </p:cxnSp>
                  <p:cxnSp>
                    <p:nvCxnSpPr>
                      <p:cNvPr id="50" name="Rechte verbindingslijn 49">
                        <a:extLst>
                          <a:ext uri="{FF2B5EF4-FFF2-40B4-BE49-F238E27FC236}">
                            <a16:creationId xmlns:a16="http://schemas.microsoft.com/office/drawing/2014/main" id="{9E5BEF79-9340-B9EB-E934-F5DC048690AE}"/>
                          </a:ext>
                        </a:extLst>
                      </p:cNvPr>
                      <p:cNvCxnSpPr>
                        <a:cxnSpLocks/>
                      </p:cNvCxnSpPr>
                      <p:nvPr userDrawn="1"/>
                    </p:nvCxnSpPr>
                    <p:spPr>
                      <a:xfrm>
                        <a:off x="-3307743" y="5290267"/>
                        <a:ext cx="516835" cy="0"/>
                      </a:xfrm>
                      <a:prstGeom prst="line">
                        <a:avLst/>
                      </a:prstGeom>
                      <a:ln>
                        <a:solidFill>
                          <a:srgbClr val="817F7C"/>
                        </a:solidFill>
                      </a:ln>
                    </p:spPr>
                    <p:style>
                      <a:lnRef idx="1">
                        <a:schemeClr val="accent1"/>
                      </a:lnRef>
                      <a:fillRef idx="0">
                        <a:schemeClr val="accent1"/>
                      </a:fillRef>
                      <a:effectRef idx="0">
                        <a:schemeClr val="accent1"/>
                      </a:effectRef>
                      <a:fontRef idx="minor">
                        <a:schemeClr val="tx1"/>
                      </a:fontRef>
                    </p:style>
                  </p:cxnSp>
                  <p:cxnSp>
                    <p:nvCxnSpPr>
                      <p:cNvPr id="51" name="Rechte verbindingslijn 50">
                        <a:extLst>
                          <a:ext uri="{FF2B5EF4-FFF2-40B4-BE49-F238E27FC236}">
                            <a16:creationId xmlns:a16="http://schemas.microsoft.com/office/drawing/2014/main" id="{C783E361-60A6-4036-D76A-DB38EF315D05}"/>
                          </a:ext>
                        </a:extLst>
                      </p:cNvPr>
                      <p:cNvCxnSpPr>
                        <a:cxnSpLocks/>
                      </p:cNvCxnSpPr>
                      <p:nvPr userDrawn="1"/>
                    </p:nvCxnSpPr>
                    <p:spPr>
                      <a:xfrm>
                        <a:off x="-2969743" y="5295569"/>
                        <a:ext cx="0" cy="143123"/>
                      </a:xfrm>
                      <a:prstGeom prst="line">
                        <a:avLst/>
                      </a:prstGeom>
                      <a:ln>
                        <a:solidFill>
                          <a:srgbClr val="817F7C"/>
                        </a:solidFill>
                      </a:ln>
                    </p:spPr>
                    <p:style>
                      <a:lnRef idx="1">
                        <a:schemeClr val="accent1"/>
                      </a:lnRef>
                      <a:fillRef idx="0">
                        <a:schemeClr val="accent1"/>
                      </a:fillRef>
                      <a:effectRef idx="0">
                        <a:schemeClr val="accent1"/>
                      </a:effectRef>
                      <a:fontRef idx="minor">
                        <a:schemeClr val="tx1"/>
                      </a:fontRef>
                    </p:style>
                  </p:cxnSp>
                  <p:cxnSp>
                    <p:nvCxnSpPr>
                      <p:cNvPr id="52" name="Rechte verbindingslijn 51">
                        <a:extLst>
                          <a:ext uri="{FF2B5EF4-FFF2-40B4-BE49-F238E27FC236}">
                            <a16:creationId xmlns:a16="http://schemas.microsoft.com/office/drawing/2014/main" id="{AEF6577B-F91F-3742-BCB4-8F668A75EA0A}"/>
                          </a:ext>
                        </a:extLst>
                      </p:cNvPr>
                      <p:cNvCxnSpPr>
                        <a:cxnSpLocks/>
                      </p:cNvCxnSpPr>
                      <p:nvPr userDrawn="1"/>
                    </p:nvCxnSpPr>
                    <p:spPr>
                      <a:xfrm>
                        <a:off x="-3142021" y="5295569"/>
                        <a:ext cx="0" cy="143123"/>
                      </a:xfrm>
                      <a:prstGeom prst="line">
                        <a:avLst/>
                      </a:prstGeom>
                      <a:ln>
                        <a:solidFill>
                          <a:srgbClr val="817F7C"/>
                        </a:solidFill>
                      </a:ln>
                    </p:spPr>
                    <p:style>
                      <a:lnRef idx="1">
                        <a:schemeClr val="accent1"/>
                      </a:lnRef>
                      <a:fillRef idx="0">
                        <a:schemeClr val="accent1"/>
                      </a:fillRef>
                      <a:effectRef idx="0">
                        <a:schemeClr val="accent1"/>
                      </a:effectRef>
                      <a:fontRef idx="minor">
                        <a:schemeClr val="tx1"/>
                      </a:fontRef>
                    </p:style>
                  </p:cxnSp>
                  <p:sp>
                    <p:nvSpPr>
                      <p:cNvPr id="53" name="Rechthoek 52">
                        <a:extLst>
                          <a:ext uri="{FF2B5EF4-FFF2-40B4-BE49-F238E27FC236}">
                            <a16:creationId xmlns:a16="http://schemas.microsoft.com/office/drawing/2014/main" id="{2D1C11F5-2510-AAD9-DF56-995356860E79}"/>
                          </a:ext>
                        </a:extLst>
                      </p:cNvPr>
                      <p:cNvSpPr/>
                      <p:nvPr userDrawn="1"/>
                    </p:nvSpPr>
                    <p:spPr>
                      <a:xfrm>
                        <a:off x="-3304719" y="4999319"/>
                        <a:ext cx="513811" cy="439373"/>
                      </a:xfrm>
                      <a:prstGeom prst="rect">
                        <a:avLst/>
                      </a:prstGeom>
                      <a:noFill/>
                      <a:ln w="12700">
                        <a:solidFill>
                          <a:srgbClr val="6C6C6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GB" sz="2400" dirty="0" err="1">
                          <a:solidFill>
                            <a:schemeClr val="accent1"/>
                          </a:solidFill>
                          <a:latin typeface="Calibri" panose="020F0502020204030204" pitchFamily="34" charset="0"/>
                          <a:cs typeface="Calibri" panose="020F0502020204030204" pitchFamily="34" charset="0"/>
                        </a:endParaRPr>
                      </a:p>
                    </p:txBody>
                  </p:sp>
                </p:grpSp>
                <p:sp>
                  <p:nvSpPr>
                    <p:cNvPr id="48" name="Pijl: rechts 47">
                      <a:extLst>
                        <a:ext uri="{FF2B5EF4-FFF2-40B4-BE49-F238E27FC236}">
                          <a16:creationId xmlns:a16="http://schemas.microsoft.com/office/drawing/2014/main" id="{DD286531-C5E6-F941-0735-DF1828D38F78}"/>
                        </a:ext>
                      </a:extLst>
                    </p:cNvPr>
                    <p:cNvSpPr/>
                    <p:nvPr userDrawn="1"/>
                  </p:nvSpPr>
                  <p:spPr>
                    <a:xfrm rot="16200000">
                      <a:off x="-2415001" y="4945522"/>
                      <a:ext cx="278551" cy="267618"/>
                    </a:xfrm>
                    <a:prstGeom prst="rightArrow">
                      <a:avLst>
                        <a:gd name="adj1" fmla="val 25329"/>
                        <a:gd name="adj2" fmla="val 63628"/>
                      </a:avLst>
                    </a:prstGeom>
                    <a:solidFill>
                      <a:srgbClr val="4A7DB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sp>
                <p:nvSpPr>
                  <p:cNvPr id="45" name="Tekstvak 44">
                    <a:extLst>
                      <a:ext uri="{FF2B5EF4-FFF2-40B4-BE49-F238E27FC236}">
                        <a16:creationId xmlns:a16="http://schemas.microsoft.com/office/drawing/2014/main" id="{C0C23E79-F0F4-A0ED-183B-81AAC3AEFF1C}"/>
                      </a:ext>
                    </a:extLst>
                  </p:cNvPr>
                  <p:cNvSpPr txBox="1"/>
                  <p:nvPr userDrawn="1"/>
                </p:nvSpPr>
                <p:spPr>
                  <a:xfrm>
                    <a:off x="-2099568" y="5460793"/>
                    <a:ext cx="572112" cy="209757"/>
                  </a:xfrm>
                  <a:prstGeom prst="rect">
                    <a:avLst/>
                  </a:prstGeom>
                  <a:noFill/>
                </p:spPr>
                <p:txBody>
                  <a:bodyPr wrap="square" lIns="0" tIns="0" rIns="0" bIns="0" rtlCol="0" anchor="ctr">
                    <a:noAutofit/>
                  </a:bodyPr>
                  <a:lstStyle/>
                  <a:p>
                    <a:pPr marL="0" algn="ctr"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Insert Below</a:t>
                    </a:r>
                  </a:p>
                </p:txBody>
              </p:sp>
            </p:grpSp>
            <p:grpSp>
              <p:nvGrpSpPr>
                <p:cNvPr id="22" name="Groep 21">
                  <a:extLst>
                    <a:ext uri="{FF2B5EF4-FFF2-40B4-BE49-F238E27FC236}">
                      <a16:creationId xmlns:a16="http://schemas.microsoft.com/office/drawing/2014/main" id="{8EB40964-2FDB-A0DE-87F5-C60DF94ACB8B}"/>
                    </a:ext>
                  </a:extLst>
                </p:cNvPr>
                <p:cNvGrpSpPr/>
                <p:nvPr userDrawn="1"/>
              </p:nvGrpSpPr>
              <p:grpSpPr>
                <a:xfrm>
                  <a:off x="-1497156" y="5039725"/>
                  <a:ext cx="572112" cy="630825"/>
                  <a:chOff x="-1501387" y="5039725"/>
                  <a:chExt cx="572112" cy="630825"/>
                </a:xfrm>
              </p:grpSpPr>
              <p:grpSp>
                <p:nvGrpSpPr>
                  <p:cNvPr id="34" name="Groep 33">
                    <a:extLst>
                      <a:ext uri="{FF2B5EF4-FFF2-40B4-BE49-F238E27FC236}">
                        <a16:creationId xmlns:a16="http://schemas.microsoft.com/office/drawing/2014/main" id="{52971A07-83F1-9463-EB0B-4DF8641018F0}"/>
                      </a:ext>
                    </a:extLst>
                  </p:cNvPr>
                  <p:cNvGrpSpPr/>
                  <p:nvPr userDrawn="1"/>
                </p:nvGrpSpPr>
                <p:grpSpPr>
                  <a:xfrm rot="10800000">
                    <a:off x="-1453772" y="5039725"/>
                    <a:ext cx="426738" cy="332849"/>
                    <a:chOff x="-2542179" y="4996586"/>
                    <a:chExt cx="566814" cy="442106"/>
                  </a:xfrm>
                </p:grpSpPr>
                <p:sp>
                  <p:nvSpPr>
                    <p:cNvPr id="36" name="Rechthoek 35">
                      <a:extLst>
                        <a:ext uri="{FF2B5EF4-FFF2-40B4-BE49-F238E27FC236}">
                          <a16:creationId xmlns:a16="http://schemas.microsoft.com/office/drawing/2014/main" id="{C67CCEDC-FBEA-EA4E-2F36-8DF375E9A3E0}"/>
                        </a:ext>
                      </a:extLst>
                    </p:cNvPr>
                    <p:cNvSpPr/>
                    <p:nvPr userDrawn="1"/>
                  </p:nvSpPr>
                  <p:spPr>
                    <a:xfrm>
                      <a:off x="-2375154" y="4996588"/>
                      <a:ext cx="165824" cy="435881"/>
                    </a:xfrm>
                    <a:prstGeom prst="rect">
                      <a:avLst/>
                    </a:prstGeom>
                    <a:solidFill>
                      <a:srgbClr val="C3D6E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dirty="0" err="1">
                        <a:latin typeface="+mj-lt"/>
                      </a:endParaRPr>
                    </a:p>
                  </p:txBody>
                </p:sp>
                <p:grpSp>
                  <p:nvGrpSpPr>
                    <p:cNvPr id="37" name="Groep 36">
                      <a:extLst>
                        <a:ext uri="{FF2B5EF4-FFF2-40B4-BE49-F238E27FC236}">
                          <a16:creationId xmlns:a16="http://schemas.microsoft.com/office/drawing/2014/main" id="{F26260B8-0D67-E75B-175F-D801BAF4970C}"/>
                        </a:ext>
                      </a:extLst>
                    </p:cNvPr>
                    <p:cNvGrpSpPr/>
                    <p:nvPr userDrawn="1"/>
                  </p:nvGrpSpPr>
                  <p:grpSpPr>
                    <a:xfrm>
                      <a:off x="-2542179" y="4996586"/>
                      <a:ext cx="516836" cy="442106"/>
                      <a:chOff x="-3307744" y="4996586"/>
                      <a:chExt cx="516836" cy="442106"/>
                    </a:xfrm>
                  </p:grpSpPr>
                  <p:cxnSp>
                    <p:nvCxnSpPr>
                      <p:cNvPr id="39" name="Rechte verbindingslijn 38">
                        <a:extLst>
                          <a:ext uri="{FF2B5EF4-FFF2-40B4-BE49-F238E27FC236}">
                            <a16:creationId xmlns:a16="http://schemas.microsoft.com/office/drawing/2014/main" id="{A91973A4-648E-A6CE-A3F4-4381BA802ED0}"/>
                          </a:ext>
                        </a:extLst>
                      </p:cNvPr>
                      <p:cNvCxnSpPr>
                        <a:cxnSpLocks/>
                      </p:cNvCxnSpPr>
                      <p:nvPr userDrawn="1"/>
                    </p:nvCxnSpPr>
                    <p:spPr>
                      <a:xfrm rot="10800000" flipH="1">
                        <a:off x="-3307744" y="5141843"/>
                        <a:ext cx="162288" cy="0"/>
                      </a:xfrm>
                      <a:prstGeom prst="line">
                        <a:avLst/>
                      </a:prstGeom>
                      <a:ln>
                        <a:solidFill>
                          <a:srgbClr val="817F7C"/>
                        </a:solidFill>
                      </a:ln>
                    </p:spPr>
                    <p:style>
                      <a:lnRef idx="1">
                        <a:schemeClr val="accent1"/>
                      </a:lnRef>
                      <a:fillRef idx="0">
                        <a:schemeClr val="accent1"/>
                      </a:fillRef>
                      <a:effectRef idx="0">
                        <a:schemeClr val="accent1"/>
                      </a:effectRef>
                      <a:fontRef idx="minor">
                        <a:schemeClr val="tx1"/>
                      </a:fontRef>
                    </p:style>
                  </p:cxnSp>
                  <p:cxnSp>
                    <p:nvCxnSpPr>
                      <p:cNvPr id="40" name="Rechte verbindingslijn 39">
                        <a:extLst>
                          <a:ext uri="{FF2B5EF4-FFF2-40B4-BE49-F238E27FC236}">
                            <a16:creationId xmlns:a16="http://schemas.microsoft.com/office/drawing/2014/main" id="{A5000602-B04A-A374-3ED4-EA3B5CF1F1CF}"/>
                          </a:ext>
                        </a:extLst>
                      </p:cNvPr>
                      <p:cNvCxnSpPr>
                        <a:cxnSpLocks/>
                      </p:cNvCxnSpPr>
                      <p:nvPr userDrawn="1"/>
                    </p:nvCxnSpPr>
                    <p:spPr>
                      <a:xfrm rot="10800000" flipH="1">
                        <a:off x="-3307744" y="5290267"/>
                        <a:ext cx="167025" cy="0"/>
                      </a:xfrm>
                      <a:prstGeom prst="line">
                        <a:avLst/>
                      </a:prstGeom>
                      <a:ln>
                        <a:solidFill>
                          <a:srgbClr val="817F7C"/>
                        </a:solidFill>
                      </a:ln>
                    </p:spPr>
                    <p:style>
                      <a:lnRef idx="1">
                        <a:schemeClr val="accent1"/>
                      </a:lnRef>
                      <a:fillRef idx="0">
                        <a:schemeClr val="accent1"/>
                      </a:fillRef>
                      <a:effectRef idx="0">
                        <a:schemeClr val="accent1"/>
                      </a:effectRef>
                      <a:fontRef idx="minor">
                        <a:schemeClr val="tx1"/>
                      </a:fontRef>
                    </p:style>
                  </p:cxnSp>
                  <p:cxnSp>
                    <p:nvCxnSpPr>
                      <p:cNvPr id="41" name="Rechte verbindingslijn 40">
                        <a:extLst>
                          <a:ext uri="{FF2B5EF4-FFF2-40B4-BE49-F238E27FC236}">
                            <a16:creationId xmlns:a16="http://schemas.microsoft.com/office/drawing/2014/main" id="{FE2016B5-E007-79E5-C0A1-D7892EDE854F}"/>
                          </a:ext>
                        </a:extLst>
                      </p:cNvPr>
                      <p:cNvCxnSpPr>
                        <a:cxnSpLocks/>
                      </p:cNvCxnSpPr>
                      <p:nvPr userDrawn="1"/>
                    </p:nvCxnSpPr>
                    <p:spPr>
                      <a:xfrm rot="10800000" flipV="1">
                        <a:off x="-2969743" y="5001324"/>
                        <a:ext cx="0" cy="437367"/>
                      </a:xfrm>
                      <a:prstGeom prst="line">
                        <a:avLst/>
                      </a:prstGeom>
                      <a:ln>
                        <a:solidFill>
                          <a:srgbClr val="817F7C"/>
                        </a:solidFill>
                      </a:ln>
                    </p:spPr>
                    <p:style>
                      <a:lnRef idx="1">
                        <a:schemeClr val="accent1"/>
                      </a:lnRef>
                      <a:fillRef idx="0">
                        <a:schemeClr val="accent1"/>
                      </a:fillRef>
                      <a:effectRef idx="0">
                        <a:schemeClr val="accent1"/>
                      </a:effectRef>
                      <a:fontRef idx="minor">
                        <a:schemeClr val="tx1"/>
                      </a:fontRef>
                    </p:style>
                  </p:cxnSp>
                  <p:cxnSp>
                    <p:nvCxnSpPr>
                      <p:cNvPr id="42" name="Rechte verbindingslijn 41">
                        <a:extLst>
                          <a:ext uri="{FF2B5EF4-FFF2-40B4-BE49-F238E27FC236}">
                            <a16:creationId xmlns:a16="http://schemas.microsoft.com/office/drawing/2014/main" id="{10CC25C4-5F20-8BFA-9D39-289DA05F6F6C}"/>
                          </a:ext>
                        </a:extLst>
                      </p:cNvPr>
                      <p:cNvCxnSpPr>
                        <a:cxnSpLocks/>
                      </p:cNvCxnSpPr>
                      <p:nvPr userDrawn="1"/>
                    </p:nvCxnSpPr>
                    <p:spPr>
                      <a:xfrm rot="10800000" flipV="1">
                        <a:off x="-3142021" y="4996586"/>
                        <a:ext cx="0" cy="442105"/>
                      </a:xfrm>
                      <a:prstGeom prst="line">
                        <a:avLst/>
                      </a:prstGeom>
                      <a:ln>
                        <a:solidFill>
                          <a:srgbClr val="817F7C"/>
                        </a:solidFill>
                      </a:ln>
                    </p:spPr>
                    <p:style>
                      <a:lnRef idx="1">
                        <a:schemeClr val="accent1"/>
                      </a:lnRef>
                      <a:fillRef idx="0">
                        <a:schemeClr val="accent1"/>
                      </a:fillRef>
                      <a:effectRef idx="0">
                        <a:schemeClr val="accent1"/>
                      </a:effectRef>
                      <a:fontRef idx="minor">
                        <a:schemeClr val="tx1"/>
                      </a:fontRef>
                    </p:style>
                  </p:cxnSp>
                  <p:sp>
                    <p:nvSpPr>
                      <p:cNvPr id="43" name="Rechthoek 42">
                        <a:extLst>
                          <a:ext uri="{FF2B5EF4-FFF2-40B4-BE49-F238E27FC236}">
                            <a16:creationId xmlns:a16="http://schemas.microsoft.com/office/drawing/2014/main" id="{AD21D286-0DE9-53BD-8624-2A52D6A8E725}"/>
                          </a:ext>
                        </a:extLst>
                      </p:cNvPr>
                      <p:cNvSpPr/>
                      <p:nvPr userDrawn="1"/>
                    </p:nvSpPr>
                    <p:spPr>
                      <a:xfrm>
                        <a:off x="-3304719" y="4999319"/>
                        <a:ext cx="513811" cy="439373"/>
                      </a:xfrm>
                      <a:prstGeom prst="rect">
                        <a:avLst/>
                      </a:prstGeom>
                      <a:noFill/>
                      <a:ln w="12700">
                        <a:solidFill>
                          <a:srgbClr val="6C6C6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GB" sz="2400" dirty="0" err="1">
                          <a:solidFill>
                            <a:schemeClr val="accent1"/>
                          </a:solidFill>
                          <a:latin typeface="Calibri" panose="020F0502020204030204" pitchFamily="34" charset="0"/>
                          <a:cs typeface="Calibri" panose="020F0502020204030204" pitchFamily="34" charset="0"/>
                        </a:endParaRPr>
                      </a:p>
                    </p:txBody>
                  </p:sp>
                </p:grpSp>
                <p:sp>
                  <p:nvSpPr>
                    <p:cNvPr id="38" name="Pijl: rechts 37">
                      <a:extLst>
                        <a:ext uri="{FF2B5EF4-FFF2-40B4-BE49-F238E27FC236}">
                          <a16:creationId xmlns:a16="http://schemas.microsoft.com/office/drawing/2014/main" id="{120E6B45-4D07-0824-F7B5-786F9AABE14A}"/>
                        </a:ext>
                      </a:extLst>
                    </p:cNvPr>
                    <p:cNvSpPr/>
                    <p:nvPr userDrawn="1"/>
                  </p:nvSpPr>
                  <p:spPr>
                    <a:xfrm>
                      <a:off x="-2253916" y="5077408"/>
                      <a:ext cx="278551" cy="267618"/>
                    </a:xfrm>
                    <a:prstGeom prst="rightArrow">
                      <a:avLst>
                        <a:gd name="adj1" fmla="val 25329"/>
                        <a:gd name="adj2" fmla="val 63628"/>
                      </a:avLst>
                    </a:prstGeom>
                    <a:solidFill>
                      <a:srgbClr val="4A7DB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sp>
                <p:nvSpPr>
                  <p:cNvPr id="35" name="Tekstvak 34">
                    <a:extLst>
                      <a:ext uri="{FF2B5EF4-FFF2-40B4-BE49-F238E27FC236}">
                        <a16:creationId xmlns:a16="http://schemas.microsoft.com/office/drawing/2014/main" id="{76C0F46E-3870-7377-A6FF-44B2225F86EE}"/>
                      </a:ext>
                    </a:extLst>
                  </p:cNvPr>
                  <p:cNvSpPr txBox="1"/>
                  <p:nvPr userDrawn="1"/>
                </p:nvSpPr>
                <p:spPr>
                  <a:xfrm>
                    <a:off x="-1501387" y="5460793"/>
                    <a:ext cx="572112" cy="209757"/>
                  </a:xfrm>
                  <a:prstGeom prst="rect">
                    <a:avLst/>
                  </a:prstGeom>
                  <a:noFill/>
                </p:spPr>
                <p:txBody>
                  <a:bodyPr wrap="square" lIns="0" tIns="0" rIns="0" bIns="0" rtlCol="0" anchor="ctr">
                    <a:noAutofit/>
                  </a:bodyPr>
                  <a:lstStyle/>
                  <a:p>
                    <a:pPr marL="0" algn="ctr"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Insert </a:t>
                    </a:r>
                    <a:br>
                      <a:rPr lang="en-GB" sz="900" b="0" kern="1200" noProof="0" dirty="0">
                        <a:solidFill>
                          <a:srgbClr val="211F26"/>
                        </a:solidFill>
                        <a:latin typeface="Calibri" panose="020F0502020204030204" pitchFamily="34" charset="0"/>
                        <a:ea typeface="+mn-ea"/>
                        <a:cs typeface="Calibri" panose="020F0502020204030204" pitchFamily="34" charset="0"/>
                      </a:rPr>
                    </a:br>
                    <a:r>
                      <a:rPr lang="en-GB" sz="900" b="0" kern="1200" noProof="0" dirty="0">
                        <a:solidFill>
                          <a:srgbClr val="211F26"/>
                        </a:solidFill>
                        <a:latin typeface="Calibri" panose="020F0502020204030204" pitchFamily="34" charset="0"/>
                        <a:ea typeface="+mn-ea"/>
                        <a:cs typeface="Calibri" panose="020F0502020204030204" pitchFamily="34" charset="0"/>
                      </a:rPr>
                      <a:t>Left</a:t>
                    </a:r>
                  </a:p>
                </p:txBody>
              </p:sp>
            </p:grpSp>
            <p:grpSp>
              <p:nvGrpSpPr>
                <p:cNvPr id="23" name="Groep 22">
                  <a:extLst>
                    <a:ext uri="{FF2B5EF4-FFF2-40B4-BE49-F238E27FC236}">
                      <a16:creationId xmlns:a16="http://schemas.microsoft.com/office/drawing/2014/main" id="{949E29E9-FC16-EABF-33DD-9AA6D42D6BD4}"/>
                    </a:ext>
                  </a:extLst>
                </p:cNvPr>
                <p:cNvGrpSpPr/>
                <p:nvPr userDrawn="1"/>
              </p:nvGrpSpPr>
              <p:grpSpPr>
                <a:xfrm>
                  <a:off x="-973743" y="5039725"/>
                  <a:ext cx="572112" cy="630825"/>
                  <a:chOff x="-961551" y="5039725"/>
                  <a:chExt cx="572112" cy="630825"/>
                </a:xfrm>
              </p:grpSpPr>
              <p:grpSp>
                <p:nvGrpSpPr>
                  <p:cNvPr id="24" name="Groep 23">
                    <a:extLst>
                      <a:ext uri="{FF2B5EF4-FFF2-40B4-BE49-F238E27FC236}">
                        <a16:creationId xmlns:a16="http://schemas.microsoft.com/office/drawing/2014/main" id="{67312B13-315A-E22D-BFA9-A019E1034644}"/>
                      </a:ext>
                    </a:extLst>
                  </p:cNvPr>
                  <p:cNvGrpSpPr/>
                  <p:nvPr userDrawn="1"/>
                </p:nvGrpSpPr>
                <p:grpSpPr>
                  <a:xfrm rot="10800000" flipH="1">
                    <a:off x="-868825" y="5039725"/>
                    <a:ext cx="426738" cy="332849"/>
                    <a:chOff x="-2542179" y="4996586"/>
                    <a:chExt cx="566814" cy="442106"/>
                  </a:xfrm>
                </p:grpSpPr>
                <p:sp>
                  <p:nvSpPr>
                    <p:cNvPr id="26" name="Rechthoek 25">
                      <a:extLst>
                        <a:ext uri="{FF2B5EF4-FFF2-40B4-BE49-F238E27FC236}">
                          <a16:creationId xmlns:a16="http://schemas.microsoft.com/office/drawing/2014/main" id="{8A2BCBF7-55CC-1EDF-7457-0B97870283F6}"/>
                        </a:ext>
                      </a:extLst>
                    </p:cNvPr>
                    <p:cNvSpPr/>
                    <p:nvPr userDrawn="1"/>
                  </p:nvSpPr>
                  <p:spPr>
                    <a:xfrm>
                      <a:off x="-2375154" y="4996588"/>
                      <a:ext cx="165824" cy="435881"/>
                    </a:xfrm>
                    <a:prstGeom prst="rect">
                      <a:avLst/>
                    </a:prstGeom>
                    <a:solidFill>
                      <a:srgbClr val="C3D6E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dirty="0" err="1">
                        <a:latin typeface="+mj-lt"/>
                      </a:endParaRPr>
                    </a:p>
                  </p:txBody>
                </p:sp>
                <p:grpSp>
                  <p:nvGrpSpPr>
                    <p:cNvPr id="27" name="Groep 26">
                      <a:extLst>
                        <a:ext uri="{FF2B5EF4-FFF2-40B4-BE49-F238E27FC236}">
                          <a16:creationId xmlns:a16="http://schemas.microsoft.com/office/drawing/2014/main" id="{E795F7E0-AAFE-D756-8AD2-E2100AC2C3AF}"/>
                        </a:ext>
                      </a:extLst>
                    </p:cNvPr>
                    <p:cNvGrpSpPr/>
                    <p:nvPr userDrawn="1"/>
                  </p:nvGrpSpPr>
                  <p:grpSpPr>
                    <a:xfrm>
                      <a:off x="-2542179" y="4996586"/>
                      <a:ext cx="516836" cy="442106"/>
                      <a:chOff x="-3307744" y="4996586"/>
                      <a:chExt cx="516836" cy="442106"/>
                    </a:xfrm>
                  </p:grpSpPr>
                  <p:cxnSp>
                    <p:nvCxnSpPr>
                      <p:cNvPr id="29" name="Rechte verbindingslijn 28">
                        <a:extLst>
                          <a:ext uri="{FF2B5EF4-FFF2-40B4-BE49-F238E27FC236}">
                            <a16:creationId xmlns:a16="http://schemas.microsoft.com/office/drawing/2014/main" id="{A6796DAD-5849-354E-F4C3-099030E52844}"/>
                          </a:ext>
                        </a:extLst>
                      </p:cNvPr>
                      <p:cNvCxnSpPr>
                        <a:cxnSpLocks/>
                      </p:cNvCxnSpPr>
                      <p:nvPr userDrawn="1"/>
                    </p:nvCxnSpPr>
                    <p:spPr>
                      <a:xfrm rot="10800000" flipH="1">
                        <a:off x="-3307744" y="5141843"/>
                        <a:ext cx="162288" cy="0"/>
                      </a:xfrm>
                      <a:prstGeom prst="line">
                        <a:avLst/>
                      </a:prstGeom>
                      <a:ln>
                        <a:solidFill>
                          <a:srgbClr val="817F7C"/>
                        </a:solidFill>
                      </a:ln>
                    </p:spPr>
                    <p:style>
                      <a:lnRef idx="1">
                        <a:schemeClr val="accent1"/>
                      </a:lnRef>
                      <a:fillRef idx="0">
                        <a:schemeClr val="accent1"/>
                      </a:fillRef>
                      <a:effectRef idx="0">
                        <a:schemeClr val="accent1"/>
                      </a:effectRef>
                      <a:fontRef idx="minor">
                        <a:schemeClr val="tx1"/>
                      </a:fontRef>
                    </p:style>
                  </p:cxnSp>
                  <p:cxnSp>
                    <p:nvCxnSpPr>
                      <p:cNvPr id="30" name="Rechte verbindingslijn 29">
                        <a:extLst>
                          <a:ext uri="{FF2B5EF4-FFF2-40B4-BE49-F238E27FC236}">
                            <a16:creationId xmlns:a16="http://schemas.microsoft.com/office/drawing/2014/main" id="{6548CAAB-DDA5-95F1-9223-2C49D531DD81}"/>
                          </a:ext>
                        </a:extLst>
                      </p:cNvPr>
                      <p:cNvCxnSpPr>
                        <a:cxnSpLocks/>
                      </p:cNvCxnSpPr>
                      <p:nvPr userDrawn="1"/>
                    </p:nvCxnSpPr>
                    <p:spPr>
                      <a:xfrm rot="10800000" flipH="1">
                        <a:off x="-3307744" y="5290267"/>
                        <a:ext cx="167025" cy="0"/>
                      </a:xfrm>
                      <a:prstGeom prst="line">
                        <a:avLst/>
                      </a:prstGeom>
                      <a:ln>
                        <a:solidFill>
                          <a:srgbClr val="817F7C"/>
                        </a:solidFill>
                      </a:ln>
                    </p:spPr>
                    <p:style>
                      <a:lnRef idx="1">
                        <a:schemeClr val="accent1"/>
                      </a:lnRef>
                      <a:fillRef idx="0">
                        <a:schemeClr val="accent1"/>
                      </a:fillRef>
                      <a:effectRef idx="0">
                        <a:schemeClr val="accent1"/>
                      </a:effectRef>
                      <a:fontRef idx="minor">
                        <a:schemeClr val="tx1"/>
                      </a:fontRef>
                    </p:style>
                  </p:cxnSp>
                  <p:cxnSp>
                    <p:nvCxnSpPr>
                      <p:cNvPr id="31" name="Rechte verbindingslijn 30">
                        <a:extLst>
                          <a:ext uri="{FF2B5EF4-FFF2-40B4-BE49-F238E27FC236}">
                            <a16:creationId xmlns:a16="http://schemas.microsoft.com/office/drawing/2014/main" id="{D928BCC7-6DF9-646A-2577-AF945D9020D1}"/>
                          </a:ext>
                        </a:extLst>
                      </p:cNvPr>
                      <p:cNvCxnSpPr>
                        <a:cxnSpLocks/>
                      </p:cNvCxnSpPr>
                      <p:nvPr userDrawn="1"/>
                    </p:nvCxnSpPr>
                    <p:spPr>
                      <a:xfrm rot="10800000" flipV="1">
                        <a:off x="-2969743" y="5001324"/>
                        <a:ext cx="0" cy="437367"/>
                      </a:xfrm>
                      <a:prstGeom prst="line">
                        <a:avLst/>
                      </a:prstGeom>
                      <a:ln>
                        <a:solidFill>
                          <a:srgbClr val="817F7C"/>
                        </a:solidFill>
                      </a:ln>
                    </p:spPr>
                    <p:style>
                      <a:lnRef idx="1">
                        <a:schemeClr val="accent1"/>
                      </a:lnRef>
                      <a:fillRef idx="0">
                        <a:schemeClr val="accent1"/>
                      </a:fillRef>
                      <a:effectRef idx="0">
                        <a:schemeClr val="accent1"/>
                      </a:effectRef>
                      <a:fontRef idx="minor">
                        <a:schemeClr val="tx1"/>
                      </a:fontRef>
                    </p:style>
                  </p:cxnSp>
                  <p:cxnSp>
                    <p:nvCxnSpPr>
                      <p:cNvPr id="32" name="Rechte verbindingslijn 31">
                        <a:extLst>
                          <a:ext uri="{FF2B5EF4-FFF2-40B4-BE49-F238E27FC236}">
                            <a16:creationId xmlns:a16="http://schemas.microsoft.com/office/drawing/2014/main" id="{2030004F-EBA0-CA76-1B8D-DE75D94ACCE2}"/>
                          </a:ext>
                        </a:extLst>
                      </p:cNvPr>
                      <p:cNvCxnSpPr>
                        <a:cxnSpLocks/>
                      </p:cNvCxnSpPr>
                      <p:nvPr userDrawn="1"/>
                    </p:nvCxnSpPr>
                    <p:spPr>
                      <a:xfrm rot="10800000" flipV="1">
                        <a:off x="-3142021" y="4996586"/>
                        <a:ext cx="0" cy="442105"/>
                      </a:xfrm>
                      <a:prstGeom prst="line">
                        <a:avLst/>
                      </a:prstGeom>
                      <a:ln>
                        <a:solidFill>
                          <a:srgbClr val="817F7C"/>
                        </a:solidFill>
                      </a:ln>
                    </p:spPr>
                    <p:style>
                      <a:lnRef idx="1">
                        <a:schemeClr val="accent1"/>
                      </a:lnRef>
                      <a:fillRef idx="0">
                        <a:schemeClr val="accent1"/>
                      </a:fillRef>
                      <a:effectRef idx="0">
                        <a:schemeClr val="accent1"/>
                      </a:effectRef>
                      <a:fontRef idx="minor">
                        <a:schemeClr val="tx1"/>
                      </a:fontRef>
                    </p:style>
                  </p:cxnSp>
                  <p:sp>
                    <p:nvSpPr>
                      <p:cNvPr id="33" name="Rechthoek 32">
                        <a:extLst>
                          <a:ext uri="{FF2B5EF4-FFF2-40B4-BE49-F238E27FC236}">
                            <a16:creationId xmlns:a16="http://schemas.microsoft.com/office/drawing/2014/main" id="{A9575FE8-F72B-FD01-6B84-73F5F79CDCB0}"/>
                          </a:ext>
                        </a:extLst>
                      </p:cNvPr>
                      <p:cNvSpPr/>
                      <p:nvPr userDrawn="1"/>
                    </p:nvSpPr>
                    <p:spPr>
                      <a:xfrm>
                        <a:off x="-3304719" y="4999319"/>
                        <a:ext cx="513811" cy="439373"/>
                      </a:xfrm>
                      <a:prstGeom prst="rect">
                        <a:avLst/>
                      </a:prstGeom>
                      <a:noFill/>
                      <a:ln w="12700">
                        <a:solidFill>
                          <a:srgbClr val="6C6C6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GB" sz="2400" dirty="0" err="1">
                          <a:solidFill>
                            <a:schemeClr val="accent1"/>
                          </a:solidFill>
                          <a:latin typeface="Calibri" panose="020F0502020204030204" pitchFamily="34" charset="0"/>
                          <a:cs typeface="Calibri" panose="020F0502020204030204" pitchFamily="34" charset="0"/>
                        </a:endParaRPr>
                      </a:p>
                    </p:txBody>
                  </p:sp>
                </p:grpSp>
                <p:sp>
                  <p:nvSpPr>
                    <p:cNvPr id="28" name="Pijl: rechts 27">
                      <a:extLst>
                        <a:ext uri="{FF2B5EF4-FFF2-40B4-BE49-F238E27FC236}">
                          <a16:creationId xmlns:a16="http://schemas.microsoft.com/office/drawing/2014/main" id="{DF63E224-EF2C-F334-940E-12685CCC0A44}"/>
                        </a:ext>
                      </a:extLst>
                    </p:cNvPr>
                    <p:cNvSpPr/>
                    <p:nvPr userDrawn="1"/>
                  </p:nvSpPr>
                  <p:spPr>
                    <a:xfrm>
                      <a:off x="-2253916" y="5077408"/>
                      <a:ext cx="278551" cy="267618"/>
                    </a:xfrm>
                    <a:prstGeom prst="rightArrow">
                      <a:avLst>
                        <a:gd name="adj1" fmla="val 25329"/>
                        <a:gd name="adj2" fmla="val 63628"/>
                      </a:avLst>
                    </a:prstGeom>
                    <a:solidFill>
                      <a:srgbClr val="4A7DB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sp>
                <p:nvSpPr>
                  <p:cNvPr id="25" name="Tekstvak 24">
                    <a:extLst>
                      <a:ext uri="{FF2B5EF4-FFF2-40B4-BE49-F238E27FC236}">
                        <a16:creationId xmlns:a16="http://schemas.microsoft.com/office/drawing/2014/main" id="{DD2C580B-6CDF-8D18-E391-8009F121C8B5}"/>
                      </a:ext>
                    </a:extLst>
                  </p:cNvPr>
                  <p:cNvSpPr txBox="1"/>
                  <p:nvPr userDrawn="1"/>
                </p:nvSpPr>
                <p:spPr>
                  <a:xfrm>
                    <a:off x="-961551" y="5460793"/>
                    <a:ext cx="572112" cy="209757"/>
                  </a:xfrm>
                  <a:prstGeom prst="rect">
                    <a:avLst/>
                  </a:prstGeom>
                  <a:noFill/>
                </p:spPr>
                <p:txBody>
                  <a:bodyPr wrap="square" lIns="0" tIns="0" rIns="0" bIns="0" rtlCol="0" anchor="ctr">
                    <a:noAutofit/>
                  </a:bodyPr>
                  <a:lstStyle/>
                  <a:p>
                    <a:pPr marL="0" algn="ctr"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Insert</a:t>
                    </a:r>
                    <a:br>
                      <a:rPr lang="en-GB" sz="900" b="0" kern="1200" noProof="0" dirty="0">
                        <a:solidFill>
                          <a:srgbClr val="211F26"/>
                        </a:solidFill>
                        <a:latin typeface="Calibri" panose="020F0502020204030204" pitchFamily="34" charset="0"/>
                        <a:ea typeface="+mn-ea"/>
                        <a:cs typeface="Calibri" panose="020F0502020204030204" pitchFamily="34" charset="0"/>
                      </a:rPr>
                    </a:br>
                    <a:r>
                      <a:rPr lang="en-GB" sz="900" b="0" kern="1200" noProof="0" dirty="0">
                        <a:solidFill>
                          <a:srgbClr val="211F26"/>
                        </a:solidFill>
                        <a:latin typeface="Calibri" panose="020F0502020204030204" pitchFamily="34" charset="0"/>
                        <a:ea typeface="+mn-ea"/>
                        <a:cs typeface="Calibri" panose="020F0502020204030204" pitchFamily="34" charset="0"/>
                      </a:rPr>
                      <a:t>Right</a:t>
                    </a:r>
                  </a:p>
                </p:txBody>
              </p:sp>
            </p:grpSp>
          </p:grpSp>
        </p:grpSp>
      </p:grpSp>
      <p:sp>
        <p:nvSpPr>
          <p:cNvPr id="105" name="Rectangle 104">
            <a:extLst>
              <a:ext uri="{FF2B5EF4-FFF2-40B4-BE49-F238E27FC236}">
                <a16:creationId xmlns:a16="http://schemas.microsoft.com/office/drawing/2014/main" id="{86F67477-92EE-FDB9-151A-7002E30A0EE6}"/>
              </a:ext>
            </a:extLst>
          </p:cNvPr>
          <p:cNvSpPr/>
          <p:nvPr userDrawn="1"/>
        </p:nvSpPr>
        <p:spPr>
          <a:xfrm>
            <a:off x="718666" y="-1"/>
            <a:ext cx="10751096" cy="3736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r>
              <a:rPr lang="en-US" sz="1600" dirty="0"/>
              <a:t>Objective | Background | Methods | Results | Conclusions</a:t>
            </a:r>
            <a:endParaRPr lang="LID4096" sz="1600" dirty="0" err="1"/>
          </a:p>
        </p:txBody>
      </p:sp>
    </p:spTree>
    <p:extLst>
      <p:ext uri="{BB962C8B-B14F-4D97-AF65-F5344CB8AC3E}">
        <p14:creationId xmlns:p14="http://schemas.microsoft.com/office/powerpoint/2010/main" val="187665047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Video">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BFF1B38-67B4-1DE1-F5C5-4B950151F2D7}"/>
              </a:ext>
            </a:extLst>
          </p:cNvPr>
          <p:cNvSpPr>
            <a:spLocks noGrp="1"/>
          </p:cNvSpPr>
          <p:nvPr>
            <p:ph type="title" hasCustomPrompt="1"/>
          </p:nvPr>
        </p:nvSpPr>
        <p:spPr>
          <a:xfrm>
            <a:off x="0" y="-429019"/>
            <a:ext cx="624210" cy="276999"/>
          </a:xfr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lvl1pPr>
              <a:lnSpc>
                <a:spcPct val="100000"/>
              </a:lnSpc>
              <a:defRPr lang="nl-NL" sz="1800" b="1" cap="none" baseline="0" dirty="0">
                <a:solidFill>
                  <a:schemeClr val="accent1"/>
                </a:solidFill>
                <a:latin typeface="+mj-lt"/>
              </a:defRPr>
            </a:lvl1pPr>
          </a:lstStyle>
          <a:p>
            <a:pPr marL="0" lvl="0"/>
            <a:r>
              <a:rPr lang="en-GB" dirty="0"/>
              <a:t>Video</a:t>
            </a:r>
          </a:p>
        </p:txBody>
      </p:sp>
      <p:sp>
        <p:nvSpPr>
          <p:cNvPr id="7" name="Tijdelijke aanduiding voor media 10">
            <a:extLst>
              <a:ext uri="{FF2B5EF4-FFF2-40B4-BE49-F238E27FC236}">
                <a16:creationId xmlns:a16="http://schemas.microsoft.com/office/drawing/2014/main" id="{7DDD4864-CB90-764A-4B2C-3E1728B3D53D}"/>
              </a:ext>
            </a:extLst>
          </p:cNvPr>
          <p:cNvSpPr>
            <a:spLocks noGrp="1"/>
          </p:cNvSpPr>
          <p:nvPr>
            <p:ph type="media" sz="quarter" idx="13" hasCustomPrompt="1"/>
          </p:nvPr>
        </p:nvSpPr>
        <p:spPr>
          <a:xfrm>
            <a:off x="-1" y="0"/>
            <a:ext cx="12192000" cy="6858000"/>
          </a:xfrm>
          <a:solidFill>
            <a:schemeClr val="bg1">
              <a:lumMod val="95000"/>
            </a:schemeClr>
          </a:solid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dirty="0"/>
              <a:t>Click on the icon below</a:t>
            </a:r>
            <a:br>
              <a:rPr lang="en-GB" dirty="0"/>
            </a:br>
            <a:r>
              <a:rPr lang="en-GB" dirty="0"/>
              <a:t>to insert a video</a:t>
            </a:r>
          </a:p>
        </p:txBody>
      </p:sp>
      <p:sp>
        <p:nvSpPr>
          <p:cNvPr id="8" name="Tijdelijke aanduiding voor tekst 18">
            <a:extLst>
              <a:ext uri="{FF2B5EF4-FFF2-40B4-BE49-F238E27FC236}">
                <a16:creationId xmlns:a16="http://schemas.microsoft.com/office/drawing/2014/main" id="{DCC41C52-09AD-8C37-7129-E1F74D2838EA}"/>
              </a:ext>
            </a:extLst>
          </p:cNvPr>
          <p:cNvSpPr>
            <a:spLocks noGrp="1"/>
          </p:cNvSpPr>
          <p:nvPr>
            <p:ph type="body" sz="quarter" idx="18" hasCustomPrompt="1"/>
          </p:nvPr>
        </p:nvSpPr>
        <p:spPr>
          <a:xfrm>
            <a:off x="0" y="4094329"/>
            <a:ext cx="12192000" cy="2763672"/>
          </a:xfrm>
          <a:gradFill flip="none" rotWithShape="1">
            <a:gsLst>
              <a:gs pos="0">
                <a:schemeClr val="tx1">
                  <a:alpha val="29000"/>
                </a:schemeClr>
              </a:gs>
              <a:gs pos="48000">
                <a:schemeClr val="tx1">
                  <a:alpha val="0"/>
                </a:schemeClr>
              </a:gs>
            </a:gsLst>
            <a:lin ang="16200000" scaled="1"/>
            <a:tileRect/>
          </a:gradFill>
        </p:spPr>
        <p:txBody>
          <a:bodyPr/>
          <a:lstStyle>
            <a:lvl1pPr marL="0" indent="0">
              <a:buNone/>
              <a:defRPr sz="100">
                <a:solidFill>
                  <a:schemeClr val="tx2">
                    <a:alpha val="0"/>
                  </a:schemeClr>
                </a:solidFill>
              </a:defRPr>
            </a:lvl1pPr>
          </a:lstStyle>
          <a:p>
            <a:pPr lvl="0"/>
            <a:r>
              <a:rPr lang="en-GB" dirty="0"/>
              <a:t> </a:t>
            </a:r>
          </a:p>
        </p:txBody>
      </p:sp>
      <p:sp>
        <p:nvSpPr>
          <p:cNvPr id="9" name="Tijdelijke aanduiding voor tekst 18">
            <a:extLst>
              <a:ext uri="{FF2B5EF4-FFF2-40B4-BE49-F238E27FC236}">
                <a16:creationId xmlns:a16="http://schemas.microsoft.com/office/drawing/2014/main" id="{FD7D2F15-FE5B-8E70-BB4B-E8B2F7A92DE7}"/>
              </a:ext>
            </a:extLst>
          </p:cNvPr>
          <p:cNvSpPr>
            <a:spLocks noGrp="1"/>
          </p:cNvSpPr>
          <p:nvPr>
            <p:ph type="body" sz="quarter" idx="17" hasCustomPrompt="1"/>
          </p:nvPr>
        </p:nvSpPr>
        <p:spPr>
          <a:xfrm>
            <a:off x="720362" y="6216736"/>
            <a:ext cx="961200" cy="381600"/>
          </a:xfrm>
          <a:blipFill>
            <a:blip r:embed="rId2">
              <a:lum bright="100000"/>
              <a:extLst>
                <a:ext uri="{96DAC541-7B7A-43D3-8B79-37D633B846F1}">
                  <asvg:svgBlip xmlns:asvg="http://schemas.microsoft.com/office/drawing/2016/SVG/main" r:embed="rId3"/>
                </a:ext>
              </a:extLst>
            </a:blip>
            <a:srcRect/>
            <a:stretch>
              <a:fillRect t="53" b="53"/>
            </a:stretch>
          </a:blipFill>
        </p:spPr>
        <p:txBody>
          <a:bodyPr/>
          <a:lstStyle>
            <a:lvl1pPr marL="0" indent="0">
              <a:buNone/>
              <a:defRPr sz="100">
                <a:solidFill>
                  <a:schemeClr val="tx2">
                    <a:alpha val="0"/>
                  </a:schemeClr>
                </a:solidFill>
              </a:defRPr>
            </a:lvl1pPr>
          </a:lstStyle>
          <a:p>
            <a:pPr lvl="0"/>
            <a:r>
              <a:rPr lang="en-GB" dirty="0"/>
              <a:t> </a:t>
            </a:r>
          </a:p>
        </p:txBody>
      </p:sp>
      <p:sp>
        <p:nvSpPr>
          <p:cNvPr id="10" name="Tijdelijke aanduiding voor datum 9">
            <a:extLst>
              <a:ext uri="{FF2B5EF4-FFF2-40B4-BE49-F238E27FC236}">
                <a16:creationId xmlns:a16="http://schemas.microsoft.com/office/drawing/2014/main" id="{3DBC758A-2322-69E4-8E00-381E08D7D24E}"/>
              </a:ext>
            </a:extLst>
          </p:cNvPr>
          <p:cNvSpPr>
            <a:spLocks noGrp="1"/>
          </p:cNvSpPr>
          <p:nvPr>
            <p:ph type="dt" sz="half" idx="19"/>
          </p:nvPr>
        </p:nvSpPr>
        <p:spPr/>
        <p:txBody>
          <a:bodyPr/>
          <a:lstStyle>
            <a:lvl1pPr>
              <a:defRPr>
                <a:solidFill>
                  <a:schemeClr val="bg1"/>
                </a:solidFill>
              </a:defRPr>
            </a:lvl1pPr>
          </a:lstStyle>
          <a:p>
            <a:r>
              <a:rPr lang="LID4096"/>
              <a:t>08/30/2024</a:t>
            </a:r>
            <a:endParaRPr lang="en-GB" dirty="0"/>
          </a:p>
        </p:txBody>
      </p:sp>
      <p:sp>
        <p:nvSpPr>
          <p:cNvPr id="11" name="Tijdelijke aanduiding voor dianummer 10">
            <a:extLst>
              <a:ext uri="{FF2B5EF4-FFF2-40B4-BE49-F238E27FC236}">
                <a16:creationId xmlns:a16="http://schemas.microsoft.com/office/drawing/2014/main" id="{7941E3A5-6098-FB47-9413-E53D56761951}"/>
              </a:ext>
            </a:extLst>
          </p:cNvPr>
          <p:cNvSpPr>
            <a:spLocks noGrp="1"/>
          </p:cNvSpPr>
          <p:nvPr>
            <p:ph type="sldNum" sz="quarter" idx="20"/>
          </p:nvPr>
        </p:nvSpPr>
        <p:spPr/>
        <p:txBody>
          <a:bodyPr/>
          <a:lstStyle>
            <a:lvl1pPr>
              <a:defRPr>
                <a:solidFill>
                  <a:schemeClr val="bg1"/>
                </a:solidFill>
              </a:defRPr>
            </a:lvl1pPr>
          </a:lstStyle>
          <a:p>
            <a:fld id="{9E843DB9-9987-4157-AB9C-CEA8D7D910BB}" type="slidenum">
              <a:rPr lang="en-GB" smtClean="0"/>
              <a:pPr/>
              <a:t>‹#›</a:t>
            </a:fld>
            <a:endParaRPr lang="en-GB" dirty="0"/>
          </a:p>
        </p:txBody>
      </p:sp>
      <p:grpSp>
        <p:nvGrpSpPr>
          <p:cNvPr id="3" name="INSTRUCTION">
            <a:extLst>
              <a:ext uri="{FF2B5EF4-FFF2-40B4-BE49-F238E27FC236}">
                <a16:creationId xmlns:a16="http://schemas.microsoft.com/office/drawing/2014/main" id="{CFA0555D-1DF1-0D94-8903-4ED365A3C892}"/>
              </a:ext>
            </a:extLst>
          </p:cNvPr>
          <p:cNvGrpSpPr/>
          <p:nvPr userDrawn="1"/>
        </p:nvGrpSpPr>
        <p:grpSpPr>
          <a:xfrm>
            <a:off x="-3786165" y="0"/>
            <a:ext cx="3693114" cy="6680351"/>
            <a:chOff x="-3786165" y="0"/>
            <a:chExt cx="3693114" cy="6680351"/>
          </a:xfrm>
        </p:grpSpPr>
        <p:sp>
          <p:nvSpPr>
            <p:cNvPr id="4" name="Rechthoek 3">
              <a:extLst>
                <a:ext uri="{FF2B5EF4-FFF2-40B4-BE49-F238E27FC236}">
                  <a16:creationId xmlns:a16="http://schemas.microsoft.com/office/drawing/2014/main" id="{8DD6C12B-1E85-81FA-FCC4-7DE548216BD2}"/>
                </a:ext>
              </a:extLst>
            </p:cNvPr>
            <p:cNvSpPr/>
            <p:nvPr userDrawn="1"/>
          </p:nvSpPr>
          <p:spPr>
            <a:xfrm>
              <a:off x="-3786165" y="0"/>
              <a:ext cx="3593091" cy="5936776"/>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Insert/edit a video</a:t>
              </a:r>
            </a:p>
          </p:txBody>
        </p:sp>
        <p:sp>
          <p:nvSpPr>
            <p:cNvPr id="5" name="Ovaal 4">
              <a:extLst>
                <a:ext uri="{FF2B5EF4-FFF2-40B4-BE49-F238E27FC236}">
                  <a16:creationId xmlns:a16="http://schemas.microsoft.com/office/drawing/2014/main" id="{99ECF4FE-EEF4-710B-BE1A-975B1D2D1D6E}"/>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6" name="Rechthoek 5">
              <a:extLst>
                <a:ext uri="{FF2B5EF4-FFF2-40B4-BE49-F238E27FC236}">
                  <a16:creationId xmlns:a16="http://schemas.microsoft.com/office/drawing/2014/main" id="{58431D0A-AC60-A283-D27A-87B6B89D283D}"/>
                </a:ext>
              </a:extLst>
            </p:cNvPr>
            <p:cNvSpPr/>
            <p:nvPr userDrawn="1"/>
          </p:nvSpPr>
          <p:spPr>
            <a:xfrm>
              <a:off x="-3319415"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If necessary, delete the existing video</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by using the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key’</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Click on</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pictogram to insert a new video</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1"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(see example below)</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12" name="Ovaal 11">
              <a:extLst>
                <a:ext uri="{FF2B5EF4-FFF2-40B4-BE49-F238E27FC236}">
                  <a16:creationId xmlns:a16="http://schemas.microsoft.com/office/drawing/2014/main" id="{C5C27640-79A1-7F9F-37AC-92BE6E0D9323}"/>
                </a:ext>
              </a:extLst>
            </p:cNvPr>
            <p:cNvSpPr/>
            <p:nvPr userDrawn="1"/>
          </p:nvSpPr>
          <p:spPr>
            <a:xfrm>
              <a:off x="-3603587" y="1729709"/>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3" name="Rechthoek 12">
              <a:extLst>
                <a:ext uri="{FF2B5EF4-FFF2-40B4-BE49-F238E27FC236}">
                  <a16:creationId xmlns:a16="http://schemas.microsoft.com/office/drawing/2014/main" id="{7A022DED-BE6D-B4A1-9981-7C85386AA5CF}"/>
                </a:ext>
              </a:extLst>
            </p:cNvPr>
            <p:cNvSpPr/>
            <p:nvPr userDrawn="1"/>
          </p:nvSpPr>
          <p:spPr>
            <a:xfrm>
              <a:off x="-3319415"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 the preferred video</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and click 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‘Insert’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grpSp>
          <p:nvGrpSpPr>
            <p:cNvPr id="14" name="Groep 13">
              <a:extLst>
                <a:ext uri="{FF2B5EF4-FFF2-40B4-BE49-F238E27FC236}">
                  <a16:creationId xmlns:a16="http://schemas.microsoft.com/office/drawing/2014/main" id="{DDFE004D-F43C-DF79-2531-07F8DEE8DEC7}"/>
                </a:ext>
              </a:extLst>
            </p:cNvPr>
            <p:cNvGrpSpPr/>
            <p:nvPr userDrawn="1"/>
          </p:nvGrpSpPr>
          <p:grpSpPr>
            <a:xfrm>
              <a:off x="-3311319" y="2164285"/>
              <a:ext cx="825500" cy="209550"/>
              <a:chOff x="13504624" y="2482850"/>
              <a:chExt cx="825500" cy="209550"/>
            </a:xfrm>
          </p:grpSpPr>
          <p:sp>
            <p:nvSpPr>
              <p:cNvPr id="73" name="Rechthoek 72">
                <a:extLst>
                  <a:ext uri="{FF2B5EF4-FFF2-40B4-BE49-F238E27FC236}">
                    <a16:creationId xmlns:a16="http://schemas.microsoft.com/office/drawing/2014/main" id="{9F4EDB36-A197-4D27-01C1-46E969290325}"/>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288000" bIns="0" numCol="1" spcCol="0" rtlCol="0" fromWordArt="0" anchor="ctr" anchorCtr="0" forceAA="0" compatLnSpc="1">
                <a:prstTxWarp prst="textNoShape">
                  <a:avLst/>
                </a:prstTxWarp>
                <a:noAutofit/>
              </a:bodyPr>
              <a:lstStyle/>
              <a:p>
                <a:pPr lvl="0" algn="ctr">
                  <a:lnSpc>
                    <a:spcPct val="90000"/>
                  </a:lnSpc>
                  <a:spcBef>
                    <a:spcPts val="600"/>
                  </a:spcBef>
                  <a:spcAft>
                    <a:spcPts val="600"/>
                  </a:spcAft>
                </a:pPr>
                <a:r>
                  <a:rPr lang="en-GB" sz="900" b="0" noProof="0" dirty="0">
                    <a:solidFill>
                      <a:srgbClr val="211F26"/>
                    </a:solidFill>
                    <a:latin typeface="Calibri" panose="020F0502020204030204" pitchFamily="34" charset="0"/>
                    <a:cs typeface="Calibri" panose="020F0502020204030204" pitchFamily="34" charset="0"/>
                  </a:rPr>
                  <a:t>Insert</a:t>
                </a:r>
              </a:p>
            </p:txBody>
          </p:sp>
          <p:cxnSp>
            <p:nvCxnSpPr>
              <p:cNvPr id="74" name="Rechte verbindingslijn 73">
                <a:extLst>
                  <a:ext uri="{FF2B5EF4-FFF2-40B4-BE49-F238E27FC236}">
                    <a16:creationId xmlns:a16="http://schemas.microsoft.com/office/drawing/2014/main" id="{09C80B13-7CCC-C2A5-974E-0D58591F4C80}"/>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75" name="Gelijkbenige driehoek 74">
                <a:extLst>
                  <a:ext uri="{FF2B5EF4-FFF2-40B4-BE49-F238E27FC236}">
                    <a16:creationId xmlns:a16="http://schemas.microsoft.com/office/drawing/2014/main" id="{2990336B-BE75-A2FD-52B2-4C24C640C676}"/>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900" b="1" noProof="0" dirty="0">
                  <a:solidFill>
                    <a:srgbClr val="211F26"/>
                  </a:solidFill>
                  <a:latin typeface="Calibri" panose="020F0502020204030204" pitchFamily="34" charset="0"/>
                  <a:cs typeface="Calibri" panose="020F0502020204030204" pitchFamily="34" charset="0"/>
                </a:endParaRPr>
              </a:p>
            </p:txBody>
          </p:sp>
        </p:grpSp>
        <p:sp>
          <p:nvSpPr>
            <p:cNvPr id="15" name="Ovaal 14">
              <a:extLst>
                <a:ext uri="{FF2B5EF4-FFF2-40B4-BE49-F238E27FC236}">
                  <a16:creationId xmlns:a16="http://schemas.microsoft.com/office/drawing/2014/main" id="{2757AEC1-CC52-4432-FA27-AB281573523A}"/>
                </a:ext>
              </a:extLst>
            </p:cNvPr>
            <p:cNvSpPr/>
            <p:nvPr userDrawn="1"/>
          </p:nvSpPr>
          <p:spPr>
            <a:xfrm>
              <a:off x="-3603587" y="2553359"/>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16" name="Rechthoek 15">
              <a:extLst>
                <a:ext uri="{FF2B5EF4-FFF2-40B4-BE49-F238E27FC236}">
                  <a16:creationId xmlns:a16="http://schemas.microsoft.com/office/drawing/2014/main" id="{5BAF4BB6-C097-96FB-3F4C-CC975616AA41}"/>
                </a:ext>
              </a:extLst>
            </p:cNvPr>
            <p:cNvSpPr/>
            <p:nvPr userDrawn="1"/>
          </p:nvSpPr>
          <p:spPr>
            <a:xfrm>
              <a:off x="-3319416" y="2553360"/>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Click with the right mouse button on the thumbnail display of the slide on the left side </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of the screen and choose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‘Reset slide’</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17" name="Ovaal 16">
              <a:extLst>
                <a:ext uri="{FF2B5EF4-FFF2-40B4-BE49-F238E27FC236}">
                  <a16:creationId xmlns:a16="http://schemas.microsoft.com/office/drawing/2014/main" id="{58443AD7-A793-102A-A2C5-199951C61DE3}"/>
                </a:ext>
              </a:extLst>
            </p:cNvPr>
            <p:cNvSpPr/>
            <p:nvPr userDrawn="1"/>
          </p:nvSpPr>
          <p:spPr>
            <a:xfrm>
              <a:off x="-3603587" y="4145789"/>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18" name="Rechthoek 17">
              <a:extLst>
                <a:ext uri="{FF2B5EF4-FFF2-40B4-BE49-F238E27FC236}">
                  <a16:creationId xmlns:a16="http://schemas.microsoft.com/office/drawing/2014/main" id="{50DDA0AE-3CD5-7B99-87D7-98BEFCA12903}"/>
                </a:ext>
              </a:extLst>
            </p:cNvPr>
            <p:cNvSpPr/>
            <p:nvPr userDrawn="1"/>
          </p:nvSpPr>
          <p:spPr>
            <a:xfrm>
              <a:off x="-3319415" y="4145790"/>
              <a:ext cx="2944682" cy="794700"/>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To scale or drag the video, go to the tab </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‘Video Tools - Format’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‘Crop’</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Scale the video itself with</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spheres and scale the video frame with</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brackets.</a:t>
              </a:r>
            </a:p>
          </p:txBody>
        </p:sp>
        <p:grpSp>
          <p:nvGrpSpPr>
            <p:cNvPr id="19" name="Groep 18">
              <a:extLst>
                <a:ext uri="{FF2B5EF4-FFF2-40B4-BE49-F238E27FC236}">
                  <a16:creationId xmlns:a16="http://schemas.microsoft.com/office/drawing/2014/main" id="{5D27F78C-0D8F-4833-C1D5-53AFE77078C3}"/>
                </a:ext>
              </a:extLst>
            </p:cNvPr>
            <p:cNvGrpSpPr/>
            <p:nvPr userDrawn="1"/>
          </p:nvGrpSpPr>
          <p:grpSpPr>
            <a:xfrm>
              <a:off x="-3449237" y="5047414"/>
              <a:ext cx="622283" cy="612919"/>
              <a:chOff x="12617641" y="3403239"/>
              <a:chExt cx="752963" cy="741634"/>
            </a:xfrm>
          </p:grpSpPr>
          <p:grpSp>
            <p:nvGrpSpPr>
              <p:cNvPr id="57" name="Groep 56">
                <a:extLst>
                  <a:ext uri="{FF2B5EF4-FFF2-40B4-BE49-F238E27FC236}">
                    <a16:creationId xmlns:a16="http://schemas.microsoft.com/office/drawing/2014/main" id="{E0DFB08A-58E0-2CF9-3789-4CCB64D810A1}"/>
                  </a:ext>
                </a:extLst>
              </p:cNvPr>
              <p:cNvGrpSpPr/>
              <p:nvPr userDrawn="1"/>
            </p:nvGrpSpPr>
            <p:grpSpPr>
              <a:xfrm>
                <a:off x="12771550" y="3403239"/>
                <a:ext cx="467156" cy="448491"/>
                <a:chOff x="12782177" y="3403239"/>
                <a:chExt cx="467156" cy="448491"/>
              </a:xfrm>
            </p:grpSpPr>
            <p:grpSp>
              <p:nvGrpSpPr>
                <p:cNvPr id="60" name="Groep 59">
                  <a:extLst>
                    <a:ext uri="{FF2B5EF4-FFF2-40B4-BE49-F238E27FC236}">
                      <a16:creationId xmlns:a16="http://schemas.microsoft.com/office/drawing/2014/main" id="{155D73A4-4786-D2D2-CF14-9B951794464E}"/>
                    </a:ext>
                  </a:extLst>
                </p:cNvPr>
                <p:cNvGrpSpPr/>
                <p:nvPr userDrawn="1"/>
              </p:nvGrpSpPr>
              <p:grpSpPr>
                <a:xfrm>
                  <a:off x="12782177" y="3403239"/>
                  <a:ext cx="412972" cy="396132"/>
                  <a:chOff x="13554906" y="3320109"/>
                  <a:chExt cx="443912" cy="425811"/>
                </a:xfrm>
              </p:grpSpPr>
              <p:grpSp>
                <p:nvGrpSpPr>
                  <p:cNvPr id="67" name="Groep 66">
                    <a:extLst>
                      <a:ext uri="{FF2B5EF4-FFF2-40B4-BE49-F238E27FC236}">
                        <a16:creationId xmlns:a16="http://schemas.microsoft.com/office/drawing/2014/main" id="{0E2C3846-1CB2-19DC-18BC-D9200466163F}"/>
                      </a:ext>
                    </a:extLst>
                  </p:cNvPr>
                  <p:cNvGrpSpPr/>
                  <p:nvPr userDrawn="1"/>
                </p:nvGrpSpPr>
                <p:grpSpPr>
                  <a:xfrm>
                    <a:off x="13554906" y="3320109"/>
                    <a:ext cx="443912" cy="425811"/>
                    <a:chOff x="12909684" y="1276143"/>
                    <a:chExt cx="443912" cy="425811"/>
                  </a:xfrm>
                </p:grpSpPr>
                <p:sp>
                  <p:nvSpPr>
                    <p:cNvPr id="70" name="Rechthoek 69">
                      <a:extLst>
                        <a:ext uri="{FF2B5EF4-FFF2-40B4-BE49-F238E27FC236}">
                          <a16:creationId xmlns:a16="http://schemas.microsoft.com/office/drawing/2014/main" id="{E2BBA122-C3CA-8ECB-79F7-BBE3035835A5}"/>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71" name="Rechthoek 70">
                      <a:extLst>
                        <a:ext uri="{FF2B5EF4-FFF2-40B4-BE49-F238E27FC236}">
                          <a16:creationId xmlns:a16="http://schemas.microsoft.com/office/drawing/2014/main" id="{B1C55032-DF2A-1993-0E3A-67EC12039FA9}"/>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72" name="Ovaal 71">
                      <a:extLst>
                        <a:ext uri="{FF2B5EF4-FFF2-40B4-BE49-F238E27FC236}">
                          <a16:creationId xmlns:a16="http://schemas.microsoft.com/office/drawing/2014/main" id="{E690BF51-E406-84A0-DED1-5596CDC7B6D0}"/>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pic>
                <p:nvPicPr>
                  <p:cNvPr id="68" name="Afbeelding 67">
                    <a:extLst>
                      <a:ext uri="{FF2B5EF4-FFF2-40B4-BE49-F238E27FC236}">
                        <a16:creationId xmlns:a16="http://schemas.microsoft.com/office/drawing/2014/main" id="{3DAC0F55-4EE5-FFEB-1A8F-C4C010DB09F4}"/>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a:off x="13567296" y="3424992"/>
                    <a:ext cx="173367" cy="140220"/>
                  </a:xfrm>
                  <a:prstGeom prst="rect">
                    <a:avLst/>
                  </a:prstGeom>
                </p:spPr>
              </p:pic>
              <p:pic>
                <p:nvPicPr>
                  <p:cNvPr id="69" name="Afbeelding 68">
                    <a:extLst>
                      <a:ext uri="{FF2B5EF4-FFF2-40B4-BE49-F238E27FC236}">
                        <a16:creationId xmlns:a16="http://schemas.microsoft.com/office/drawing/2014/main" id="{7A6780BF-4891-7853-9658-2C55D99FF142}"/>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flipH="1">
                    <a:off x="13635599" y="3453788"/>
                    <a:ext cx="173367" cy="111424"/>
                  </a:xfrm>
                  <a:prstGeom prst="rect">
                    <a:avLst/>
                  </a:prstGeom>
                </p:spPr>
              </p:pic>
            </p:grpSp>
            <p:grpSp>
              <p:nvGrpSpPr>
                <p:cNvPr id="61" name="Groep 60">
                  <a:extLst>
                    <a:ext uri="{FF2B5EF4-FFF2-40B4-BE49-F238E27FC236}">
                      <a16:creationId xmlns:a16="http://schemas.microsoft.com/office/drawing/2014/main" id="{99B7F098-47AB-CC56-A732-2B2F7517F1FC}"/>
                    </a:ext>
                  </a:extLst>
                </p:cNvPr>
                <p:cNvGrpSpPr/>
                <p:nvPr userDrawn="1"/>
              </p:nvGrpSpPr>
              <p:grpSpPr>
                <a:xfrm>
                  <a:off x="13103513" y="3705268"/>
                  <a:ext cx="145820" cy="146462"/>
                  <a:chOff x="13096169" y="3602278"/>
                  <a:chExt cx="145820" cy="146462"/>
                </a:xfrm>
              </p:grpSpPr>
              <p:sp>
                <p:nvSpPr>
                  <p:cNvPr id="65" name="Rechthoek 64">
                    <a:extLst>
                      <a:ext uri="{FF2B5EF4-FFF2-40B4-BE49-F238E27FC236}">
                        <a16:creationId xmlns:a16="http://schemas.microsoft.com/office/drawing/2014/main" id="{A96781D6-E166-5261-0CC6-538F1BDC941C}"/>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66" name="Rechthoek 65">
                    <a:extLst>
                      <a:ext uri="{FF2B5EF4-FFF2-40B4-BE49-F238E27FC236}">
                        <a16:creationId xmlns:a16="http://schemas.microsoft.com/office/drawing/2014/main" id="{4AD204E0-A6D6-BBEB-4F9D-C9D510D8399F}"/>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62" name="Groep 61">
                  <a:extLst>
                    <a:ext uri="{FF2B5EF4-FFF2-40B4-BE49-F238E27FC236}">
                      <a16:creationId xmlns:a16="http://schemas.microsoft.com/office/drawing/2014/main" id="{B2BC088C-E097-08AE-1DBB-581E3A925FDA}"/>
                    </a:ext>
                  </a:extLst>
                </p:cNvPr>
                <p:cNvGrpSpPr/>
                <p:nvPr userDrawn="1"/>
              </p:nvGrpSpPr>
              <p:grpSpPr>
                <a:xfrm rot="10800000">
                  <a:off x="13061402" y="3665637"/>
                  <a:ext cx="145820" cy="146462"/>
                  <a:chOff x="13096169" y="3602278"/>
                  <a:chExt cx="145820" cy="146462"/>
                </a:xfrm>
              </p:grpSpPr>
              <p:sp>
                <p:nvSpPr>
                  <p:cNvPr id="63" name="Rechthoek 62">
                    <a:extLst>
                      <a:ext uri="{FF2B5EF4-FFF2-40B4-BE49-F238E27FC236}">
                        <a16:creationId xmlns:a16="http://schemas.microsoft.com/office/drawing/2014/main" id="{1A96A21A-96EC-07E6-3327-7C1A548BCDCD}"/>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64" name="Rechthoek 63">
                    <a:extLst>
                      <a:ext uri="{FF2B5EF4-FFF2-40B4-BE49-F238E27FC236}">
                        <a16:creationId xmlns:a16="http://schemas.microsoft.com/office/drawing/2014/main" id="{9611BE82-5FD0-6DD7-7562-DC90DAE5C250}"/>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sp>
            <p:nvSpPr>
              <p:cNvPr id="58" name="Rechthoek 57">
                <a:extLst>
                  <a:ext uri="{FF2B5EF4-FFF2-40B4-BE49-F238E27FC236}">
                    <a16:creationId xmlns:a16="http://schemas.microsoft.com/office/drawing/2014/main" id="{A51FE880-D240-2834-2C08-93CC58B13AE1}"/>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900" b="0" noProof="0" dirty="0">
                    <a:solidFill>
                      <a:srgbClr val="211F26"/>
                    </a:solidFill>
                    <a:latin typeface="Calibri" panose="020F0502020204030204" pitchFamily="34" charset="0"/>
                    <a:cs typeface="Calibri" panose="020F0502020204030204" pitchFamily="34" charset="0"/>
                  </a:rPr>
                  <a:t>Crop</a:t>
                </a:r>
              </a:p>
            </p:txBody>
          </p:sp>
          <p:sp>
            <p:nvSpPr>
              <p:cNvPr id="59" name="Gelijkbenige driehoek 58">
                <a:extLst>
                  <a:ext uri="{FF2B5EF4-FFF2-40B4-BE49-F238E27FC236}">
                    <a16:creationId xmlns:a16="http://schemas.microsoft.com/office/drawing/2014/main" id="{1CD639C0-3E4D-F65C-3DDE-289EA8228648}"/>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sp>
          <p:nvSpPr>
            <p:cNvPr id="20" name="Rechthoek 19">
              <a:extLst>
                <a:ext uri="{FF2B5EF4-FFF2-40B4-BE49-F238E27FC236}">
                  <a16:creationId xmlns:a16="http://schemas.microsoft.com/office/drawing/2014/main" id="{6B9F67C6-EC4F-AECC-89BD-A2A60995296A}"/>
                </a:ext>
              </a:extLst>
            </p:cNvPr>
            <p:cNvSpPr/>
            <p:nvPr userDrawn="1"/>
          </p:nvSpPr>
          <p:spPr>
            <a:xfrm>
              <a:off x="-3316836" y="3119689"/>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en-GB" sz="1000" b="0" i="1" noProof="0" dirty="0">
                <a:solidFill>
                  <a:srgbClr val="211F26"/>
                </a:solidFill>
                <a:latin typeface="Calibri" panose="020F0502020204030204" pitchFamily="34" charset="0"/>
                <a:cs typeface="Calibri" panose="020F0502020204030204" pitchFamily="34" charset="0"/>
              </a:endParaRPr>
            </a:p>
          </p:txBody>
        </p:sp>
        <p:grpSp>
          <p:nvGrpSpPr>
            <p:cNvPr id="21" name="Groep 20">
              <a:extLst>
                <a:ext uri="{FF2B5EF4-FFF2-40B4-BE49-F238E27FC236}">
                  <a16:creationId xmlns:a16="http://schemas.microsoft.com/office/drawing/2014/main" id="{8FC7F3F1-44ED-CD5E-5AF1-67D6F6C5F09B}"/>
                </a:ext>
              </a:extLst>
            </p:cNvPr>
            <p:cNvGrpSpPr/>
            <p:nvPr userDrawn="1"/>
          </p:nvGrpSpPr>
          <p:grpSpPr>
            <a:xfrm>
              <a:off x="-2485819" y="3399207"/>
              <a:ext cx="1222990" cy="563933"/>
              <a:chOff x="-2485819" y="3399207"/>
              <a:chExt cx="1222990" cy="563933"/>
            </a:xfrm>
          </p:grpSpPr>
          <p:sp>
            <p:nvSpPr>
              <p:cNvPr id="36" name="Rechthoek 35">
                <a:extLst>
                  <a:ext uri="{FF2B5EF4-FFF2-40B4-BE49-F238E27FC236}">
                    <a16:creationId xmlns:a16="http://schemas.microsoft.com/office/drawing/2014/main" id="{D439BC78-1145-BBF4-8D1B-6C22D7637760}"/>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37" name="Rechthoek 36">
                <a:extLst>
                  <a:ext uri="{FF2B5EF4-FFF2-40B4-BE49-F238E27FC236}">
                    <a16:creationId xmlns:a16="http://schemas.microsoft.com/office/drawing/2014/main" id="{ACD8F4C5-45BC-515C-9CF8-69D95BEE3964}"/>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nvGrpSpPr>
              <p:cNvPr id="38" name="Groep 37">
                <a:extLst>
                  <a:ext uri="{FF2B5EF4-FFF2-40B4-BE49-F238E27FC236}">
                    <a16:creationId xmlns:a16="http://schemas.microsoft.com/office/drawing/2014/main" id="{5C1301FD-3C0B-C371-B663-AFBAA1DA1759}"/>
                  </a:ext>
                </a:extLst>
              </p:cNvPr>
              <p:cNvGrpSpPr/>
              <p:nvPr userDrawn="1"/>
            </p:nvGrpSpPr>
            <p:grpSpPr>
              <a:xfrm>
                <a:off x="-2403869" y="3460544"/>
                <a:ext cx="155951" cy="131922"/>
                <a:chOff x="12968836" y="3354170"/>
                <a:chExt cx="404806" cy="342433"/>
              </a:xfrm>
            </p:grpSpPr>
            <p:sp>
              <p:nvSpPr>
                <p:cNvPr id="51" name="Rechthoek: afgeronde hoeken 50">
                  <a:extLst>
                    <a:ext uri="{FF2B5EF4-FFF2-40B4-BE49-F238E27FC236}">
                      <a16:creationId xmlns:a16="http://schemas.microsoft.com/office/drawing/2014/main" id="{9E42938C-EC03-0033-A99C-6630D2E601A7}"/>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52" name="Rechthoek 51">
                  <a:extLst>
                    <a:ext uri="{FF2B5EF4-FFF2-40B4-BE49-F238E27FC236}">
                      <a16:creationId xmlns:a16="http://schemas.microsoft.com/office/drawing/2014/main" id="{DD09F832-0E6E-6BFD-4337-7DC77D38EC28}"/>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53" name="Rechthoek 52">
                  <a:extLst>
                    <a:ext uri="{FF2B5EF4-FFF2-40B4-BE49-F238E27FC236}">
                      <a16:creationId xmlns:a16="http://schemas.microsoft.com/office/drawing/2014/main" id="{D0C5701E-0443-BAD6-7545-8065BDF4F039}"/>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54" name="Rechthoek 53">
                  <a:extLst>
                    <a:ext uri="{FF2B5EF4-FFF2-40B4-BE49-F238E27FC236}">
                      <a16:creationId xmlns:a16="http://schemas.microsoft.com/office/drawing/2014/main" id="{ED33F021-3445-D50C-8356-CE7062AB795A}"/>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55" name="Rechthoek 54">
                  <a:extLst>
                    <a:ext uri="{FF2B5EF4-FFF2-40B4-BE49-F238E27FC236}">
                      <a16:creationId xmlns:a16="http://schemas.microsoft.com/office/drawing/2014/main" id="{79FE30E5-E93F-0409-F125-E5876222225E}"/>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56" name="Rechthoek 55">
                  <a:extLst>
                    <a:ext uri="{FF2B5EF4-FFF2-40B4-BE49-F238E27FC236}">
                      <a16:creationId xmlns:a16="http://schemas.microsoft.com/office/drawing/2014/main" id="{3037BE2A-6CFF-38AC-60B1-5779D8F6AA27}"/>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39" name="Groep 38">
                <a:extLst>
                  <a:ext uri="{FF2B5EF4-FFF2-40B4-BE49-F238E27FC236}">
                    <a16:creationId xmlns:a16="http://schemas.microsoft.com/office/drawing/2014/main" id="{EDAAE662-CE77-BD27-CC9C-CF22D29A0345}"/>
                  </a:ext>
                </a:extLst>
              </p:cNvPr>
              <p:cNvGrpSpPr/>
              <p:nvPr userDrawn="1"/>
            </p:nvGrpSpPr>
            <p:grpSpPr>
              <a:xfrm>
                <a:off x="-2423424" y="3690208"/>
                <a:ext cx="166739" cy="218963"/>
                <a:chOff x="12940828" y="3950597"/>
                <a:chExt cx="432813" cy="568367"/>
              </a:xfrm>
            </p:grpSpPr>
            <p:grpSp>
              <p:nvGrpSpPr>
                <p:cNvPr id="43" name="Groep 42">
                  <a:extLst>
                    <a:ext uri="{FF2B5EF4-FFF2-40B4-BE49-F238E27FC236}">
                      <a16:creationId xmlns:a16="http://schemas.microsoft.com/office/drawing/2014/main" id="{692B851D-D0A3-E233-A2E7-CE33F3307E55}"/>
                    </a:ext>
                  </a:extLst>
                </p:cNvPr>
                <p:cNvGrpSpPr/>
                <p:nvPr userDrawn="1"/>
              </p:nvGrpSpPr>
              <p:grpSpPr>
                <a:xfrm>
                  <a:off x="13000382" y="4006891"/>
                  <a:ext cx="373259" cy="315747"/>
                  <a:chOff x="12968836" y="3354170"/>
                  <a:chExt cx="404806" cy="342433"/>
                </a:xfrm>
              </p:grpSpPr>
              <p:sp>
                <p:nvSpPr>
                  <p:cNvPr id="45" name="Rechthoek: afgeronde hoeken 44">
                    <a:extLst>
                      <a:ext uri="{FF2B5EF4-FFF2-40B4-BE49-F238E27FC236}">
                        <a16:creationId xmlns:a16="http://schemas.microsoft.com/office/drawing/2014/main" id="{B324F6EA-3C03-1D68-A163-5E2D06BF0D2A}"/>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46" name="Rechthoek 45">
                    <a:extLst>
                      <a:ext uri="{FF2B5EF4-FFF2-40B4-BE49-F238E27FC236}">
                        <a16:creationId xmlns:a16="http://schemas.microsoft.com/office/drawing/2014/main" id="{8D6701B0-D374-F51B-289B-662AD9654AA2}"/>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47" name="Rechthoek 46">
                    <a:extLst>
                      <a:ext uri="{FF2B5EF4-FFF2-40B4-BE49-F238E27FC236}">
                        <a16:creationId xmlns:a16="http://schemas.microsoft.com/office/drawing/2014/main" id="{46A19455-59AA-B6BF-514D-AA9D2FD14826}"/>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48" name="Rechthoek 47">
                    <a:extLst>
                      <a:ext uri="{FF2B5EF4-FFF2-40B4-BE49-F238E27FC236}">
                        <a16:creationId xmlns:a16="http://schemas.microsoft.com/office/drawing/2014/main" id="{07BE9A18-CBB6-554D-9B0A-320B820D6E94}"/>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49" name="Rechthoek 48">
                    <a:extLst>
                      <a:ext uri="{FF2B5EF4-FFF2-40B4-BE49-F238E27FC236}">
                        <a16:creationId xmlns:a16="http://schemas.microsoft.com/office/drawing/2014/main" id="{6DB53143-04CC-DE75-2FB4-AF4035616536}"/>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50" name="Rechthoek 49">
                    <a:extLst>
                      <a:ext uri="{FF2B5EF4-FFF2-40B4-BE49-F238E27FC236}">
                        <a16:creationId xmlns:a16="http://schemas.microsoft.com/office/drawing/2014/main" id="{9A03A67F-4AE6-2C40-2294-27E2395046EA}"/>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sp>
              <p:nvSpPr>
                <p:cNvPr id="44" name="Boog 43">
                  <a:extLst>
                    <a:ext uri="{FF2B5EF4-FFF2-40B4-BE49-F238E27FC236}">
                      <a16:creationId xmlns:a16="http://schemas.microsoft.com/office/drawing/2014/main" id="{427801BC-D5FB-A8E8-E1EC-9D65F30BC977}"/>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en-GB" sz="2400" noProof="0" dirty="0">
                    <a:solidFill>
                      <a:srgbClr val="211F26"/>
                    </a:solidFill>
                    <a:latin typeface="Calibri" panose="020F0502020204030204" pitchFamily="34" charset="0"/>
                    <a:cs typeface="Calibri" panose="020F0502020204030204" pitchFamily="34" charset="0"/>
                  </a:endParaRPr>
                </a:p>
              </p:txBody>
            </p:sp>
          </p:grpSp>
          <p:sp>
            <p:nvSpPr>
              <p:cNvPr id="40" name="Tekstvak 39">
                <a:extLst>
                  <a:ext uri="{FF2B5EF4-FFF2-40B4-BE49-F238E27FC236}">
                    <a16:creationId xmlns:a16="http://schemas.microsoft.com/office/drawing/2014/main" id="{66E4ADC1-E7DD-EF56-8AAC-8BFCC4AB1593}"/>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Layout</a:t>
                </a:r>
              </a:p>
            </p:txBody>
          </p:sp>
          <p:sp>
            <p:nvSpPr>
              <p:cNvPr id="41" name="Tekstvak 40">
                <a:extLst>
                  <a:ext uri="{FF2B5EF4-FFF2-40B4-BE49-F238E27FC236}">
                    <a16:creationId xmlns:a16="http://schemas.microsoft.com/office/drawing/2014/main" id="{D61899B9-3ACA-FD06-B956-0332F3D67DEA}"/>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Reset slide</a:t>
                </a:r>
              </a:p>
            </p:txBody>
          </p:sp>
          <p:sp>
            <p:nvSpPr>
              <p:cNvPr id="42" name="Vrije vorm: vorm 41">
                <a:extLst>
                  <a:ext uri="{FF2B5EF4-FFF2-40B4-BE49-F238E27FC236}">
                    <a16:creationId xmlns:a16="http://schemas.microsoft.com/office/drawing/2014/main" id="{DCE78B20-2935-63F6-6121-B69E32DDB7C4}"/>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grpSp>
        <p:grpSp>
          <p:nvGrpSpPr>
            <p:cNvPr id="22" name="Groep 21">
              <a:extLst>
                <a:ext uri="{FF2B5EF4-FFF2-40B4-BE49-F238E27FC236}">
                  <a16:creationId xmlns:a16="http://schemas.microsoft.com/office/drawing/2014/main" id="{274B5915-AF4E-B81B-B223-97C993671F42}"/>
                </a:ext>
              </a:extLst>
            </p:cNvPr>
            <p:cNvGrpSpPr/>
            <p:nvPr userDrawn="1"/>
          </p:nvGrpSpPr>
          <p:grpSpPr>
            <a:xfrm>
              <a:off x="-3310781" y="1231352"/>
              <a:ext cx="311450" cy="313414"/>
              <a:chOff x="-3310781" y="1231352"/>
              <a:chExt cx="311450" cy="313414"/>
            </a:xfrm>
          </p:grpSpPr>
          <p:sp>
            <p:nvSpPr>
              <p:cNvPr id="33" name="Rechthoek 32">
                <a:extLst>
                  <a:ext uri="{FF2B5EF4-FFF2-40B4-BE49-F238E27FC236}">
                    <a16:creationId xmlns:a16="http://schemas.microsoft.com/office/drawing/2014/main" id="{7477AEFD-119B-7C23-6782-4CCA8CB51905}"/>
                  </a:ext>
                </a:extLst>
              </p:cNvPr>
              <p:cNvSpPr/>
              <p:nvPr userDrawn="1"/>
            </p:nvSpPr>
            <p:spPr>
              <a:xfrm>
                <a:off x="-3310781" y="1231352"/>
                <a:ext cx="308978" cy="308977"/>
              </a:xfrm>
              <a:prstGeom prst="rect">
                <a:avLst/>
              </a:prstGeom>
              <a:solidFill>
                <a:schemeClr val="bg1"/>
              </a:solidFill>
              <a:ln w="12700">
                <a:solidFill>
                  <a:srgbClr val="6C6C6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solidFill>
                    <a:srgbClr val="211F26"/>
                  </a:solidFill>
                  <a:latin typeface="Calibri" panose="020F0502020204030204" pitchFamily="34" charset="0"/>
                  <a:cs typeface="Calibri" panose="020F0502020204030204" pitchFamily="34" charset="0"/>
                </a:endParaRPr>
              </a:p>
            </p:txBody>
          </p:sp>
          <p:sp>
            <p:nvSpPr>
              <p:cNvPr id="34" name="Vrije vorm 112">
                <a:extLst>
                  <a:ext uri="{FF2B5EF4-FFF2-40B4-BE49-F238E27FC236}">
                    <a16:creationId xmlns:a16="http://schemas.microsoft.com/office/drawing/2014/main" id="{91DAF994-3527-44C3-FE91-C61AE5143631}"/>
                  </a:ext>
                </a:extLst>
              </p:cNvPr>
              <p:cNvSpPr/>
              <p:nvPr userDrawn="1"/>
            </p:nvSpPr>
            <p:spPr>
              <a:xfrm>
                <a:off x="-3308309" y="1231352"/>
                <a:ext cx="308978" cy="46965"/>
              </a:xfrm>
              <a:custGeom>
                <a:avLst/>
                <a:gdLst>
                  <a:gd name="connsiteX0" fmla="*/ 1186901 w 1360714"/>
                  <a:gd name="connsiteY0" fmla="*/ 41746 h 206829"/>
                  <a:gd name="connsiteX1" fmla="*/ 1186901 w 1360714"/>
                  <a:gd name="connsiteY1" fmla="*/ 175847 h 206829"/>
                  <a:gd name="connsiteX2" fmla="*/ 1315854 w 1360714"/>
                  <a:gd name="connsiteY2" fmla="*/ 175847 h 206829"/>
                  <a:gd name="connsiteX3" fmla="*/ 1315854 w 1360714"/>
                  <a:gd name="connsiteY3" fmla="*/ 41746 h 206829"/>
                  <a:gd name="connsiteX4" fmla="*/ 958249 w 1360714"/>
                  <a:gd name="connsiteY4" fmla="*/ 41746 h 206829"/>
                  <a:gd name="connsiteX5" fmla="*/ 958249 w 1360714"/>
                  <a:gd name="connsiteY5" fmla="*/ 175847 h 206829"/>
                  <a:gd name="connsiteX6" fmla="*/ 1087202 w 1360714"/>
                  <a:gd name="connsiteY6" fmla="*/ 175847 h 206829"/>
                  <a:gd name="connsiteX7" fmla="*/ 1087202 w 1360714"/>
                  <a:gd name="connsiteY7" fmla="*/ 41746 h 206829"/>
                  <a:gd name="connsiteX8" fmla="*/ 729440 w 1360714"/>
                  <a:gd name="connsiteY8" fmla="*/ 41746 h 206829"/>
                  <a:gd name="connsiteX9" fmla="*/ 729440 w 1360714"/>
                  <a:gd name="connsiteY9" fmla="*/ 175847 h 206829"/>
                  <a:gd name="connsiteX10" fmla="*/ 858393 w 1360714"/>
                  <a:gd name="connsiteY10" fmla="*/ 175847 h 206829"/>
                  <a:gd name="connsiteX11" fmla="*/ 858393 w 1360714"/>
                  <a:gd name="connsiteY11" fmla="*/ 41746 h 206829"/>
                  <a:gd name="connsiteX12" fmla="*/ 493889 w 1360714"/>
                  <a:gd name="connsiteY12" fmla="*/ 41746 h 206829"/>
                  <a:gd name="connsiteX13" fmla="*/ 493889 w 1360714"/>
                  <a:gd name="connsiteY13" fmla="*/ 175847 h 206829"/>
                  <a:gd name="connsiteX14" fmla="*/ 622842 w 1360714"/>
                  <a:gd name="connsiteY14" fmla="*/ 175847 h 206829"/>
                  <a:gd name="connsiteX15" fmla="*/ 622842 w 1360714"/>
                  <a:gd name="connsiteY15" fmla="*/ 41746 h 206829"/>
                  <a:gd name="connsiteX16" fmla="*/ 260368 w 1360714"/>
                  <a:gd name="connsiteY16" fmla="*/ 41746 h 206829"/>
                  <a:gd name="connsiteX17" fmla="*/ 260368 w 1360714"/>
                  <a:gd name="connsiteY17" fmla="*/ 175847 h 206829"/>
                  <a:gd name="connsiteX18" fmla="*/ 389321 w 1360714"/>
                  <a:gd name="connsiteY18" fmla="*/ 175847 h 206829"/>
                  <a:gd name="connsiteX19" fmla="*/ 389321 w 1360714"/>
                  <a:gd name="connsiteY19" fmla="*/ 41746 h 206829"/>
                  <a:gd name="connsiteX20" fmla="*/ 35169 w 1360714"/>
                  <a:gd name="connsiteY20" fmla="*/ 41746 h 206829"/>
                  <a:gd name="connsiteX21" fmla="*/ 35169 w 1360714"/>
                  <a:gd name="connsiteY21" fmla="*/ 175847 h 206829"/>
                  <a:gd name="connsiteX22" fmla="*/ 164122 w 1360714"/>
                  <a:gd name="connsiteY22" fmla="*/ 175847 h 206829"/>
                  <a:gd name="connsiteX23" fmla="*/ 164122 w 1360714"/>
                  <a:gd name="connsiteY23" fmla="*/ 41746 h 206829"/>
                  <a:gd name="connsiteX24" fmla="*/ 0 w 1360714"/>
                  <a:gd name="connsiteY24" fmla="*/ 0 h 206829"/>
                  <a:gd name="connsiteX25" fmla="*/ 1360714 w 1360714"/>
                  <a:gd name="connsiteY25" fmla="*/ 0 h 206829"/>
                  <a:gd name="connsiteX26" fmla="*/ 1360714 w 1360714"/>
                  <a:gd name="connsiteY26" fmla="*/ 206829 h 206829"/>
                  <a:gd name="connsiteX27" fmla="*/ 0 w 1360714"/>
                  <a:gd name="connsiteY27" fmla="*/ 206829 h 206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360714" h="206829">
                    <a:moveTo>
                      <a:pt x="1186901" y="41746"/>
                    </a:moveTo>
                    <a:lnTo>
                      <a:pt x="1186901" y="175847"/>
                    </a:lnTo>
                    <a:lnTo>
                      <a:pt x="1315854" y="175847"/>
                    </a:lnTo>
                    <a:lnTo>
                      <a:pt x="1315854" y="41746"/>
                    </a:lnTo>
                    <a:close/>
                    <a:moveTo>
                      <a:pt x="958249" y="41746"/>
                    </a:moveTo>
                    <a:lnTo>
                      <a:pt x="958249" y="175847"/>
                    </a:lnTo>
                    <a:lnTo>
                      <a:pt x="1087202" y="175847"/>
                    </a:lnTo>
                    <a:lnTo>
                      <a:pt x="1087202" y="41746"/>
                    </a:lnTo>
                    <a:close/>
                    <a:moveTo>
                      <a:pt x="729440" y="41746"/>
                    </a:moveTo>
                    <a:lnTo>
                      <a:pt x="729440" y="175847"/>
                    </a:lnTo>
                    <a:lnTo>
                      <a:pt x="858393" y="175847"/>
                    </a:lnTo>
                    <a:lnTo>
                      <a:pt x="858393" y="41746"/>
                    </a:lnTo>
                    <a:close/>
                    <a:moveTo>
                      <a:pt x="493889" y="41746"/>
                    </a:moveTo>
                    <a:lnTo>
                      <a:pt x="493889" y="175847"/>
                    </a:lnTo>
                    <a:lnTo>
                      <a:pt x="622842" y="175847"/>
                    </a:lnTo>
                    <a:lnTo>
                      <a:pt x="622842" y="41746"/>
                    </a:lnTo>
                    <a:close/>
                    <a:moveTo>
                      <a:pt x="260368" y="41746"/>
                    </a:moveTo>
                    <a:lnTo>
                      <a:pt x="260368" y="175847"/>
                    </a:lnTo>
                    <a:lnTo>
                      <a:pt x="389321" y="175847"/>
                    </a:lnTo>
                    <a:lnTo>
                      <a:pt x="389321" y="41746"/>
                    </a:lnTo>
                    <a:close/>
                    <a:moveTo>
                      <a:pt x="35169" y="41746"/>
                    </a:moveTo>
                    <a:lnTo>
                      <a:pt x="35169" y="175847"/>
                    </a:lnTo>
                    <a:lnTo>
                      <a:pt x="164122" y="175847"/>
                    </a:lnTo>
                    <a:lnTo>
                      <a:pt x="164122" y="41746"/>
                    </a:lnTo>
                    <a:close/>
                    <a:moveTo>
                      <a:pt x="0" y="0"/>
                    </a:moveTo>
                    <a:lnTo>
                      <a:pt x="1360714" y="0"/>
                    </a:lnTo>
                    <a:lnTo>
                      <a:pt x="1360714" y="206829"/>
                    </a:lnTo>
                    <a:lnTo>
                      <a:pt x="0" y="206829"/>
                    </a:lnTo>
                    <a:close/>
                  </a:path>
                </a:pathLst>
              </a:custGeom>
              <a:solidFill>
                <a:srgbClr val="6C6C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solidFill>
                    <a:srgbClr val="211F26"/>
                  </a:solidFill>
                  <a:latin typeface="Calibri" panose="020F0502020204030204" pitchFamily="34" charset="0"/>
                  <a:cs typeface="Calibri" panose="020F0502020204030204" pitchFamily="34" charset="0"/>
                </a:endParaRPr>
              </a:p>
            </p:txBody>
          </p:sp>
          <p:sp>
            <p:nvSpPr>
              <p:cNvPr id="35" name="Vrije vorm 113">
                <a:extLst>
                  <a:ext uri="{FF2B5EF4-FFF2-40B4-BE49-F238E27FC236}">
                    <a16:creationId xmlns:a16="http://schemas.microsoft.com/office/drawing/2014/main" id="{05794D1D-D19D-F999-5DC5-770CE284CFB0}"/>
                  </a:ext>
                </a:extLst>
              </p:cNvPr>
              <p:cNvSpPr/>
              <p:nvPr userDrawn="1"/>
            </p:nvSpPr>
            <p:spPr>
              <a:xfrm>
                <a:off x="-3309640" y="1497801"/>
                <a:ext cx="308978" cy="46965"/>
              </a:xfrm>
              <a:custGeom>
                <a:avLst/>
                <a:gdLst>
                  <a:gd name="connsiteX0" fmla="*/ 1186901 w 1360714"/>
                  <a:gd name="connsiteY0" fmla="*/ 41746 h 206829"/>
                  <a:gd name="connsiteX1" fmla="*/ 1186901 w 1360714"/>
                  <a:gd name="connsiteY1" fmla="*/ 175847 h 206829"/>
                  <a:gd name="connsiteX2" fmla="*/ 1315854 w 1360714"/>
                  <a:gd name="connsiteY2" fmla="*/ 175847 h 206829"/>
                  <a:gd name="connsiteX3" fmla="*/ 1315854 w 1360714"/>
                  <a:gd name="connsiteY3" fmla="*/ 41746 h 206829"/>
                  <a:gd name="connsiteX4" fmla="*/ 958249 w 1360714"/>
                  <a:gd name="connsiteY4" fmla="*/ 41746 h 206829"/>
                  <a:gd name="connsiteX5" fmla="*/ 958249 w 1360714"/>
                  <a:gd name="connsiteY5" fmla="*/ 175847 h 206829"/>
                  <a:gd name="connsiteX6" fmla="*/ 1087202 w 1360714"/>
                  <a:gd name="connsiteY6" fmla="*/ 175847 h 206829"/>
                  <a:gd name="connsiteX7" fmla="*/ 1087202 w 1360714"/>
                  <a:gd name="connsiteY7" fmla="*/ 41746 h 206829"/>
                  <a:gd name="connsiteX8" fmla="*/ 729440 w 1360714"/>
                  <a:gd name="connsiteY8" fmla="*/ 41746 h 206829"/>
                  <a:gd name="connsiteX9" fmla="*/ 729440 w 1360714"/>
                  <a:gd name="connsiteY9" fmla="*/ 175847 h 206829"/>
                  <a:gd name="connsiteX10" fmla="*/ 858393 w 1360714"/>
                  <a:gd name="connsiteY10" fmla="*/ 175847 h 206829"/>
                  <a:gd name="connsiteX11" fmla="*/ 858393 w 1360714"/>
                  <a:gd name="connsiteY11" fmla="*/ 41746 h 206829"/>
                  <a:gd name="connsiteX12" fmla="*/ 493889 w 1360714"/>
                  <a:gd name="connsiteY12" fmla="*/ 41746 h 206829"/>
                  <a:gd name="connsiteX13" fmla="*/ 493889 w 1360714"/>
                  <a:gd name="connsiteY13" fmla="*/ 175847 h 206829"/>
                  <a:gd name="connsiteX14" fmla="*/ 622842 w 1360714"/>
                  <a:gd name="connsiteY14" fmla="*/ 175847 h 206829"/>
                  <a:gd name="connsiteX15" fmla="*/ 622842 w 1360714"/>
                  <a:gd name="connsiteY15" fmla="*/ 41746 h 206829"/>
                  <a:gd name="connsiteX16" fmla="*/ 260368 w 1360714"/>
                  <a:gd name="connsiteY16" fmla="*/ 41746 h 206829"/>
                  <a:gd name="connsiteX17" fmla="*/ 260368 w 1360714"/>
                  <a:gd name="connsiteY17" fmla="*/ 175847 h 206829"/>
                  <a:gd name="connsiteX18" fmla="*/ 389321 w 1360714"/>
                  <a:gd name="connsiteY18" fmla="*/ 175847 h 206829"/>
                  <a:gd name="connsiteX19" fmla="*/ 389321 w 1360714"/>
                  <a:gd name="connsiteY19" fmla="*/ 41746 h 206829"/>
                  <a:gd name="connsiteX20" fmla="*/ 35169 w 1360714"/>
                  <a:gd name="connsiteY20" fmla="*/ 41746 h 206829"/>
                  <a:gd name="connsiteX21" fmla="*/ 35169 w 1360714"/>
                  <a:gd name="connsiteY21" fmla="*/ 175847 h 206829"/>
                  <a:gd name="connsiteX22" fmla="*/ 164122 w 1360714"/>
                  <a:gd name="connsiteY22" fmla="*/ 175847 h 206829"/>
                  <a:gd name="connsiteX23" fmla="*/ 164122 w 1360714"/>
                  <a:gd name="connsiteY23" fmla="*/ 41746 h 206829"/>
                  <a:gd name="connsiteX24" fmla="*/ 0 w 1360714"/>
                  <a:gd name="connsiteY24" fmla="*/ 0 h 206829"/>
                  <a:gd name="connsiteX25" fmla="*/ 1360714 w 1360714"/>
                  <a:gd name="connsiteY25" fmla="*/ 0 h 206829"/>
                  <a:gd name="connsiteX26" fmla="*/ 1360714 w 1360714"/>
                  <a:gd name="connsiteY26" fmla="*/ 206829 h 206829"/>
                  <a:gd name="connsiteX27" fmla="*/ 0 w 1360714"/>
                  <a:gd name="connsiteY27" fmla="*/ 206829 h 206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360714" h="206829">
                    <a:moveTo>
                      <a:pt x="1186901" y="41746"/>
                    </a:moveTo>
                    <a:lnTo>
                      <a:pt x="1186901" y="175847"/>
                    </a:lnTo>
                    <a:lnTo>
                      <a:pt x="1315854" y="175847"/>
                    </a:lnTo>
                    <a:lnTo>
                      <a:pt x="1315854" y="41746"/>
                    </a:lnTo>
                    <a:close/>
                    <a:moveTo>
                      <a:pt x="958249" y="41746"/>
                    </a:moveTo>
                    <a:lnTo>
                      <a:pt x="958249" y="175847"/>
                    </a:lnTo>
                    <a:lnTo>
                      <a:pt x="1087202" y="175847"/>
                    </a:lnTo>
                    <a:lnTo>
                      <a:pt x="1087202" y="41746"/>
                    </a:lnTo>
                    <a:close/>
                    <a:moveTo>
                      <a:pt x="729440" y="41746"/>
                    </a:moveTo>
                    <a:lnTo>
                      <a:pt x="729440" y="175847"/>
                    </a:lnTo>
                    <a:lnTo>
                      <a:pt x="858393" y="175847"/>
                    </a:lnTo>
                    <a:lnTo>
                      <a:pt x="858393" y="41746"/>
                    </a:lnTo>
                    <a:close/>
                    <a:moveTo>
                      <a:pt x="493889" y="41746"/>
                    </a:moveTo>
                    <a:lnTo>
                      <a:pt x="493889" y="175847"/>
                    </a:lnTo>
                    <a:lnTo>
                      <a:pt x="622842" y="175847"/>
                    </a:lnTo>
                    <a:lnTo>
                      <a:pt x="622842" y="41746"/>
                    </a:lnTo>
                    <a:close/>
                    <a:moveTo>
                      <a:pt x="260368" y="41746"/>
                    </a:moveTo>
                    <a:lnTo>
                      <a:pt x="260368" y="175847"/>
                    </a:lnTo>
                    <a:lnTo>
                      <a:pt x="389321" y="175847"/>
                    </a:lnTo>
                    <a:lnTo>
                      <a:pt x="389321" y="41746"/>
                    </a:lnTo>
                    <a:close/>
                    <a:moveTo>
                      <a:pt x="35169" y="41746"/>
                    </a:moveTo>
                    <a:lnTo>
                      <a:pt x="35169" y="175847"/>
                    </a:lnTo>
                    <a:lnTo>
                      <a:pt x="164122" y="175847"/>
                    </a:lnTo>
                    <a:lnTo>
                      <a:pt x="164122" y="41746"/>
                    </a:lnTo>
                    <a:close/>
                    <a:moveTo>
                      <a:pt x="0" y="0"/>
                    </a:moveTo>
                    <a:lnTo>
                      <a:pt x="1360714" y="0"/>
                    </a:lnTo>
                    <a:lnTo>
                      <a:pt x="1360714" y="206829"/>
                    </a:lnTo>
                    <a:lnTo>
                      <a:pt x="0" y="206829"/>
                    </a:lnTo>
                    <a:close/>
                  </a:path>
                </a:pathLst>
              </a:custGeom>
              <a:solidFill>
                <a:srgbClr val="6C6C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solidFill>
                    <a:srgbClr val="211F26"/>
                  </a:solidFill>
                  <a:latin typeface="Calibri" panose="020F0502020204030204" pitchFamily="34" charset="0"/>
                  <a:cs typeface="Calibri" panose="020F0502020204030204" pitchFamily="34" charset="0"/>
                </a:endParaRPr>
              </a:p>
            </p:txBody>
          </p:sp>
        </p:grpSp>
        <p:sp>
          <p:nvSpPr>
            <p:cNvPr id="23" name="Rechthoek 22">
              <a:extLst>
                <a:ext uri="{FF2B5EF4-FFF2-40B4-BE49-F238E27FC236}">
                  <a16:creationId xmlns:a16="http://schemas.microsoft.com/office/drawing/2014/main" id="{6AFDC8D8-BEB6-2372-283D-4A20BD7D4585}"/>
                </a:ext>
              </a:extLst>
            </p:cNvPr>
            <p:cNvSpPr/>
            <p:nvPr userDrawn="1"/>
          </p:nvSpPr>
          <p:spPr>
            <a:xfrm>
              <a:off x="-3786164" y="5852351"/>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grpSp>
          <p:nvGrpSpPr>
            <p:cNvPr id="24" name="ICOON_info">
              <a:extLst>
                <a:ext uri="{FF2B5EF4-FFF2-40B4-BE49-F238E27FC236}">
                  <a16:creationId xmlns:a16="http://schemas.microsoft.com/office/drawing/2014/main" id="{CF442570-6AC2-7A17-F027-9A27B64C715E}"/>
                </a:ext>
              </a:extLst>
            </p:cNvPr>
            <p:cNvGrpSpPr/>
            <p:nvPr userDrawn="1"/>
          </p:nvGrpSpPr>
          <p:grpSpPr>
            <a:xfrm>
              <a:off x="-376736" y="5681302"/>
              <a:ext cx="283685" cy="283685"/>
              <a:chOff x="-510741" y="5913713"/>
              <a:chExt cx="267555" cy="267555"/>
            </a:xfrm>
          </p:grpSpPr>
          <p:sp>
            <p:nvSpPr>
              <p:cNvPr id="31" name="Ovaal 30">
                <a:extLst>
                  <a:ext uri="{FF2B5EF4-FFF2-40B4-BE49-F238E27FC236}">
                    <a16:creationId xmlns:a16="http://schemas.microsoft.com/office/drawing/2014/main" id="{22579EC6-E185-CC07-6815-F5202153A020}"/>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32" name="Graphic 163" descr="Informatie">
                <a:extLst>
                  <a:ext uri="{FF2B5EF4-FFF2-40B4-BE49-F238E27FC236}">
                    <a16:creationId xmlns:a16="http://schemas.microsoft.com/office/drawing/2014/main" id="{5818274B-A374-8838-E2D9-66556B4094F1}"/>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25" name="Groep 24">
              <a:extLst>
                <a:ext uri="{FF2B5EF4-FFF2-40B4-BE49-F238E27FC236}">
                  <a16:creationId xmlns:a16="http://schemas.microsoft.com/office/drawing/2014/main" id="{FB121E7C-2BD9-2F3E-9A2B-0E359C6A3A27}"/>
                </a:ext>
              </a:extLst>
            </p:cNvPr>
            <p:cNvGrpSpPr/>
            <p:nvPr userDrawn="1"/>
          </p:nvGrpSpPr>
          <p:grpSpPr>
            <a:xfrm>
              <a:off x="-938434" y="5989728"/>
              <a:ext cx="627798" cy="576693"/>
              <a:chOff x="-938434" y="4570310"/>
              <a:chExt cx="627798" cy="576693"/>
            </a:xfrm>
          </p:grpSpPr>
          <p:grpSp>
            <p:nvGrpSpPr>
              <p:cNvPr id="26" name="Inspireren">
                <a:extLst>
                  <a:ext uri="{FF2B5EF4-FFF2-40B4-BE49-F238E27FC236}">
                    <a16:creationId xmlns:a16="http://schemas.microsoft.com/office/drawing/2014/main" id="{D67A2A51-F935-653F-6455-8EBFD899E4E1}"/>
                  </a:ext>
                </a:extLst>
              </p:cNvPr>
              <p:cNvGrpSpPr>
                <a:grpSpLocks noChangeAspect="1"/>
              </p:cNvGrpSpPr>
              <p:nvPr userDrawn="1"/>
            </p:nvGrpSpPr>
            <p:grpSpPr bwMode="auto">
              <a:xfrm>
                <a:off x="-716116" y="4570310"/>
                <a:ext cx="169778" cy="242385"/>
                <a:chOff x="4768" y="2783"/>
                <a:chExt cx="788" cy="1125"/>
              </a:xfrm>
              <a:gradFill>
                <a:gsLst>
                  <a:gs pos="0">
                    <a:srgbClr val="9D9FA1"/>
                  </a:gs>
                  <a:gs pos="70000">
                    <a:srgbClr val="211F26"/>
                  </a:gs>
                </a:gsLst>
                <a:lin ang="2700000" scaled="0"/>
              </a:gradFill>
            </p:grpSpPr>
            <p:sp>
              <p:nvSpPr>
                <p:cNvPr id="28" name="Freeform 12">
                  <a:extLst>
                    <a:ext uri="{FF2B5EF4-FFF2-40B4-BE49-F238E27FC236}">
                      <a16:creationId xmlns:a16="http://schemas.microsoft.com/office/drawing/2014/main" id="{55D08CE6-941B-D053-506F-CEF7AA2A608D}"/>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29" name="Freeform 13">
                  <a:extLst>
                    <a:ext uri="{FF2B5EF4-FFF2-40B4-BE49-F238E27FC236}">
                      <a16:creationId xmlns:a16="http://schemas.microsoft.com/office/drawing/2014/main" id="{083A7B54-AB9A-B102-2601-659463BD6C47}"/>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30" name="Freeform 14">
                  <a:extLst>
                    <a:ext uri="{FF2B5EF4-FFF2-40B4-BE49-F238E27FC236}">
                      <a16:creationId xmlns:a16="http://schemas.microsoft.com/office/drawing/2014/main" id="{41866F4C-91D1-E609-1214-9EE3C326C1B8}"/>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27" name="Tekstvak 26">
                <a:extLst>
                  <a:ext uri="{FF2B5EF4-FFF2-40B4-BE49-F238E27FC236}">
                    <a16:creationId xmlns:a16="http://schemas.microsoft.com/office/drawing/2014/main" id="{AF14C19D-DA27-7A84-2E20-22CA4FFDF2CB}"/>
                  </a:ext>
                </a:extLst>
              </p:cNvPr>
              <p:cNvSpPr txBox="1"/>
              <p:nvPr userDrawn="1"/>
            </p:nvSpPr>
            <p:spPr>
              <a:xfrm>
                <a:off x="-938434" y="4824764"/>
                <a:ext cx="627798" cy="32223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grpSp>
    </p:spTree>
    <p:extLst>
      <p:ext uri="{BB962C8B-B14F-4D97-AF65-F5344CB8AC3E}">
        <p14:creationId xmlns:p14="http://schemas.microsoft.com/office/powerpoint/2010/main" val="424155915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1" name="Rechthoek 20">
            <a:extLst>
              <a:ext uri="{FF2B5EF4-FFF2-40B4-BE49-F238E27FC236}">
                <a16:creationId xmlns:a16="http://schemas.microsoft.com/office/drawing/2014/main" id="{8778B65F-BF88-4C17-8B7E-1110F69AEE26}"/>
              </a:ext>
            </a:extLst>
          </p:cNvPr>
          <p:cNvSpPr/>
          <p:nvPr userDrawn="1"/>
        </p:nvSpPr>
        <p:spPr>
          <a:xfrm>
            <a:off x="0" y="-441330"/>
            <a:ext cx="1008931"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en-GB" sz="1800" b="1" cap="none" baseline="0" noProof="0" dirty="0">
                <a:solidFill>
                  <a:schemeClr val="accent1"/>
                </a:solidFill>
                <a:latin typeface="+mj-lt"/>
              </a:rPr>
              <a:t>Title only</a:t>
            </a:r>
          </a:p>
        </p:txBody>
      </p:sp>
      <p:sp>
        <p:nvSpPr>
          <p:cNvPr id="2" name="Tijdelijke aanduiding voor datum 1">
            <a:extLst>
              <a:ext uri="{FF2B5EF4-FFF2-40B4-BE49-F238E27FC236}">
                <a16:creationId xmlns:a16="http://schemas.microsoft.com/office/drawing/2014/main" id="{807AA2A9-52F4-4F7D-8523-63C6A6561FDB}"/>
              </a:ext>
            </a:extLst>
          </p:cNvPr>
          <p:cNvSpPr>
            <a:spLocks noGrp="1"/>
          </p:cNvSpPr>
          <p:nvPr>
            <p:ph type="dt" sz="half" idx="18"/>
          </p:nvPr>
        </p:nvSpPr>
        <p:spPr/>
        <p:txBody>
          <a:bodyPr/>
          <a:lstStyle/>
          <a:p>
            <a:r>
              <a:rPr lang="LID4096"/>
              <a:t>08/30/2024</a:t>
            </a:r>
            <a:endParaRPr lang="en-GB" dirty="0"/>
          </a:p>
        </p:txBody>
      </p:sp>
      <p:sp>
        <p:nvSpPr>
          <p:cNvPr id="4" name="Tijdelijke aanduiding voor dianummer 3">
            <a:extLst>
              <a:ext uri="{FF2B5EF4-FFF2-40B4-BE49-F238E27FC236}">
                <a16:creationId xmlns:a16="http://schemas.microsoft.com/office/drawing/2014/main" id="{7B990ADF-91B8-4E79-82C1-A3A57F190DC3}"/>
              </a:ext>
            </a:extLst>
          </p:cNvPr>
          <p:cNvSpPr>
            <a:spLocks noGrp="1"/>
          </p:cNvSpPr>
          <p:nvPr>
            <p:ph type="sldNum" sz="quarter" idx="20"/>
          </p:nvPr>
        </p:nvSpPr>
        <p:spPr/>
        <p:txBody>
          <a:bodyPr/>
          <a:lstStyle/>
          <a:p>
            <a:fld id="{9E843DB9-9987-4157-AB9C-CEA8D7D910BB}" type="slidenum">
              <a:rPr lang="en-GB" smtClean="0"/>
              <a:pPr/>
              <a:t>‹#›</a:t>
            </a:fld>
            <a:endParaRPr lang="en-GB" dirty="0"/>
          </a:p>
        </p:txBody>
      </p:sp>
      <p:sp>
        <p:nvSpPr>
          <p:cNvPr id="5" name="Titel 4">
            <a:extLst>
              <a:ext uri="{FF2B5EF4-FFF2-40B4-BE49-F238E27FC236}">
                <a16:creationId xmlns:a16="http://schemas.microsoft.com/office/drawing/2014/main" id="{9B105F46-F99B-7E73-16E0-CD2C01EDC8CA}"/>
              </a:ext>
            </a:extLst>
          </p:cNvPr>
          <p:cNvSpPr>
            <a:spLocks noGrp="1"/>
          </p:cNvSpPr>
          <p:nvPr>
            <p:ph type="title" hasCustomPrompt="1"/>
          </p:nvPr>
        </p:nvSpPr>
        <p:spPr/>
        <p:txBody>
          <a:bodyPr/>
          <a:lstStyle/>
          <a:p>
            <a:r>
              <a:rPr lang="en-GB" noProof="0" dirty="0"/>
              <a:t>Title goes here</a:t>
            </a:r>
            <a:endParaRPr lang="en-GB" dirty="0"/>
          </a:p>
        </p:txBody>
      </p:sp>
      <p:sp>
        <p:nvSpPr>
          <p:cNvPr id="6" name="Rectangle 5">
            <a:extLst>
              <a:ext uri="{FF2B5EF4-FFF2-40B4-BE49-F238E27FC236}">
                <a16:creationId xmlns:a16="http://schemas.microsoft.com/office/drawing/2014/main" id="{5891DACA-9349-03E1-D95B-7BE46B2CFEC3}"/>
              </a:ext>
            </a:extLst>
          </p:cNvPr>
          <p:cNvSpPr/>
          <p:nvPr userDrawn="1"/>
        </p:nvSpPr>
        <p:spPr>
          <a:xfrm>
            <a:off x="718666" y="-1"/>
            <a:ext cx="10751096" cy="3736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r>
              <a:rPr lang="en-US" sz="1600" dirty="0"/>
              <a:t>Objective | Background | Methods | Results | Conclusions</a:t>
            </a:r>
            <a:endParaRPr lang="LID4096" sz="1600" dirty="0" err="1"/>
          </a:p>
        </p:txBody>
      </p:sp>
    </p:spTree>
    <p:extLst>
      <p:ext uri="{BB962C8B-B14F-4D97-AF65-F5344CB8AC3E}">
        <p14:creationId xmlns:p14="http://schemas.microsoft.com/office/powerpoint/2010/main" val="543679374"/>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Organogram + photos">
    <p:spTree>
      <p:nvGrpSpPr>
        <p:cNvPr id="1" name=""/>
        <p:cNvGrpSpPr/>
        <p:nvPr/>
      </p:nvGrpSpPr>
      <p:grpSpPr>
        <a:xfrm>
          <a:off x="0" y="0"/>
          <a:ext cx="0" cy="0"/>
          <a:chOff x="0" y="0"/>
          <a:chExt cx="0" cy="0"/>
        </a:xfrm>
      </p:grpSpPr>
      <p:sp>
        <p:nvSpPr>
          <p:cNvPr id="21" name="Rechthoek 20">
            <a:extLst>
              <a:ext uri="{FF2B5EF4-FFF2-40B4-BE49-F238E27FC236}">
                <a16:creationId xmlns:a16="http://schemas.microsoft.com/office/drawing/2014/main" id="{8778B65F-BF88-4C17-8B7E-1110F69AEE26}"/>
              </a:ext>
            </a:extLst>
          </p:cNvPr>
          <p:cNvSpPr/>
          <p:nvPr userDrawn="1"/>
        </p:nvSpPr>
        <p:spPr>
          <a:xfrm>
            <a:off x="0" y="-441330"/>
            <a:ext cx="2472856"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en-GB" sz="1800" b="1" cap="none" baseline="0" noProof="0" dirty="0">
                <a:solidFill>
                  <a:schemeClr val="accent1"/>
                </a:solidFill>
                <a:latin typeface="+mj-lt"/>
              </a:rPr>
              <a:t>Organogram + photos</a:t>
            </a:r>
          </a:p>
        </p:txBody>
      </p:sp>
      <p:sp>
        <p:nvSpPr>
          <p:cNvPr id="2" name="Tijdelijke aanduiding voor datum 1">
            <a:extLst>
              <a:ext uri="{FF2B5EF4-FFF2-40B4-BE49-F238E27FC236}">
                <a16:creationId xmlns:a16="http://schemas.microsoft.com/office/drawing/2014/main" id="{807AA2A9-52F4-4F7D-8523-63C6A6561FDB}"/>
              </a:ext>
            </a:extLst>
          </p:cNvPr>
          <p:cNvSpPr>
            <a:spLocks noGrp="1"/>
          </p:cNvSpPr>
          <p:nvPr>
            <p:ph type="dt" sz="half" idx="18"/>
          </p:nvPr>
        </p:nvSpPr>
        <p:spPr/>
        <p:txBody>
          <a:bodyPr/>
          <a:lstStyle/>
          <a:p>
            <a:r>
              <a:rPr lang="LID4096"/>
              <a:t>08/30/2024</a:t>
            </a:r>
            <a:endParaRPr lang="en-GB" dirty="0"/>
          </a:p>
        </p:txBody>
      </p:sp>
      <p:sp>
        <p:nvSpPr>
          <p:cNvPr id="4" name="Tijdelijke aanduiding voor dianummer 3">
            <a:extLst>
              <a:ext uri="{FF2B5EF4-FFF2-40B4-BE49-F238E27FC236}">
                <a16:creationId xmlns:a16="http://schemas.microsoft.com/office/drawing/2014/main" id="{7B990ADF-91B8-4E79-82C1-A3A57F190DC3}"/>
              </a:ext>
            </a:extLst>
          </p:cNvPr>
          <p:cNvSpPr>
            <a:spLocks noGrp="1"/>
          </p:cNvSpPr>
          <p:nvPr>
            <p:ph type="sldNum" sz="quarter" idx="20"/>
          </p:nvPr>
        </p:nvSpPr>
        <p:spPr/>
        <p:txBody>
          <a:bodyPr/>
          <a:lstStyle/>
          <a:p>
            <a:fld id="{9E843DB9-9987-4157-AB9C-CEA8D7D910BB}" type="slidenum">
              <a:rPr lang="en-GB" smtClean="0"/>
              <a:pPr/>
              <a:t>‹#›</a:t>
            </a:fld>
            <a:endParaRPr lang="en-GB" dirty="0"/>
          </a:p>
        </p:txBody>
      </p:sp>
      <p:sp>
        <p:nvSpPr>
          <p:cNvPr id="5" name="Titel 4">
            <a:extLst>
              <a:ext uri="{FF2B5EF4-FFF2-40B4-BE49-F238E27FC236}">
                <a16:creationId xmlns:a16="http://schemas.microsoft.com/office/drawing/2014/main" id="{9B105F46-F99B-7E73-16E0-CD2C01EDC8CA}"/>
              </a:ext>
            </a:extLst>
          </p:cNvPr>
          <p:cNvSpPr>
            <a:spLocks noGrp="1"/>
          </p:cNvSpPr>
          <p:nvPr>
            <p:ph type="title" hasCustomPrompt="1"/>
          </p:nvPr>
        </p:nvSpPr>
        <p:spPr/>
        <p:txBody>
          <a:bodyPr/>
          <a:lstStyle/>
          <a:p>
            <a:r>
              <a:rPr lang="en-GB" noProof="0" dirty="0"/>
              <a:t>Title goes here</a:t>
            </a:r>
            <a:endParaRPr lang="en-GB" dirty="0"/>
          </a:p>
        </p:txBody>
      </p:sp>
      <p:sp>
        <p:nvSpPr>
          <p:cNvPr id="37" name="Tijdelijke aanduiding voor afbeelding 16">
            <a:extLst>
              <a:ext uri="{FF2B5EF4-FFF2-40B4-BE49-F238E27FC236}">
                <a16:creationId xmlns:a16="http://schemas.microsoft.com/office/drawing/2014/main" id="{B140CBB5-C926-A14E-6E11-208F6ED33C32}"/>
              </a:ext>
            </a:extLst>
          </p:cNvPr>
          <p:cNvSpPr>
            <a:spLocks noGrp="1"/>
          </p:cNvSpPr>
          <p:nvPr>
            <p:ph type="pic" sz="quarter" idx="13" hasCustomPrompt="1"/>
          </p:nvPr>
        </p:nvSpPr>
        <p:spPr>
          <a:xfrm>
            <a:off x="5227021" y="1577038"/>
            <a:ext cx="562648" cy="820698"/>
          </a:xfrm>
          <a:pattFill prst="pct60">
            <a:fgClr>
              <a:schemeClr val="bg1">
                <a:lumMod val="95000"/>
              </a:schemeClr>
            </a:fgClr>
            <a:bgClr>
              <a:schemeClr val="bg1">
                <a:lumMod val="85000"/>
              </a:schemeClr>
            </a:bgClr>
          </a:pattFill>
        </p:spPr>
        <p:txBody>
          <a:bodyPr tIns="252000" bIns="1260000" anchor="ctr" anchorCtr="0"/>
          <a:lstStyle>
            <a:lvl1pPr marL="0" indent="0" algn="ctr">
              <a:lnSpc>
                <a:spcPct val="100000"/>
              </a:lnSpc>
              <a:spcBef>
                <a:spcPts val="0"/>
              </a:spcBef>
              <a:spcAft>
                <a:spcPts val="0"/>
              </a:spcAft>
              <a:buNone/>
              <a:defRPr sz="900" i="1">
                <a:solidFill>
                  <a:schemeClr val="bg1">
                    <a:lumMod val="50000"/>
                  </a:schemeClr>
                </a:solidFill>
              </a:defRPr>
            </a:lvl1pPr>
          </a:lstStyle>
          <a:p>
            <a:r>
              <a:rPr lang="en-GB" noProof="0" dirty="0"/>
              <a:t>Click on the icon below to insert an image</a:t>
            </a:r>
          </a:p>
        </p:txBody>
      </p:sp>
      <p:sp>
        <p:nvSpPr>
          <p:cNvPr id="38" name="Tijdelijke aanduiding voor afbeelding 16">
            <a:extLst>
              <a:ext uri="{FF2B5EF4-FFF2-40B4-BE49-F238E27FC236}">
                <a16:creationId xmlns:a16="http://schemas.microsoft.com/office/drawing/2014/main" id="{14C7CF9E-5B91-2065-2FC4-D304EAA5034F}"/>
              </a:ext>
            </a:extLst>
          </p:cNvPr>
          <p:cNvSpPr>
            <a:spLocks noGrp="1"/>
          </p:cNvSpPr>
          <p:nvPr>
            <p:ph type="pic" sz="quarter" idx="21" hasCustomPrompt="1"/>
          </p:nvPr>
        </p:nvSpPr>
        <p:spPr>
          <a:xfrm>
            <a:off x="9758621" y="2778044"/>
            <a:ext cx="562648" cy="820698"/>
          </a:xfrm>
          <a:pattFill prst="pct60">
            <a:fgClr>
              <a:schemeClr val="bg1">
                <a:lumMod val="95000"/>
              </a:schemeClr>
            </a:fgClr>
            <a:bgClr>
              <a:schemeClr val="bg1">
                <a:lumMod val="85000"/>
              </a:schemeClr>
            </a:bgClr>
          </a:pattFill>
        </p:spPr>
        <p:txBody>
          <a:bodyPr tIns="252000" bIns="1260000" anchor="ctr" anchorCtr="0"/>
          <a:lstStyle>
            <a:lvl1pPr marL="0" indent="0" algn="ctr">
              <a:lnSpc>
                <a:spcPct val="100000"/>
              </a:lnSpc>
              <a:spcBef>
                <a:spcPts val="0"/>
              </a:spcBef>
              <a:spcAft>
                <a:spcPts val="0"/>
              </a:spcAft>
              <a:buNone/>
              <a:defRPr sz="900" i="1">
                <a:solidFill>
                  <a:schemeClr val="bg1">
                    <a:lumMod val="50000"/>
                  </a:schemeClr>
                </a:solidFill>
              </a:defRPr>
            </a:lvl1pPr>
          </a:lstStyle>
          <a:p>
            <a:r>
              <a:rPr lang="en-GB" noProof="0" dirty="0"/>
              <a:t>Click on the icon below to insert an image</a:t>
            </a:r>
          </a:p>
        </p:txBody>
      </p:sp>
      <p:sp>
        <p:nvSpPr>
          <p:cNvPr id="39" name="Tijdelijke aanduiding voor afbeelding 16">
            <a:extLst>
              <a:ext uri="{FF2B5EF4-FFF2-40B4-BE49-F238E27FC236}">
                <a16:creationId xmlns:a16="http://schemas.microsoft.com/office/drawing/2014/main" id="{A7DDA151-3F4F-B593-A394-CB6DEF046EF0}"/>
              </a:ext>
            </a:extLst>
          </p:cNvPr>
          <p:cNvSpPr>
            <a:spLocks noGrp="1"/>
          </p:cNvSpPr>
          <p:nvPr>
            <p:ph type="pic" sz="quarter" idx="22" hasCustomPrompt="1"/>
          </p:nvPr>
        </p:nvSpPr>
        <p:spPr>
          <a:xfrm>
            <a:off x="9758621" y="3979046"/>
            <a:ext cx="562648" cy="820698"/>
          </a:xfrm>
          <a:pattFill prst="pct60">
            <a:fgClr>
              <a:schemeClr val="bg1">
                <a:lumMod val="95000"/>
              </a:schemeClr>
            </a:fgClr>
            <a:bgClr>
              <a:schemeClr val="bg1">
                <a:lumMod val="85000"/>
              </a:schemeClr>
            </a:bgClr>
          </a:pattFill>
        </p:spPr>
        <p:txBody>
          <a:bodyPr tIns="252000" bIns="1260000" anchor="ctr" anchorCtr="0"/>
          <a:lstStyle>
            <a:lvl1pPr marL="0" indent="0" algn="ctr">
              <a:lnSpc>
                <a:spcPct val="100000"/>
              </a:lnSpc>
              <a:spcBef>
                <a:spcPts val="0"/>
              </a:spcBef>
              <a:spcAft>
                <a:spcPts val="0"/>
              </a:spcAft>
              <a:buNone/>
              <a:defRPr sz="900" i="1">
                <a:solidFill>
                  <a:schemeClr val="bg1">
                    <a:lumMod val="50000"/>
                  </a:schemeClr>
                </a:solidFill>
              </a:defRPr>
            </a:lvl1pPr>
          </a:lstStyle>
          <a:p>
            <a:r>
              <a:rPr lang="en-GB" noProof="0" dirty="0"/>
              <a:t>Click on the icon below to insert an image</a:t>
            </a:r>
          </a:p>
        </p:txBody>
      </p:sp>
      <p:sp>
        <p:nvSpPr>
          <p:cNvPr id="40" name="Tijdelijke aanduiding voor afbeelding 16">
            <a:extLst>
              <a:ext uri="{FF2B5EF4-FFF2-40B4-BE49-F238E27FC236}">
                <a16:creationId xmlns:a16="http://schemas.microsoft.com/office/drawing/2014/main" id="{768E1753-0ED0-3026-5633-C12E3E707C24}"/>
              </a:ext>
            </a:extLst>
          </p:cNvPr>
          <p:cNvSpPr>
            <a:spLocks noGrp="1"/>
          </p:cNvSpPr>
          <p:nvPr>
            <p:ph type="pic" sz="quarter" idx="23" hasCustomPrompt="1"/>
          </p:nvPr>
        </p:nvSpPr>
        <p:spPr>
          <a:xfrm>
            <a:off x="9758621" y="5180052"/>
            <a:ext cx="562648" cy="820698"/>
          </a:xfrm>
          <a:pattFill prst="pct60">
            <a:fgClr>
              <a:schemeClr val="bg1">
                <a:lumMod val="95000"/>
              </a:schemeClr>
            </a:fgClr>
            <a:bgClr>
              <a:schemeClr val="bg1">
                <a:lumMod val="85000"/>
              </a:schemeClr>
            </a:bgClr>
          </a:pattFill>
        </p:spPr>
        <p:txBody>
          <a:bodyPr tIns="252000" bIns="1260000" anchor="ctr" anchorCtr="0"/>
          <a:lstStyle>
            <a:lvl1pPr marL="0" indent="0" algn="ctr">
              <a:lnSpc>
                <a:spcPct val="100000"/>
              </a:lnSpc>
              <a:spcBef>
                <a:spcPts val="0"/>
              </a:spcBef>
              <a:spcAft>
                <a:spcPts val="0"/>
              </a:spcAft>
              <a:buNone/>
              <a:defRPr sz="900" i="1">
                <a:solidFill>
                  <a:schemeClr val="bg1">
                    <a:lumMod val="50000"/>
                  </a:schemeClr>
                </a:solidFill>
              </a:defRPr>
            </a:lvl1pPr>
          </a:lstStyle>
          <a:p>
            <a:r>
              <a:rPr lang="en-GB" noProof="0" dirty="0"/>
              <a:t>Click on the icon below to insert an image</a:t>
            </a:r>
          </a:p>
        </p:txBody>
      </p:sp>
      <p:sp>
        <p:nvSpPr>
          <p:cNvPr id="45" name="Tijdelijke aanduiding voor afbeelding 16">
            <a:extLst>
              <a:ext uri="{FF2B5EF4-FFF2-40B4-BE49-F238E27FC236}">
                <a16:creationId xmlns:a16="http://schemas.microsoft.com/office/drawing/2014/main" id="{E2697F3E-6841-A4B0-7D89-083A1391421D}"/>
              </a:ext>
            </a:extLst>
          </p:cNvPr>
          <p:cNvSpPr>
            <a:spLocks noGrp="1"/>
          </p:cNvSpPr>
          <p:nvPr>
            <p:ph type="pic" sz="quarter" idx="24" hasCustomPrompt="1"/>
          </p:nvPr>
        </p:nvSpPr>
        <p:spPr>
          <a:xfrm>
            <a:off x="7498630" y="2778041"/>
            <a:ext cx="562648" cy="820698"/>
          </a:xfrm>
          <a:pattFill prst="pct60">
            <a:fgClr>
              <a:schemeClr val="bg1">
                <a:lumMod val="95000"/>
              </a:schemeClr>
            </a:fgClr>
            <a:bgClr>
              <a:schemeClr val="bg1">
                <a:lumMod val="85000"/>
              </a:schemeClr>
            </a:bgClr>
          </a:pattFill>
        </p:spPr>
        <p:txBody>
          <a:bodyPr tIns="252000" bIns="1260000" anchor="ctr" anchorCtr="0"/>
          <a:lstStyle>
            <a:lvl1pPr marL="0" indent="0" algn="ctr">
              <a:lnSpc>
                <a:spcPct val="100000"/>
              </a:lnSpc>
              <a:spcBef>
                <a:spcPts val="0"/>
              </a:spcBef>
              <a:spcAft>
                <a:spcPts val="0"/>
              </a:spcAft>
              <a:buNone/>
              <a:defRPr sz="900" i="1">
                <a:solidFill>
                  <a:schemeClr val="bg1">
                    <a:lumMod val="50000"/>
                  </a:schemeClr>
                </a:solidFill>
              </a:defRPr>
            </a:lvl1pPr>
          </a:lstStyle>
          <a:p>
            <a:r>
              <a:rPr lang="en-GB" noProof="0" dirty="0"/>
              <a:t>Click on the icon below to insert an image</a:t>
            </a:r>
          </a:p>
        </p:txBody>
      </p:sp>
      <p:sp>
        <p:nvSpPr>
          <p:cNvPr id="46" name="Tijdelijke aanduiding voor afbeelding 16">
            <a:extLst>
              <a:ext uri="{FF2B5EF4-FFF2-40B4-BE49-F238E27FC236}">
                <a16:creationId xmlns:a16="http://schemas.microsoft.com/office/drawing/2014/main" id="{9EAD0D3C-AAEF-8C3F-00BE-D32F4785DE15}"/>
              </a:ext>
            </a:extLst>
          </p:cNvPr>
          <p:cNvSpPr>
            <a:spLocks noGrp="1"/>
          </p:cNvSpPr>
          <p:nvPr>
            <p:ph type="pic" sz="quarter" idx="25" hasCustomPrompt="1"/>
          </p:nvPr>
        </p:nvSpPr>
        <p:spPr>
          <a:xfrm>
            <a:off x="7498630" y="3979043"/>
            <a:ext cx="562648" cy="820698"/>
          </a:xfrm>
          <a:pattFill prst="pct60">
            <a:fgClr>
              <a:schemeClr val="bg1">
                <a:lumMod val="95000"/>
              </a:schemeClr>
            </a:fgClr>
            <a:bgClr>
              <a:schemeClr val="bg1">
                <a:lumMod val="85000"/>
              </a:schemeClr>
            </a:bgClr>
          </a:pattFill>
        </p:spPr>
        <p:txBody>
          <a:bodyPr tIns="252000" bIns="1260000" anchor="ctr" anchorCtr="0"/>
          <a:lstStyle>
            <a:lvl1pPr marL="0" indent="0" algn="ctr">
              <a:lnSpc>
                <a:spcPct val="100000"/>
              </a:lnSpc>
              <a:spcBef>
                <a:spcPts val="0"/>
              </a:spcBef>
              <a:spcAft>
                <a:spcPts val="0"/>
              </a:spcAft>
              <a:buNone/>
              <a:defRPr sz="900" i="1">
                <a:solidFill>
                  <a:schemeClr val="bg1">
                    <a:lumMod val="50000"/>
                  </a:schemeClr>
                </a:solidFill>
              </a:defRPr>
            </a:lvl1pPr>
          </a:lstStyle>
          <a:p>
            <a:r>
              <a:rPr lang="en-GB" noProof="0" dirty="0"/>
              <a:t>Click on the icon below to insert an image</a:t>
            </a:r>
          </a:p>
        </p:txBody>
      </p:sp>
      <p:sp>
        <p:nvSpPr>
          <p:cNvPr id="47" name="Tijdelijke aanduiding voor afbeelding 16">
            <a:extLst>
              <a:ext uri="{FF2B5EF4-FFF2-40B4-BE49-F238E27FC236}">
                <a16:creationId xmlns:a16="http://schemas.microsoft.com/office/drawing/2014/main" id="{30EF81D2-4540-3249-1A86-651424A00147}"/>
              </a:ext>
            </a:extLst>
          </p:cNvPr>
          <p:cNvSpPr>
            <a:spLocks noGrp="1"/>
          </p:cNvSpPr>
          <p:nvPr>
            <p:ph type="pic" sz="quarter" idx="26" hasCustomPrompt="1"/>
          </p:nvPr>
        </p:nvSpPr>
        <p:spPr>
          <a:xfrm>
            <a:off x="7498630" y="5180049"/>
            <a:ext cx="562648" cy="820698"/>
          </a:xfrm>
          <a:pattFill prst="pct60">
            <a:fgClr>
              <a:schemeClr val="bg1">
                <a:lumMod val="95000"/>
              </a:schemeClr>
            </a:fgClr>
            <a:bgClr>
              <a:schemeClr val="bg1">
                <a:lumMod val="85000"/>
              </a:schemeClr>
            </a:bgClr>
          </a:pattFill>
        </p:spPr>
        <p:txBody>
          <a:bodyPr tIns="252000" bIns="1260000" anchor="ctr" anchorCtr="0"/>
          <a:lstStyle>
            <a:lvl1pPr marL="0" indent="0" algn="ctr">
              <a:lnSpc>
                <a:spcPct val="100000"/>
              </a:lnSpc>
              <a:spcBef>
                <a:spcPts val="0"/>
              </a:spcBef>
              <a:spcAft>
                <a:spcPts val="0"/>
              </a:spcAft>
              <a:buNone/>
              <a:defRPr sz="900" i="1">
                <a:solidFill>
                  <a:schemeClr val="bg1">
                    <a:lumMod val="50000"/>
                  </a:schemeClr>
                </a:solidFill>
              </a:defRPr>
            </a:lvl1pPr>
          </a:lstStyle>
          <a:p>
            <a:r>
              <a:rPr lang="en-GB" noProof="0" dirty="0"/>
              <a:t>Click on the icon below to insert an image</a:t>
            </a:r>
          </a:p>
        </p:txBody>
      </p:sp>
      <p:sp>
        <p:nvSpPr>
          <p:cNvPr id="48" name="Tijdelijke aanduiding voor afbeelding 16">
            <a:extLst>
              <a:ext uri="{FF2B5EF4-FFF2-40B4-BE49-F238E27FC236}">
                <a16:creationId xmlns:a16="http://schemas.microsoft.com/office/drawing/2014/main" id="{492B8ECF-32CF-BD96-874F-CBEF83CC1EF8}"/>
              </a:ext>
            </a:extLst>
          </p:cNvPr>
          <p:cNvSpPr>
            <a:spLocks noGrp="1"/>
          </p:cNvSpPr>
          <p:nvPr>
            <p:ph type="pic" sz="quarter" idx="27" hasCustomPrompt="1"/>
          </p:nvPr>
        </p:nvSpPr>
        <p:spPr>
          <a:xfrm>
            <a:off x="5227016" y="2778044"/>
            <a:ext cx="562648" cy="820698"/>
          </a:xfrm>
          <a:pattFill prst="pct60">
            <a:fgClr>
              <a:schemeClr val="bg1">
                <a:lumMod val="95000"/>
              </a:schemeClr>
            </a:fgClr>
            <a:bgClr>
              <a:schemeClr val="bg1">
                <a:lumMod val="85000"/>
              </a:schemeClr>
            </a:bgClr>
          </a:pattFill>
        </p:spPr>
        <p:txBody>
          <a:bodyPr tIns="252000" bIns="1260000" anchor="ctr" anchorCtr="0"/>
          <a:lstStyle>
            <a:lvl1pPr marL="0" indent="0" algn="ctr">
              <a:lnSpc>
                <a:spcPct val="100000"/>
              </a:lnSpc>
              <a:spcBef>
                <a:spcPts val="0"/>
              </a:spcBef>
              <a:spcAft>
                <a:spcPts val="0"/>
              </a:spcAft>
              <a:buNone/>
              <a:defRPr sz="900" i="1">
                <a:solidFill>
                  <a:schemeClr val="bg1">
                    <a:lumMod val="50000"/>
                  </a:schemeClr>
                </a:solidFill>
              </a:defRPr>
            </a:lvl1pPr>
          </a:lstStyle>
          <a:p>
            <a:r>
              <a:rPr lang="en-GB" noProof="0" dirty="0"/>
              <a:t>Click on the icon below to insert an image</a:t>
            </a:r>
          </a:p>
        </p:txBody>
      </p:sp>
      <p:sp>
        <p:nvSpPr>
          <p:cNvPr id="49" name="Tijdelijke aanduiding voor afbeelding 16">
            <a:extLst>
              <a:ext uri="{FF2B5EF4-FFF2-40B4-BE49-F238E27FC236}">
                <a16:creationId xmlns:a16="http://schemas.microsoft.com/office/drawing/2014/main" id="{3BC855F2-DC3F-E344-1BDE-FBF91152634D}"/>
              </a:ext>
            </a:extLst>
          </p:cNvPr>
          <p:cNvSpPr>
            <a:spLocks noGrp="1"/>
          </p:cNvSpPr>
          <p:nvPr>
            <p:ph type="pic" sz="quarter" idx="28" hasCustomPrompt="1"/>
          </p:nvPr>
        </p:nvSpPr>
        <p:spPr>
          <a:xfrm>
            <a:off x="5227016" y="3979046"/>
            <a:ext cx="562648" cy="820698"/>
          </a:xfrm>
          <a:pattFill prst="pct60">
            <a:fgClr>
              <a:schemeClr val="bg1">
                <a:lumMod val="95000"/>
              </a:schemeClr>
            </a:fgClr>
            <a:bgClr>
              <a:schemeClr val="bg1">
                <a:lumMod val="85000"/>
              </a:schemeClr>
            </a:bgClr>
          </a:pattFill>
        </p:spPr>
        <p:txBody>
          <a:bodyPr tIns="252000" bIns="1260000" anchor="ctr" anchorCtr="0"/>
          <a:lstStyle>
            <a:lvl1pPr marL="0" indent="0" algn="ctr">
              <a:lnSpc>
                <a:spcPct val="100000"/>
              </a:lnSpc>
              <a:spcBef>
                <a:spcPts val="0"/>
              </a:spcBef>
              <a:spcAft>
                <a:spcPts val="0"/>
              </a:spcAft>
              <a:buNone/>
              <a:defRPr sz="900" i="1">
                <a:solidFill>
                  <a:schemeClr val="bg1">
                    <a:lumMod val="50000"/>
                  </a:schemeClr>
                </a:solidFill>
              </a:defRPr>
            </a:lvl1pPr>
          </a:lstStyle>
          <a:p>
            <a:r>
              <a:rPr lang="en-GB" noProof="0" dirty="0"/>
              <a:t>Click on the icon below to insert an image</a:t>
            </a:r>
          </a:p>
        </p:txBody>
      </p:sp>
      <p:sp>
        <p:nvSpPr>
          <p:cNvPr id="50" name="Tijdelijke aanduiding voor afbeelding 16">
            <a:extLst>
              <a:ext uri="{FF2B5EF4-FFF2-40B4-BE49-F238E27FC236}">
                <a16:creationId xmlns:a16="http://schemas.microsoft.com/office/drawing/2014/main" id="{863202A7-B6B5-D7B9-B9CA-F6F0ACA141A3}"/>
              </a:ext>
            </a:extLst>
          </p:cNvPr>
          <p:cNvSpPr>
            <a:spLocks noGrp="1"/>
          </p:cNvSpPr>
          <p:nvPr>
            <p:ph type="pic" sz="quarter" idx="29" hasCustomPrompt="1"/>
          </p:nvPr>
        </p:nvSpPr>
        <p:spPr>
          <a:xfrm>
            <a:off x="5227016" y="5180052"/>
            <a:ext cx="562648" cy="820698"/>
          </a:xfrm>
          <a:pattFill prst="pct60">
            <a:fgClr>
              <a:schemeClr val="bg1">
                <a:lumMod val="95000"/>
              </a:schemeClr>
            </a:fgClr>
            <a:bgClr>
              <a:schemeClr val="bg1">
                <a:lumMod val="85000"/>
              </a:schemeClr>
            </a:bgClr>
          </a:pattFill>
        </p:spPr>
        <p:txBody>
          <a:bodyPr tIns="252000" bIns="1260000" anchor="ctr" anchorCtr="0"/>
          <a:lstStyle>
            <a:lvl1pPr marL="0" indent="0" algn="ctr">
              <a:lnSpc>
                <a:spcPct val="100000"/>
              </a:lnSpc>
              <a:spcBef>
                <a:spcPts val="0"/>
              </a:spcBef>
              <a:spcAft>
                <a:spcPts val="0"/>
              </a:spcAft>
              <a:buNone/>
              <a:defRPr sz="900" i="1">
                <a:solidFill>
                  <a:schemeClr val="bg1">
                    <a:lumMod val="50000"/>
                  </a:schemeClr>
                </a:solidFill>
              </a:defRPr>
            </a:lvl1pPr>
          </a:lstStyle>
          <a:p>
            <a:r>
              <a:rPr lang="en-GB" noProof="0" dirty="0"/>
              <a:t>Click on the icon below to insert an image</a:t>
            </a:r>
          </a:p>
        </p:txBody>
      </p:sp>
      <p:sp>
        <p:nvSpPr>
          <p:cNvPr id="51" name="Tijdelijke aanduiding voor afbeelding 16">
            <a:extLst>
              <a:ext uri="{FF2B5EF4-FFF2-40B4-BE49-F238E27FC236}">
                <a16:creationId xmlns:a16="http://schemas.microsoft.com/office/drawing/2014/main" id="{CB3B811E-5B01-AD47-1D0C-50D68CDB2352}"/>
              </a:ext>
            </a:extLst>
          </p:cNvPr>
          <p:cNvSpPr>
            <a:spLocks noGrp="1"/>
          </p:cNvSpPr>
          <p:nvPr>
            <p:ph type="pic" sz="quarter" idx="30" hasCustomPrompt="1"/>
          </p:nvPr>
        </p:nvSpPr>
        <p:spPr>
          <a:xfrm>
            <a:off x="2978653" y="2778041"/>
            <a:ext cx="562648" cy="820698"/>
          </a:xfrm>
          <a:pattFill prst="pct60">
            <a:fgClr>
              <a:schemeClr val="bg1">
                <a:lumMod val="95000"/>
              </a:schemeClr>
            </a:fgClr>
            <a:bgClr>
              <a:schemeClr val="bg1">
                <a:lumMod val="85000"/>
              </a:schemeClr>
            </a:bgClr>
          </a:pattFill>
        </p:spPr>
        <p:txBody>
          <a:bodyPr tIns="252000" bIns="1260000" anchor="ctr" anchorCtr="0"/>
          <a:lstStyle>
            <a:lvl1pPr marL="0" indent="0" algn="ctr">
              <a:lnSpc>
                <a:spcPct val="100000"/>
              </a:lnSpc>
              <a:spcBef>
                <a:spcPts val="0"/>
              </a:spcBef>
              <a:spcAft>
                <a:spcPts val="0"/>
              </a:spcAft>
              <a:buNone/>
              <a:defRPr sz="900" i="1">
                <a:solidFill>
                  <a:schemeClr val="bg1">
                    <a:lumMod val="50000"/>
                  </a:schemeClr>
                </a:solidFill>
              </a:defRPr>
            </a:lvl1pPr>
          </a:lstStyle>
          <a:p>
            <a:r>
              <a:rPr lang="en-GB" noProof="0" dirty="0"/>
              <a:t>Click on the icon below to insert an image</a:t>
            </a:r>
          </a:p>
        </p:txBody>
      </p:sp>
      <p:sp>
        <p:nvSpPr>
          <p:cNvPr id="52" name="Tijdelijke aanduiding voor afbeelding 16">
            <a:extLst>
              <a:ext uri="{FF2B5EF4-FFF2-40B4-BE49-F238E27FC236}">
                <a16:creationId xmlns:a16="http://schemas.microsoft.com/office/drawing/2014/main" id="{8A08A704-C443-FFC1-34E0-97B44A82EED7}"/>
              </a:ext>
            </a:extLst>
          </p:cNvPr>
          <p:cNvSpPr>
            <a:spLocks noGrp="1"/>
          </p:cNvSpPr>
          <p:nvPr>
            <p:ph type="pic" sz="quarter" idx="31" hasCustomPrompt="1"/>
          </p:nvPr>
        </p:nvSpPr>
        <p:spPr>
          <a:xfrm>
            <a:off x="2978653" y="3979043"/>
            <a:ext cx="562648" cy="820698"/>
          </a:xfrm>
          <a:pattFill prst="pct60">
            <a:fgClr>
              <a:schemeClr val="bg1">
                <a:lumMod val="95000"/>
              </a:schemeClr>
            </a:fgClr>
            <a:bgClr>
              <a:schemeClr val="bg1">
                <a:lumMod val="85000"/>
              </a:schemeClr>
            </a:bgClr>
          </a:pattFill>
        </p:spPr>
        <p:txBody>
          <a:bodyPr tIns="252000" bIns="1260000" anchor="ctr" anchorCtr="0"/>
          <a:lstStyle>
            <a:lvl1pPr marL="0" indent="0" algn="ctr">
              <a:lnSpc>
                <a:spcPct val="100000"/>
              </a:lnSpc>
              <a:spcBef>
                <a:spcPts val="0"/>
              </a:spcBef>
              <a:spcAft>
                <a:spcPts val="0"/>
              </a:spcAft>
              <a:buNone/>
              <a:defRPr sz="900" i="1">
                <a:solidFill>
                  <a:schemeClr val="bg1">
                    <a:lumMod val="50000"/>
                  </a:schemeClr>
                </a:solidFill>
              </a:defRPr>
            </a:lvl1pPr>
          </a:lstStyle>
          <a:p>
            <a:r>
              <a:rPr lang="en-GB" noProof="0" dirty="0"/>
              <a:t>Click on the icon below to insert an image</a:t>
            </a:r>
          </a:p>
        </p:txBody>
      </p:sp>
      <p:sp>
        <p:nvSpPr>
          <p:cNvPr id="53" name="Tijdelijke aanduiding voor afbeelding 16">
            <a:extLst>
              <a:ext uri="{FF2B5EF4-FFF2-40B4-BE49-F238E27FC236}">
                <a16:creationId xmlns:a16="http://schemas.microsoft.com/office/drawing/2014/main" id="{64C76DC2-803D-5A19-8417-3F6CDF05241E}"/>
              </a:ext>
            </a:extLst>
          </p:cNvPr>
          <p:cNvSpPr>
            <a:spLocks noGrp="1"/>
          </p:cNvSpPr>
          <p:nvPr>
            <p:ph type="pic" sz="quarter" idx="32" hasCustomPrompt="1"/>
          </p:nvPr>
        </p:nvSpPr>
        <p:spPr>
          <a:xfrm>
            <a:off x="2978653" y="5180049"/>
            <a:ext cx="562648" cy="820698"/>
          </a:xfrm>
          <a:pattFill prst="pct60">
            <a:fgClr>
              <a:schemeClr val="bg1">
                <a:lumMod val="95000"/>
              </a:schemeClr>
            </a:fgClr>
            <a:bgClr>
              <a:schemeClr val="bg1">
                <a:lumMod val="85000"/>
              </a:schemeClr>
            </a:bgClr>
          </a:pattFill>
        </p:spPr>
        <p:txBody>
          <a:bodyPr tIns="252000" bIns="1260000" anchor="ctr" anchorCtr="0"/>
          <a:lstStyle>
            <a:lvl1pPr marL="0" indent="0" algn="ctr">
              <a:lnSpc>
                <a:spcPct val="100000"/>
              </a:lnSpc>
              <a:spcBef>
                <a:spcPts val="0"/>
              </a:spcBef>
              <a:spcAft>
                <a:spcPts val="0"/>
              </a:spcAft>
              <a:buNone/>
              <a:defRPr sz="900" i="1">
                <a:solidFill>
                  <a:schemeClr val="bg1">
                    <a:lumMod val="50000"/>
                  </a:schemeClr>
                </a:solidFill>
              </a:defRPr>
            </a:lvl1pPr>
          </a:lstStyle>
          <a:p>
            <a:r>
              <a:rPr lang="en-GB" noProof="0" dirty="0"/>
              <a:t>Click on the icon below to insert an image</a:t>
            </a:r>
          </a:p>
        </p:txBody>
      </p:sp>
      <p:sp>
        <p:nvSpPr>
          <p:cNvPr id="54" name="Tijdelijke aanduiding voor afbeelding 16">
            <a:extLst>
              <a:ext uri="{FF2B5EF4-FFF2-40B4-BE49-F238E27FC236}">
                <a16:creationId xmlns:a16="http://schemas.microsoft.com/office/drawing/2014/main" id="{4977DEBF-6C15-FC79-52AD-3FB9F4386884}"/>
              </a:ext>
            </a:extLst>
          </p:cNvPr>
          <p:cNvSpPr>
            <a:spLocks noGrp="1"/>
          </p:cNvSpPr>
          <p:nvPr>
            <p:ph type="pic" sz="quarter" idx="33" hasCustomPrompt="1"/>
          </p:nvPr>
        </p:nvSpPr>
        <p:spPr>
          <a:xfrm>
            <a:off x="718664" y="2778041"/>
            <a:ext cx="562648" cy="820698"/>
          </a:xfrm>
          <a:pattFill prst="pct60">
            <a:fgClr>
              <a:schemeClr val="bg1">
                <a:lumMod val="95000"/>
              </a:schemeClr>
            </a:fgClr>
            <a:bgClr>
              <a:schemeClr val="bg1">
                <a:lumMod val="85000"/>
              </a:schemeClr>
            </a:bgClr>
          </a:pattFill>
        </p:spPr>
        <p:txBody>
          <a:bodyPr tIns="252000" bIns="1260000" anchor="ctr" anchorCtr="0"/>
          <a:lstStyle>
            <a:lvl1pPr marL="0" indent="0" algn="ctr">
              <a:lnSpc>
                <a:spcPct val="100000"/>
              </a:lnSpc>
              <a:spcBef>
                <a:spcPts val="0"/>
              </a:spcBef>
              <a:spcAft>
                <a:spcPts val="0"/>
              </a:spcAft>
              <a:buNone/>
              <a:defRPr sz="900" i="1">
                <a:solidFill>
                  <a:schemeClr val="bg1">
                    <a:lumMod val="50000"/>
                  </a:schemeClr>
                </a:solidFill>
              </a:defRPr>
            </a:lvl1pPr>
          </a:lstStyle>
          <a:p>
            <a:r>
              <a:rPr lang="en-GB" noProof="0" dirty="0"/>
              <a:t>Click on the icon below to insert an image</a:t>
            </a:r>
          </a:p>
        </p:txBody>
      </p:sp>
      <p:sp>
        <p:nvSpPr>
          <p:cNvPr id="55" name="Tijdelijke aanduiding voor afbeelding 16">
            <a:extLst>
              <a:ext uri="{FF2B5EF4-FFF2-40B4-BE49-F238E27FC236}">
                <a16:creationId xmlns:a16="http://schemas.microsoft.com/office/drawing/2014/main" id="{604536E4-BE6F-9ABE-A1F4-2399DC1FD139}"/>
              </a:ext>
            </a:extLst>
          </p:cNvPr>
          <p:cNvSpPr>
            <a:spLocks noGrp="1"/>
          </p:cNvSpPr>
          <p:nvPr>
            <p:ph type="pic" sz="quarter" idx="34" hasCustomPrompt="1"/>
          </p:nvPr>
        </p:nvSpPr>
        <p:spPr>
          <a:xfrm>
            <a:off x="718664" y="3979043"/>
            <a:ext cx="562648" cy="820698"/>
          </a:xfrm>
          <a:pattFill prst="pct60">
            <a:fgClr>
              <a:schemeClr val="bg1">
                <a:lumMod val="95000"/>
              </a:schemeClr>
            </a:fgClr>
            <a:bgClr>
              <a:schemeClr val="bg1">
                <a:lumMod val="85000"/>
              </a:schemeClr>
            </a:bgClr>
          </a:pattFill>
        </p:spPr>
        <p:txBody>
          <a:bodyPr tIns="252000" bIns="1260000" anchor="ctr" anchorCtr="0"/>
          <a:lstStyle>
            <a:lvl1pPr marL="0" indent="0" algn="ctr">
              <a:lnSpc>
                <a:spcPct val="100000"/>
              </a:lnSpc>
              <a:spcBef>
                <a:spcPts val="0"/>
              </a:spcBef>
              <a:spcAft>
                <a:spcPts val="0"/>
              </a:spcAft>
              <a:buNone/>
              <a:defRPr sz="900" i="1">
                <a:solidFill>
                  <a:schemeClr val="bg1">
                    <a:lumMod val="50000"/>
                  </a:schemeClr>
                </a:solidFill>
              </a:defRPr>
            </a:lvl1pPr>
          </a:lstStyle>
          <a:p>
            <a:r>
              <a:rPr lang="en-GB" noProof="0" dirty="0"/>
              <a:t>Click on the icon below to insert an image</a:t>
            </a:r>
          </a:p>
        </p:txBody>
      </p:sp>
      <p:sp>
        <p:nvSpPr>
          <p:cNvPr id="56" name="Tijdelijke aanduiding voor afbeelding 16">
            <a:extLst>
              <a:ext uri="{FF2B5EF4-FFF2-40B4-BE49-F238E27FC236}">
                <a16:creationId xmlns:a16="http://schemas.microsoft.com/office/drawing/2014/main" id="{325E19DD-1BB5-3397-143B-4B1782CC987A}"/>
              </a:ext>
            </a:extLst>
          </p:cNvPr>
          <p:cNvSpPr>
            <a:spLocks noGrp="1"/>
          </p:cNvSpPr>
          <p:nvPr>
            <p:ph type="pic" sz="quarter" idx="35" hasCustomPrompt="1"/>
          </p:nvPr>
        </p:nvSpPr>
        <p:spPr>
          <a:xfrm>
            <a:off x="718664" y="5180049"/>
            <a:ext cx="562648" cy="820698"/>
          </a:xfrm>
          <a:pattFill prst="pct60">
            <a:fgClr>
              <a:schemeClr val="bg1">
                <a:lumMod val="95000"/>
              </a:schemeClr>
            </a:fgClr>
            <a:bgClr>
              <a:schemeClr val="bg1">
                <a:lumMod val="85000"/>
              </a:schemeClr>
            </a:bgClr>
          </a:pattFill>
        </p:spPr>
        <p:txBody>
          <a:bodyPr tIns="252000" bIns="1260000" anchor="ctr" anchorCtr="0"/>
          <a:lstStyle>
            <a:lvl1pPr marL="0" indent="0" algn="ctr">
              <a:lnSpc>
                <a:spcPct val="100000"/>
              </a:lnSpc>
              <a:spcBef>
                <a:spcPts val="0"/>
              </a:spcBef>
              <a:spcAft>
                <a:spcPts val="0"/>
              </a:spcAft>
              <a:buNone/>
              <a:defRPr sz="900" i="1">
                <a:solidFill>
                  <a:schemeClr val="bg1">
                    <a:lumMod val="50000"/>
                  </a:schemeClr>
                </a:solidFill>
              </a:defRPr>
            </a:lvl1pPr>
          </a:lstStyle>
          <a:p>
            <a:r>
              <a:rPr lang="en-GB" noProof="0" dirty="0"/>
              <a:t>Click on the icon below to insert an image</a:t>
            </a:r>
          </a:p>
        </p:txBody>
      </p:sp>
      <p:sp>
        <p:nvSpPr>
          <p:cNvPr id="6" name="Rectangle 5">
            <a:extLst>
              <a:ext uri="{FF2B5EF4-FFF2-40B4-BE49-F238E27FC236}">
                <a16:creationId xmlns:a16="http://schemas.microsoft.com/office/drawing/2014/main" id="{24978ED7-0C3C-8C05-756F-A17E32D6721B}"/>
              </a:ext>
            </a:extLst>
          </p:cNvPr>
          <p:cNvSpPr/>
          <p:nvPr userDrawn="1"/>
        </p:nvSpPr>
        <p:spPr>
          <a:xfrm>
            <a:off x="718666" y="-1"/>
            <a:ext cx="10751096" cy="3736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r>
              <a:rPr lang="en-US" sz="1600" dirty="0"/>
              <a:t>Objective | Background | Methods | Results | Conclusions</a:t>
            </a:r>
            <a:endParaRPr lang="LID4096" sz="1600" dirty="0" err="1"/>
          </a:p>
        </p:txBody>
      </p:sp>
    </p:spTree>
    <p:extLst>
      <p:ext uri="{BB962C8B-B14F-4D97-AF65-F5344CB8AC3E}">
        <p14:creationId xmlns:p14="http://schemas.microsoft.com/office/powerpoint/2010/main" val="428717758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losure">
    <p:bg>
      <p:bgPr>
        <a:solidFill>
          <a:schemeClr val="accent1"/>
        </a:solidFill>
        <a:effectLst/>
      </p:bgPr>
    </p:bg>
    <p:spTree>
      <p:nvGrpSpPr>
        <p:cNvPr id="1" name=""/>
        <p:cNvGrpSpPr/>
        <p:nvPr/>
      </p:nvGrpSpPr>
      <p:grpSpPr>
        <a:xfrm>
          <a:off x="0" y="0"/>
          <a:ext cx="0" cy="0"/>
          <a:chOff x="0" y="0"/>
          <a:chExt cx="0" cy="0"/>
        </a:xfrm>
      </p:grpSpPr>
      <p:sp>
        <p:nvSpPr>
          <p:cNvPr id="5" name="Rechthoek 4">
            <a:extLst>
              <a:ext uri="{FF2B5EF4-FFF2-40B4-BE49-F238E27FC236}">
                <a16:creationId xmlns:a16="http://schemas.microsoft.com/office/drawing/2014/main" id="{9C2FF999-F008-1331-E6E0-38EDC8FDB419}"/>
              </a:ext>
            </a:extLst>
          </p:cNvPr>
          <p:cNvSpPr/>
          <p:nvPr userDrawn="1"/>
        </p:nvSpPr>
        <p:spPr>
          <a:xfrm>
            <a:off x="-10750" y="0"/>
            <a:ext cx="1220275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2" name="Vrije vorm: vorm 41">
            <a:extLst>
              <a:ext uri="{FF2B5EF4-FFF2-40B4-BE49-F238E27FC236}">
                <a16:creationId xmlns:a16="http://schemas.microsoft.com/office/drawing/2014/main" id="{C60BEEE3-6FC2-1913-7D0E-D2FF66473DA8}"/>
              </a:ext>
            </a:extLst>
          </p:cNvPr>
          <p:cNvSpPr/>
          <p:nvPr/>
        </p:nvSpPr>
        <p:spPr>
          <a:xfrm>
            <a:off x="-10750" y="1"/>
            <a:ext cx="12202750" cy="6857999"/>
          </a:xfrm>
          <a:custGeom>
            <a:avLst/>
            <a:gdLst>
              <a:gd name="connsiteX0" fmla="*/ 12202750 w 12202750"/>
              <a:gd name="connsiteY0" fmla="*/ 3750218 h 6857999"/>
              <a:gd name="connsiteX1" fmla="*/ 12202750 w 12202750"/>
              <a:gd name="connsiteY1" fmla="*/ 6857999 h 6857999"/>
              <a:gd name="connsiteX2" fmla="*/ 11114530 w 12202750"/>
              <a:gd name="connsiteY2" fmla="*/ 6857999 h 6857999"/>
              <a:gd name="connsiteX3" fmla="*/ 11256844 w 12202750"/>
              <a:gd name="connsiteY3" fmla="*/ 6595461 h 6857999"/>
              <a:gd name="connsiteX4" fmla="*/ 12121807 w 12202750"/>
              <a:gd name="connsiteY4" fmla="*/ 4108853 h 6857999"/>
              <a:gd name="connsiteX5" fmla="*/ 7260002 w 12202750"/>
              <a:gd name="connsiteY5" fmla="*/ 0 h 6857999"/>
              <a:gd name="connsiteX6" fmla="*/ 12202750 w 12202750"/>
              <a:gd name="connsiteY6" fmla="*/ 0 h 6857999"/>
              <a:gd name="connsiteX7" fmla="*/ 12202750 w 12202750"/>
              <a:gd name="connsiteY7" fmla="*/ 1540137 h 6857999"/>
              <a:gd name="connsiteX8" fmla="*/ 12200549 w 12202750"/>
              <a:gd name="connsiteY8" fmla="*/ 1543414 h 6857999"/>
              <a:gd name="connsiteX9" fmla="*/ 11867141 w 12202750"/>
              <a:gd name="connsiteY9" fmla="*/ 2106148 h 6857999"/>
              <a:gd name="connsiteX10" fmla="*/ 6343721 w 12202750"/>
              <a:gd name="connsiteY10" fmla="*/ 3249151 h 6857999"/>
              <a:gd name="connsiteX11" fmla="*/ 7248419 w 12202750"/>
              <a:gd name="connsiteY11" fmla="*/ 17042 h 6857999"/>
              <a:gd name="connsiteX12" fmla="*/ 0 w 12202750"/>
              <a:gd name="connsiteY12" fmla="*/ 0 h 6857999"/>
              <a:gd name="connsiteX13" fmla="*/ 4336814 w 12202750"/>
              <a:gd name="connsiteY13" fmla="*/ 0 h 6857999"/>
              <a:gd name="connsiteX14" fmla="*/ 3953814 w 12202750"/>
              <a:gd name="connsiteY14" fmla="*/ 290459 h 6857999"/>
              <a:gd name="connsiteX15" fmla="*/ 34757 w 12202750"/>
              <a:gd name="connsiteY15" fmla="*/ 4907294 h 6857999"/>
              <a:gd name="connsiteX16" fmla="*/ 0 w 12202750"/>
              <a:gd name="connsiteY16" fmla="*/ 5022063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202750" h="6857999">
                <a:moveTo>
                  <a:pt x="12202750" y="3750218"/>
                </a:moveTo>
                <a:lnTo>
                  <a:pt x="12202750" y="6857999"/>
                </a:lnTo>
                <a:lnTo>
                  <a:pt x="11114530" y="6857999"/>
                </a:lnTo>
                <a:lnTo>
                  <a:pt x="11256844" y="6595461"/>
                </a:lnTo>
                <a:cubicBezTo>
                  <a:pt x="11629965" y="5862402"/>
                  <a:pt x="11898764" y="5050891"/>
                  <a:pt x="12121807" y="4108853"/>
                </a:cubicBezTo>
                <a:close/>
                <a:moveTo>
                  <a:pt x="7260002" y="0"/>
                </a:moveTo>
                <a:lnTo>
                  <a:pt x="12202750" y="0"/>
                </a:lnTo>
                <a:lnTo>
                  <a:pt x="12202750" y="1540137"/>
                </a:lnTo>
                <a:lnTo>
                  <a:pt x="12200549" y="1543414"/>
                </a:lnTo>
                <a:cubicBezTo>
                  <a:pt x="12110526" y="1684115"/>
                  <a:pt x="12003525" y="1893029"/>
                  <a:pt x="11867141" y="2106148"/>
                </a:cubicBezTo>
                <a:cubicBezTo>
                  <a:pt x="10880238" y="3959252"/>
                  <a:pt x="7486531" y="6089453"/>
                  <a:pt x="6343721" y="3249151"/>
                </a:cubicBezTo>
                <a:cubicBezTo>
                  <a:pt x="5919494" y="2184051"/>
                  <a:pt x="6486561" y="1153587"/>
                  <a:pt x="7248419" y="17042"/>
                </a:cubicBezTo>
                <a:close/>
                <a:moveTo>
                  <a:pt x="0" y="0"/>
                </a:moveTo>
                <a:lnTo>
                  <a:pt x="4336814" y="0"/>
                </a:lnTo>
                <a:lnTo>
                  <a:pt x="3953814" y="290459"/>
                </a:lnTo>
                <a:cubicBezTo>
                  <a:pt x="2295623" y="1565228"/>
                  <a:pt x="719287" y="2947698"/>
                  <a:pt x="34757" y="4907294"/>
                </a:cubicBezTo>
                <a:lnTo>
                  <a:pt x="0" y="5022063"/>
                </a:lnTo>
                <a:close/>
              </a:path>
            </a:pathLst>
          </a:custGeom>
          <a:solidFill>
            <a:srgbClr val="00B8C8"/>
          </a:solidFill>
          <a:ln w="1731" cap="flat">
            <a:noFill/>
            <a:prstDash val="solid"/>
            <a:miter/>
          </a:ln>
        </p:spPr>
        <p:txBody>
          <a:bodyPr wrap="square" rtlCol="0" anchor="ctr">
            <a:noAutofit/>
          </a:bodyPr>
          <a:lstStyle/>
          <a:p>
            <a:endParaRPr lang="en-GB" dirty="0"/>
          </a:p>
        </p:txBody>
      </p:sp>
      <p:sp>
        <p:nvSpPr>
          <p:cNvPr id="2" name="Titel 1">
            <a:extLst>
              <a:ext uri="{FF2B5EF4-FFF2-40B4-BE49-F238E27FC236}">
                <a16:creationId xmlns:a16="http://schemas.microsoft.com/office/drawing/2014/main" id="{3BFF1B38-67B4-1DE1-F5C5-4B950151F2D7}"/>
              </a:ext>
            </a:extLst>
          </p:cNvPr>
          <p:cNvSpPr>
            <a:spLocks noGrp="1"/>
          </p:cNvSpPr>
          <p:nvPr>
            <p:ph type="title" hasCustomPrompt="1"/>
          </p:nvPr>
        </p:nvSpPr>
        <p:spPr>
          <a:xfrm>
            <a:off x="0" y="-429019"/>
            <a:ext cx="859210" cy="276999"/>
          </a:xfr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lvl1pPr>
              <a:lnSpc>
                <a:spcPct val="100000"/>
              </a:lnSpc>
              <a:defRPr lang="nl-NL" sz="1800" b="1" cap="none" baseline="0" dirty="0">
                <a:solidFill>
                  <a:schemeClr val="accent1"/>
                </a:solidFill>
                <a:latin typeface="+mj-lt"/>
              </a:defRPr>
            </a:lvl1pPr>
          </a:lstStyle>
          <a:p>
            <a:pPr marL="0" lvl="0"/>
            <a:r>
              <a:rPr lang="en-GB" dirty="0"/>
              <a:t>Closure</a:t>
            </a:r>
          </a:p>
        </p:txBody>
      </p:sp>
      <p:sp>
        <p:nvSpPr>
          <p:cNvPr id="4" name="Tijdelijke aanduiding voor tekst 3">
            <a:extLst>
              <a:ext uri="{FF2B5EF4-FFF2-40B4-BE49-F238E27FC236}">
                <a16:creationId xmlns:a16="http://schemas.microsoft.com/office/drawing/2014/main" id="{04122BC7-F646-7ABE-AEA6-34174E1E9FB8}"/>
              </a:ext>
            </a:extLst>
          </p:cNvPr>
          <p:cNvSpPr>
            <a:spLocks noGrp="1"/>
          </p:cNvSpPr>
          <p:nvPr>
            <p:ph type="body" sz="quarter" idx="10" hasCustomPrompt="1"/>
          </p:nvPr>
        </p:nvSpPr>
        <p:spPr>
          <a:xfrm>
            <a:off x="719138" y="3950387"/>
            <a:ext cx="10752137" cy="1333698"/>
          </a:xfrm>
        </p:spPr>
        <p:txBody>
          <a:bodyPr wrap="square" anchor="b" anchorCtr="0">
            <a:spAutoFit/>
          </a:bodyPr>
          <a:lstStyle>
            <a:lvl1pPr marL="0" indent="0" algn="r">
              <a:lnSpc>
                <a:spcPts val="5200"/>
              </a:lnSpc>
              <a:spcBef>
                <a:spcPts val="0"/>
              </a:spcBef>
              <a:spcAft>
                <a:spcPts val="0"/>
              </a:spcAft>
              <a:buNone/>
              <a:defRPr sz="4800" b="1" i="0">
                <a:solidFill>
                  <a:schemeClr val="bg1"/>
                </a:solidFill>
                <a:latin typeface="+mj-lt"/>
              </a:defRPr>
            </a:lvl1pPr>
            <a:lvl2pPr marL="0" indent="0" algn="r">
              <a:buNone/>
              <a:defRPr sz="4400" b="1" i="0">
                <a:solidFill>
                  <a:schemeClr val="bg1"/>
                </a:solidFill>
                <a:latin typeface="+mj-lt"/>
              </a:defRPr>
            </a:lvl2pPr>
            <a:lvl3pPr marL="0" indent="0" algn="r">
              <a:buFont typeface="Arial" panose="020B0604020202020204" pitchFamily="34" charset="0"/>
              <a:buNone/>
              <a:defRPr sz="4400" b="1" i="0">
                <a:solidFill>
                  <a:schemeClr val="bg1"/>
                </a:solidFill>
                <a:latin typeface="+mj-lt"/>
              </a:defRPr>
            </a:lvl3pPr>
            <a:lvl4pPr marL="0" indent="0" algn="r">
              <a:buFont typeface="Arial" panose="020B0604020202020204" pitchFamily="34" charset="0"/>
              <a:buNone/>
              <a:defRPr sz="4400" b="1" i="0">
                <a:solidFill>
                  <a:schemeClr val="bg1"/>
                </a:solidFill>
                <a:latin typeface="+mj-lt"/>
              </a:defRPr>
            </a:lvl4pPr>
            <a:lvl5pPr marL="0" indent="0" algn="r">
              <a:buFont typeface="Arial" panose="020B0604020202020204" pitchFamily="34" charset="0"/>
              <a:buNone/>
              <a:defRPr sz="4400" b="1" i="0">
                <a:solidFill>
                  <a:schemeClr val="bg1"/>
                </a:solidFill>
                <a:latin typeface="+mj-lt"/>
              </a:defRPr>
            </a:lvl5pPr>
            <a:lvl6pPr marL="0" indent="0" algn="r">
              <a:buFont typeface="Arial" panose="020B0604020202020204" pitchFamily="34" charset="0"/>
              <a:buNone/>
              <a:defRPr sz="4400" b="1" i="0">
                <a:solidFill>
                  <a:schemeClr val="bg1"/>
                </a:solidFill>
                <a:latin typeface="+mj-lt"/>
              </a:defRPr>
            </a:lvl6pPr>
            <a:lvl7pPr marL="0" indent="0" algn="r">
              <a:buFont typeface="Arial" panose="020B0604020202020204" pitchFamily="34" charset="0"/>
              <a:buNone/>
              <a:defRPr sz="4400" b="1" i="0">
                <a:solidFill>
                  <a:schemeClr val="bg1"/>
                </a:solidFill>
                <a:latin typeface="+mj-lt"/>
              </a:defRPr>
            </a:lvl7pPr>
            <a:lvl8pPr marL="0" indent="0" algn="r">
              <a:buFont typeface="Arial" panose="020B0604020202020204" pitchFamily="34" charset="0"/>
              <a:buNone/>
              <a:defRPr sz="4400" b="1" i="0">
                <a:solidFill>
                  <a:schemeClr val="bg1"/>
                </a:solidFill>
                <a:latin typeface="+mj-lt"/>
              </a:defRPr>
            </a:lvl8pPr>
            <a:lvl9pPr marL="0" indent="0" algn="r">
              <a:buFont typeface="Arial" panose="020B0604020202020204" pitchFamily="34" charset="0"/>
              <a:buNone/>
              <a:defRPr sz="4400" b="1" i="0">
                <a:solidFill>
                  <a:schemeClr val="bg1"/>
                </a:solidFill>
                <a:latin typeface="+mj-lt"/>
              </a:defRPr>
            </a:lvl9pPr>
          </a:lstStyle>
          <a:p>
            <a:pPr lvl="0"/>
            <a:r>
              <a:rPr lang="en-GB" noProof="0" dirty="0"/>
              <a:t>Title slide</a:t>
            </a:r>
            <a:br>
              <a:rPr lang="en-GB" noProof="0" dirty="0"/>
            </a:br>
            <a:r>
              <a:rPr lang="en-GB" noProof="0" dirty="0"/>
              <a:t>max. 2 lines</a:t>
            </a:r>
          </a:p>
        </p:txBody>
      </p:sp>
      <p:sp>
        <p:nvSpPr>
          <p:cNvPr id="6" name="Tijdelijke aanduiding voor tekst 5">
            <a:extLst>
              <a:ext uri="{FF2B5EF4-FFF2-40B4-BE49-F238E27FC236}">
                <a16:creationId xmlns:a16="http://schemas.microsoft.com/office/drawing/2014/main" id="{ACC0F79F-5B45-CF11-7FFE-D7A815731C32}"/>
              </a:ext>
            </a:extLst>
          </p:cNvPr>
          <p:cNvSpPr>
            <a:spLocks noGrp="1"/>
          </p:cNvSpPr>
          <p:nvPr>
            <p:ph type="body" sz="quarter" idx="11" hasCustomPrompt="1"/>
          </p:nvPr>
        </p:nvSpPr>
        <p:spPr>
          <a:xfrm>
            <a:off x="719137" y="5404234"/>
            <a:ext cx="10763113" cy="332399"/>
          </a:xfrm>
        </p:spPr>
        <p:txBody>
          <a:bodyPr>
            <a:spAutoFit/>
          </a:bodyPr>
          <a:lstStyle>
            <a:lvl1pPr marL="0" indent="0" algn="r">
              <a:buFont typeface="Arial" panose="020B0604020202020204" pitchFamily="34" charset="0"/>
              <a:buNone/>
              <a:defRPr sz="2400" b="0" i="0">
                <a:solidFill>
                  <a:schemeClr val="tx2"/>
                </a:solidFill>
                <a:latin typeface="+mn-lt"/>
              </a:defRPr>
            </a:lvl1pPr>
            <a:lvl2pPr marL="0" indent="0" algn="r">
              <a:buFont typeface="Arial" panose="020B0604020202020204" pitchFamily="34" charset="0"/>
              <a:buNone/>
              <a:defRPr sz="2400" b="0" i="0">
                <a:solidFill>
                  <a:schemeClr val="bg1"/>
                </a:solidFill>
                <a:latin typeface="+mn-lt"/>
              </a:defRPr>
            </a:lvl2pPr>
            <a:lvl3pPr marL="0" indent="0" algn="r">
              <a:buFont typeface="Arial" panose="020B0604020202020204" pitchFamily="34" charset="0"/>
              <a:buNone/>
              <a:defRPr sz="2400" b="0" i="0">
                <a:solidFill>
                  <a:schemeClr val="bg1"/>
                </a:solidFill>
                <a:latin typeface="+mn-lt"/>
              </a:defRPr>
            </a:lvl3pPr>
            <a:lvl4pPr marL="0" indent="0" algn="r">
              <a:buFont typeface="Arial" panose="020B0604020202020204" pitchFamily="34" charset="0"/>
              <a:buNone/>
              <a:defRPr sz="2400" b="0" i="0">
                <a:solidFill>
                  <a:schemeClr val="bg1"/>
                </a:solidFill>
                <a:latin typeface="+mn-lt"/>
              </a:defRPr>
            </a:lvl4pPr>
            <a:lvl5pPr marL="0" indent="0" algn="r">
              <a:buFont typeface="Arial" panose="020B0604020202020204" pitchFamily="34" charset="0"/>
              <a:buNone/>
              <a:defRPr sz="2400" b="0" i="0">
                <a:solidFill>
                  <a:schemeClr val="bg1"/>
                </a:solidFill>
                <a:latin typeface="+mn-lt"/>
              </a:defRPr>
            </a:lvl5pPr>
            <a:lvl6pPr marL="0" indent="0" algn="r">
              <a:buFont typeface="Arial" panose="020B0604020202020204" pitchFamily="34" charset="0"/>
              <a:buNone/>
              <a:defRPr sz="2400" b="0" i="0">
                <a:solidFill>
                  <a:schemeClr val="bg1"/>
                </a:solidFill>
                <a:latin typeface="+mn-lt"/>
              </a:defRPr>
            </a:lvl6pPr>
            <a:lvl7pPr marL="0" indent="0" algn="r">
              <a:buFont typeface="Arial" panose="020B0604020202020204" pitchFamily="34" charset="0"/>
              <a:buNone/>
              <a:defRPr sz="2400" b="0" i="0">
                <a:solidFill>
                  <a:schemeClr val="bg1"/>
                </a:solidFill>
                <a:latin typeface="+mn-lt"/>
              </a:defRPr>
            </a:lvl7pPr>
            <a:lvl8pPr marL="0" indent="0" algn="r">
              <a:buFont typeface="Arial" panose="020B0604020202020204" pitchFamily="34" charset="0"/>
              <a:buNone/>
              <a:defRPr sz="2400" b="0" i="0">
                <a:solidFill>
                  <a:schemeClr val="bg1"/>
                </a:solidFill>
                <a:latin typeface="+mn-lt"/>
              </a:defRPr>
            </a:lvl8pPr>
            <a:lvl9pPr marL="0" indent="0" algn="r">
              <a:buFont typeface="Arial" panose="020B0604020202020204" pitchFamily="34" charset="0"/>
              <a:buNone/>
              <a:defRPr sz="2400" b="0" i="0">
                <a:solidFill>
                  <a:schemeClr val="bg1"/>
                </a:solidFill>
                <a:latin typeface="+mn-lt"/>
              </a:defRPr>
            </a:lvl9pPr>
          </a:lstStyle>
          <a:p>
            <a:pPr lvl="0"/>
            <a:r>
              <a:rPr lang="en-GB" noProof="0" dirty="0"/>
              <a:t>Subtitle | Name speaker</a:t>
            </a:r>
          </a:p>
        </p:txBody>
      </p:sp>
      <p:sp>
        <p:nvSpPr>
          <p:cNvPr id="17" name="Tijdelijke aanduiding voor datum 16">
            <a:extLst>
              <a:ext uri="{FF2B5EF4-FFF2-40B4-BE49-F238E27FC236}">
                <a16:creationId xmlns:a16="http://schemas.microsoft.com/office/drawing/2014/main" id="{599862F7-F626-8DED-B1FF-873CD0CF69ED}"/>
              </a:ext>
            </a:extLst>
          </p:cNvPr>
          <p:cNvSpPr>
            <a:spLocks noGrp="1"/>
          </p:cNvSpPr>
          <p:nvPr>
            <p:ph type="dt" sz="half" idx="12"/>
          </p:nvPr>
        </p:nvSpPr>
        <p:spPr>
          <a:xfrm>
            <a:off x="10773969" y="5813671"/>
            <a:ext cx="697306" cy="184666"/>
          </a:xfrm>
        </p:spPr>
        <p:txBody>
          <a:bodyPr/>
          <a:lstStyle>
            <a:lvl1pPr>
              <a:defRPr sz="1200">
                <a:solidFill>
                  <a:schemeClr val="tx2"/>
                </a:solidFill>
              </a:defRPr>
            </a:lvl1pPr>
          </a:lstStyle>
          <a:p>
            <a:r>
              <a:rPr lang="LID4096"/>
              <a:t>08/30/2024</a:t>
            </a:r>
            <a:endParaRPr lang="en-GB" dirty="0"/>
          </a:p>
        </p:txBody>
      </p:sp>
      <p:grpSp>
        <p:nvGrpSpPr>
          <p:cNvPr id="21" name="Graphic 4">
            <a:extLst>
              <a:ext uri="{FF2B5EF4-FFF2-40B4-BE49-F238E27FC236}">
                <a16:creationId xmlns:a16="http://schemas.microsoft.com/office/drawing/2014/main" id="{C93E164C-298E-F36F-9136-0AC365C778F8}"/>
              </a:ext>
            </a:extLst>
          </p:cNvPr>
          <p:cNvGrpSpPr/>
          <p:nvPr userDrawn="1"/>
        </p:nvGrpSpPr>
        <p:grpSpPr>
          <a:xfrm>
            <a:off x="721114" y="437497"/>
            <a:ext cx="1530269" cy="594428"/>
            <a:chOff x="717019" y="5865846"/>
            <a:chExt cx="1413341" cy="549008"/>
          </a:xfrm>
          <a:solidFill>
            <a:srgbClr val="FFFFFF"/>
          </a:solidFill>
        </p:grpSpPr>
        <p:sp>
          <p:nvSpPr>
            <p:cNvPr id="22" name="Vrije vorm: vorm 21">
              <a:extLst>
                <a:ext uri="{FF2B5EF4-FFF2-40B4-BE49-F238E27FC236}">
                  <a16:creationId xmlns:a16="http://schemas.microsoft.com/office/drawing/2014/main" id="{C4DE928F-9819-F729-1A30-E5A07740CC27}"/>
                </a:ext>
              </a:extLst>
            </p:cNvPr>
            <p:cNvSpPr/>
            <p:nvPr/>
          </p:nvSpPr>
          <p:spPr>
            <a:xfrm>
              <a:off x="998576" y="6136009"/>
              <a:ext cx="258644" cy="277455"/>
            </a:xfrm>
            <a:custGeom>
              <a:avLst/>
              <a:gdLst>
                <a:gd name="connsiteX0" fmla="*/ 129322 w 258644"/>
                <a:gd name="connsiteY0" fmla="*/ 224847 h 277455"/>
                <a:gd name="connsiteX1" fmla="*/ 183307 w 258644"/>
                <a:gd name="connsiteY1" fmla="*/ 167897 h 277455"/>
                <a:gd name="connsiteX2" fmla="*/ 183307 w 258644"/>
                <a:gd name="connsiteY2" fmla="*/ 0 h 277455"/>
                <a:gd name="connsiteX3" fmla="*/ 258644 w 258644"/>
                <a:gd name="connsiteY3" fmla="*/ 0 h 277455"/>
                <a:gd name="connsiteX4" fmla="*/ 258644 w 258644"/>
                <a:gd name="connsiteY4" fmla="*/ 172238 h 277455"/>
                <a:gd name="connsiteX5" fmla="*/ 129322 w 258644"/>
                <a:gd name="connsiteY5" fmla="*/ 277456 h 277455"/>
                <a:gd name="connsiteX6" fmla="*/ 0 w 258644"/>
                <a:gd name="connsiteY6" fmla="*/ 172238 h 277455"/>
                <a:gd name="connsiteX7" fmla="*/ 0 w 258644"/>
                <a:gd name="connsiteY7" fmla="*/ 174 h 277455"/>
                <a:gd name="connsiteX8" fmla="*/ 75337 w 258644"/>
                <a:gd name="connsiteY8" fmla="*/ 174 h 277455"/>
                <a:gd name="connsiteX9" fmla="*/ 75337 w 258644"/>
                <a:gd name="connsiteY9" fmla="*/ 168071 h 277455"/>
                <a:gd name="connsiteX10" fmla="*/ 129322 w 258644"/>
                <a:gd name="connsiteY10" fmla="*/ 224847 h 277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8644" h="277455">
                  <a:moveTo>
                    <a:pt x="129322" y="224847"/>
                  </a:moveTo>
                  <a:cubicBezTo>
                    <a:pt x="164907" y="224847"/>
                    <a:pt x="183307" y="200713"/>
                    <a:pt x="183307" y="167897"/>
                  </a:cubicBezTo>
                  <a:lnTo>
                    <a:pt x="183307" y="0"/>
                  </a:lnTo>
                  <a:lnTo>
                    <a:pt x="258644" y="0"/>
                  </a:lnTo>
                  <a:lnTo>
                    <a:pt x="258644" y="172238"/>
                  </a:lnTo>
                  <a:cubicBezTo>
                    <a:pt x="257255" y="247592"/>
                    <a:pt x="197542" y="277456"/>
                    <a:pt x="129322" y="277456"/>
                  </a:cubicBezTo>
                  <a:cubicBezTo>
                    <a:pt x="61102" y="277456"/>
                    <a:pt x="0" y="247592"/>
                    <a:pt x="0" y="172238"/>
                  </a:cubicBezTo>
                  <a:lnTo>
                    <a:pt x="0" y="174"/>
                  </a:lnTo>
                  <a:lnTo>
                    <a:pt x="75337" y="174"/>
                  </a:lnTo>
                  <a:lnTo>
                    <a:pt x="75337" y="168071"/>
                  </a:lnTo>
                  <a:cubicBezTo>
                    <a:pt x="73948" y="200713"/>
                    <a:pt x="93910" y="224847"/>
                    <a:pt x="129322" y="224847"/>
                  </a:cubicBezTo>
                  <a:close/>
                </a:path>
              </a:pathLst>
            </a:custGeom>
            <a:solidFill>
              <a:srgbClr val="FFFFFF"/>
            </a:solidFill>
            <a:ln w="1731" cap="flat">
              <a:noFill/>
              <a:prstDash val="solid"/>
              <a:miter/>
            </a:ln>
          </p:spPr>
          <p:txBody>
            <a:bodyPr rtlCol="0" anchor="ctr"/>
            <a:lstStyle/>
            <a:p>
              <a:endParaRPr lang="en-GB" dirty="0"/>
            </a:p>
          </p:txBody>
        </p:sp>
        <p:sp>
          <p:nvSpPr>
            <p:cNvPr id="23" name="Vrije vorm: vorm 22">
              <a:extLst>
                <a:ext uri="{FF2B5EF4-FFF2-40B4-BE49-F238E27FC236}">
                  <a16:creationId xmlns:a16="http://schemas.microsoft.com/office/drawing/2014/main" id="{79323DCE-D484-B94A-C1EC-D2F2B931366F}"/>
                </a:ext>
              </a:extLst>
            </p:cNvPr>
            <p:cNvSpPr/>
            <p:nvPr/>
          </p:nvSpPr>
          <p:spPr>
            <a:xfrm>
              <a:off x="717019" y="6136183"/>
              <a:ext cx="244583" cy="271726"/>
            </a:xfrm>
            <a:custGeom>
              <a:avLst/>
              <a:gdLst>
                <a:gd name="connsiteX0" fmla="*/ 85405 w 244583"/>
                <a:gd name="connsiteY0" fmla="*/ 271726 h 271726"/>
                <a:gd name="connsiteX1" fmla="*/ 160741 w 244583"/>
                <a:gd name="connsiteY1" fmla="*/ 271726 h 271726"/>
                <a:gd name="connsiteX2" fmla="*/ 160741 w 244583"/>
                <a:gd name="connsiteY2" fmla="*/ 52609 h 271726"/>
                <a:gd name="connsiteX3" fmla="*/ 244583 w 244583"/>
                <a:gd name="connsiteY3" fmla="*/ 52609 h 271726"/>
                <a:gd name="connsiteX4" fmla="*/ 244583 w 244583"/>
                <a:gd name="connsiteY4" fmla="*/ 0 h 271726"/>
                <a:gd name="connsiteX5" fmla="*/ 0 w 244583"/>
                <a:gd name="connsiteY5" fmla="*/ 0 h 271726"/>
                <a:gd name="connsiteX6" fmla="*/ 0 w 244583"/>
                <a:gd name="connsiteY6" fmla="*/ 52609 h 271726"/>
                <a:gd name="connsiteX7" fmla="*/ 85405 w 244583"/>
                <a:gd name="connsiteY7" fmla="*/ 52609 h 271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4583" h="271726">
                  <a:moveTo>
                    <a:pt x="85405" y="271726"/>
                  </a:moveTo>
                  <a:lnTo>
                    <a:pt x="160741" y="271726"/>
                  </a:lnTo>
                  <a:lnTo>
                    <a:pt x="160741" y="52609"/>
                  </a:lnTo>
                  <a:lnTo>
                    <a:pt x="244583" y="52609"/>
                  </a:lnTo>
                  <a:lnTo>
                    <a:pt x="244583" y="0"/>
                  </a:lnTo>
                  <a:lnTo>
                    <a:pt x="0" y="0"/>
                  </a:lnTo>
                  <a:lnTo>
                    <a:pt x="0" y="52609"/>
                  </a:lnTo>
                  <a:lnTo>
                    <a:pt x="85405" y="52609"/>
                  </a:lnTo>
                  <a:close/>
                </a:path>
              </a:pathLst>
            </a:custGeom>
            <a:solidFill>
              <a:srgbClr val="FFFFFF"/>
            </a:solidFill>
            <a:ln w="1731" cap="flat">
              <a:noFill/>
              <a:prstDash val="solid"/>
              <a:miter/>
            </a:ln>
          </p:spPr>
          <p:txBody>
            <a:bodyPr rtlCol="0" anchor="ctr"/>
            <a:lstStyle/>
            <a:p>
              <a:endParaRPr lang="en-GB" dirty="0"/>
            </a:p>
          </p:txBody>
        </p:sp>
        <p:sp>
          <p:nvSpPr>
            <p:cNvPr id="24" name="Vrije vorm: vorm 23">
              <a:extLst>
                <a:ext uri="{FF2B5EF4-FFF2-40B4-BE49-F238E27FC236}">
                  <a16:creationId xmlns:a16="http://schemas.microsoft.com/office/drawing/2014/main" id="{3539D6EA-85DB-9F50-4773-B93829862258}"/>
                </a:ext>
              </a:extLst>
            </p:cNvPr>
            <p:cNvSpPr/>
            <p:nvPr/>
          </p:nvSpPr>
          <p:spPr>
            <a:xfrm>
              <a:off x="792227" y="5865846"/>
              <a:ext cx="256862" cy="254189"/>
            </a:xfrm>
            <a:custGeom>
              <a:avLst/>
              <a:gdLst>
                <a:gd name="connsiteX0" fmla="*/ 190726 w 256862"/>
                <a:gd name="connsiteY0" fmla="*/ 138033 h 254189"/>
                <a:gd name="connsiteX1" fmla="*/ 153752 w 256862"/>
                <a:gd name="connsiteY1" fmla="*/ 115288 h 254189"/>
                <a:gd name="connsiteX2" fmla="*/ 254780 w 256862"/>
                <a:gd name="connsiteY2" fmla="*/ 14237 h 254189"/>
                <a:gd name="connsiteX3" fmla="*/ 254780 w 256862"/>
                <a:gd name="connsiteY3" fmla="*/ 0 h 254189"/>
                <a:gd name="connsiteX4" fmla="*/ 247663 w 256862"/>
                <a:gd name="connsiteY4" fmla="*/ 9897 h 254189"/>
                <a:gd name="connsiteX5" fmla="*/ 102718 w 256862"/>
                <a:gd name="connsiteY5" fmla="*/ 66846 h 254189"/>
                <a:gd name="connsiteX6" fmla="*/ 3253 w 256862"/>
                <a:gd name="connsiteY6" fmla="*/ 217555 h 254189"/>
                <a:gd name="connsiteX7" fmla="*/ 10370 w 256862"/>
                <a:gd name="connsiteY7" fmla="*/ 237522 h 254189"/>
                <a:gd name="connsiteX8" fmla="*/ 13147 w 256862"/>
                <a:gd name="connsiteY8" fmla="*/ 217555 h 254189"/>
                <a:gd name="connsiteX9" fmla="*/ 101329 w 256862"/>
                <a:gd name="connsiteY9" fmla="*/ 107996 h 254189"/>
                <a:gd name="connsiteX10" fmla="*/ 109835 w 256862"/>
                <a:gd name="connsiteY10" fmla="*/ 100877 h 254189"/>
                <a:gd name="connsiteX11" fmla="*/ 109835 w 256862"/>
                <a:gd name="connsiteY11" fmla="*/ 107996 h 254189"/>
                <a:gd name="connsiteX12" fmla="*/ 79978 w 256862"/>
                <a:gd name="connsiteY12" fmla="*/ 179183 h 254189"/>
                <a:gd name="connsiteX13" fmla="*/ 135352 w 256862"/>
                <a:gd name="connsiteY13" fmla="*/ 167724 h 254189"/>
                <a:gd name="connsiteX14" fmla="*/ 141081 w 256862"/>
                <a:gd name="connsiteY14" fmla="*/ 160605 h 254189"/>
                <a:gd name="connsiteX15" fmla="*/ 141081 w 256862"/>
                <a:gd name="connsiteY15" fmla="*/ 172064 h 254189"/>
                <a:gd name="connsiteX16" fmla="*/ 104107 w 256862"/>
                <a:gd name="connsiteY16" fmla="*/ 241689 h 254189"/>
                <a:gd name="connsiteX17" fmla="*/ 85706 w 256862"/>
                <a:gd name="connsiteY17" fmla="*/ 253148 h 254189"/>
                <a:gd name="connsiteX18" fmla="*/ 95601 w 256862"/>
                <a:gd name="connsiteY18" fmla="*/ 253148 h 254189"/>
                <a:gd name="connsiteX19" fmla="*/ 226485 w 256862"/>
                <a:gd name="connsiteY19" fmla="*/ 125185 h 254189"/>
                <a:gd name="connsiteX20" fmla="*/ 226485 w 256862"/>
                <a:gd name="connsiteY20" fmla="*/ 116677 h 254189"/>
                <a:gd name="connsiteX21" fmla="*/ 219368 w 256862"/>
                <a:gd name="connsiteY21" fmla="*/ 121018 h 254189"/>
                <a:gd name="connsiteX22" fmla="*/ 190726 w 256862"/>
                <a:gd name="connsiteY22" fmla="*/ 138033 h 254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6862" h="254189">
                  <a:moveTo>
                    <a:pt x="190726" y="138033"/>
                  </a:moveTo>
                  <a:cubicBezTo>
                    <a:pt x="172326" y="143763"/>
                    <a:pt x="153752" y="139422"/>
                    <a:pt x="153752" y="115288"/>
                  </a:cubicBezTo>
                  <a:cubicBezTo>
                    <a:pt x="153752" y="78306"/>
                    <a:pt x="241934" y="47053"/>
                    <a:pt x="254780" y="14237"/>
                  </a:cubicBezTo>
                  <a:cubicBezTo>
                    <a:pt x="257557" y="5730"/>
                    <a:pt x="257557" y="0"/>
                    <a:pt x="254780" y="0"/>
                  </a:cubicBezTo>
                  <a:cubicBezTo>
                    <a:pt x="252002" y="0"/>
                    <a:pt x="254780" y="4341"/>
                    <a:pt x="247663" y="9897"/>
                  </a:cubicBezTo>
                  <a:cubicBezTo>
                    <a:pt x="210689" y="46879"/>
                    <a:pt x="149586" y="46879"/>
                    <a:pt x="102718" y="66846"/>
                  </a:cubicBezTo>
                  <a:cubicBezTo>
                    <a:pt x="71472" y="81084"/>
                    <a:pt x="-18098" y="123796"/>
                    <a:pt x="3253" y="217555"/>
                  </a:cubicBezTo>
                  <a:cubicBezTo>
                    <a:pt x="4642" y="221895"/>
                    <a:pt x="7593" y="237522"/>
                    <a:pt x="10370" y="237522"/>
                  </a:cubicBezTo>
                  <a:cubicBezTo>
                    <a:pt x="13147" y="237522"/>
                    <a:pt x="13147" y="229014"/>
                    <a:pt x="13147" y="217555"/>
                  </a:cubicBezTo>
                  <a:cubicBezTo>
                    <a:pt x="13147" y="160605"/>
                    <a:pt x="78589" y="144978"/>
                    <a:pt x="101329" y="107996"/>
                  </a:cubicBezTo>
                  <a:cubicBezTo>
                    <a:pt x="104107" y="103655"/>
                    <a:pt x="108446" y="98099"/>
                    <a:pt x="109835" y="100877"/>
                  </a:cubicBezTo>
                  <a:cubicBezTo>
                    <a:pt x="109835" y="102266"/>
                    <a:pt x="109835" y="103655"/>
                    <a:pt x="109835" y="107996"/>
                  </a:cubicBezTo>
                  <a:cubicBezTo>
                    <a:pt x="102718" y="137860"/>
                    <a:pt x="71472" y="157827"/>
                    <a:pt x="79978" y="179183"/>
                  </a:cubicBezTo>
                  <a:cubicBezTo>
                    <a:pt x="91435" y="207658"/>
                    <a:pt x="125458" y="186302"/>
                    <a:pt x="135352" y="167724"/>
                  </a:cubicBezTo>
                  <a:cubicBezTo>
                    <a:pt x="138130" y="163383"/>
                    <a:pt x="139692" y="159216"/>
                    <a:pt x="141081" y="160605"/>
                  </a:cubicBezTo>
                  <a:cubicBezTo>
                    <a:pt x="142469" y="160605"/>
                    <a:pt x="142469" y="166335"/>
                    <a:pt x="141081" y="172064"/>
                  </a:cubicBezTo>
                  <a:cubicBezTo>
                    <a:pt x="135352" y="204706"/>
                    <a:pt x="128235" y="223284"/>
                    <a:pt x="104107" y="241689"/>
                  </a:cubicBezTo>
                  <a:cubicBezTo>
                    <a:pt x="96990" y="247418"/>
                    <a:pt x="84144" y="248807"/>
                    <a:pt x="85706" y="253148"/>
                  </a:cubicBezTo>
                  <a:cubicBezTo>
                    <a:pt x="85706" y="254537"/>
                    <a:pt x="91435" y="254537"/>
                    <a:pt x="95601" y="253148"/>
                  </a:cubicBezTo>
                  <a:cubicBezTo>
                    <a:pt x="159654" y="248807"/>
                    <a:pt x="212251" y="174842"/>
                    <a:pt x="226485" y="125185"/>
                  </a:cubicBezTo>
                  <a:cubicBezTo>
                    <a:pt x="227874" y="122407"/>
                    <a:pt x="227874" y="118066"/>
                    <a:pt x="226485" y="116677"/>
                  </a:cubicBezTo>
                  <a:cubicBezTo>
                    <a:pt x="225097" y="115288"/>
                    <a:pt x="222146" y="118066"/>
                    <a:pt x="219368" y="121018"/>
                  </a:cubicBezTo>
                  <a:cubicBezTo>
                    <a:pt x="209127" y="128137"/>
                    <a:pt x="200621" y="133866"/>
                    <a:pt x="190726" y="138033"/>
                  </a:cubicBezTo>
                  <a:close/>
                </a:path>
              </a:pathLst>
            </a:custGeom>
            <a:solidFill>
              <a:srgbClr val="FFFFFF"/>
            </a:solidFill>
            <a:ln w="1731" cap="flat">
              <a:noFill/>
              <a:prstDash val="solid"/>
              <a:miter/>
            </a:ln>
          </p:spPr>
          <p:txBody>
            <a:bodyPr rtlCol="0" anchor="ctr"/>
            <a:lstStyle/>
            <a:p>
              <a:endParaRPr lang="en-GB" dirty="0"/>
            </a:p>
          </p:txBody>
        </p:sp>
        <p:sp>
          <p:nvSpPr>
            <p:cNvPr id="25" name="Vrije vorm: vorm 24">
              <a:extLst>
                <a:ext uri="{FF2B5EF4-FFF2-40B4-BE49-F238E27FC236}">
                  <a16:creationId xmlns:a16="http://schemas.microsoft.com/office/drawing/2014/main" id="{A996BACF-1310-A75D-F3D9-23D926B05697}"/>
                </a:ext>
              </a:extLst>
            </p:cNvPr>
            <p:cNvSpPr/>
            <p:nvPr/>
          </p:nvSpPr>
          <p:spPr>
            <a:xfrm>
              <a:off x="1588597" y="6213099"/>
              <a:ext cx="172024" cy="200539"/>
            </a:xfrm>
            <a:custGeom>
              <a:avLst/>
              <a:gdLst>
                <a:gd name="connsiteX0" fmla="*/ 38363 w 172024"/>
                <a:gd name="connsiteY0" fmla="*/ 82299 h 200539"/>
                <a:gd name="connsiteX1" fmla="*/ 86620 w 172024"/>
                <a:gd name="connsiteY1" fmla="*/ 25350 h 200539"/>
                <a:gd name="connsiteX2" fmla="*/ 134877 w 172024"/>
                <a:gd name="connsiteY2" fmla="*/ 82299 h 200539"/>
                <a:gd name="connsiteX3" fmla="*/ 38363 w 172024"/>
                <a:gd name="connsiteY3" fmla="*/ 82299 h 200539"/>
                <a:gd name="connsiteX4" fmla="*/ 172024 w 172024"/>
                <a:gd name="connsiteY4" fmla="*/ 106607 h 200539"/>
                <a:gd name="connsiteX5" fmla="*/ 172024 w 172024"/>
                <a:gd name="connsiteY5" fmla="*/ 89591 h 200539"/>
                <a:gd name="connsiteX6" fmla="*/ 88182 w 172024"/>
                <a:gd name="connsiteY6" fmla="*/ 0 h 200539"/>
                <a:gd name="connsiteX7" fmla="*/ 0 w 172024"/>
                <a:gd name="connsiteY7" fmla="*/ 102440 h 200539"/>
                <a:gd name="connsiteX8" fmla="*/ 85231 w 172024"/>
                <a:gd name="connsiteY8" fmla="*/ 200539 h 200539"/>
                <a:gd name="connsiteX9" fmla="*/ 169073 w 172024"/>
                <a:gd name="connsiteY9" fmla="*/ 136471 h 200539"/>
                <a:gd name="connsiteX10" fmla="*/ 130711 w 172024"/>
                <a:gd name="connsiteY10" fmla="*/ 136471 h 200539"/>
                <a:gd name="connsiteX11" fmla="*/ 85231 w 172024"/>
                <a:gd name="connsiteY11" fmla="*/ 174842 h 200539"/>
                <a:gd name="connsiteX12" fmla="*/ 36974 w 172024"/>
                <a:gd name="connsiteY12" fmla="*/ 107996 h 200539"/>
                <a:gd name="connsiteX13" fmla="*/ 172024 w 172024"/>
                <a:gd name="connsiteY13" fmla="*/ 107996 h 200539"/>
                <a:gd name="connsiteX14" fmla="*/ 172024 w 172024"/>
                <a:gd name="connsiteY14" fmla="*/ 106607 h 200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2024" h="200539">
                  <a:moveTo>
                    <a:pt x="38363" y="82299"/>
                  </a:moveTo>
                  <a:cubicBezTo>
                    <a:pt x="38363" y="52435"/>
                    <a:pt x="56763" y="25350"/>
                    <a:pt x="86620" y="25350"/>
                  </a:cubicBezTo>
                  <a:cubicBezTo>
                    <a:pt x="120816" y="25350"/>
                    <a:pt x="134877" y="49484"/>
                    <a:pt x="134877" y="82299"/>
                  </a:cubicBezTo>
                  <a:lnTo>
                    <a:pt x="38363" y="82299"/>
                  </a:lnTo>
                  <a:close/>
                  <a:moveTo>
                    <a:pt x="172024" y="106607"/>
                  </a:moveTo>
                  <a:lnTo>
                    <a:pt x="172024" y="89591"/>
                  </a:lnTo>
                  <a:cubicBezTo>
                    <a:pt x="172024" y="36983"/>
                    <a:pt x="142167" y="0"/>
                    <a:pt x="88182" y="0"/>
                  </a:cubicBezTo>
                  <a:cubicBezTo>
                    <a:pt x="28468" y="0"/>
                    <a:pt x="0" y="46879"/>
                    <a:pt x="0" y="102440"/>
                  </a:cubicBezTo>
                  <a:cubicBezTo>
                    <a:pt x="0" y="158001"/>
                    <a:pt x="24128" y="200539"/>
                    <a:pt x="85231" y="200539"/>
                  </a:cubicBezTo>
                  <a:cubicBezTo>
                    <a:pt x="130711" y="200539"/>
                    <a:pt x="163518" y="179183"/>
                    <a:pt x="169073" y="136471"/>
                  </a:cubicBezTo>
                  <a:lnTo>
                    <a:pt x="130711" y="136471"/>
                  </a:lnTo>
                  <a:cubicBezTo>
                    <a:pt x="126371" y="163557"/>
                    <a:pt x="112310" y="174842"/>
                    <a:pt x="85231" y="174842"/>
                  </a:cubicBezTo>
                  <a:cubicBezTo>
                    <a:pt x="48257" y="174842"/>
                    <a:pt x="36974" y="142200"/>
                    <a:pt x="36974" y="107996"/>
                  </a:cubicBezTo>
                  <a:lnTo>
                    <a:pt x="172024" y="107996"/>
                  </a:lnTo>
                  <a:lnTo>
                    <a:pt x="172024" y="106607"/>
                  </a:lnTo>
                  <a:close/>
                </a:path>
              </a:pathLst>
            </a:custGeom>
            <a:solidFill>
              <a:srgbClr val="FFFFFF"/>
            </a:solidFill>
            <a:ln w="1731" cap="flat">
              <a:noFill/>
              <a:prstDash val="solid"/>
              <a:miter/>
            </a:ln>
          </p:spPr>
          <p:txBody>
            <a:bodyPr rtlCol="0" anchor="ctr"/>
            <a:lstStyle/>
            <a:p>
              <a:endParaRPr lang="en-GB" dirty="0"/>
            </a:p>
          </p:txBody>
        </p:sp>
        <p:sp>
          <p:nvSpPr>
            <p:cNvPr id="26" name="Vrije vorm: vorm 25">
              <a:extLst>
                <a:ext uri="{FF2B5EF4-FFF2-40B4-BE49-F238E27FC236}">
                  <a16:creationId xmlns:a16="http://schemas.microsoft.com/office/drawing/2014/main" id="{B50ABAA7-4D3A-64F2-2886-73E38F672A13}"/>
                </a:ext>
              </a:extLst>
            </p:cNvPr>
            <p:cNvSpPr/>
            <p:nvPr/>
          </p:nvSpPr>
          <p:spPr>
            <a:xfrm>
              <a:off x="1803323" y="6136183"/>
              <a:ext cx="35585" cy="271552"/>
            </a:xfrm>
            <a:custGeom>
              <a:avLst/>
              <a:gdLst>
                <a:gd name="connsiteX0" fmla="*/ 0 w 35585"/>
                <a:gd name="connsiteY0" fmla="*/ 0 h 271552"/>
                <a:gd name="connsiteX1" fmla="*/ 35585 w 35585"/>
                <a:gd name="connsiteY1" fmla="*/ 0 h 271552"/>
                <a:gd name="connsiteX2" fmla="*/ 35585 w 35585"/>
                <a:gd name="connsiteY2" fmla="*/ 271552 h 271552"/>
                <a:gd name="connsiteX3" fmla="*/ 0 w 35585"/>
                <a:gd name="connsiteY3" fmla="*/ 271552 h 271552"/>
              </a:gdLst>
              <a:ahLst/>
              <a:cxnLst>
                <a:cxn ang="0">
                  <a:pos x="connsiteX0" y="connsiteY0"/>
                </a:cxn>
                <a:cxn ang="0">
                  <a:pos x="connsiteX1" y="connsiteY1"/>
                </a:cxn>
                <a:cxn ang="0">
                  <a:pos x="connsiteX2" y="connsiteY2"/>
                </a:cxn>
                <a:cxn ang="0">
                  <a:pos x="connsiteX3" y="connsiteY3"/>
                </a:cxn>
              </a:cxnLst>
              <a:rect l="l" t="t" r="r" b="b"/>
              <a:pathLst>
                <a:path w="35585" h="271552">
                  <a:moveTo>
                    <a:pt x="0" y="0"/>
                  </a:moveTo>
                  <a:lnTo>
                    <a:pt x="35585" y="0"/>
                  </a:lnTo>
                  <a:lnTo>
                    <a:pt x="35585" y="271552"/>
                  </a:lnTo>
                  <a:lnTo>
                    <a:pt x="0" y="271552"/>
                  </a:lnTo>
                  <a:close/>
                </a:path>
              </a:pathLst>
            </a:custGeom>
            <a:solidFill>
              <a:srgbClr val="FFFFFF"/>
            </a:solidFill>
            <a:ln w="1731" cap="flat">
              <a:noFill/>
              <a:prstDash val="solid"/>
              <a:miter/>
            </a:ln>
          </p:spPr>
          <p:txBody>
            <a:bodyPr rtlCol="0" anchor="ctr"/>
            <a:lstStyle/>
            <a:p>
              <a:endParaRPr lang="en-GB" dirty="0"/>
            </a:p>
          </p:txBody>
        </p:sp>
        <p:sp>
          <p:nvSpPr>
            <p:cNvPr id="27" name="Vrije vorm: vorm 26">
              <a:extLst>
                <a:ext uri="{FF2B5EF4-FFF2-40B4-BE49-F238E27FC236}">
                  <a16:creationId xmlns:a16="http://schemas.microsoft.com/office/drawing/2014/main" id="{94E5B70C-D6DE-08E7-481C-59E036E42088}"/>
                </a:ext>
              </a:extLst>
            </p:cNvPr>
            <p:cNvSpPr/>
            <p:nvPr/>
          </p:nvSpPr>
          <p:spPr>
            <a:xfrm>
              <a:off x="1880049" y="6129238"/>
              <a:ext cx="122204" cy="278671"/>
            </a:xfrm>
            <a:custGeom>
              <a:avLst/>
              <a:gdLst>
                <a:gd name="connsiteX0" fmla="*/ 72559 w 122204"/>
                <a:gd name="connsiteY0" fmla="*/ 278671 h 278671"/>
                <a:gd name="connsiteX1" fmla="*/ 72559 w 122204"/>
                <a:gd name="connsiteY1" fmla="*/ 113726 h 278671"/>
                <a:gd name="connsiteX2" fmla="*/ 116650 w 122204"/>
                <a:gd name="connsiteY2" fmla="*/ 113726 h 278671"/>
                <a:gd name="connsiteX3" fmla="*/ 116650 w 122204"/>
                <a:gd name="connsiteY3" fmla="*/ 88202 h 278671"/>
                <a:gd name="connsiteX4" fmla="*/ 72559 w 122204"/>
                <a:gd name="connsiteY4" fmla="*/ 88202 h 278671"/>
                <a:gd name="connsiteX5" fmla="*/ 72559 w 122204"/>
                <a:gd name="connsiteY5" fmla="*/ 58339 h 278671"/>
                <a:gd name="connsiteX6" fmla="*/ 103805 w 122204"/>
                <a:gd name="connsiteY6" fmla="*/ 32816 h 278671"/>
                <a:gd name="connsiteX7" fmla="*/ 122205 w 122204"/>
                <a:gd name="connsiteY7" fmla="*/ 34205 h 278671"/>
                <a:gd name="connsiteX8" fmla="*/ 122205 w 122204"/>
                <a:gd name="connsiteY8" fmla="*/ 4341 h 278671"/>
                <a:gd name="connsiteX9" fmla="*/ 96688 w 122204"/>
                <a:gd name="connsiteY9" fmla="*/ 0 h 278671"/>
                <a:gd name="connsiteX10" fmla="*/ 36974 w 122204"/>
                <a:gd name="connsiteY10" fmla="*/ 52609 h 278671"/>
                <a:gd name="connsiteX11" fmla="*/ 36974 w 122204"/>
                <a:gd name="connsiteY11" fmla="*/ 88202 h 278671"/>
                <a:gd name="connsiteX12" fmla="*/ 0 w 122204"/>
                <a:gd name="connsiteY12" fmla="*/ 88202 h 278671"/>
                <a:gd name="connsiteX13" fmla="*/ 0 w 122204"/>
                <a:gd name="connsiteY13" fmla="*/ 113726 h 278671"/>
                <a:gd name="connsiteX14" fmla="*/ 36974 w 122204"/>
                <a:gd name="connsiteY14" fmla="*/ 113726 h 278671"/>
                <a:gd name="connsiteX15" fmla="*/ 36974 w 122204"/>
                <a:gd name="connsiteY15" fmla="*/ 278671 h 278671"/>
                <a:gd name="connsiteX16" fmla="*/ 72559 w 122204"/>
                <a:gd name="connsiteY16" fmla="*/ 278671 h 278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2204" h="278671">
                  <a:moveTo>
                    <a:pt x="72559" y="278671"/>
                  </a:moveTo>
                  <a:lnTo>
                    <a:pt x="72559" y="113726"/>
                  </a:lnTo>
                  <a:lnTo>
                    <a:pt x="116650" y="113726"/>
                  </a:lnTo>
                  <a:lnTo>
                    <a:pt x="116650" y="88202"/>
                  </a:lnTo>
                  <a:lnTo>
                    <a:pt x="72559" y="88202"/>
                  </a:lnTo>
                  <a:lnTo>
                    <a:pt x="72559" y="58339"/>
                  </a:lnTo>
                  <a:cubicBezTo>
                    <a:pt x="72559" y="36983"/>
                    <a:pt x="82454" y="32816"/>
                    <a:pt x="103805" y="32816"/>
                  </a:cubicBezTo>
                  <a:cubicBezTo>
                    <a:pt x="109533" y="32816"/>
                    <a:pt x="115262" y="34205"/>
                    <a:pt x="122205" y="34205"/>
                  </a:cubicBezTo>
                  <a:lnTo>
                    <a:pt x="122205" y="4341"/>
                  </a:lnTo>
                  <a:cubicBezTo>
                    <a:pt x="113699" y="2952"/>
                    <a:pt x="105194" y="0"/>
                    <a:pt x="96688" y="0"/>
                  </a:cubicBezTo>
                  <a:cubicBezTo>
                    <a:pt x="62491" y="0"/>
                    <a:pt x="36974" y="17015"/>
                    <a:pt x="36974" y="52609"/>
                  </a:cubicBezTo>
                  <a:lnTo>
                    <a:pt x="36974" y="88202"/>
                  </a:lnTo>
                  <a:lnTo>
                    <a:pt x="0" y="88202"/>
                  </a:lnTo>
                  <a:lnTo>
                    <a:pt x="0" y="113726"/>
                  </a:lnTo>
                  <a:lnTo>
                    <a:pt x="36974" y="113726"/>
                  </a:lnTo>
                  <a:lnTo>
                    <a:pt x="36974" y="278671"/>
                  </a:lnTo>
                  <a:lnTo>
                    <a:pt x="72559" y="278671"/>
                  </a:lnTo>
                  <a:close/>
                </a:path>
              </a:pathLst>
            </a:custGeom>
            <a:solidFill>
              <a:srgbClr val="FFFFFF"/>
            </a:solidFill>
            <a:ln w="1731" cap="flat">
              <a:noFill/>
              <a:prstDash val="solid"/>
              <a:miter/>
            </a:ln>
          </p:spPr>
          <p:txBody>
            <a:bodyPr rtlCol="0" anchor="ctr"/>
            <a:lstStyle/>
            <a:p>
              <a:endParaRPr lang="en-GB" dirty="0"/>
            </a:p>
          </p:txBody>
        </p:sp>
        <p:sp>
          <p:nvSpPr>
            <p:cNvPr id="28" name="Vrije vorm: vorm 27">
              <a:extLst>
                <a:ext uri="{FF2B5EF4-FFF2-40B4-BE49-F238E27FC236}">
                  <a16:creationId xmlns:a16="http://schemas.microsoft.com/office/drawing/2014/main" id="{8D3E4DAB-6265-0F83-A847-5B7F063D48EC}"/>
                </a:ext>
              </a:extLst>
            </p:cNvPr>
            <p:cNvSpPr/>
            <p:nvPr/>
          </p:nvSpPr>
          <p:spPr>
            <a:xfrm>
              <a:off x="2016661" y="6168998"/>
              <a:ext cx="113699" cy="245855"/>
            </a:xfrm>
            <a:custGeom>
              <a:avLst/>
              <a:gdLst>
                <a:gd name="connsiteX0" fmla="*/ 0 w 113699"/>
                <a:gd name="connsiteY0" fmla="*/ 49657 h 245855"/>
                <a:gd name="connsiteX1" fmla="*/ 0 w 113699"/>
                <a:gd name="connsiteY1" fmla="*/ 75180 h 245855"/>
                <a:gd name="connsiteX2" fmla="*/ 32634 w 113699"/>
                <a:gd name="connsiteY2" fmla="*/ 75180 h 245855"/>
                <a:gd name="connsiteX3" fmla="*/ 32634 w 113699"/>
                <a:gd name="connsiteY3" fmla="*/ 196025 h 245855"/>
                <a:gd name="connsiteX4" fmla="*/ 86620 w 113699"/>
                <a:gd name="connsiteY4" fmla="*/ 245856 h 245855"/>
                <a:gd name="connsiteX5" fmla="*/ 110748 w 113699"/>
                <a:gd name="connsiteY5" fmla="*/ 243078 h 245855"/>
                <a:gd name="connsiteX6" fmla="*/ 110748 w 113699"/>
                <a:gd name="connsiteY6" fmla="*/ 215992 h 245855"/>
                <a:gd name="connsiteX7" fmla="*/ 92348 w 113699"/>
                <a:gd name="connsiteY7" fmla="*/ 218770 h 245855"/>
                <a:gd name="connsiteX8" fmla="*/ 69608 w 113699"/>
                <a:gd name="connsiteY8" fmla="*/ 198803 h 245855"/>
                <a:gd name="connsiteX9" fmla="*/ 69608 w 113699"/>
                <a:gd name="connsiteY9" fmla="*/ 76743 h 245855"/>
                <a:gd name="connsiteX10" fmla="*/ 113699 w 113699"/>
                <a:gd name="connsiteY10" fmla="*/ 76743 h 245855"/>
                <a:gd name="connsiteX11" fmla="*/ 113699 w 113699"/>
                <a:gd name="connsiteY11" fmla="*/ 51220 h 245855"/>
                <a:gd name="connsiteX12" fmla="*/ 69608 w 113699"/>
                <a:gd name="connsiteY12" fmla="*/ 51220 h 245855"/>
                <a:gd name="connsiteX13" fmla="*/ 69608 w 113699"/>
                <a:gd name="connsiteY13" fmla="*/ 0 h 245855"/>
                <a:gd name="connsiteX14" fmla="*/ 34023 w 113699"/>
                <a:gd name="connsiteY14" fmla="*/ 11459 h 245855"/>
                <a:gd name="connsiteX15" fmla="*/ 34023 w 113699"/>
                <a:gd name="connsiteY15" fmla="*/ 51220 h 245855"/>
                <a:gd name="connsiteX16" fmla="*/ 0 w 113699"/>
                <a:gd name="connsiteY16" fmla="*/ 49657 h 245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3699" h="245855">
                  <a:moveTo>
                    <a:pt x="0" y="49657"/>
                  </a:moveTo>
                  <a:lnTo>
                    <a:pt x="0" y="75180"/>
                  </a:lnTo>
                  <a:lnTo>
                    <a:pt x="32634" y="75180"/>
                  </a:lnTo>
                  <a:lnTo>
                    <a:pt x="32634" y="196025"/>
                  </a:lnTo>
                  <a:cubicBezTo>
                    <a:pt x="32634" y="221548"/>
                    <a:pt x="32634" y="245856"/>
                    <a:pt x="86620" y="245856"/>
                  </a:cubicBezTo>
                  <a:cubicBezTo>
                    <a:pt x="95125" y="245856"/>
                    <a:pt x="102243" y="244467"/>
                    <a:pt x="110748" y="243078"/>
                  </a:cubicBezTo>
                  <a:lnTo>
                    <a:pt x="110748" y="215992"/>
                  </a:lnTo>
                  <a:cubicBezTo>
                    <a:pt x="105020" y="217381"/>
                    <a:pt x="97903" y="218770"/>
                    <a:pt x="92348" y="218770"/>
                  </a:cubicBezTo>
                  <a:cubicBezTo>
                    <a:pt x="79503" y="218770"/>
                    <a:pt x="69608" y="211651"/>
                    <a:pt x="69608" y="198803"/>
                  </a:cubicBezTo>
                  <a:lnTo>
                    <a:pt x="69608" y="76743"/>
                  </a:lnTo>
                  <a:lnTo>
                    <a:pt x="113699" y="76743"/>
                  </a:lnTo>
                  <a:lnTo>
                    <a:pt x="113699" y="51220"/>
                  </a:lnTo>
                  <a:lnTo>
                    <a:pt x="69608" y="51220"/>
                  </a:lnTo>
                  <a:lnTo>
                    <a:pt x="69608" y="0"/>
                  </a:lnTo>
                  <a:lnTo>
                    <a:pt x="34023" y="11459"/>
                  </a:lnTo>
                  <a:lnTo>
                    <a:pt x="34023" y="51220"/>
                  </a:lnTo>
                  <a:lnTo>
                    <a:pt x="0" y="49657"/>
                  </a:lnTo>
                  <a:close/>
                </a:path>
              </a:pathLst>
            </a:custGeom>
            <a:solidFill>
              <a:srgbClr val="FFFFFF"/>
            </a:solidFill>
            <a:ln w="1731" cap="flat">
              <a:noFill/>
              <a:prstDash val="solid"/>
              <a:miter/>
            </a:ln>
          </p:spPr>
          <p:txBody>
            <a:bodyPr rtlCol="0" anchor="ctr"/>
            <a:lstStyle/>
            <a:p>
              <a:endParaRPr lang="en-GB" dirty="0"/>
            </a:p>
          </p:txBody>
        </p:sp>
        <p:sp>
          <p:nvSpPr>
            <p:cNvPr id="29" name="Vrije vorm: vorm 28">
              <a:extLst>
                <a:ext uri="{FF2B5EF4-FFF2-40B4-BE49-F238E27FC236}">
                  <a16:creationId xmlns:a16="http://schemas.microsoft.com/office/drawing/2014/main" id="{6F52DDD2-B124-1FEF-0F68-3980EB3898A2}"/>
                </a:ext>
              </a:extLst>
            </p:cNvPr>
            <p:cNvSpPr/>
            <p:nvPr/>
          </p:nvSpPr>
          <p:spPr>
            <a:xfrm>
              <a:off x="1332730" y="6134967"/>
              <a:ext cx="221843" cy="272941"/>
            </a:xfrm>
            <a:custGeom>
              <a:avLst/>
              <a:gdLst>
                <a:gd name="connsiteX0" fmla="*/ 0 w 221843"/>
                <a:gd name="connsiteY0" fmla="*/ 272941 h 272941"/>
                <a:gd name="connsiteX1" fmla="*/ 93910 w 221843"/>
                <a:gd name="connsiteY1" fmla="*/ 272941 h 272941"/>
                <a:gd name="connsiteX2" fmla="*/ 221844 w 221843"/>
                <a:gd name="connsiteY2" fmla="*/ 136471 h 272941"/>
                <a:gd name="connsiteX3" fmla="*/ 93910 w 221843"/>
                <a:gd name="connsiteY3" fmla="*/ 0 h 272941"/>
                <a:gd name="connsiteX4" fmla="*/ 0 w 221843"/>
                <a:gd name="connsiteY4" fmla="*/ 0 h 272941"/>
                <a:gd name="connsiteX5" fmla="*/ 0 w 221843"/>
                <a:gd name="connsiteY5" fmla="*/ 272941 h 272941"/>
                <a:gd name="connsiteX6" fmla="*/ 38363 w 221843"/>
                <a:gd name="connsiteY6" fmla="*/ 32468 h 272941"/>
                <a:gd name="connsiteX7" fmla="*/ 93737 w 221843"/>
                <a:gd name="connsiteY7" fmla="*/ 32468 h 272941"/>
                <a:gd name="connsiteX8" fmla="*/ 183307 w 221843"/>
                <a:gd name="connsiteY8" fmla="*/ 136297 h 272941"/>
                <a:gd name="connsiteX9" fmla="*/ 93737 w 221843"/>
                <a:gd name="connsiteY9" fmla="*/ 240126 h 272941"/>
                <a:gd name="connsiteX10" fmla="*/ 38363 w 221843"/>
                <a:gd name="connsiteY10" fmla="*/ 240126 h 272941"/>
                <a:gd name="connsiteX11" fmla="*/ 38363 w 221843"/>
                <a:gd name="connsiteY11" fmla="*/ 32468 h 272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1843" h="272941">
                  <a:moveTo>
                    <a:pt x="0" y="272941"/>
                  </a:moveTo>
                  <a:lnTo>
                    <a:pt x="93910" y="272941"/>
                  </a:lnTo>
                  <a:cubicBezTo>
                    <a:pt x="210561" y="272941"/>
                    <a:pt x="221844" y="174842"/>
                    <a:pt x="221844" y="136471"/>
                  </a:cubicBezTo>
                  <a:cubicBezTo>
                    <a:pt x="221844" y="99488"/>
                    <a:pt x="208998" y="0"/>
                    <a:pt x="93910" y="0"/>
                  </a:cubicBezTo>
                  <a:lnTo>
                    <a:pt x="0" y="0"/>
                  </a:lnTo>
                  <a:lnTo>
                    <a:pt x="0" y="272941"/>
                  </a:lnTo>
                  <a:close/>
                  <a:moveTo>
                    <a:pt x="38363" y="32468"/>
                  </a:moveTo>
                  <a:lnTo>
                    <a:pt x="93737" y="32468"/>
                  </a:lnTo>
                  <a:cubicBezTo>
                    <a:pt x="156228" y="32468"/>
                    <a:pt x="183307" y="79347"/>
                    <a:pt x="183307" y="136297"/>
                  </a:cubicBezTo>
                  <a:cubicBezTo>
                    <a:pt x="183307" y="193247"/>
                    <a:pt x="157790" y="240126"/>
                    <a:pt x="93737" y="240126"/>
                  </a:cubicBezTo>
                  <a:lnTo>
                    <a:pt x="38363" y="240126"/>
                  </a:lnTo>
                  <a:cubicBezTo>
                    <a:pt x="38363" y="240126"/>
                    <a:pt x="38363" y="32468"/>
                    <a:pt x="38363" y="32468"/>
                  </a:cubicBezTo>
                  <a:close/>
                </a:path>
              </a:pathLst>
            </a:custGeom>
            <a:solidFill>
              <a:srgbClr val="FFFFFF"/>
            </a:solidFill>
            <a:ln w="1731" cap="flat">
              <a:noFill/>
              <a:prstDash val="solid"/>
              <a:miter/>
            </a:ln>
          </p:spPr>
          <p:txBody>
            <a:bodyPr rtlCol="0" anchor="ctr"/>
            <a:lstStyle/>
            <a:p>
              <a:endParaRPr lang="en-GB" dirty="0"/>
            </a:p>
          </p:txBody>
        </p:sp>
      </p:grpSp>
    </p:spTree>
    <p:extLst>
      <p:ext uri="{BB962C8B-B14F-4D97-AF65-F5344CB8AC3E}">
        <p14:creationId xmlns:p14="http://schemas.microsoft.com/office/powerpoint/2010/main" val="292673781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ustom">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B71070AA-35A3-CDB3-EFB2-1ACEEB90FBD9}"/>
              </a:ext>
            </a:extLst>
          </p:cNvPr>
          <p:cNvSpPr>
            <a:spLocks noGrp="1"/>
          </p:cNvSpPr>
          <p:nvPr>
            <p:ph type="title" hasCustomPrompt="1"/>
          </p:nvPr>
        </p:nvSpPr>
        <p:spPr>
          <a:xfrm>
            <a:off x="0" y="-429019"/>
            <a:ext cx="1782539" cy="276999"/>
          </a:xfr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lvl1pPr>
              <a:lnSpc>
                <a:spcPct val="100000"/>
              </a:lnSpc>
              <a:defRPr lang="nl-NL" sz="1800" b="1" cap="none" baseline="0">
                <a:solidFill>
                  <a:schemeClr val="accent1"/>
                </a:solidFill>
                <a:latin typeface="+mj-lt"/>
              </a:defRPr>
            </a:lvl1pPr>
          </a:lstStyle>
          <a:p>
            <a:pPr marL="0" lvl="0"/>
            <a:r>
              <a:rPr lang="en-GB" dirty="0"/>
              <a:t>!Place title here!</a:t>
            </a:r>
          </a:p>
        </p:txBody>
      </p:sp>
      <p:sp>
        <p:nvSpPr>
          <p:cNvPr id="2" name="Tijdelijke aanduiding voor datum 1">
            <a:extLst>
              <a:ext uri="{FF2B5EF4-FFF2-40B4-BE49-F238E27FC236}">
                <a16:creationId xmlns:a16="http://schemas.microsoft.com/office/drawing/2014/main" id="{5BE7F3A9-9B9C-44B6-7E42-8A0C11D41246}"/>
              </a:ext>
            </a:extLst>
          </p:cNvPr>
          <p:cNvSpPr>
            <a:spLocks noGrp="1"/>
          </p:cNvSpPr>
          <p:nvPr>
            <p:ph type="dt" sz="half" idx="10"/>
          </p:nvPr>
        </p:nvSpPr>
        <p:spPr/>
        <p:txBody>
          <a:bodyPr/>
          <a:lstStyle/>
          <a:p>
            <a:r>
              <a:rPr lang="LID4096"/>
              <a:t>08/30/2024</a:t>
            </a:r>
            <a:endParaRPr lang="en-GB" dirty="0"/>
          </a:p>
        </p:txBody>
      </p:sp>
      <p:sp>
        <p:nvSpPr>
          <p:cNvPr id="4" name="Tijdelijke aanduiding voor dianummer 3">
            <a:extLst>
              <a:ext uri="{FF2B5EF4-FFF2-40B4-BE49-F238E27FC236}">
                <a16:creationId xmlns:a16="http://schemas.microsoft.com/office/drawing/2014/main" id="{BFEA8D07-6C67-DB1E-355D-D56DB368413A}"/>
              </a:ext>
            </a:extLst>
          </p:cNvPr>
          <p:cNvSpPr>
            <a:spLocks noGrp="1"/>
          </p:cNvSpPr>
          <p:nvPr>
            <p:ph type="sldNum" sz="quarter" idx="12"/>
          </p:nvPr>
        </p:nvSpPr>
        <p:spPr/>
        <p:txBody>
          <a:bodyPr/>
          <a:lstStyle/>
          <a:p>
            <a:fld id="{9E843DB9-9987-4157-AB9C-CEA8D7D910BB}" type="slidenum">
              <a:rPr lang="en-GB" smtClean="0"/>
              <a:pPr/>
              <a:t>‹#›</a:t>
            </a:fld>
            <a:endParaRPr lang="en-GB" dirty="0"/>
          </a:p>
        </p:txBody>
      </p:sp>
      <p:sp>
        <p:nvSpPr>
          <p:cNvPr id="5" name="Rectangle 4">
            <a:extLst>
              <a:ext uri="{FF2B5EF4-FFF2-40B4-BE49-F238E27FC236}">
                <a16:creationId xmlns:a16="http://schemas.microsoft.com/office/drawing/2014/main" id="{EA33007F-EFAE-7B5D-1752-68975AF5B217}"/>
              </a:ext>
            </a:extLst>
          </p:cNvPr>
          <p:cNvSpPr/>
          <p:nvPr userDrawn="1"/>
        </p:nvSpPr>
        <p:spPr>
          <a:xfrm>
            <a:off x="718666" y="-1"/>
            <a:ext cx="10751096" cy="3736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r>
              <a:rPr lang="en-US" sz="1600" dirty="0"/>
              <a:t>Objective | Background | Methods | Results | Conclusions</a:t>
            </a:r>
            <a:endParaRPr lang="LID4096" sz="1600" dirty="0" err="1"/>
          </a:p>
        </p:txBody>
      </p:sp>
    </p:spTree>
    <p:extLst>
      <p:ext uri="{BB962C8B-B14F-4D97-AF65-F5344CB8AC3E}">
        <p14:creationId xmlns:p14="http://schemas.microsoft.com/office/powerpoint/2010/main" val="2017640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ntroduction | 12x">
    <p:bg>
      <p:bgPr>
        <a:solidFill>
          <a:schemeClr val="bg1"/>
        </a:solidFill>
        <a:effectLst/>
      </p:bgPr>
    </p:bg>
    <p:spTree>
      <p:nvGrpSpPr>
        <p:cNvPr id="1" name=""/>
        <p:cNvGrpSpPr/>
        <p:nvPr/>
      </p:nvGrpSpPr>
      <p:grpSpPr>
        <a:xfrm>
          <a:off x="0" y="0"/>
          <a:ext cx="0" cy="0"/>
          <a:chOff x="0" y="0"/>
          <a:chExt cx="0" cy="0"/>
        </a:xfrm>
      </p:grpSpPr>
      <p:sp>
        <p:nvSpPr>
          <p:cNvPr id="2" name="Tijdelijke aanduiding voor datum 1">
            <a:extLst>
              <a:ext uri="{FF2B5EF4-FFF2-40B4-BE49-F238E27FC236}">
                <a16:creationId xmlns:a16="http://schemas.microsoft.com/office/drawing/2014/main" id="{5BE7F3A9-9B9C-44B6-7E42-8A0C11D41246}"/>
              </a:ext>
            </a:extLst>
          </p:cNvPr>
          <p:cNvSpPr>
            <a:spLocks noGrp="1"/>
          </p:cNvSpPr>
          <p:nvPr>
            <p:ph type="dt" sz="half" idx="10"/>
          </p:nvPr>
        </p:nvSpPr>
        <p:spPr/>
        <p:txBody>
          <a:bodyPr/>
          <a:lstStyle/>
          <a:p>
            <a:r>
              <a:rPr lang="LID4096"/>
              <a:t>08/30/2024</a:t>
            </a:r>
            <a:endParaRPr lang="en-GB" dirty="0"/>
          </a:p>
        </p:txBody>
      </p:sp>
      <p:sp>
        <p:nvSpPr>
          <p:cNvPr id="4" name="Tijdelijke aanduiding voor dianummer 3">
            <a:extLst>
              <a:ext uri="{FF2B5EF4-FFF2-40B4-BE49-F238E27FC236}">
                <a16:creationId xmlns:a16="http://schemas.microsoft.com/office/drawing/2014/main" id="{BFEA8D07-6C67-DB1E-355D-D56DB368413A}"/>
              </a:ext>
            </a:extLst>
          </p:cNvPr>
          <p:cNvSpPr>
            <a:spLocks noGrp="1"/>
          </p:cNvSpPr>
          <p:nvPr>
            <p:ph type="sldNum" sz="quarter" idx="12"/>
          </p:nvPr>
        </p:nvSpPr>
        <p:spPr/>
        <p:txBody>
          <a:bodyPr/>
          <a:lstStyle/>
          <a:p>
            <a:fld id="{9E843DB9-9987-4157-AB9C-CEA8D7D910BB}" type="slidenum">
              <a:rPr lang="en-GB" smtClean="0"/>
              <a:pPr/>
              <a:t>‹#›</a:t>
            </a:fld>
            <a:endParaRPr lang="en-GB" dirty="0"/>
          </a:p>
        </p:txBody>
      </p:sp>
      <p:sp>
        <p:nvSpPr>
          <p:cNvPr id="25" name="Tijdelijke aanduiding voor afbeelding 16">
            <a:extLst>
              <a:ext uri="{FF2B5EF4-FFF2-40B4-BE49-F238E27FC236}">
                <a16:creationId xmlns:a16="http://schemas.microsoft.com/office/drawing/2014/main" id="{2BDB1DBC-B9F0-84CD-43BD-7C1A120AAC41}"/>
              </a:ext>
            </a:extLst>
          </p:cNvPr>
          <p:cNvSpPr>
            <a:spLocks noGrp="1"/>
          </p:cNvSpPr>
          <p:nvPr>
            <p:ph type="pic" sz="quarter" idx="13" hasCustomPrompt="1"/>
          </p:nvPr>
        </p:nvSpPr>
        <p:spPr>
          <a:xfrm>
            <a:off x="721079" y="1553213"/>
            <a:ext cx="1643193" cy="1145017"/>
          </a:xfrm>
          <a:prstGeom prst="rect">
            <a:avLst/>
          </a:prstGeom>
          <a:pattFill prst="pct60">
            <a:fgClr>
              <a:schemeClr val="bg1">
                <a:lumMod val="95000"/>
              </a:schemeClr>
            </a:fgClr>
            <a:bgClr>
              <a:schemeClr val="bg1">
                <a:lumMod val="85000"/>
              </a:schemeClr>
            </a:bgClr>
          </a:pattFill>
        </p:spPr>
        <p:txBody>
          <a:bodyPr tIns="0" bIns="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the tab ‘</a:t>
            </a:r>
            <a:r>
              <a:rPr lang="en-GB" noProof="0" dirty="0" err="1"/>
              <a:t>Slidebuilder</a:t>
            </a:r>
            <a:r>
              <a:rPr lang="en-GB" noProof="0" dirty="0"/>
              <a:t>’, click on ‘Images’, select the preferred image and click on ‘Insert’.</a:t>
            </a:r>
          </a:p>
        </p:txBody>
      </p:sp>
      <p:sp>
        <p:nvSpPr>
          <p:cNvPr id="3" name="Titel 2">
            <a:extLst>
              <a:ext uri="{FF2B5EF4-FFF2-40B4-BE49-F238E27FC236}">
                <a16:creationId xmlns:a16="http://schemas.microsoft.com/office/drawing/2014/main" id="{E364AD10-5C90-D368-3C49-DF03503EF23D}"/>
              </a:ext>
            </a:extLst>
          </p:cNvPr>
          <p:cNvSpPr>
            <a:spLocks noGrp="1"/>
          </p:cNvSpPr>
          <p:nvPr>
            <p:ph type="title" hasCustomPrompt="1"/>
          </p:nvPr>
        </p:nvSpPr>
        <p:spPr/>
        <p:txBody>
          <a:bodyPr/>
          <a:lstStyle/>
          <a:p>
            <a:r>
              <a:rPr lang="en-GB" noProof="0" dirty="0"/>
              <a:t>Title goes here</a:t>
            </a:r>
            <a:endParaRPr lang="en-GB" dirty="0"/>
          </a:p>
        </p:txBody>
      </p:sp>
      <p:sp>
        <p:nvSpPr>
          <p:cNvPr id="16" name="Tijdelijke aanduiding voor tekst 5">
            <a:extLst>
              <a:ext uri="{FF2B5EF4-FFF2-40B4-BE49-F238E27FC236}">
                <a16:creationId xmlns:a16="http://schemas.microsoft.com/office/drawing/2014/main" id="{1980A31E-F30A-763D-3DFF-0138D2292480}"/>
              </a:ext>
            </a:extLst>
          </p:cNvPr>
          <p:cNvSpPr>
            <a:spLocks noGrp="1"/>
          </p:cNvSpPr>
          <p:nvPr>
            <p:ph type="body" sz="quarter" idx="11" hasCustomPrompt="1"/>
          </p:nvPr>
        </p:nvSpPr>
        <p:spPr>
          <a:xfrm>
            <a:off x="719137" y="2804304"/>
            <a:ext cx="1643193" cy="564257"/>
          </a:xfrm>
        </p:spPr>
        <p:txBody>
          <a:bodyPr wrap="square" anchor="b" anchorCtr="0">
            <a:normAutofit/>
          </a:bodyPr>
          <a:lstStyle>
            <a:lvl1pPr marL="0" indent="0" algn="l">
              <a:lnSpc>
                <a:spcPts val="2200"/>
              </a:lnSpc>
              <a:spcBef>
                <a:spcPts val="0"/>
              </a:spcBef>
              <a:spcAft>
                <a:spcPts val="0"/>
              </a:spcAft>
              <a:buFont typeface="Arial" panose="020B0604020202020204" pitchFamily="34" charset="0"/>
              <a:buNone/>
              <a:defRPr sz="1600" b="0" i="0">
                <a:solidFill>
                  <a:schemeClr val="accent1"/>
                </a:solidFill>
                <a:latin typeface="+mn-lt"/>
              </a:defRPr>
            </a:lvl1pPr>
            <a:lvl2pPr marL="0" indent="0" algn="r">
              <a:buFont typeface="Arial" panose="020B0604020202020204" pitchFamily="34" charset="0"/>
              <a:buNone/>
              <a:defRPr sz="2400" b="0" i="0">
                <a:solidFill>
                  <a:schemeClr val="bg1"/>
                </a:solidFill>
                <a:latin typeface="+mn-lt"/>
              </a:defRPr>
            </a:lvl2pPr>
            <a:lvl3pPr marL="0" indent="0" algn="r">
              <a:buFont typeface="Arial" panose="020B0604020202020204" pitchFamily="34" charset="0"/>
              <a:buNone/>
              <a:defRPr sz="2400" b="0" i="0">
                <a:solidFill>
                  <a:schemeClr val="bg1"/>
                </a:solidFill>
                <a:latin typeface="+mn-lt"/>
              </a:defRPr>
            </a:lvl3pPr>
            <a:lvl4pPr marL="0" indent="0" algn="r">
              <a:buFont typeface="Arial" panose="020B0604020202020204" pitchFamily="34" charset="0"/>
              <a:buNone/>
              <a:defRPr sz="2400" b="0" i="0">
                <a:solidFill>
                  <a:schemeClr val="bg1"/>
                </a:solidFill>
                <a:latin typeface="+mn-lt"/>
              </a:defRPr>
            </a:lvl4pPr>
            <a:lvl5pPr marL="0" indent="0" algn="r">
              <a:buFont typeface="Arial" panose="020B0604020202020204" pitchFamily="34" charset="0"/>
              <a:buNone/>
              <a:defRPr sz="2400" b="0" i="0">
                <a:solidFill>
                  <a:schemeClr val="bg1"/>
                </a:solidFill>
                <a:latin typeface="+mn-lt"/>
              </a:defRPr>
            </a:lvl5pPr>
            <a:lvl6pPr marL="0" indent="0" algn="r">
              <a:buFont typeface="Arial" panose="020B0604020202020204" pitchFamily="34" charset="0"/>
              <a:buNone/>
              <a:defRPr sz="2400" b="0" i="0">
                <a:solidFill>
                  <a:schemeClr val="bg1"/>
                </a:solidFill>
                <a:latin typeface="+mn-lt"/>
              </a:defRPr>
            </a:lvl6pPr>
            <a:lvl7pPr marL="0" indent="0" algn="r">
              <a:buFont typeface="Arial" panose="020B0604020202020204" pitchFamily="34" charset="0"/>
              <a:buNone/>
              <a:defRPr sz="2400" b="0" i="0">
                <a:solidFill>
                  <a:schemeClr val="bg1"/>
                </a:solidFill>
                <a:latin typeface="+mn-lt"/>
              </a:defRPr>
            </a:lvl7pPr>
            <a:lvl8pPr marL="0" indent="0" algn="r">
              <a:buFont typeface="Arial" panose="020B0604020202020204" pitchFamily="34" charset="0"/>
              <a:buNone/>
              <a:defRPr sz="2400" b="0" i="0">
                <a:solidFill>
                  <a:schemeClr val="bg1"/>
                </a:solidFill>
                <a:latin typeface="+mn-lt"/>
              </a:defRPr>
            </a:lvl8pPr>
            <a:lvl9pPr marL="0" indent="0" algn="r">
              <a:buFont typeface="Arial" panose="020B0604020202020204" pitchFamily="34" charset="0"/>
              <a:buNone/>
              <a:defRPr sz="2400" b="0" i="0">
                <a:solidFill>
                  <a:schemeClr val="bg1"/>
                </a:solidFill>
                <a:latin typeface="+mn-lt"/>
              </a:defRPr>
            </a:lvl9pPr>
          </a:lstStyle>
          <a:p>
            <a:pPr lvl="0"/>
            <a:r>
              <a:rPr lang="en-GB" noProof="0" dirty="0"/>
              <a:t>Name</a:t>
            </a:r>
            <a:br>
              <a:rPr lang="en-GB" noProof="0" dirty="0"/>
            </a:br>
            <a:r>
              <a:rPr lang="en-GB" noProof="0" dirty="0"/>
              <a:t>+ Surname</a:t>
            </a:r>
          </a:p>
        </p:txBody>
      </p:sp>
      <p:sp>
        <p:nvSpPr>
          <p:cNvPr id="17" name="Tijdelijke aanduiding voor tekst 5">
            <a:extLst>
              <a:ext uri="{FF2B5EF4-FFF2-40B4-BE49-F238E27FC236}">
                <a16:creationId xmlns:a16="http://schemas.microsoft.com/office/drawing/2014/main" id="{6E953232-F208-797C-5930-5120F6B4FDAE}"/>
              </a:ext>
            </a:extLst>
          </p:cNvPr>
          <p:cNvSpPr>
            <a:spLocks noGrp="1"/>
          </p:cNvSpPr>
          <p:nvPr>
            <p:ph type="body" sz="quarter" idx="14" hasCustomPrompt="1"/>
          </p:nvPr>
        </p:nvSpPr>
        <p:spPr>
          <a:xfrm>
            <a:off x="718666" y="3379465"/>
            <a:ext cx="1643193" cy="249299"/>
          </a:xfrm>
        </p:spPr>
        <p:txBody>
          <a:bodyPr wrap="square">
            <a:normAutofit/>
          </a:bodyPr>
          <a:lstStyle>
            <a:lvl1pPr marL="0" indent="0" algn="l">
              <a:buFont typeface="Arial" panose="020B0604020202020204" pitchFamily="34" charset="0"/>
              <a:buNone/>
              <a:defRPr sz="1400" b="0" i="0">
                <a:solidFill>
                  <a:schemeClr val="tx2"/>
                </a:solidFill>
                <a:latin typeface="+mn-lt"/>
              </a:defRPr>
            </a:lvl1pPr>
            <a:lvl2pPr marL="0" indent="0" algn="r">
              <a:buFont typeface="Arial" panose="020B0604020202020204" pitchFamily="34" charset="0"/>
              <a:buNone/>
              <a:defRPr sz="2400" b="0" i="0">
                <a:solidFill>
                  <a:schemeClr val="bg1"/>
                </a:solidFill>
                <a:latin typeface="+mn-lt"/>
              </a:defRPr>
            </a:lvl2pPr>
            <a:lvl3pPr marL="0" indent="0" algn="r">
              <a:buFont typeface="Arial" panose="020B0604020202020204" pitchFamily="34" charset="0"/>
              <a:buNone/>
              <a:defRPr sz="2400" b="0" i="0">
                <a:solidFill>
                  <a:schemeClr val="bg1"/>
                </a:solidFill>
                <a:latin typeface="+mn-lt"/>
              </a:defRPr>
            </a:lvl3pPr>
            <a:lvl4pPr marL="0" indent="0" algn="r">
              <a:buFont typeface="Arial" panose="020B0604020202020204" pitchFamily="34" charset="0"/>
              <a:buNone/>
              <a:defRPr sz="2400" b="0" i="0">
                <a:solidFill>
                  <a:schemeClr val="bg1"/>
                </a:solidFill>
                <a:latin typeface="+mn-lt"/>
              </a:defRPr>
            </a:lvl4pPr>
            <a:lvl5pPr marL="0" indent="0" algn="r">
              <a:buFont typeface="Arial" panose="020B0604020202020204" pitchFamily="34" charset="0"/>
              <a:buNone/>
              <a:defRPr sz="2400" b="0" i="0">
                <a:solidFill>
                  <a:schemeClr val="bg1"/>
                </a:solidFill>
                <a:latin typeface="+mn-lt"/>
              </a:defRPr>
            </a:lvl5pPr>
            <a:lvl6pPr marL="0" indent="0" algn="r">
              <a:buFont typeface="Arial" panose="020B0604020202020204" pitchFamily="34" charset="0"/>
              <a:buNone/>
              <a:defRPr sz="2400" b="0" i="0">
                <a:solidFill>
                  <a:schemeClr val="bg1"/>
                </a:solidFill>
                <a:latin typeface="+mn-lt"/>
              </a:defRPr>
            </a:lvl6pPr>
            <a:lvl7pPr marL="0" indent="0" algn="r">
              <a:buFont typeface="Arial" panose="020B0604020202020204" pitchFamily="34" charset="0"/>
              <a:buNone/>
              <a:defRPr sz="2400" b="0" i="0">
                <a:solidFill>
                  <a:schemeClr val="bg1"/>
                </a:solidFill>
                <a:latin typeface="+mn-lt"/>
              </a:defRPr>
            </a:lvl7pPr>
            <a:lvl8pPr marL="0" indent="0" algn="r">
              <a:buFont typeface="Arial" panose="020B0604020202020204" pitchFamily="34" charset="0"/>
              <a:buNone/>
              <a:defRPr sz="2400" b="0" i="0">
                <a:solidFill>
                  <a:schemeClr val="bg1"/>
                </a:solidFill>
                <a:latin typeface="+mn-lt"/>
              </a:defRPr>
            </a:lvl8pPr>
            <a:lvl9pPr marL="0" indent="0" algn="r">
              <a:buFont typeface="Arial" panose="020B0604020202020204" pitchFamily="34" charset="0"/>
              <a:buNone/>
              <a:defRPr sz="2400" b="0" i="0">
                <a:solidFill>
                  <a:schemeClr val="bg1"/>
                </a:solidFill>
                <a:latin typeface="+mn-lt"/>
              </a:defRPr>
            </a:lvl9pPr>
          </a:lstStyle>
          <a:p>
            <a:pPr lvl="0"/>
            <a:r>
              <a:rPr lang="en-GB" noProof="0" dirty="0"/>
              <a:t>Job function</a:t>
            </a:r>
          </a:p>
        </p:txBody>
      </p:sp>
      <p:sp>
        <p:nvSpPr>
          <p:cNvPr id="18" name="Tijdelijke aanduiding voor afbeelding 16">
            <a:extLst>
              <a:ext uri="{FF2B5EF4-FFF2-40B4-BE49-F238E27FC236}">
                <a16:creationId xmlns:a16="http://schemas.microsoft.com/office/drawing/2014/main" id="{EA153BDC-8F93-5C07-C432-1AD4BAE5E975}"/>
              </a:ext>
            </a:extLst>
          </p:cNvPr>
          <p:cNvSpPr>
            <a:spLocks noGrp="1"/>
          </p:cNvSpPr>
          <p:nvPr>
            <p:ph type="pic" sz="quarter" idx="15" hasCustomPrompt="1"/>
          </p:nvPr>
        </p:nvSpPr>
        <p:spPr>
          <a:xfrm>
            <a:off x="2540885" y="1553213"/>
            <a:ext cx="1643193" cy="1145017"/>
          </a:xfrm>
          <a:prstGeom prst="rect">
            <a:avLst/>
          </a:prstGeom>
          <a:pattFill prst="pct60">
            <a:fgClr>
              <a:schemeClr val="bg1">
                <a:lumMod val="95000"/>
              </a:schemeClr>
            </a:fgClr>
            <a:bgClr>
              <a:schemeClr val="bg1">
                <a:lumMod val="85000"/>
              </a:schemeClr>
            </a:bgClr>
          </a:pattFill>
        </p:spPr>
        <p:txBody>
          <a:bodyPr tIns="0" bIns="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the tab ‘</a:t>
            </a:r>
            <a:r>
              <a:rPr lang="en-GB" noProof="0" dirty="0" err="1"/>
              <a:t>Slidebuilder</a:t>
            </a:r>
            <a:r>
              <a:rPr lang="en-GB" noProof="0" dirty="0"/>
              <a:t>’, click on ‘Images’, select the preferred image and click on ‘Insert’.</a:t>
            </a:r>
          </a:p>
        </p:txBody>
      </p:sp>
      <p:sp>
        <p:nvSpPr>
          <p:cNvPr id="19" name="Tijdelijke aanduiding voor tekst 5">
            <a:extLst>
              <a:ext uri="{FF2B5EF4-FFF2-40B4-BE49-F238E27FC236}">
                <a16:creationId xmlns:a16="http://schemas.microsoft.com/office/drawing/2014/main" id="{C36A79C6-0893-50B8-0905-479BA88713A8}"/>
              </a:ext>
            </a:extLst>
          </p:cNvPr>
          <p:cNvSpPr>
            <a:spLocks noGrp="1"/>
          </p:cNvSpPr>
          <p:nvPr>
            <p:ph type="body" sz="quarter" idx="16" hasCustomPrompt="1"/>
          </p:nvPr>
        </p:nvSpPr>
        <p:spPr>
          <a:xfrm>
            <a:off x="2538943" y="2804304"/>
            <a:ext cx="1643193" cy="564257"/>
          </a:xfrm>
        </p:spPr>
        <p:txBody>
          <a:bodyPr wrap="square" anchor="b" anchorCtr="0">
            <a:normAutofit/>
          </a:bodyPr>
          <a:lstStyle>
            <a:lvl1pPr marL="0" indent="0" algn="l">
              <a:lnSpc>
                <a:spcPts val="2200"/>
              </a:lnSpc>
              <a:spcBef>
                <a:spcPts val="0"/>
              </a:spcBef>
              <a:spcAft>
                <a:spcPts val="0"/>
              </a:spcAft>
              <a:buFont typeface="Arial" panose="020B0604020202020204" pitchFamily="34" charset="0"/>
              <a:buNone/>
              <a:defRPr sz="1600" b="0" i="0">
                <a:solidFill>
                  <a:schemeClr val="accent1"/>
                </a:solidFill>
                <a:latin typeface="+mn-lt"/>
              </a:defRPr>
            </a:lvl1pPr>
            <a:lvl2pPr marL="0" indent="0" algn="r">
              <a:buFont typeface="Arial" panose="020B0604020202020204" pitchFamily="34" charset="0"/>
              <a:buNone/>
              <a:defRPr sz="2400" b="0" i="0">
                <a:solidFill>
                  <a:schemeClr val="bg1"/>
                </a:solidFill>
                <a:latin typeface="+mn-lt"/>
              </a:defRPr>
            </a:lvl2pPr>
            <a:lvl3pPr marL="0" indent="0" algn="r">
              <a:buFont typeface="Arial" panose="020B0604020202020204" pitchFamily="34" charset="0"/>
              <a:buNone/>
              <a:defRPr sz="2400" b="0" i="0">
                <a:solidFill>
                  <a:schemeClr val="bg1"/>
                </a:solidFill>
                <a:latin typeface="+mn-lt"/>
              </a:defRPr>
            </a:lvl3pPr>
            <a:lvl4pPr marL="0" indent="0" algn="r">
              <a:buFont typeface="Arial" panose="020B0604020202020204" pitchFamily="34" charset="0"/>
              <a:buNone/>
              <a:defRPr sz="2400" b="0" i="0">
                <a:solidFill>
                  <a:schemeClr val="bg1"/>
                </a:solidFill>
                <a:latin typeface="+mn-lt"/>
              </a:defRPr>
            </a:lvl4pPr>
            <a:lvl5pPr marL="0" indent="0" algn="r">
              <a:buFont typeface="Arial" panose="020B0604020202020204" pitchFamily="34" charset="0"/>
              <a:buNone/>
              <a:defRPr sz="2400" b="0" i="0">
                <a:solidFill>
                  <a:schemeClr val="bg1"/>
                </a:solidFill>
                <a:latin typeface="+mn-lt"/>
              </a:defRPr>
            </a:lvl5pPr>
            <a:lvl6pPr marL="0" indent="0" algn="r">
              <a:buFont typeface="Arial" panose="020B0604020202020204" pitchFamily="34" charset="0"/>
              <a:buNone/>
              <a:defRPr sz="2400" b="0" i="0">
                <a:solidFill>
                  <a:schemeClr val="bg1"/>
                </a:solidFill>
                <a:latin typeface="+mn-lt"/>
              </a:defRPr>
            </a:lvl6pPr>
            <a:lvl7pPr marL="0" indent="0" algn="r">
              <a:buFont typeface="Arial" panose="020B0604020202020204" pitchFamily="34" charset="0"/>
              <a:buNone/>
              <a:defRPr sz="2400" b="0" i="0">
                <a:solidFill>
                  <a:schemeClr val="bg1"/>
                </a:solidFill>
                <a:latin typeface="+mn-lt"/>
              </a:defRPr>
            </a:lvl7pPr>
            <a:lvl8pPr marL="0" indent="0" algn="r">
              <a:buFont typeface="Arial" panose="020B0604020202020204" pitchFamily="34" charset="0"/>
              <a:buNone/>
              <a:defRPr sz="2400" b="0" i="0">
                <a:solidFill>
                  <a:schemeClr val="bg1"/>
                </a:solidFill>
                <a:latin typeface="+mn-lt"/>
              </a:defRPr>
            </a:lvl8pPr>
            <a:lvl9pPr marL="0" indent="0" algn="r">
              <a:buFont typeface="Arial" panose="020B0604020202020204" pitchFamily="34" charset="0"/>
              <a:buNone/>
              <a:defRPr sz="2400" b="0" i="0">
                <a:solidFill>
                  <a:schemeClr val="bg1"/>
                </a:solidFill>
                <a:latin typeface="+mn-lt"/>
              </a:defRPr>
            </a:lvl9pPr>
          </a:lstStyle>
          <a:p>
            <a:pPr lvl="0"/>
            <a:r>
              <a:rPr lang="en-GB" noProof="0" dirty="0"/>
              <a:t>Name</a:t>
            </a:r>
            <a:br>
              <a:rPr lang="en-GB" noProof="0" dirty="0"/>
            </a:br>
            <a:r>
              <a:rPr lang="en-GB" noProof="0" dirty="0"/>
              <a:t>+ Surname</a:t>
            </a:r>
          </a:p>
        </p:txBody>
      </p:sp>
      <p:sp>
        <p:nvSpPr>
          <p:cNvPr id="20" name="Tijdelijke aanduiding voor tekst 5">
            <a:extLst>
              <a:ext uri="{FF2B5EF4-FFF2-40B4-BE49-F238E27FC236}">
                <a16:creationId xmlns:a16="http://schemas.microsoft.com/office/drawing/2014/main" id="{44D9FE8F-F243-3D3F-0DE9-4AA5E6F25A81}"/>
              </a:ext>
            </a:extLst>
          </p:cNvPr>
          <p:cNvSpPr>
            <a:spLocks noGrp="1"/>
          </p:cNvSpPr>
          <p:nvPr>
            <p:ph type="body" sz="quarter" idx="17" hasCustomPrompt="1"/>
          </p:nvPr>
        </p:nvSpPr>
        <p:spPr>
          <a:xfrm>
            <a:off x="2538472" y="3379465"/>
            <a:ext cx="1643193" cy="249299"/>
          </a:xfrm>
        </p:spPr>
        <p:txBody>
          <a:bodyPr wrap="square">
            <a:normAutofit/>
          </a:bodyPr>
          <a:lstStyle>
            <a:lvl1pPr marL="0" indent="0" algn="l">
              <a:buFont typeface="Arial" panose="020B0604020202020204" pitchFamily="34" charset="0"/>
              <a:buNone/>
              <a:defRPr sz="1400" b="0" i="0">
                <a:solidFill>
                  <a:schemeClr val="tx2"/>
                </a:solidFill>
                <a:latin typeface="+mn-lt"/>
              </a:defRPr>
            </a:lvl1pPr>
            <a:lvl2pPr marL="0" indent="0" algn="r">
              <a:buFont typeface="Arial" panose="020B0604020202020204" pitchFamily="34" charset="0"/>
              <a:buNone/>
              <a:defRPr sz="2400" b="0" i="0">
                <a:solidFill>
                  <a:schemeClr val="bg1"/>
                </a:solidFill>
                <a:latin typeface="+mn-lt"/>
              </a:defRPr>
            </a:lvl2pPr>
            <a:lvl3pPr marL="0" indent="0" algn="r">
              <a:buFont typeface="Arial" panose="020B0604020202020204" pitchFamily="34" charset="0"/>
              <a:buNone/>
              <a:defRPr sz="2400" b="0" i="0">
                <a:solidFill>
                  <a:schemeClr val="bg1"/>
                </a:solidFill>
                <a:latin typeface="+mn-lt"/>
              </a:defRPr>
            </a:lvl3pPr>
            <a:lvl4pPr marL="0" indent="0" algn="r">
              <a:buFont typeface="Arial" panose="020B0604020202020204" pitchFamily="34" charset="0"/>
              <a:buNone/>
              <a:defRPr sz="2400" b="0" i="0">
                <a:solidFill>
                  <a:schemeClr val="bg1"/>
                </a:solidFill>
                <a:latin typeface="+mn-lt"/>
              </a:defRPr>
            </a:lvl4pPr>
            <a:lvl5pPr marL="0" indent="0" algn="r">
              <a:buFont typeface="Arial" panose="020B0604020202020204" pitchFamily="34" charset="0"/>
              <a:buNone/>
              <a:defRPr sz="2400" b="0" i="0">
                <a:solidFill>
                  <a:schemeClr val="bg1"/>
                </a:solidFill>
                <a:latin typeface="+mn-lt"/>
              </a:defRPr>
            </a:lvl5pPr>
            <a:lvl6pPr marL="0" indent="0" algn="r">
              <a:buFont typeface="Arial" panose="020B0604020202020204" pitchFamily="34" charset="0"/>
              <a:buNone/>
              <a:defRPr sz="2400" b="0" i="0">
                <a:solidFill>
                  <a:schemeClr val="bg1"/>
                </a:solidFill>
                <a:latin typeface="+mn-lt"/>
              </a:defRPr>
            </a:lvl6pPr>
            <a:lvl7pPr marL="0" indent="0" algn="r">
              <a:buFont typeface="Arial" panose="020B0604020202020204" pitchFamily="34" charset="0"/>
              <a:buNone/>
              <a:defRPr sz="2400" b="0" i="0">
                <a:solidFill>
                  <a:schemeClr val="bg1"/>
                </a:solidFill>
                <a:latin typeface="+mn-lt"/>
              </a:defRPr>
            </a:lvl7pPr>
            <a:lvl8pPr marL="0" indent="0" algn="r">
              <a:buFont typeface="Arial" panose="020B0604020202020204" pitchFamily="34" charset="0"/>
              <a:buNone/>
              <a:defRPr sz="2400" b="0" i="0">
                <a:solidFill>
                  <a:schemeClr val="bg1"/>
                </a:solidFill>
                <a:latin typeface="+mn-lt"/>
              </a:defRPr>
            </a:lvl8pPr>
            <a:lvl9pPr marL="0" indent="0" algn="r">
              <a:buFont typeface="Arial" panose="020B0604020202020204" pitchFamily="34" charset="0"/>
              <a:buNone/>
              <a:defRPr sz="2400" b="0" i="0">
                <a:solidFill>
                  <a:schemeClr val="bg1"/>
                </a:solidFill>
                <a:latin typeface="+mn-lt"/>
              </a:defRPr>
            </a:lvl9pPr>
          </a:lstStyle>
          <a:p>
            <a:pPr lvl="0"/>
            <a:r>
              <a:rPr lang="en-GB" noProof="0" dirty="0"/>
              <a:t>Job function</a:t>
            </a:r>
          </a:p>
        </p:txBody>
      </p:sp>
      <p:sp>
        <p:nvSpPr>
          <p:cNvPr id="21" name="Tijdelijke aanduiding voor afbeelding 16">
            <a:extLst>
              <a:ext uri="{FF2B5EF4-FFF2-40B4-BE49-F238E27FC236}">
                <a16:creationId xmlns:a16="http://schemas.microsoft.com/office/drawing/2014/main" id="{9C5AB2FD-A168-9EB1-6F5A-F5818CC0BF1C}"/>
              </a:ext>
            </a:extLst>
          </p:cNvPr>
          <p:cNvSpPr>
            <a:spLocks noGrp="1"/>
          </p:cNvSpPr>
          <p:nvPr>
            <p:ph type="pic" sz="quarter" idx="18" hasCustomPrompt="1"/>
          </p:nvPr>
        </p:nvSpPr>
        <p:spPr>
          <a:xfrm>
            <a:off x="4360691" y="1553213"/>
            <a:ext cx="1643193" cy="1145017"/>
          </a:xfrm>
          <a:prstGeom prst="rect">
            <a:avLst/>
          </a:prstGeom>
          <a:pattFill prst="pct60">
            <a:fgClr>
              <a:schemeClr val="bg1">
                <a:lumMod val="95000"/>
              </a:schemeClr>
            </a:fgClr>
            <a:bgClr>
              <a:schemeClr val="bg1">
                <a:lumMod val="85000"/>
              </a:schemeClr>
            </a:bgClr>
          </a:pattFill>
        </p:spPr>
        <p:txBody>
          <a:bodyPr tIns="0" bIns="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the tab ‘</a:t>
            </a:r>
            <a:r>
              <a:rPr lang="en-GB" noProof="0" dirty="0" err="1"/>
              <a:t>Slidebuilder</a:t>
            </a:r>
            <a:r>
              <a:rPr lang="en-GB" noProof="0" dirty="0"/>
              <a:t>’, click on ‘Images’, select the preferred image and click on ‘Insert’.</a:t>
            </a:r>
          </a:p>
        </p:txBody>
      </p:sp>
      <p:sp>
        <p:nvSpPr>
          <p:cNvPr id="22" name="Tijdelijke aanduiding voor tekst 5">
            <a:extLst>
              <a:ext uri="{FF2B5EF4-FFF2-40B4-BE49-F238E27FC236}">
                <a16:creationId xmlns:a16="http://schemas.microsoft.com/office/drawing/2014/main" id="{515E75E4-D251-917F-2522-DB417794686A}"/>
              </a:ext>
            </a:extLst>
          </p:cNvPr>
          <p:cNvSpPr>
            <a:spLocks noGrp="1"/>
          </p:cNvSpPr>
          <p:nvPr>
            <p:ph type="body" sz="quarter" idx="19" hasCustomPrompt="1"/>
          </p:nvPr>
        </p:nvSpPr>
        <p:spPr>
          <a:xfrm>
            <a:off x="4358749" y="2804304"/>
            <a:ext cx="1643193" cy="564257"/>
          </a:xfrm>
        </p:spPr>
        <p:txBody>
          <a:bodyPr wrap="square" anchor="b" anchorCtr="0">
            <a:normAutofit/>
          </a:bodyPr>
          <a:lstStyle>
            <a:lvl1pPr marL="0" indent="0" algn="l">
              <a:lnSpc>
                <a:spcPts val="2200"/>
              </a:lnSpc>
              <a:spcBef>
                <a:spcPts val="0"/>
              </a:spcBef>
              <a:spcAft>
                <a:spcPts val="0"/>
              </a:spcAft>
              <a:buFont typeface="Arial" panose="020B0604020202020204" pitchFamily="34" charset="0"/>
              <a:buNone/>
              <a:defRPr sz="1600" b="0" i="0">
                <a:solidFill>
                  <a:schemeClr val="accent1"/>
                </a:solidFill>
                <a:latin typeface="+mn-lt"/>
              </a:defRPr>
            </a:lvl1pPr>
            <a:lvl2pPr marL="0" indent="0" algn="r">
              <a:buFont typeface="Arial" panose="020B0604020202020204" pitchFamily="34" charset="0"/>
              <a:buNone/>
              <a:defRPr sz="2400" b="0" i="0">
                <a:solidFill>
                  <a:schemeClr val="bg1"/>
                </a:solidFill>
                <a:latin typeface="+mn-lt"/>
              </a:defRPr>
            </a:lvl2pPr>
            <a:lvl3pPr marL="0" indent="0" algn="r">
              <a:buFont typeface="Arial" panose="020B0604020202020204" pitchFamily="34" charset="0"/>
              <a:buNone/>
              <a:defRPr sz="2400" b="0" i="0">
                <a:solidFill>
                  <a:schemeClr val="bg1"/>
                </a:solidFill>
                <a:latin typeface="+mn-lt"/>
              </a:defRPr>
            </a:lvl3pPr>
            <a:lvl4pPr marL="0" indent="0" algn="r">
              <a:buFont typeface="Arial" panose="020B0604020202020204" pitchFamily="34" charset="0"/>
              <a:buNone/>
              <a:defRPr sz="2400" b="0" i="0">
                <a:solidFill>
                  <a:schemeClr val="bg1"/>
                </a:solidFill>
                <a:latin typeface="+mn-lt"/>
              </a:defRPr>
            </a:lvl4pPr>
            <a:lvl5pPr marL="0" indent="0" algn="r">
              <a:buFont typeface="Arial" panose="020B0604020202020204" pitchFamily="34" charset="0"/>
              <a:buNone/>
              <a:defRPr sz="2400" b="0" i="0">
                <a:solidFill>
                  <a:schemeClr val="bg1"/>
                </a:solidFill>
                <a:latin typeface="+mn-lt"/>
              </a:defRPr>
            </a:lvl5pPr>
            <a:lvl6pPr marL="0" indent="0" algn="r">
              <a:buFont typeface="Arial" panose="020B0604020202020204" pitchFamily="34" charset="0"/>
              <a:buNone/>
              <a:defRPr sz="2400" b="0" i="0">
                <a:solidFill>
                  <a:schemeClr val="bg1"/>
                </a:solidFill>
                <a:latin typeface="+mn-lt"/>
              </a:defRPr>
            </a:lvl6pPr>
            <a:lvl7pPr marL="0" indent="0" algn="r">
              <a:buFont typeface="Arial" panose="020B0604020202020204" pitchFamily="34" charset="0"/>
              <a:buNone/>
              <a:defRPr sz="2400" b="0" i="0">
                <a:solidFill>
                  <a:schemeClr val="bg1"/>
                </a:solidFill>
                <a:latin typeface="+mn-lt"/>
              </a:defRPr>
            </a:lvl7pPr>
            <a:lvl8pPr marL="0" indent="0" algn="r">
              <a:buFont typeface="Arial" panose="020B0604020202020204" pitchFamily="34" charset="0"/>
              <a:buNone/>
              <a:defRPr sz="2400" b="0" i="0">
                <a:solidFill>
                  <a:schemeClr val="bg1"/>
                </a:solidFill>
                <a:latin typeface="+mn-lt"/>
              </a:defRPr>
            </a:lvl8pPr>
            <a:lvl9pPr marL="0" indent="0" algn="r">
              <a:buFont typeface="Arial" panose="020B0604020202020204" pitchFamily="34" charset="0"/>
              <a:buNone/>
              <a:defRPr sz="2400" b="0" i="0">
                <a:solidFill>
                  <a:schemeClr val="bg1"/>
                </a:solidFill>
                <a:latin typeface="+mn-lt"/>
              </a:defRPr>
            </a:lvl9pPr>
          </a:lstStyle>
          <a:p>
            <a:pPr lvl="0"/>
            <a:r>
              <a:rPr lang="en-GB" noProof="0" dirty="0"/>
              <a:t>Name</a:t>
            </a:r>
            <a:br>
              <a:rPr lang="en-GB" noProof="0" dirty="0"/>
            </a:br>
            <a:r>
              <a:rPr lang="en-GB" noProof="0" dirty="0"/>
              <a:t>+ Surname</a:t>
            </a:r>
          </a:p>
        </p:txBody>
      </p:sp>
      <p:sp>
        <p:nvSpPr>
          <p:cNvPr id="23" name="Tijdelijke aanduiding voor tekst 5">
            <a:extLst>
              <a:ext uri="{FF2B5EF4-FFF2-40B4-BE49-F238E27FC236}">
                <a16:creationId xmlns:a16="http://schemas.microsoft.com/office/drawing/2014/main" id="{2B5A2D9A-837E-74CC-9F50-7B1836C6FA5D}"/>
              </a:ext>
            </a:extLst>
          </p:cNvPr>
          <p:cNvSpPr>
            <a:spLocks noGrp="1"/>
          </p:cNvSpPr>
          <p:nvPr>
            <p:ph type="body" sz="quarter" idx="20" hasCustomPrompt="1"/>
          </p:nvPr>
        </p:nvSpPr>
        <p:spPr>
          <a:xfrm>
            <a:off x="4358278" y="3379465"/>
            <a:ext cx="1643193" cy="249299"/>
          </a:xfrm>
        </p:spPr>
        <p:txBody>
          <a:bodyPr wrap="square">
            <a:normAutofit/>
          </a:bodyPr>
          <a:lstStyle>
            <a:lvl1pPr marL="0" indent="0" algn="l">
              <a:buFont typeface="Arial" panose="020B0604020202020204" pitchFamily="34" charset="0"/>
              <a:buNone/>
              <a:defRPr sz="1400" b="0" i="0">
                <a:solidFill>
                  <a:schemeClr val="tx2"/>
                </a:solidFill>
                <a:latin typeface="+mn-lt"/>
              </a:defRPr>
            </a:lvl1pPr>
            <a:lvl2pPr marL="0" indent="0" algn="r">
              <a:buFont typeface="Arial" panose="020B0604020202020204" pitchFamily="34" charset="0"/>
              <a:buNone/>
              <a:defRPr sz="2400" b="0" i="0">
                <a:solidFill>
                  <a:schemeClr val="bg1"/>
                </a:solidFill>
                <a:latin typeface="+mn-lt"/>
              </a:defRPr>
            </a:lvl2pPr>
            <a:lvl3pPr marL="0" indent="0" algn="r">
              <a:buFont typeface="Arial" panose="020B0604020202020204" pitchFamily="34" charset="0"/>
              <a:buNone/>
              <a:defRPr sz="2400" b="0" i="0">
                <a:solidFill>
                  <a:schemeClr val="bg1"/>
                </a:solidFill>
                <a:latin typeface="+mn-lt"/>
              </a:defRPr>
            </a:lvl3pPr>
            <a:lvl4pPr marL="0" indent="0" algn="r">
              <a:buFont typeface="Arial" panose="020B0604020202020204" pitchFamily="34" charset="0"/>
              <a:buNone/>
              <a:defRPr sz="2400" b="0" i="0">
                <a:solidFill>
                  <a:schemeClr val="bg1"/>
                </a:solidFill>
                <a:latin typeface="+mn-lt"/>
              </a:defRPr>
            </a:lvl4pPr>
            <a:lvl5pPr marL="0" indent="0" algn="r">
              <a:buFont typeface="Arial" panose="020B0604020202020204" pitchFamily="34" charset="0"/>
              <a:buNone/>
              <a:defRPr sz="2400" b="0" i="0">
                <a:solidFill>
                  <a:schemeClr val="bg1"/>
                </a:solidFill>
                <a:latin typeface="+mn-lt"/>
              </a:defRPr>
            </a:lvl5pPr>
            <a:lvl6pPr marL="0" indent="0" algn="r">
              <a:buFont typeface="Arial" panose="020B0604020202020204" pitchFamily="34" charset="0"/>
              <a:buNone/>
              <a:defRPr sz="2400" b="0" i="0">
                <a:solidFill>
                  <a:schemeClr val="bg1"/>
                </a:solidFill>
                <a:latin typeface="+mn-lt"/>
              </a:defRPr>
            </a:lvl6pPr>
            <a:lvl7pPr marL="0" indent="0" algn="r">
              <a:buFont typeface="Arial" panose="020B0604020202020204" pitchFamily="34" charset="0"/>
              <a:buNone/>
              <a:defRPr sz="2400" b="0" i="0">
                <a:solidFill>
                  <a:schemeClr val="bg1"/>
                </a:solidFill>
                <a:latin typeface="+mn-lt"/>
              </a:defRPr>
            </a:lvl7pPr>
            <a:lvl8pPr marL="0" indent="0" algn="r">
              <a:buFont typeface="Arial" panose="020B0604020202020204" pitchFamily="34" charset="0"/>
              <a:buNone/>
              <a:defRPr sz="2400" b="0" i="0">
                <a:solidFill>
                  <a:schemeClr val="bg1"/>
                </a:solidFill>
                <a:latin typeface="+mn-lt"/>
              </a:defRPr>
            </a:lvl8pPr>
            <a:lvl9pPr marL="0" indent="0" algn="r">
              <a:buFont typeface="Arial" panose="020B0604020202020204" pitchFamily="34" charset="0"/>
              <a:buNone/>
              <a:defRPr sz="2400" b="0" i="0">
                <a:solidFill>
                  <a:schemeClr val="bg1"/>
                </a:solidFill>
                <a:latin typeface="+mn-lt"/>
              </a:defRPr>
            </a:lvl9pPr>
          </a:lstStyle>
          <a:p>
            <a:pPr lvl="0"/>
            <a:r>
              <a:rPr lang="en-GB" noProof="0" dirty="0"/>
              <a:t>Job function</a:t>
            </a:r>
          </a:p>
        </p:txBody>
      </p:sp>
      <p:sp>
        <p:nvSpPr>
          <p:cNvPr id="24" name="Tijdelijke aanduiding voor afbeelding 16">
            <a:extLst>
              <a:ext uri="{FF2B5EF4-FFF2-40B4-BE49-F238E27FC236}">
                <a16:creationId xmlns:a16="http://schemas.microsoft.com/office/drawing/2014/main" id="{E9C8EF3A-3BBF-CF5F-7440-AEE3FD8C7FA4}"/>
              </a:ext>
            </a:extLst>
          </p:cNvPr>
          <p:cNvSpPr>
            <a:spLocks noGrp="1"/>
          </p:cNvSpPr>
          <p:nvPr>
            <p:ph type="pic" sz="quarter" idx="21" hasCustomPrompt="1"/>
          </p:nvPr>
        </p:nvSpPr>
        <p:spPr>
          <a:xfrm>
            <a:off x="6180497" y="1553213"/>
            <a:ext cx="1643193" cy="1145017"/>
          </a:xfrm>
          <a:prstGeom prst="rect">
            <a:avLst/>
          </a:prstGeom>
          <a:pattFill prst="pct60">
            <a:fgClr>
              <a:schemeClr val="bg1">
                <a:lumMod val="95000"/>
              </a:schemeClr>
            </a:fgClr>
            <a:bgClr>
              <a:schemeClr val="bg1">
                <a:lumMod val="85000"/>
              </a:schemeClr>
            </a:bgClr>
          </a:pattFill>
        </p:spPr>
        <p:txBody>
          <a:bodyPr tIns="0" bIns="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the tab ‘</a:t>
            </a:r>
            <a:r>
              <a:rPr lang="en-GB" noProof="0" dirty="0" err="1"/>
              <a:t>Slidebuilder</a:t>
            </a:r>
            <a:r>
              <a:rPr lang="en-GB" noProof="0" dirty="0"/>
              <a:t>’, click on ‘Images’, select the preferred image and click on ‘Insert’.</a:t>
            </a:r>
          </a:p>
        </p:txBody>
      </p:sp>
      <p:sp>
        <p:nvSpPr>
          <p:cNvPr id="26" name="Tijdelijke aanduiding voor tekst 5">
            <a:extLst>
              <a:ext uri="{FF2B5EF4-FFF2-40B4-BE49-F238E27FC236}">
                <a16:creationId xmlns:a16="http://schemas.microsoft.com/office/drawing/2014/main" id="{9A161DF5-ECCF-9F8E-D7EB-0A3D7DBAAEB0}"/>
              </a:ext>
            </a:extLst>
          </p:cNvPr>
          <p:cNvSpPr>
            <a:spLocks noGrp="1"/>
          </p:cNvSpPr>
          <p:nvPr>
            <p:ph type="body" sz="quarter" idx="22" hasCustomPrompt="1"/>
          </p:nvPr>
        </p:nvSpPr>
        <p:spPr>
          <a:xfrm>
            <a:off x="6178555" y="2804304"/>
            <a:ext cx="1643193" cy="564257"/>
          </a:xfrm>
        </p:spPr>
        <p:txBody>
          <a:bodyPr wrap="square" anchor="b" anchorCtr="0">
            <a:normAutofit/>
          </a:bodyPr>
          <a:lstStyle>
            <a:lvl1pPr marL="0" indent="0" algn="l">
              <a:lnSpc>
                <a:spcPts val="2200"/>
              </a:lnSpc>
              <a:spcBef>
                <a:spcPts val="0"/>
              </a:spcBef>
              <a:spcAft>
                <a:spcPts val="0"/>
              </a:spcAft>
              <a:buFont typeface="Arial" panose="020B0604020202020204" pitchFamily="34" charset="0"/>
              <a:buNone/>
              <a:defRPr sz="1600" b="0" i="0">
                <a:solidFill>
                  <a:schemeClr val="accent1"/>
                </a:solidFill>
                <a:latin typeface="+mn-lt"/>
              </a:defRPr>
            </a:lvl1pPr>
            <a:lvl2pPr marL="0" indent="0" algn="r">
              <a:buFont typeface="Arial" panose="020B0604020202020204" pitchFamily="34" charset="0"/>
              <a:buNone/>
              <a:defRPr sz="2400" b="0" i="0">
                <a:solidFill>
                  <a:schemeClr val="bg1"/>
                </a:solidFill>
                <a:latin typeface="+mn-lt"/>
              </a:defRPr>
            </a:lvl2pPr>
            <a:lvl3pPr marL="0" indent="0" algn="r">
              <a:buFont typeface="Arial" panose="020B0604020202020204" pitchFamily="34" charset="0"/>
              <a:buNone/>
              <a:defRPr sz="2400" b="0" i="0">
                <a:solidFill>
                  <a:schemeClr val="bg1"/>
                </a:solidFill>
                <a:latin typeface="+mn-lt"/>
              </a:defRPr>
            </a:lvl3pPr>
            <a:lvl4pPr marL="0" indent="0" algn="r">
              <a:buFont typeface="Arial" panose="020B0604020202020204" pitchFamily="34" charset="0"/>
              <a:buNone/>
              <a:defRPr sz="2400" b="0" i="0">
                <a:solidFill>
                  <a:schemeClr val="bg1"/>
                </a:solidFill>
                <a:latin typeface="+mn-lt"/>
              </a:defRPr>
            </a:lvl4pPr>
            <a:lvl5pPr marL="0" indent="0" algn="r">
              <a:buFont typeface="Arial" panose="020B0604020202020204" pitchFamily="34" charset="0"/>
              <a:buNone/>
              <a:defRPr sz="2400" b="0" i="0">
                <a:solidFill>
                  <a:schemeClr val="bg1"/>
                </a:solidFill>
                <a:latin typeface="+mn-lt"/>
              </a:defRPr>
            </a:lvl5pPr>
            <a:lvl6pPr marL="0" indent="0" algn="r">
              <a:buFont typeface="Arial" panose="020B0604020202020204" pitchFamily="34" charset="0"/>
              <a:buNone/>
              <a:defRPr sz="2400" b="0" i="0">
                <a:solidFill>
                  <a:schemeClr val="bg1"/>
                </a:solidFill>
                <a:latin typeface="+mn-lt"/>
              </a:defRPr>
            </a:lvl6pPr>
            <a:lvl7pPr marL="0" indent="0" algn="r">
              <a:buFont typeface="Arial" panose="020B0604020202020204" pitchFamily="34" charset="0"/>
              <a:buNone/>
              <a:defRPr sz="2400" b="0" i="0">
                <a:solidFill>
                  <a:schemeClr val="bg1"/>
                </a:solidFill>
                <a:latin typeface="+mn-lt"/>
              </a:defRPr>
            </a:lvl7pPr>
            <a:lvl8pPr marL="0" indent="0" algn="r">
              <a:buFont typeface="Arial" panose="020B0604020202020204" pitchFamily="34" charset="0"/>
              <a:buNone/>
              <a:defRPr sz="2400" b="0" i="0">
                <a:solidFill>
                  <a:schemeClr val="bg1"/>
                </a:solidFill>
                <a:latin typeface="+mn-lt"/>
              </a:defRPr>
            </a:lvl8pPr>
            <a:lvl9pPr marL="0" indent="0" algn="r">
              <a:buFont typeface="Arial" panose="020B0604020202020204" pitchFamily="34" charset="0"/>
              <a:buNone/>
              <a:defRPr sz="2400" b="0" i="0">
                <a:solidFill>
                  <a:schemeClr val="bg1"/>
                </a:solidFill>
                <a:latin typeface="+mn-lt"/>
              </a:defRPr>
            </a:lvl9pPr>
          </a:lstStyle>
          <a:p>
            <a:pPr lvl="0"/>
            <a:r>
              <a:rPr lang="en-GB" noProof="0" dirty="0"/>
              <a:t>Name</a:t>
            </a:r>
            <a:br>
              <a:rPr lang="en-GB" noProof="0" dirty="0"/>
            </a:br>
            <a:r>
              <a:rPr lang="en-GB" noProof="0" dirty="0"/>
              <a:t>+ Surname</a:t>
            </a:r>
          </a:p>
        </p:txBody>
      </p:sp>
      <p:sp>
        <p:nvSpPr>
          <p:cNvPr id="27" name="Tijdelijke aanduiding voor tekst 5">
            <a:extLst>
              <a:ext uri="{FF2B5EF4-FFF2-40B4-BE49-F238E27FC236}">
                <a16:creationId xmlns:a16="http://schemas.microsoft.com/office/drawing/2014/main" id="{A1489018-5DDF-11B4-0140-D6C25A3F5DBD}"/>
              </a:ext>
            </a:extLst>
          </p:cNvPr>
          <p:cNvSpPr>
            <a:spLocks noGrp="1"/>
          </p:cNvSpPr>
          <p:nvPr>
            <p:ph type="body" sz="quarter" idx="23" hasCustomPrompt="1"/>
          </p:nvPr>
        </p:nvSpPr>
        <p:spPr>
          <a:xfrm>
            <a:off x="6178084" y="3379465"/>
            <a:ext cx="1643193" cy="249299"/>
          </a:xfrm>
        </p:spPr>
        <p:txBody>
          <a:bodyPr wrap="square">
            <a:normAutofit/>
          </a:bodyPr>
          <a:lstStyle>
            <a:lvl1pPr marL="0" indent="0" algn="l">
              <a:buFont typeface="Arial" panose="020B0604020202020204" pitchFamily="34" charset="0"/>
              <a:buNone/>
              <a:defRPr sz="1400" b="0" i="0">
                <a:solidFill>
                  <a:schemeClr val="tx2"/>
                </a:solidFill>
                <a:latin typeface="+mn-lt"/>
              </a:defRPr>
            </a:lvl1pPr>
            <a:lvl2pPr marL="0" indent="0" algn="r">
              <a:buFont typeface="Arial" panose="020B0604020202020204" pitchFamily="34" charset="0"/>
              <a:buNone/>
              <a:defRPr sz="2400" b="0" i="0">
                <a:solidFill>
                  <a:schemeClr val="bg1"/>
                </a:solidFill>
                <a:latin typeface="+mn-lt"/>
              </a:defRPr>
            </a:lvl2pPr>
            <a:lvl3pPr marL="0" indent="0" algn="r">
              <a:buFont typeface="Arial" panose="020B0604020202020204" pitchFamily="34" charset="0"/>
              <a:buNone/>
              <a:defRPr sz="2400" b="0" i="0">
                <a:solidFill>
                  <a:schemeClr val="bg1"/>
                </a:solidFill>
                <a:latin typeface="+mn-lt"/>
              </a:defRPr>
            </a:lvl3pPr>
            <a:lvl4pPr marL="0" indent="0" algn="r">
              <a:buFont typeface="Arial" panose="020B0604020202020204" pitchFamily="34" charset="0"/>
              <a:buNone/>
              <a:defRPr sz="2400" b="0" i="0">
                <a:solidFill>
                  <a:schemeClr val="bg1"/>
                </a:solidFill>
                <a:latin typeface="+mn-lt"/>
              </a:defRPr>
            </a:lvl4pPr>
            <a:lvl5pPr marL="0" indent="0" algn="r">
              <a:buFont typeface="Arial" panose="020B0604020202020204" pitchFamily="34" charset="0"/>
              <a:buNone/>
              <a:defRPr sz="2400" b="0" i="0">
                <a:solidFill>
                  <a:schemeClr val="bg1"/>
                </a:solidFill>
                <a:latin typeface="+mn-lt"/>
              </a:defRPr>
            </a:lvl5pPr>
            <a:lvl6pPr marL="0" indent="0" algn="r">
              <a:buFont typeface="Arial" panose="020B0604020202020204" pitchFamily="34" charset="0"/>
              <a:buNone/>
              <a:defRPr sz="2400" b="0" i="0">
                <a:solidFill>
                  <a:schemeClr val="bg1"/>
                </a:solidFill>
                <a:latin typeface="+mn-lt"/>
              </a:defRPr>
            </a:lvl6pPr>
            <a:lvl7pPr marL="0" indent="0" algn="r">
              <a:buFont typeface="Arial" panose="020B0604020202020204" pitchFamily="34" charset="0"/>
              <a:buNone/>
              <a:defRPr sz="2400" b="0" i="0">
                <a:solidFill>
                  <a:schemeClr val="bg1"/>
                </a:solidFill>
                <a:latin typeface="+mn-lt"/>
              </a:defRPr>
            </a:lvl7pPr>
            <a:lvl8pPr marL="0" indent="0" algn="r">
              <a:buFont typeface="Arial" panose="020B0604020202020204" pitchFamily="34" charset="0"/>
              <a:buNone/>
              <a:defRPr sz="2400" b="0" i="0">
                <a:solidFill>
                  <a:schemeClr val="bg1"/>
                </a:solidFill>
                <a:latin typeface="+mn-lt"/>
              </a:defRPr>
            </a:lvl8pPr>
            <a:lvl9pPr marL="0" indent="0" algn="r">
              <a:buFont typeface="Arial" panose="020B0604020202020204" pitchFamily="34" charset="0"/>
              <a:buNone/>
              <a:defRPr sz="2400" b="0" i="0">
                <a:solidFill>
                  <a:schemeClr val="bg1"/>
                </a:solidFill>
                <a:latin typeface="+mn-lt"/>
              </a:defRPr>
            </a:lvl9pPr>
          </a:lstStyle>
          <a:p>
            <a:pPr lvl="0"/>
            <a:r>
              <a:rPr lang="en-GB" noProof="0" dirty="0"/>
              <a:t>Job function</a:t>
            </a:r>
          </a:p>
        </p:txBody>
      </p:sp>
      <p:sp>
        <p:nvSpPr>
          <p:cNvPr id="28" name="Tijdelijke aanduiding voor afbeelding 16">
            <a:extLst>
              <a:ext uri="{FF2B5EF4-FFF2-40B4-BE49-F238E27FC236}">
                <a16:creationId xmlns:a16="http://schemas.microsoft.com/office/drawing/2014/main" id="{6F406607-4D1C-D35C-3C34-9A7E5953B87B}"/>
              </a:ext>
            </a:extLst>
          </p:cNvPr>
          <p:cNvSpPr>
            <a:spLocks noGrp="1"/>
          </p:cNvSpPr>
          <p:nvPr>
            <p:ph type="pic" sz="quarter" idx="24" hasCustomPrompt="1"/>
          </p:nvPr>
        </p:nvSpPr>
        <p:spPr>
          <a:xfrm>
            <a:off x="8000303" y="1553213"/>
            <a:ext cx="1643193" cy="1145017"/>
          </a:xfrm>
          <a:prstGeom prst="rect">
            <a:avLst/>
          </a:prstGeom>
          <a:pattFill prst="pct60">
            <a:fgClr>
              <a:schemeClr val="bg1">
                <a:lumMod val="95000"/>
              </a:schemeClr>
            </a:fgClr>
            <a:bgClr>
              <a:schemeClr val="bg1">
                <a:lumMod val="85000"/>
              </a:schemeClr>
            </a:bgClr>
          </a:pattFill>
        </p:spPr>
        <p:txBody>
          <a:bodyPr tIns="0" bIns="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the tab ‘</a:t>
            </a:r>
            <a:r>
              <a:rPr lang="en-GB" noProof="0" dirty="0" err="1"/>
              <a:t>Slidebuilder</a:t>
            </a:r>
            <a:r>
              <a:rPr lang="en-GB" noProof="0" dirty="0"/>
              <a:t>’, click on ‘Images’, select the preferred image and click on ‘Insert’.</a:t>
            </a:r>
          </a:p>
        </p:txBody>
      </p:sp>
      <p:sp>
        <p:nvSpPr>
          <p:cNvPr id="29" name="Tijdelijke aanduiding voor tekst 5">
            <a:extLst>
              <a:ext uri="{FF2B5EF4-FFF2-40B4-BE49-F238E27FC236}">
                <a16:creationId xmlns:a16="http://schemas.microsoft.com/office/drawing/2014/main" id="{4AC378EA-6795-3FCC-96F7-18C3428576E9}"/>
              </a:ext>
            </a:extLst>
          </p:cNvPr>
          <p:cNvSpPr>
            <a:spLocks noGrp="1"/>
          </p:cNvSpPr>
          <p:nvPr>
            <p:ph type="body" sz="quarter" idx="25" hasCustomPrompt="1"/>
          </p:nvPr>
        </p:nvSpPr>
        <p:spPr>
          <a:xfrm>
            <a:off x="7998361" y="2804304"/>
            <a:ext cx="1643193" cy="564257"/>
          </a:xfrm>
        </p:spPr>
        <p:txBody>
          <a:bodyPr wrap="square" anchor="b" anchorCtr="0">
            <a:normAutofit/>
          </a:bodyPr>
          <a:lstStyle>
            <a:lvl1pPr marL="0" indent="0" algn="l">
              <a:lnSpc>
                <a:spcPts val="2200"/>
              </a:lnSpc>
              <a:spcBef>
                <a:spcPts val="0"/>
              </a:spcBef>
              <a:spcAft>
                <a:spcPts val="0"/>
              </a:spcAft>
              <a:buFont typeface="Arial" panose="020B0604020202020204" pitchFamily="34" charset="0"/>
              <a:buNone/>
              <a:defRPr sz="1600" b="0" i="0">
                <a:solidFill>
                  <a:schemeClr val="accent1"/>
                </a:solidFill>
                <a:latin typeface="+mn-lt"/>
              </a:defRPr>
            </a:lvl1pPr>
            <a:lvl2pPr marL="0" indent="0" algn="r">
              <a:buFont typeface="Arial" panose="020B0604020202020204" pitchFamily="34" charset="0"/>
              <a:buNone/>
              <a:defRPr sz="2400" b="0" i="0">
                <a:solidFill>
                  <a:schemeClr val="bg1"/>
                </a:solidFill>
                <a:latin typeface="+mn-lt"/>
              </a:defRPr>
            </a:lvl2pPr>
            <a:lvl3pPr marL="0" indent="0" algn="r">
              <a:buFont typeface="Arial" panose="020B0604020202020204" pitchFamily="34" charset="0"/>
              <a:buNone/>
              <a:defRPr sz="2400" b="0" i="0">
                <a:solidFill>
                  <a:schemeClr val="bg1"/>
                </a:solidFill>
                <a:latin typeface="+mn-lt"/>
              </a:defRPr>
            </a:lvl3pPr>
            <a:lvl4pPr marL="0" indent="0" algn="r">
              <a:buFont typeface="Arial" panose="020B0604020202020204" pitchFamily="34" charset="0"/>
              <a:buNone/>
              <a:defRPr sz="2400" b="0" i="0">
                <a:solidFill>
                  <a:schemeClr val="bg1"/>
                </a:solidFill>
                <a:latin typeface="+mn-lt"/>
              </a:defRPr>
            </a:lvl4pPr>
            <a:lvl5pPr marL="0" indent="0" algn="r">
              <a:buFont typeface="Arial" panose="020B0604020202020204" pitchFamily="34" charset="0"/>
              <a:buNone/>
              <a:defRPr sz="2400" b="0" i="0">
                <a:solidFill>
                  <a:schemeClr val="bg1"/>
                </a:solidFill>
                <a:latin typeface="+mn-lt"/>
              </a:defRPr>
            </a:lvl5pPr>
            <a:lvl6pPr marL="0" indent="0" algn="r">
              <a:buFont typeface="Arial" panose="020B0604020202020204" pitchFamily="34" charset="0"/>
              <a:buNone/>
              <a:defRPr sz="2400" b="0" i="0">
                <a:solidFill>
                  <a:schemeClr val="bg1"/>
                </a:solidFill>
                <a:latin typeface="+mn-lt"/>
              </a:defRPr>
            </a:lvl6pPr>
            <a:lvl7pPr marL="0" indent="0" algn="r">
              <a:buFont typeface="Arial" panose="020B0604020202020204" pitchFamily="34" charset="0"/>
              <a:buNone/>
              <a:defRPr sz="2400" b="0" i="0">
                <a:solidFill>
                  <a:schemeClr val="bg1"/>
                </a:solidFill>
                <a:latin typeface="+mn-lt"/>
              </a:defRPr>
            </a:lvl7pPr>
            <a:lvl8pPr marL="0" indent="0" algn="r">
              <a:buFont typeface="Arial" panose="020B0604020202020204" pitchFamily="34" charset="0"/>
              <a:buNone/>
              <a:defRPr sz="2400" b="0" i="0">
                <a:solidFill>
                  <a:schemeClr val="bg1"/>
                </a:solidFill>
                <a:latin typeface="+mn-lt"/>
              </a:defRPr>
            </a:lvl8pPr>
            <a:lvl9pPr marL="0" indent="0" algn="r">
              <a:buFont typeface="Arial" panose="020B0604020202020204" pitchFamily="34" charset="0"/>
              <a:buNone/>
              <a:defRPr sz="2400" b="0" i="0">
                <a:solidFill>
                  <a:schemeClr val="bg1"/>
                </a:solidFill>
                <a:latin typeface="+mn-lt"/>
              </a:defRPr>
            </a:lvl9pPr>
          </a:lstStyle>
          <a:p>
            <a:pPr lvl="0"/>
            <a:r>
              <a:rPr lang="en-GB" noProof="0" dirty="0"/>
              <a:t>Name</a:t>
            </a:r>
            <a:br>
              <a:rPr lang="en-GB" noProof="0" dirty="0"/>
            </a:br>
            <a:r>
              <a:rPr lang="en-GB" noProof="0" dirty="0"/>
              <a:t>+ Surname</a:t>
            </a:r>
          </a:p>
        </p:txBody>
      </p:sp>
      <p:sp>
        <p:nvSpPr>
          <p:cNvPr id="30" name="Tijdelijke aanduiding voor tekst 5">
            <a:extLst>
              <a:ext uri="{FF2B5EF4-FFF2-40B4-BE49-F238E27FC236}">
                <a16:creationId xmlns:a16="http://schemas.microsoft.com/office/drawing/2014/main" id="{FE1D297D-39D5-78ED-EBB5-CCB867E33417}"/>
              </a:ext>
            </a:extLst>
          </p:cNvPr>
          <p:cNvSpPr>
            <a:spLocks noGrp="1"/>
          </p:cNvSpPr>
          <p:nvPr>
            <p:ph type="body" sz="quarter" idx="26" hasCustomPrompt="1"/>
          </p:nvPr>
        </p:nvSpPr>
        <p:spPr>
          <a:xfrm>
            <a:off x="7997890" y="3379465"/>
            <a:ext cx="1643193" cy="249299"/>
          </a:xfrm>
        </p:spPr>
        <p:txBody>
          <a:bodyPr wrap="square">
            <a:normAutofit/>
          </a:bodyPr>
          <a:lstStyle>
            <a:lvl1pPr marL="0" indent="0" algn="l">
              <a:buFont typeface="Arial" panose="020B0604020202020204" pitchFamily="34" charset="0"/>
              <a:buNone/>
              <a:defRPr sz="1400" b="0" i="0">
                <a:solidFill>
                  <a:schemeClr val="tx2"/>
                </a:solidFill>
                <a:latin typeface="+mn-lt"/>
              </a:defRPr>
            </a:lvl1pPr>
            <a:lvl2pPr marL="0" indent="0" algn="r">
              <a:buFont typeface="Arial" panose="020B0604020202020204" pitchFamily="34" charset="0"/>
              <a:buNone/>
              <a:defRPr sz="2400" b="0" i="0">
                <a:solidFill>
                  <a:schemeClr val="bg1"/>
                </a:solidFill>
                <a:latin typeface="+mn-lt"/>
              </a:defRPr>
            </a:lvl2pPr>
            <a:lvl3pPr marL="0" indent="0" algn="r">
              <a:buFont typeface="Arial" panose="020B0604020202020204" pitchFamily="34" charset="0"/>
              <a:buNone/>
              <a:defRPr sz="2400" b="0" i="0">
                <a:solidFill>
                  <a:schemeClr val="bg1"/>
                </a:solidFill>
                <a:latin typeface="+mn-lt"/>
              </a:defRPr>
            </a:lvl3pPr>
            <a:lvl4pPr marL="0" indent="0" algn="r">
              <a:buFont typeface="Arial" panose="020B0604020202020204" pitchFamily="34" charset="0"/>
              <a:buNone/>
              <a:defRPr sz="2400" b="0" i="0">
                <a:solidFill>
                  <a:schemeClr val="bg1"/>
                </a:solidFill>
                <a:latin typeface="+mn-lt"/>
              </a:defRPr>
            </a:lvl4pPr>
            <a:lvl5pPr marL="0" indent="0" algn="r">
              <a:buFont typeface="Arial" panose="020B0604020202020204" pitchFamily="34" charset="0"/>
              <a:buNone/>
              <a:defRPr sz="2400" b="0" i="0">
                <a:solidFill>
                  <a:schemeClr val="bg1"/>
                </a:solidFill>
                <a:latin typeface="+mn-lt"/>
              </a:defRPr>
            </a:lvl5pPr>
            <a:lvl6pPr marL="0" indent="0" algn="r">
              <a:buFont typeface="Arial" panose="020B0604020202020204" pitchFamily="34" charset="0"/>
              <a:buNone/>
              <a:defRPr sz="2400" b="0" i="0">
                <a:solidFill>
                  <a:schemeClr val="bg1"/>
                </a:solidFill>
                <a:latin typeface="+mn-lt"/>
              </a:defRPr>
            </a:lvl6pPr>
            <a:lvl7pPr marL="0" indent="0" algn="r">
              <a:buFont typeface="Arial" panose="020B0604020202020204" pitchFamily="34" charset="0"/>
              <a:buNone/>
              <a:defRPr sz="2400" b="0" i="0">
                <a:solidFill>
                  <a:schemeClr val="bg1"/>
                </a:solidFill>
                <a:latin typeface="+mn-lt"/>
              </a:defRPr>
            </a:lvl7pPr>
            <a:lvl8pPr marL="0" indent="0" algn="r">
              <a:buFont typeface="Arial" panose="020B0604020202020204" pitchFamily="34" charset="0"/>
              <a:buNone/>
              <a:defRPr sz="2400" b="0" i="0">
                <a:solidFill>
                  <a:schemeClr val="bg1"/>
                </a:solidFill>
                <a:latin typeface="+mn-lt"/>
              </a:defRPr>
            </a:lvl8pPr>
            <a:lvl9pPr marL="0" indent="0" algn="r">
              <a:buFont typeface="Arial" panose="020B0604020202020204" pitchFamily="34" charset="0"/>
              <a:buNone/>
              <a:defRPr sz="2400" b="0" i="0">
                <a:solidFill>
                  <a:schemeClr val="bg1"/>
                </a:solidFill>
                <a:latin typeface="+mn-lt"/>
              </a:defRPr>
            </a:lvl9pPr>
          </a:lstStyle>
          <a:p>
            <a:pPr lvl="0"/>
            <a:r>
              <a:rPr lang="en-GB" noProof="0" dirty="0"/>
              <a:t>Job function</a:t>
            </a:r>
          </a:p>
        </p:txBody>
      </p:sp>
      <p:sp>
        <p:nvSpPr>
          <p:cNvPr id="31" name="Tijdelijke aanduiding voor afbeelding 16">
            <a:extLst>
              <a:ext uri="{FF2B5EF4-FFF2-40B4-BE49-F238E27FC236}">
                <a16:creationId xmlns:a16="http://schemas.microsoft.com/office/drawing/2014/main" id="{7A0357DE-D66B-0586-147C-37E6AE239EEC}"/>
              </a:ext>
            </a:extLst>
          </p:cNvPr>
          <p:cNvSpPr>
            <a:spLocks noGrp="1"/>
          </p:cNvSpPr>
          <p:nvPr>
            <p:ph type="pic" sz="quarter" idx="27" hasCustomPrompt="1"/>
          </p:nvPr>
        </p:nvSpPr>
        <p:spPr>
          <a:xfrm>
            <a:off x="9820109" y="1553213"/>
            <a:ext cx="1643193" cy="1145017"/>
          </a:xfrm>
          <a:prstGeom prst="rect">
            <a:avLst/>
          </a:prstGeom>
          <a:pattFill prst="pct60">
            <a:fgClr>
              <a:schemeClr val="bg1">
                <a:lumMod val="95000"/>
              </a:schemeClr>
            </a:fgClr>
            <a:bgClr>
              <a:schemeClr val="bg1">
                <a:lumMod val="85000"/>
              </a:schemeClr>
            </a:bgClr>
          </a:pattFill>
        </p:spPr>
        <p:txBody>
          <a:bodyPr tIns="0" bIns="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the tab ‘</a:t>
            </a:r>
            <a:r>
              <a:rPr lang="en-GB" noProof="0" dirty="0" err="1"/>
              <a:t>Slidebuilder</a:t>
            </a:r>
            <a:r>
              <a:rPr lang="en-GB" noProof="0" dirty="0"/>
              <a:t>’, click on ‘Images’, select the preferred image and click on ‘Insert’.</a:t>
            </a:r>
          </a:p>
        </p:txBody>
      </p:sp>
      <p:sp>
        <p:nvSpPr>
          <p:cNvPr id="32" name="Tijdelijke aanduiding voor tekst 5">
            <a:extLst>
              <a:ext uri="{FF2B5EF4-FFF2-40B4-BE49-F238E27FC236}">
                <a16:creationId xmlns:a16="http://schemas.microsoft.com/office/drawing/2014/main" id="{F7FA5D4E-5C58-736C-2190-C0D5C49B743E}"/>
              </a:ext>
            </a:extLst>
          </p:cNvPr>
          <p:cNvSpPr>
            <a:spLocks noGrp="1"/>
          </p:cNvSpPr>
          <p:nvPr>
            <p:ph type="body" sz="quarter" idx="28" hasCustomPrompt="1"/>
          </p:nvPr>
        </p:nvSpPr>
        <p:spPr>
          <a:xfrm>
            <a:off x="9818167" y="2804304"/>
            <a:ext cx="1643193" cy="564257"/>
          </a:xfrm>
        </p:spPr>
        <p:txBody>
          <a:bodyPr wrap="square" anchor="b" anchorCtr="0">
            <a:normAutofit/>
          </a:bodyPr>
          <a:lstStyle>
            <a:lvl1pPr marL="0" indent="0" algn="l">
              <a:lnSpc>
                <a:spcPts val="2200"/>
              </a:lnSpc>
              <a:spcBef>
                <a:spcPts val="0"/>
              </a:spcBef>
              <a:spcAft>
                <a:spcPts val="0"/>
              </a:spcAft>
              <a:buFont typeface="Arial" panose="020B0604020202020204" pitchFamily="34" charset="0"/>
              <a:buNone/>
              <a:defRPr sz="1600" b="0" i="0">
                <a:solidFill>
                  <a:schemeClr val="accent1"/>
                </a:solidFill>
                <a:latin typeface="+mn-lt"/>
              </a:defRPr>
            </a:lvl1pPr>
            <a:lvl2pPr marL="0" indent="0" algn="r">
              <a:buFont typeface="Arial" panose="020B0604020202020204" pitchFamily="34" charset="0"/>
              <a:buNone/>
              <a:defRPr sz="2400" b="0" i="0">
                <a:solidFill>
                  <a:schemeClr val="bg1"/>
                </a:solidFill>
                <a:latin typeface="+mn-lt"/>
              </a:defRPr>
            </a:lvl2pPr>
            <a:lvl3pPr marL="0" indent="0" algn="r">
              <a:buFont typeface="Arial" panose="020B0604020202020204" pitchFamily="34" charset="0"/>
              <a:buNone/>
              <a:defRPr sz="2400" b="0" i="0">
                <a:solidFill>
                  <a:schemeClr val="bg1"/>
                </a:solidFill>
                <a:latin typeface="+mn-lt"/>
              </a:defRPr>
            </a:lvl3pPr>
            <a:lvl4pPr marL="0" indent="0" algn="r">
              <a:buFont typeface="Arial" panose="020B0604020202020204" pitchFamily="34" charset="0"/>
              <a:buNone/>
              <a:defRPr sz="2400" b="0" i="0">
                <a:solidFill>
                  <a:schemeClr val="bg1"/>
                </a:solidFill>
                <a:latin typeface="+mn-lt"/>
              </a:defRPr>
            </a:lvl4pPr>
            <a:lvl5pPr marL="0" indent="0" algn="r">
              <a:buFont typeface="Arial" panose="020B0604020202020204" pitchFamily="34" charset="0"/>
              <a:buNone/>
              <a:defRPr sz="2400" b="0" i="0">
                <a:solidFill>
                  <a:schemeClr val="bg1"/>
                </a:solidFill>
                <a:latin typeface="+mn-lt"/>
              </a:defRPr>
            </a:lvl5pPr>
            <a:lvl6pPr marL="0" indent="0" algn="r">
              <a:buFont typeface="Arial" panose="020B0604020202020204" pitchFamily="34" charset="0"/>
              <a:buNone/>
              <a:defRPr sz="2400" b="0" i="0">
                <a:solidFill>
                  <a:schemeClr val="bg1"/>
                </a:solidFill>
                <a:latin typeface="+mn-lt"/>
              </a:defRPr>
            </a:lvl6pPr>
            <a:lvl7pPr marL="0" indent="0" algn="r">
              <a:buFont typeface="Arial" panose="020B0604020202020204" pitchFamily="34" charset="0"/>
              <a:buNone/>
              <a:defRPr sz="2400" b="0" i="0">
                <a:solidFill>
                  <a:schemeClr val="bg1"/>
                </a:solidFill>
                <a:latin typeface="+mn-lt"/>
              </a:defRPr>
            </a:lvl7pPr>
            <a:lvl8pPr marL="0" indent="0" algn="r">
              <a:buFont typeface="Arial" panose="020B0604020202020204" pitchFamily="34" charset="0"/>
              <a:buNone/>
              <a:defRPr sz="2400" b="0" i="0">
                <a:solidFill>
                  <a:schemeClr val="bg1"/>
                </a:solidFill>
                <a:latin typeface="+mn-lt"/>
              </a:defRPr>
            </a:lvl8pPr>
            <a:lvl9pPr marL="0" indent="0" algn="r">
              <a:buFont typeface="Arial" panose="020B0604020202020204" pitchFamily="34" charset="0"/>
              <a:buNone/>
              <a:defRPr sz="2400" b="0" i="0">
                <a:solidFill>
                  <a:schemeClr val="bg1"/>
                </a:solidFill>
                <a:latin typeface="+mn-lt"/>
              </a:defRPr>
            </a:lvl9pPr>
          </a:lstStyle>
          <a:p>
            <a:pPr lvl="0"/>
            <a:r>
              <a:rPr lang="en-GB" noProof="0" dirty="0"/>
              <a:t>Name</a:t>
            </a:r>
            <a:br>
              <a:rPr lang="en-GB" noProof="0" dirty="0"/>
            </a:br>
            <a:r>
              <a:rPr lang="en-GB" noProof="0" dirty="0"/>
              <a:t>+ Surname</a:t>
            </a:r>
          </a:p>
        </p:txBody>
      </p:sp>
      <p:sp>
        <p:nvSpPr>
          <p:cNvPr id="33" name="Tijdelijke aanduiding voor tekst 5">
            <a:extLst>
              <a:ext uri="{FF2B5EF4-FFF2-40B4-BE49-F238E27FC236}">
                <a16:creationId xmlns:a16="http://schemas.microsoft.com/office/drawing/2014/main" id="{DC347A12-7D9D-2FDE-9916-31C31FAAF7F3}"/>
              </a:ext>
            </a:extLst>
          </p:cNvPr>
          <p:cNvSpPr>
            <a:spLocks noGrp="1"/>
          </p:cNvSpPr>
          <p:nvPr>
            <p:ph type="body" sz="quarter" idx="29" hasCustomPrompt="1"/>
          </p:nvPr>
        </p:nvSpPr>
        <p:spPr>
          <a:xfrm>
            <a:off x="9817696" y="3379465"/>
            <a:ext cx="1643193" cy="249299"/>
          </a:xfrm>
        </p:spPr>
        <p:txBody>
          <a:bodyPr wrap="square">
            <a:normAutofit/>
          </a:bodyPr>
          <a:lstStyle>
            <a:lvl1pPr marL="0" indent="0" algn="l">
              <a:buFont typeface="Arial" panose="020B0604020202020204" pitchFamily="34" charset="0"/>
              <a:buNone/>
              <a:defRPr sz="1400" b="0" i="0">
                <a:solidFill>
                  <a:schemeClr val="tx2"/>
                </a:solidFill>
                <a:latin typeface="+mn-lt"/>
              </a:defRPr>
            </a:lvl1pPr>
            <a:lvl2pPr marL="0" indent="0" algn="r">
              <a:buFont typeface="Arial" panose="020B0604020202020204" pitchFamily="34" charset="0"/>
              <a:buNone/>
              <a:defRPr sz="2400" b="0" i="0">
                <a:solidFill>
                  <a:schemeClr val="bg1"/>
                </a:solidFill>
                <a:latin typeface="+mn-lt"/>
              </a:defRPr>
            </a:lvl2pPr>
            <a:lvl3pPr marL="0" indent="0" algn="r">
              <a:buFont typeface="Arial" panose="020B0604020202020204" pitchFamily="34" charset="0"/>
              <a:buNone/>
              <a:defRPr sz="2400" b="0" i="0">
                <a:solidFill>
                  <a:schemeClr val="bg1"/>
                </a:solidFill>
                <a:latin typeface="+mn-lt"/>
              </a:defRPr>
            </a:lvl3pPr>
            <a:lvl4pPr marL="0" indent="0" algn="r">
              <a:buFont typeface="Arial" panose="020B0604020202020204" pitchFamily="34" charset="0"/>
              <a:buNone/>
              <a:defRPr sz="2400" b="0" i="0">
                <a:solidFill>
                  <a:schemeClr val="bg1"/>
                </a:solidFill>
                <a:latin typeface="+mn-lt"/>
              </a:defRPr>
            </a:lvl4pPr>
            <a:lvl5pPr marL="0" indent="0" algn="r">
              <a:buFont typeface="Arial" panose="020B0604020202020204" pitchFamily="34" charset="0"/>
              <a:buNone/>
              <a:defRPr sz="2400" b="0" i="0">
                <a:solidFill>
                  <a:schemeClr val="bg1"/>
                </a:solidFill>
                <a:latin typeface="+mn-lt"/>
              </a:defRPr>
            </a:lvl5pPr>
            <a:lvl6pPr marL="0" indent="0" algn="r">
              <a:buFont typeface="Arial" panose="020B0604020202020204" pitchFamily="34" charset="0"/>
              <a:buNone/>
              <a:defRPr sz="2400" b="0" i="0">
                <a:solidFill>
                  <a:schemeClr val="bg1"/>
                </a:solidFill>
                <a:latin typeface="+mn-lt"/>
              </a:defRPr>
            </a:lvl6pPr>
            <a:lvl7pPr marL="0" indent="0" algn="r">
              <a:buFont typeface="Arial" panose="020B0604020202020204" pitchFamily="34" charset="0"/>
              <a:buNone/>
              <a:defRPr sz="2400" b="0" i="0">
                <a:solidFill>
                  <a:schemeClr val="bg1"/>
                </a:solidFill>
                <a:latin typeface="+mn-lt"/>
              </a:defRPr>
            </a:lvl7pPr>
            <a:lvl8pPr marL="0" indent="0" algn="r">
              <a:buFont typeface="Arial" panose="020B0604020202020204" pitchFamily="34" charset="0"/>
              <a:buNone/>
              <a:defRPr sz="2400" b="0" i="0">
                <a:solidFill>
                  <a:schemeClr val="bg1"/>
                </a:solidFill>
                <a:latin typeface="+mn-lt"/>
              </a:defRPr>
            </a:lvl8pPr>
            <a:lvl9pPr marL="0" indent="0" algn="r">
              <a:buFont typeface="Arial" panose="020B0604020202020204" pitchFamily="34" charset="0"/>
              <a:buNone/>
              <a:defRPr sz="2400" b="0" i="0">
                <a:solidFill>
                  <a:schemeClr val="bg1"/>
                </a:solidFill>
                <a:latin typeface="+mn-lt"/>
              </a:defRPr>
            </a:lvl9pPr>
          </a:lstStyle>
          <a:p>
            <a:pPr lvl="0"/>
            <a:r>
              <a:rPr lang="en-GB" noProof="0" dirty="0"/>
              <a:t>Job function</a:t>
            </a:r>
          </a:p>
        </p:txBody>
      </p:sp>
      <p:sp>
        <p:nvSpPr>
          <p:cNvPr id="34" name="Tijdelijke aanduiding voor afbeelding 16">
            <a:extLst>
              <a:ext uri="{FF2B5EF4-FFF2-40B4-BE49-F238E27FC236}">
                <a16:creationId xmlns:a16="http://schemas.microsoft.com/office/drawing/2014/main" id="{1F654954-AB60-16EA-685C-9146F34179E2}"/>
              </a:ext>
            </a:extLst>
          </p:cNvPr>
          <p:cNvSpPr>
            <a:spLocks noGrp="1"/>
          </p:cNvSpPr>
          <p:nvPr>
            <p:ph type="pic" sz="quarter" idx="30" hasCustomPrompt="1"/>
          </p:nvPr>
        </p:nvSpPr>
        <p:spPr>
          <a:xfrm>
            <a:off x="721079" y="3926116"/>
            <a:ext cx="1643193" cy="1145017"/>
          </a:xfrm>
          <a:prstGeom prst="rect">
            <a:avLst/>
          </a:prstGeom>
          <a:pattFill prst="pct60">
            <a:fgClr>
              <a:schemeClr val="bg1">
                <a:lumMod val="95000"/>
              </a:schemeClr>
            </a:fgClr>
            <a:bgClr>
              <a:schemeClr val="bg1">
                <a:lumMod val="85000"/>
              </a:schemeClr>
            </a:bgClr>
          </a:pattFill>
        </p:spPr>
        <p:txBody>
          <a:bodyPr tIns="0" bIns="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the tab ‘</a:t>
            </a:r>
            <a:r>
              <a:rPr lang="en-GB" noProof="0" dirty="0" err="1"/>
              <a:t>Slidebuilder</a:t>
            </a:r>
            <a:r>
              <a:rPr lang="en-GB" noProof="0" dirty="0"/>
              <a:t>’, click on ‘Images’, select the preferred image and click on ‘Insert’.</a:t>
            </a:r>
          </a:p>
        </p:txBody>
      </p:sp>
      <p:sp>
        <p:nvSpPr>
          <p:cNvPr id="35" name="Tijdelijke aanduiding voor tekst 5">
            <a:extLst>
              <a:ext uri="{FF2B5EF4-FFF2-40B4-BE49-F238E27FC236}">
                <a16:creationId xmlns:a16="http://schemas.microsoft.com/office/drawing/2014/main" id="{9CD5912F-34CD-F560-D5DE-E1DD585B2F04}"/>
              </a:ext>
            </a:extLst>
          </p:cNvPr>
          <p:cNvSpPr>
            <a:spLocks noGrp="1"/>
          </p:cNvSpPr>
          <p:nvPr>
            <p:ph type="body" sz="quarter" idx="31" hasCustomPrompt="1"/>
          </p:nvPr>
        </p:nvSpPr>
        <p:spPr>
          <a:xfrm>
            <a:off x="719137" y="5177207"/>
            <a:ext cx="1643193" cy="564257"/>
          </a:xfrm>
        </p:spPr>
        <p:txBody>
          <a:bodyPr wrap="square" anchor="b" anchorCtr="0">
            <a:normAutofit/>
          </a:bodyPr>
          <a:lstStyle>
            <a:lvl1pPr marL="0" indent="0" algn="l">
              <a:lnSpc>
                <a:spcPts val="2200"/>
              </a:lnSpc>
              <a:spcBef>
                <a:spcPts val="0"/>
              </a:spcBef>
              <a:spcAft>
                <a:spcPts val="0"/>
              </a:spcAft>
              <a:buFont typeface="Arial" panose="020B0604020202020204" pitchFamily="34" charset="0"/>
              <a:buNone/>
              <a:defRPr sz="1600" b="0" i="0">
                <a:solidFill>
                  <a:schemeClr val="accent1"/>
                </a:solidFill>
                <a:latin typeface="+mn-lt"/>
              </a:defRPr>
            </a:lvl1pPr>
            <a:lvl2pPr marL="0" indent="0" algn="r">
              <a:buFont typeface="Arial" panose="020B0604020202020204" pitchFamily="34" charset="0"/>
              <a:buNone/>
              <a:defRPr sz="2400" b="0" i="0">
                <a:solidFill>
                  <a:schemeClr val="bg1"/>
                </a:solidFill>
                <a:latin typeface="+mn-lt"/>
              </a:defRPr>
            </a:lvl2pPr>
            <a:lvl3pPr marL="0" indent="0" algn="r">
              <a:buFont typeface="Arial" panose="020B0604020202020204" pitchFamily="34" charset="0"/>
              <a:buNone/>
              <a:defRPr sz="2400" b="0" i="0">
                <a:solidFill>
                  <a:schemeClr val="bg1"/>
                </a:solidFill>
                <a:latin typeface="+mn-lt"/>
              </a:defRPr>
            </a:lvl3pPr>
            <a:lvl4pPr marL="0" indent="0" algn="r">
              <a:buFont typeface="Arial" panose="020B0604020202020204" pitchFamily="34" charset="0"/>
              <a:buNone/>
              <a:defRPr sz="2400" b="0" i="0">
                <a:solidFill>
                  <a:schemeClr val="bg1"/>
                </a:solidFill>
                <a:latin typeface="+mn-lt"/>
              </a:defRPr>
            </a:lvl4pPr>
            <a:lvl5pPr marL="0" indent="0" algn="r">
              <a:buFont typeface="Arial" panose="020B0604020202020204" pitchFamily="34" charset="0"/>
              <a:buNone/>
              <a:defRPr sz="2400" b="0" i="0">
                <a:solidFill>
                  <a:schemeClr val="bg1"/>
                </a:solidFill>
                <a:latin typeface="+mn-lt"/>
              </a:defRPr>
            </a:lvl5pPr>
            <a:lvl6pPr marL="0" indent="0" algn="r">
              <a:buFont typeface="Arial" panose="020B0604020202020204" pitchFamily="34" charset="0"/>
              <a:buNone/>
              <a:defRPr sz="2400" b="0" i="0">
                <a:solidFill>
                  <a:schemeClr val="bg1"/>
                </a:solidFill>
                <a:latin typeface="+mn-lt"/>
              </a:defRPr>
            </a:lvl6pPr>
            <a:lvl7pPr marL="0" indent="0" algn="r">
              <a:buFont typeface="Arial" panose="020B0604020202020204" pitchFamily="34" charset="0"/>
              <a:buNone/>
              <a:defRPr sz="2400" b="0" i="0">
                <a:solidFill>
                  <a:schemeClr val="bg1"/>
                </a:solidFill>
                <a:latin typeface="+mn-lt"/>
              </a:defRPr>
            </a:lvl7pPr>
            <a:lvl8pPr marL="0" indent="0" algn="r">
              <a:buFont typeface="Arial" panose="020B0604020202020204" pitchFamily="34" charset="0"/>
              <a:buNone/>
              <a:defRPr sz="2400" b="0" i="0">
                <a:solidFill>
                  <a:schemeClr val="bg1"/>
                </a:solidFill>
                <a:latin typeface="+mn-lt"/>
              </a:defRPr>
            </a:lvl8pPr>
            <a:lvl9pPr marL="0" indent="0" algn="r">
              <a:buFont typeface="Arial" panose="020B0604020202020204" pitchFamily="34" charset="0"/>
              <a:buNone/>
              <a:defRPr sz="2400" b="0" i="0">
                <a:solidFill>
                  <a:schemeClr val="bg1"/>
                </a:solidFill>
                <a:latin typeface="+mn-lt"/>
              </a:defRPr>
            </a:lvl9pPr>
          </a:lstStyle>
          <a:p>
            <a:pPr lvl="0"/>
            <a:r>
              <a:rPr lang="en-GB" noProof="0" dirty="0"/>
              <a:t>Name</a:t>
            </a:r>
            <a:br>
              <a:rPr lang="en-GB" noProof="0" dirty="0"/>
            </a:br>
            <a:r>
              <a:rPr lang="en-GB" noProof="0" dirty="0"/>
              <a:t>+ Surname</a:t>
            </a:r>
          </a:p>
        </p:txBody>
      </p:sp>
      <p:sp>
        <p:nvSpPr>
          <p:cNvPr id="36" name="Tijdelijke aanduiding voor tekst 5">
            <a:extLst>
              <a:ext uri="{FF2B5EF4-FFF2-40B4-BE49-F238E27FC236}">
                <a16:creationId xmlns:a16="http://schemas.microsoft.com/office/drawing/2014/main" id="{DE7DE2BA-CBA0-7004-0A0E-8EDFCC969E74}"/>
              </a:ext>
            </a:extLst>
          </p:cNvPr>
          <p:cNvSpPr>
            <a:spLocks noGrp="1"/>
          </p:cNvSpPr>
          <p:nvPr>
            <p:ph type="body" sz="quarter" idx="32" hasCustomPrompt="1"/>
          </p:nvPr>
        </p:nvSpPr>
        <p:spPr>
          <a:xfrm>
            <a:off x="718666" y="5752368"/>
            <a:ext cx="1643193" cy="249299"/>
          </a:xfrm>
        </p:spPr>
        <p:txBody>
          <a:bodyPr wrap="square">
            <a:normAutofit/>
          </a:bodyPr>
          <a:lstStyle>
            <a:lvl1pPr marL="0" indent="0" algn="l">
              <a:buFont typeface="Arial" panose="020B0604020202020204" pitchFamily="34" charset="0"/>
              <a:buNone/>
              <a:defRPr sz="1400" b="0" i="0">
                <a:solidFill>
                  <a:schemeClr val="tx2"/>
                </a:solidFill>
                <a:latin typeface="+mn-lt"/>
              </a:defRPr>
            </a:lvl1pPr>
            <a:lvl2pPr marL="0" indent="0" algn="r">
              <a:buFont typeface="Arial" panose="020B0604020202020204" pitchFamily="34" charset="0"/>
              <a:buNone/>
              <a:defRPr sz="2400" b="0" i="0">
                <a:solidFill>
                  <a:schemeClr val="bg1"/>
                </a:solidFill>
                <a:latin typeface="+mn-lt"/>
              </a:defRPr>
            </a:lvl2pPr>
            <a:lvl3pPr marL="0" indent="0" algn="r">
              <a:buFont typeface="Arial" panose="020B0604020202020204" pitchFamily="34" charset="0"/>
              <a:buNone/>
              <a:defRPr sz="2400" b="0" i="0">
                <a:solidFill>
                  <a:schemeClr val="bg1"/>
                </a:solidFill>
                <a:latin typeface="+mn-lt"/>
              </a:defRPr>
            </a:lvl3pPr>
            <a:lvl4pPr marL="0" indent="0" algn="r">
              <a:buFont typeface="Arial" panose="020B0604020202020204" pitchFamily="34" charset="0"/>
              <a:buNone/>
              <a:defRPr sz="2400" b="0" i="0">
                <a:solidFill>
                  <a:schemeClr val="bg1"/>
                </a:solidFill>
                <a:latin typeface="+mn-lt"/>
              </a:defRPr>
            </a:lvl4pPr>
            <a:lvl5pPr marL="0" indent="0" algn="r">
              <a:buFont typeface="Arial" panose="020B0604020202020204" pitchFamily="34" charset="0"/>
              <a:buNone/>
              <a:defRPr sz="2400" b="0" i="0">
                <a:solidFill>
                  <a:schemeClr val="bg1"/>
                </a:solidFill>
                <a:latin typeface="+mn-lt"/>
              </a:defRPr>
            </a:lvl5pPr>
            <a:lvl6pPr marL="0" indent="0" algn="r">
              <a:buFont typeface="Arial" panose="020B0604020202020204" pitchFamily="34" charset="0"/>
              <a:buNone/>
              <a:defRPr sz="2400" b="0" i="0">
                <a:solidFill>
                  <a:schemeClr val="bg1"/>
                </a:solidFill>
                <a:latin typeface="+mn-lt"/>
              </a:defRPr>
            </a:lvl6pPr>
            <a:lvl7pPr marL="0" indent="0" algn="r">
              <a:buFont typeface="Arial" panose="020B0604020202020204" pitchFamily="34" charset="0"/>
              <a:buNone/>
              <a:defRPr sz="2400" b="0" i="0">
                <a:solidFill>
                  <a:schemeClr val="bg1"/>
                </a:solidFill>
                <a:latin typeface="+mn-lt"/>
              </a:defRPr>
            </a:lvl7pPr>
            <a:lvl8pPr marL="0" indent="0" algn="r">
              <a:buFont typeface="Arial" panose="020B0604020202020204" pitchFamily="34" charset="0"/>
              <a:buNone/>
              <a:defRPr sz="2400" b="0" i="0">
                <a:solidFill>
                  <a:schemeClr val="bg1"/>
                </a:solidFill>
                <a:latin typeface="+mn-lt"/>
              </a:defRPr>
            </a:lvl8pPr>
            <a:lvl9pPr marL="0" indent="0" algn="r">
              <a:buFont typeface="Arial" panose="020B0604020202020204" pitchFamily="34" charset="0"/>
              <a:buNone/>
              <a:defRPr sz="2400" b="0" i="0">
                <a:solidFill>
                  <a:schemeClr val="bg1"/>
                </a:solidFill>
                <a:latin typeface="+mn-lt"/>
              </a:defRPr>
            </a:lvl9pPr>
          </a:lstStyle>
          <a:p>
            <a:pPr lvl="0"/>
            <a:r>
              <a:rPr lang="en-GB" noProof="0" dirty="0"/>
              <a:t>Job function</a:t>
            </a:r>
          </a:p>
        </p:txBody>
      </p:sp>
      <p:sp>
        <p:nvSpPr>
          <p:cNvPr id="37" name="Tijdelijke aanduiding voor afbeelding 16">
            <a:extLst>
              <a:ext uri="{FF2B5EF4-FFF2-40B4-BE49-F238E27FC236}">
                <a16:creationId xmlns:a16="http://schemas.microsoft.com/office/drawing/2014/main" id="{AE305481-E465-A8C3-D03C-418FB91E4245}"/>
              </a:ext>
            </a:extLst>
          </p:cNvPr>
          <p:cNvSpPr>
            <a:spLocks noGrp="1"/>
          </p:cNvSpPr>
          <p:nvPr>
            <p:ph type="pic" sz="quarter" idx="33" hasCustomPrompt="1"/>
          </p:nvPr>
        </p:nvSpPr>
        <p:spPr>
          <a:xfrm>
            <a:off x="2540885" y="3926116"/>
            <a:ext cx="1643193" cy="1145017"/>
          </a:xfrm>
          <a:prstGeom prst="rect">
            <a:avLst/>
          </a:prstGeom>
          <a:pattFill prst="pct60">
            <a:fgClr>
              <a:schemeClr val="bg1">
                <a:lumMod val="95000"/>
              </a:schemeClr>
            </a:fgClr>
            <a:bgClr>
              <a:schemeClr val="bg1">
                <a:lumMod val="85000"/>
              </a:schemeClr>
            </a:bgClr>
          </a:pattFill>
        </p:spPr>
        <p:txBody>
          <a:bodyPr tIns="0" bIns="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the tab ‘</a:t>
            </a:r>
            <a:r>
              <a:rPr lang="en-GB" noProof="0" dirty="0" err="1"/>
              <a:t>Slidebuilder</a:t>
            </a:r>
            <a:r>
              <a:rPr lang="en-GB" noProof="0" dirty="0"/>
              <a:t>’, click on ‘Images’, select the preferred image and click on ‘Insert’.</a:t>
            </a:r>
          </a:p>
        </p:txBody>
      </p:sp>
      <p:sp>
        <p:nvSpPr>
          <p:cNvPr id="38" name="Tijdelijke aanduiding voor tekst 5">
            <a:extLst>
              <a:ext uri="{FF2B5EF4-FFF2-40B4-BE49-F238E27FC236}">
                <a16:creationId xmlns:a16="http://schemas.microsoft.com/office/drawing/2014/main" id="{91FB7B3D-7186-8739-6C9D-64DDB2ED5C11}"/>
              </a:ext>
            </a:extLst>
          </p:cNvPr>
          <p:cNvSpPr>
            <a:spLocks noGrp="1"/>
          </p:cNvSpPr>
          <p:nvPr>
            <p:ph type="body" sz="quarter" idx="34" hasCustomPrompt="1"/>
          </p:nvPr>
        </p:nvSpPr>
        <p:spPr>
          <a:xfrm>
            <a:off x="2538943" y="5177207"/>
            <a:ext cx="1643193" cy="564257"/>
          </a:xfrm>
        </p:spPr>
        <p:txBody>
          <a:bodyPr wrap="square" anchor="b" anchorCtr="0">
            <a:normAutofit/>
          </a:bodyPr>
          <a:lstStyle>
            <a:lvl1pPr marL="0" indent="0" algn="l">
              <a:lnSpc>
                <a:spcPts val="2200"/>
              </a:lnSpc>
              <a:spcBef>
                <a:spcPts val="0"/>
              </a:spcBef>
              <a:spcAft>
                <a:spcPts val="0"/>
              </a:spcAft>
              <a:buFont typeface="Arial" panose="020B0604020202020204" pitchFamily="34" charset="0"/>
              <a:buNone/>
              <a:defRPr sz="1600" b="0" i="0">
                <a:solidFill>
                  <a:schemeClr val="accent1"/>
                </a:solidFill>
                <a:latin typeface="+mn-lt"/>
              </a:defRPr>
            </a:lvl1pPr>
            <a:lvl2pPr marL="0" indent="0" algn="r">
              <a:buFont typeface="Arial" panose="020B0604020202020204" pitchFamily="34" charset="0"/>
              <a:buNone/>
              <a:defRPr sz="2400" b="0" i="0">
                <a:solidFill>
                  <a:schemeClr val="bg1"/>
                </a:solidFill>
                <a:latin typeface="+mn-lt"/>
              </a:defRPr>
            </a:lvl2pPr>
            <a:lvl3pPr marL="0" indent="0" algn="r">
              <a:buFont typeface="Arial" panose="020B0604020202020204" pitchFamily="34" charset="0"/>
              <a:buNone/>
              <a:defRPr sz="2400" b="0" i="0">
                <a:solidFill>
                  <a:schemeClr val="bg1"/>
                </a:solidFill>
                <a:latin typeface="+mn-lt"/>
              </a:defRPr>
            </a:lvl3pPr>
            <a:lvl4pPr marL="0" indent="0" algn="r">
              <a:buFont typeface="Arial" panose="020B0604020202020204" pitchFamily="34" charset="0"/>
              <a:buNone/>
              <a:defRPr sz="2400" b="0" i="0">
                <a:solidFill>
                  <a:schemeClr val="bg1"/>
                </a:solidFill>
                <a:latin typeface="+mn-lt"/>
              </a:defRPr>
            </a:lvl4pPr>
            <a:lvl5pPr marL="0" indent="0" algn="r">
              <a:buFont typeface="Arial" panose="020B0604020202020204" pitchFamily="34" charset="0"/>
              <a:buNone/>
              <a:defRPr sz="2400" b="0" i="0">
                <a:solidFill>
                  <a:schemeClr val="bg1"/>
                </a:solidFill>
                <a:latin typeface="+mn-lt"/>
              </a:defRPr>
            </a:lvl5pPr>
            <a:lvl6pPr marL="0" indent="0" algn="r">
              <a:buFont typeface="Arial" panose="020B0604020202020204" pitchFamily="34" charset="0"/>
              <a:buNone/>
              <a:defRPr sz="2400" b="0" i="0">
                <a:solidFill>
                  <a:schemeClr val="bg1"/>
                </a:solidFill>
                <a:latin typeface="+mn-lt"/>
              </a:defRPr>
            </a:lvl6pPr>
            <a:lvl7pPr marL="0" indent="0" algn="r">
              <a:buFont typeface="Arial" panose="020B0604020202020204" pitchFamily="34" charset="0"/>
              <a:buNone/>
              <a:defRPr sz="2400" b="0" i="0">
                <a:solidFill>
                  <a:schemeClr val="bg1"/>
                </a:solidFill>
                <a:latin typeface="+mn-lt"/>
              </a:defRPr>
            </a:lvl7pPr>
            <a:lvl8pPr marL="0" indent="0" algn="r">
              <a:buFont typeface="Arial" panose="020B0604020202020204" pitchFamily="34" charset="0"/>
              <a:buNone/>
              <a:defRPr sz="2400" b="0" i="0">
                <a:solidFill>
                  <a:schemeClr val="bg1"/>
                </a:solidFill>
                <a:latin typeface="+mn-lt"/>
              </a:defRPr>
            </a:lvl8pPr>
            <a:lvl9pPr marL="0" indent="0" algn="r">
              <a:buFont typeface="Arial" panose="020B0604020202020204" pitchFamily="34" charset="0"/>
              <a:buNone/>
              <a:defRPr sz="2400" b="0" i="0">
                <a:solidFill>
                  <a:schemeClr val="bg1"/>
                </a:solidFill>
                <a:latin typeface="+mn-lt"/>
              </a:defRPr>
            </a:lvl9pPr>
          </a:lstStyle>
          <a:p>
            <a:pPr lvl="0"/>
            <a:r>
              <a:rPr lang="en-GB" noProof="0" dirty="0"/>
              <a:t>Name</a:t>
            </a:r>
            <a:br>
              <a:rPr lang="en-GB" noProof="0" dirty="0"/>
            </a:br>
            <a:r>
              <a:rPr lang="en-GB" noProof="0" dirty="0"/>
              <a:t>+ Surname</a:t>
            </a:r>
          </a:p>
        </p:txBody>
      </p:sp>
      <p:sp>
        <p:nvSpPr>
          <p:cNvPr id="39" name="Tijdelijke aanduiding voor tekst 5">
            <a:extLst>
              <a:ext uri="{FF2B5EF4-FFF2-40B4-BE49-F238E27FC236}">
                <a16:creationId xmlns:a16="http://schemas.microsoft.com/office/drawing/2014/main" id="{2EB90A8F-9EC7-6F6D-E74A-62517124886A}"/>
              </a:ext>
            </a:extLst>
          </p:cNvPr>
          <p:cNvSpPr>
            <a:spLocks noGrp="1"/>
          </p:cNvSpPr>
          <p:nvPr>
            <p:ph type="body" sz="quarter" idx="35" hasCustomPrompt="1"/>
          </p:nvPr>
        </p:nvSpPr>
        <p:spPr>
          <a:xfrm>
            <a:off x="2538472" y="5752368"/>
            <a:ext cx="1643193" cy="249299"/>
          </a:xfrm>
        </p:spPr>
        <p:txBody>
          <a:bodyPr wrap="square">
            <a:normAutofit/>
          </a:bodyPr>
          <a:lstStyle>
            <a:lvl1pPr marL="0" indent="0" algn="l">
              <a:buFont typeface="Arial" panose="020B0604020202020204" pitchFamily="34" charset="0"/>
              <a:buNone/>
              <a:defRPr sz="1400" b="0" i="0">
                <a:solidFill>
                  <a:schemeClr val="tx2"/>
                </a:solidFill>
                <a:latin typeface="+mn-lt"/>
              </a:defRPr>
            </a:lvl1pPr>
            <a:lvl2pPr marL="0" indent="0" algn="r">
              <a:buFont typeface="Arial" panose="020B0604020202020204" pitchFamily="34" charset="0"/>
              <a:buNone/>
              <a:defRPr sz="2400" b="0" i="0">
                <a:solidFill>
                  <a:schemeClr val="bg1"/>
                </a:solidFill>
                <a:latin typeface="+mn-lt"/>
              </a:defRPr>
            </a:lvl2pPr>
            <a:lvl3pPr marL="0" indent="0" algn="r">
              <a:buFont typeface="Arial" panose="020B0604020202020204" pitchFamily="34" charset="0"/>
              <a:buNone/>
              <a:defRPr sz="2400" b="0" i="0">
                <a:solidFill>
                  <a:schemeClr val="bg1"/>
                </a:solidFill>
                <a:latin typeface="+mn-lt"/>
              </a:defRPr>
            </a:lvl3pPr>
            <a:lvl4pPr marL="0" indent="0" algn="r">
              <a:buFont typeface="Arial" panose="020B0604020202020204" pitchFamily="34" charset="0"/>
              <a:buNone/>
              <a:defRPr sz="2400" b="0" i="0">
                <a:solidFill>
                  <a:schemeClr val="bg1"/>
                </a:solidFill>
                <a:latin typeface="+mn-lt"/>
              </a:defRPr>
            </a:lvl4pPr>
            <a:lvl5pPr marL="0" indent="0" algn="r">
              <a:buFont typeface="Arial" panose="020B0604020202020204" pitchFamily="34" charset="0"/>
              <a:buNone/>
              <a:defRPr sz="2400" b="0" i="0">
                <a:solidFill>
                  <a:schemeClr val="bg1"/>
                </a:solidFill>
                <a:latin typeface="+mn-lt"/>
              </a:defRPr>
            </a:lvl5pPr>
            <a:lvl6pPr marL="0" indent="0" algn="r">
              <a:buFont typeface="Arial" panose="020B0604020202020204" pitchFamily="34" charset="0"/>
              <a:buNone/>
              <a:defRPr sz="2400" b="0" i="0">
                <a:solidFill>
                  <a:schemeClr val="bg1"/>
                </a:solidFill>
                <a:latin typeface="+mn-lt"/>
              </a:defRPr>
            </a:lvl6pPr>
            <a:lvl7pPr marL="0" indent="0" algn="r">
              <a:buFont typeface="Arial" panose="020B0604020202020204" pitchFamily="34" charset="0"/>
              <a:buNone/>
              <a:defRPr sz="2400" b="0" i="0">
                <a:solidFill>
                  <a:schemeClr val="bg1"/>
                </a:solidFill>
                <a:latin typeface="+mn-lt"/>
              </a:defRPr>
            </a:lvl7pPr>
            <a:lvl8pPr marL="0" indent="0" algn="r">
              <a:buFont typeface="Arial" panose="020B0604020202020204" pitchFamily="34" charset="0"/>
              <a:buNone/>
              <a:defRPr sz="2400" b="0" i="0">
                <a:solidFill>
                  <a:schemeClr val="bg1"/>
                </a:solidFill>
                <a:latin typeface="+mn-lt"/>
              </a:defRPr>
            </a:lvl8pPr>
            <a:lvl9pPr marL="0" indent="0" algn="r">
              <a:buFont typeface="Arial" panose="020B0604020202020204" pitchFamily="34" charset="0"/>
              <a:buNone/>
              <a:defRPr sz="2400" b="0" i="0">
                <a:solidFill>
                  <a:schemeClr val="bg1"/>
                </a:solidFill>
                <a:latin typeface="+mn-lt"/>
              </a:defRPr>
            </a:lvl9pPr>
          </a:lstStyle>
          <a:p>
            <a:pPr lvl="0"/>
            <a:r>
              <a:rPr lang="en-GB" noProof="0" dirty="0"/>
              <a:t>Job function</a:t>
            </a:r>
          </a:p>
        </p:txBody>
      </p:sp>
      <p:sp>
        <p:nvSpPr>
          <p:cNvPr id="40" name="Tijdelijke aanduiding voor afbeelding 16">
            <a:extLst>
              <a:ext uri="{FF2B5EF4-FFF2-40B4-BE49-F238E27FC236}">
                <a16:creationId xmlns:a16="http://schemas.microsoft.com/office/drawing/2014/main" id="{283F3F1F-10EE-8394-B57B-CEF8B5B3DD83}"/>
              </a:ext>
            </a:extLst>
          </p:cNvPr>
          <p:cNvSpPr>
            <a:spLocks noGrp="1"/>
          </p:cNvSpPr>
          <p:nvPr>
            <p:ph type="pic" sz="quarter" idx="36" hasCustomPrompt="1"/>
          </p:nvPr>
        </p:nvSpPr>
        <p:spPr>
          <a:xfrm>
            <a:off x="4360691" y="3926116"/>
            <a:ext cx="1643193" cy="1145017"/>
          </a:xfrm>
          <a:prstGeom prst="rect">
            <a:avLst/>
          </a:prstGeom>
          <a:pattFill prst="pct60">
            <a:fgClr>
              <a:schemeClr val="bg1">
                <a:lumMod val="95000"/>
              </a:schemeClr>
            </a:fgClr>
            <a:bgClr>
              <a:schemeClr val="bg1">
                <a:lumMod val="85000"/>
              </a:schemeClr>
            </a:bgClr>
          </a:pattFill>
        </p:spPr>
        <p:txBody>
          <a:bodyPr tIns="0" bIns="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the tab ‘</a:t>
            </a:r>
            <a:r>
              <a:rPr lang="en-GB" noProof="0" dirty="0" err="1"/>
              <a:t>Slidebuilder</a:t>
            </a:r>
            <a:r>
              <a:rPr lang="en-GB" noProof="0" dirty="0"/>
              <a:t>’, click on ‘Images’, select the preferred image and click on ‘Insert’.</a:t>
            </a:r>
          </a:p>
        </p:txBody>
      </p:sp>
      <p:sp>
        <p:nvSpPr>
          <p:cNvPr id="41" name="Tijdelijke aanduiding voor tekst 5">
            <a:extLst>
              <a:ext uri="{FF2B5EF4-FFF2-40B4-BE49-F238E27FC236}">
                <a16:creationId xmlns:a16="http://schemas.microsoft.com/office/drawing/2014/main" id="{6C4CAEDC-1ECC-E009-922A-4D08EAD13D37}"/>
              </a:ext>
            </a:extLst>
          </p:cNvPr>
          <p:cNvSpPr>
            <a:spLocks noGrp="1"/>
          </p:cNvSpPr>
          <p:nvPr>
            <p:ph type="body" sz="quarter" idx="37" hasCustomPrompt="1"/>
          </p:nvPr>
        </p:nvSpPr>
        <p:spPr>
          <a:xfrm>
            <a:off x="4358749" y="5177207"/>
            <a:ext cx="1643193" cy="564257"/>
          </a:xfrm>
        </p:spPr>
        <p:txBody>
          <a:bodyPr wrap="square" anchor="b" anchorCtr="0">
            <a:normAutofit/>
          </a:bodyPr>
          <a:lstStyle>
            <a:lvl1pPr marL="0" indent="0" algn="l">
              <a:lnSpc>
                <a:spcPts val="2200"/>
              </a:lnSpc>
              <a:spcBef>
                <a:spcPts val="0"/>
              </a:spcBef>
              <a:spcAft>
                <a:spcPts val="0"/>
              </a:spcAft>
              <a:buFont typeface="Arial" panose="020B0604020202020204" pitchFamily="34" charset="0"/>
              <a:buNone/>
              <a:defRPr sz="1600" b="0" i="0">
                <a:solidFill>
                  <a:schemeClr val="accent1"/>
                </a:solidFill>
                <a:latin typeface="+mn-lt"/>
              </a:defRPr>
            </a:lvl1pPr>
            <a:lvl2pPr marL="0" indent="0" algn="r">
              <a:buFont typeface="Arial" panose="020B0604020202020204" pitchFamily="34" charset="0"/>
              <a:buNone/>
              <a:defRPr sz="2400" b="0" i="0">
                <a:solidFill>
                  <a:schemeClr val="bg1"/>
                </a:solidFill>
                <a:latin typeface="+mn-lt"/>
              </a:defRPr>
            </a:lvl2pPr>
            <a:lvl3pPr marL="0" indent="0" algn="r">
              <a:buFont typeface="Arial" panose="020B0604020202020204" pitchFamily="34" charset="0"/>
              <a:buNone/>
              <a:defRPr sz="2400" b="0" i="0">
                <a:solidFill>
                  <a:schemeClr val="bg1"/>
                </a:solidFill>
                <a:latin typeface="+mn-lt"/>
              </a:defRPr>
            </a:lvl3pPr>
            <a:lvl4pPr marL="0" indent="0" algn="r">
              <a:buFont typeface="Arial" panose="020B0604020202020204" pitchFamily="34" charset="0"/>
              <a:buNone/>
              <a:defRPr sz="2400" b="0" i="0">
                <a:solidFill>
                  <a:schemeClr val="bg1"/>
                </a:solidFill>
                <a:latin typeface="+mn-lt"/>
              </a:defRPr>
            </a:lvl4pPr>
            <a:lvl5pPr marL="0" indent="0" algn="r">
              <a:buFont typeface="Arial" panose="020B0604020202020204" pitchFamily="34" charset="0"/>
              <a:buNone/>
              <a:defRPr sz="2400" b="0" i="0">
                <a:solidFill>
                  <a:schemeClr val="bg1"/>
                </a:solidFill>
                <a:latin typeface="+mn-lt"/>
              </a:defRPr>
            </a:lvl5pPr>
            <a:lvl6pPr marL="0" indent="0" algn="r">
              <a:buFont typeface="Arial" panose="020B0604020202020204" pitchFamily="34" charset="0"/>
              <a:buNone/>
              <a:defRPr sz="2400" b="0" i="0">
                <a:solidFill>
                  <a:schemeClr val="bg1"/>
                </a:solidFill>
                <a:latin typeface="+mn-lt"/>
              </a:defRPr>
            </a:lvl6pPr>
            <a:lvl7pPr marL="0" indent="0" algn="r">
              <a:buFont typeface="Arial" panose="020B0604020202020204" pitchFamily="34" charset="0"/>
              <a:buNone/>
              <a:defRPr sz="2400" b="0" i="0">
                <a:solidFill>
                  <a:schemeClr val="bg1"/>
                </a:solidFill>
                <a:latin typeface="+mn-lt"/>
              </a:defRPr>
            </a:lvl7pPr>
            <a:lvl8pPr marL="0" indent="0" algn="r">
              <a:buFont typeface="Arial" panose="020B0604020202020204" pitchFamily="34" charset="0"/>
              <a:buNone/>
              <a:defRPr sz="2400" b="0" i="0">
                <a:solidFill>
                  <a:schemeClr val="bg1"/>
                </a:solidFill>
                <a:latin typeface="+mn-lt"/>
              </a:defRPr>
            </a:lvl8pPr>
            <a:lvl9pPr marL="0" indent="0" algn="r">
              <a:buFont typeface="Arial" panose="020B0604020202020204" pitchFamily="34" charset="0"/>
              <a:buNone/>
              <a:defRPr sz="2400" b="0" i="0">
                <a:solidFill>
                  <a:schemeClr val="bg1"/>
                </a:solidFill>
                <a:latin typeface="+mn-lt"/>
              </a:defRPr>
            </a:lvl9pPr>
          </a:lstStyle>
          <a:p>
            <a:pPr lvl="0"/>
            <a:r>
              <a:rPr lang="en-GB" noProof="0" dirty="0"/>
              <a:t>Name</a:t>
            </a:r>
            <a:br>
              <a:rPr lang="en-GB" noProof="0" dirty="0"/>
            </a:br>
            <a:r>
              <a:rPr lang="en-GB" noProof="0" dirty="0"/>
              <a:t>+ Surname</a:t>
            </a:r>
          </a:p>
        </p:txBody>
      </p:sp>
      <p:sp>
        <p:nvSpPr>
          <p:cNvPr id="42" name="Tijdelijke aanduiding voor tekst 5">
            <a:extLst>
              <a:ext uri="{FF2B5EF4-FFF2-40B4-BE49-F238E27FC236}">
                <a16:creationId xmlns:a16="http://schemas.microsoft.com/office/drawing/2014/main" id="{58FA89DB-78FF-3583-31AB-6736C65882AE}"/>
              </a:ext>
            </a:extLst>
          </p:cNvPr>
          <p:cNvSpPr>
            <a:spLocks noGrp="1"/>
          </p:cNvSpPr>
          <p:nvPr>
            <p:ph type="body" sz="quarter" idx="38" hasCustomPrompt="1"/>
          </p:nvPr>
        </p:nvSpPr>
        <p:spPr>
          <a:xfrm>
            <a:off x="4358278" y="5752368"/>
            <a:ext cx="1643193" cy="249299"/>
          </a:xfrm>
        </p:spPr>
        <p:txBody>
          <a:bodyPr wrap="square">
            <a:normAutofit/>
          </a:bodyPr>
          <a:lstStyle>
            <a:lvl1pPr marL="0" indent="0" algn="l">
              <a:buFont typeface="Arial" panose="020B0604020202020204" pitchFamily="34" charset="0"/>
              <a:buNone/>
              <a:defRPr sz="1400" b="0" i="0">
                <a:solidFill>
                  <a:schemeClr val="tx2"/>
                </a:solidFill>
                <a:latin typeface="+mn-lt"/>
              </a:defRPr>
            </a:lvl1pPr>
            <a:lvl2pPr marL="0" indent="0" algn="r">
              <a:buFont typeface="Arial" panose="020B0604020202020204" pitchFamily="34" charset="0"/>
              <a:buNone/>
              <a:defRPr sz="2400" b="0" i="0">
                <a:solidFill>
                  <a:schemeClr val="bg1"/>
                </a:solidFill>
                <a:latin typeface="+mn-lt"/>
              </a:defRPr>
            </a:lvl2pPr>
            <a:lvl3pPr marL="0" indent="0" algn="r">
              <a:buFont typeface="Arial" panose="020B0604020202020204" pitchFamily="34" charset="0"/>
              <a:buNone/>
              <a:defRPr sz="2400" b="0" i="0">
                <a:solidFill>
                  <a:schemeClr val="bg1"/>
                </a:solidFill>
                <a:latin typeface="+mn-lt"/>
              </a:defRPr>
            </a:lvl3pPr>
            <a:lvl4pPr marL="0" indent="0" algn="r">
              <a:buFont typeface="Arial" panose="020B0604020202020204" pitchFamily="34" charset="0"/>
              <a:buNone/>
              <a:defRPr sz="2400" b="0" i="0">
                <a:solidFill>
                  <a:schemeClr val="bg1"/>
                </a:solidFill>
                <a:latin typeface="+mn-lt"/>
              </a:defRPr>
            </a:lvl4pPr>
            <a:lvl5pPr marL="0" indent="0" algn="r">
              <a:buFont typeface="Arial" panose="020B0604020202020204" pitchFamily="34" charset="0"/>
              <a:buNone/>
              <a:defRPr sz="2400" b="0" i="0">
                <a:solidFill>
                  <a:schemeClr val="bg1"/>
                </a:solidFill>
                <a:latin typeface="+mn-lt"/>
              </a:defRPr>
            </a:lvl5pPr>
            <a:lvl6pPr marL="0" indent="0" algn="r">
              <a:buFont typeface="Arial" panose="020B0604020202020204" pitchFamily="34" charset="0"/>
              <a:buNone/>
              <a:defRPr sz="2400" b="0" i="0">
                <a:solidFill>
                  <a:schemeClr val="bg1"/>
                </a:solidFill>
                <a:latin typeface="+mn-lt"/>
              </a:defRPr>
            </a:lvl6pPr>
            <a:lvl7pPr marL="0" indent="0" algn="r">
              <a:buFont typeface="Arial" panose="020B0604020202020204" pitchFamily="34" charset="0"/>
              <a:buNone/>
              <a:defRPr sz="2400" b="0" i="0">
                <a:solidFill>
                  <a:schemeClr val="bg1"/>
                </a:solidFill>
                <a:latin typeface="+mn-lt"/>
              </a:defRPr>
            </a:lvl7pPr>
            <a:lvl8pPr marL="0" indent="0" algn="r">
              <a:buFont typeface="Arial" panose="020B0604020202020204" pitchFamily="34" charset="0"/>
              <a:buNone/>
              <a:defRPr sz="2400" b="0" i="0">
                <a:solidFill>
                  <a:schemeClr val="bg1"/>
                </a:solidFill>
                <a:latin typeface="+mn-lt"/>
              </a:defRPr>
            </a:lvl8pPr>
            <a:lvl9pPr marL="0" indent="0" algn="r">
              <a:buFont typeface="Arial" panose="020B0604020202020204" pitchFamily="34" charset="0"/>
              <a:buNone/>
              <a:defRPr sz="2400" b="0" i="0">
                <a:solidFill>
                  <a:schemeClr val="bg1"/>
                </a:solidFill>
                <a:latin typeface="+mn-lt"/>
              </a:defRPr>
            </a:lvl9pPr>
          </a:lstStyle>
          <a:p>
            <a:pPr lvl="0"/>
            <a:r>
              <a:rPr lang="en-GB" noProof="0" dirty="0"/>
              <a:t>Job function</a:t>
            </a:r>
          </a:p>
        </p:txBody>
      </p:sp>
      <p:sp>
        <p:nvSpPr>
          <p:cNvPr id="43" name="Tijdelijke aanduiding voor afbeelding 16">
            <a:extLst>
              <a:ext uri="{FF2B5EF4-FFF2-40B4-BE49-F238E27FC236}">
                <a16:creationId xmlns:a16="http://schemas.microsoft.com/office/drawing/2014/main" id="{F8432D38-8A29-175D-17FD-F2C692432274}"/>
              </a:ext>
            </a:extLst>
          </p:cNvPr>
          <p:cNvSpPr>
            <a:spLocks noGrp="1"/>
          </p:cNvSpPr>
          <p:nvPr>
            <p:ph type="pic" sz="quarter" idx="39" hasCustomPrompt="1"/>
          </p:nvPr>
        </p:nvSpPr>
        <p:spPr>
          <a:xfrm>
            <a:off x="6180497" y="3926116"/>
            <a:ext cx="1643193" cy="1145017"/>
          </a:xfrm>
          <a:prstGeom prst="rect">
            <a:avLst/>
          </a:prstGeom>
          <a:pattFill prst="pct60">
            <a:fgClr>
              <a:schemeClr val="bg1">
                <a:lumMod val="95000"/>
              </a:schemeClr>
            </a:fgClr>
            <a:bgClr>
              <a:schemeClr val="bg1">
                <a:lumMod val="85000"/>
              </a:schemeClr>
            </a:bgClr>
          </a:pattFill>
        </p:spPr>
        <p:txBody>
          <a:bodyPr tIns="0" bIns="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the tab ‘</a:t>
            </a:r>
            <a:r>
              <a:rPr lang="en-GB" noProof="0" dirty="0" err="1"/>
              <a:t>Slidebuilder</a:t>
            </a:r>
            <a:r>
              <a:rPr lang="en-GB" noProof="0" dirty="0"/>
              <a:t>’, click on ‘Images’, select the preferred image and click on ‘Insert’.</a:t>
            </a:r>
          </a:p>
        </p:txBody>
      </p:sp>
      <p:sp>
        <p:nvSpPr>
          <p:cNvPr id="44" name="Tijdelijke aanduiding voor tekst 5">
            <a:extLst>
              <a:ext uri="{FF2B5EF4-FFF2-40B4-BE49-F238E27FC236}">
                <a16:creationId xmlns:a16="http://schemas.microsoft.com/office/drawing/2014/main" id="{3A3AAFB4-7BEE-FAAF-A78E-0905095F220C}"/>
              </a:ext>
            </a:extLst>
          </p:cNvPr>
          <p:cNvSpPr>
            <a:spLocks noGrp="1"/>
          </p:cNvSpPr>
          <p:nvPr>
            <p:ph type="body" sz="quarter" idx="40" hasCustomPrompt="1"/>
          </p:nvPr>
        </p:nvSpPr>
        <p:spPr>
          <a:xfrm>
            <a:off x="6178555" y="5177207"/>
            <a:ext cx="1643193" cy="564257"/>
          </a:xfrm>
        </p:spPr>
        <p:txBody>
          <a:bodyPr wrap="square" anchor="b" anchorCtr="0">
            <a:normAutofit/>
          </a:bodyPr>
          <a:lstStyle>
            <a:lvl1pPr marL="0" indent="0" algn="l">
              <a:lnSpc>
                <a:spcPts val="2200"/>
              </a:lnSpc>
              <a:spcBef>
                <a:spcPts val="0"/>
              </a:spcBef>
              <a:spcAft>
                <a:spcPts val="0"/>
              </a:spcAft>
              <a:buFont typeface="Arial" panose="020B0604020202020204" pitchFamily="34" charset="0"/>
              <a:buNone/>
              <a:defRPr sz="1600" b="0" i="0">
                <a:solidFill>
                  <a:schemeClr val="accent1"/>
                </a:solidFill>
                <a:latin typeface="+mn-lt"/>
              </a:defRPr>
            </a:lvl1pPr>
            <a:lvl2pPr marL="0" indent="0" algn="r">
              <a:buFont typeface="Arial" panose="020B0604020202020204" pitchFamily="34" charset="0"/>
              <a:buNone/>
              <a:defRPr sz="2400" b="0" i="0">
                <a:solidFill>
                  <a:schemeClr val="bg1"/>
                </a:solidFill>
                <a:latin typeface="+mn-lt"/>
              </a:defRPr>
            </a:lvl2pPr>
            <a:lvl3pPr marL="0" indent="0" algn="r">
              <a:buFont typeface="Arial" panose="020B0604020202020204" pitchFamily="34" charset="0"/>
              <a:buNone/>
              <a:defRPr sz="2400" b="0" i="0">
                <a:solidFill>
                  <a:schemeClr val="bg1"/>
                </a:solidFill>
                <a:latin typeface="+mn-lt"/>
              </a:defRPr>
            </a:lvl3pPr>
            <a:lvl4pPr marL="0" indent="0" algn="r">
              <a:buFont typeface="Arial" panose="020B0604020202020204" pitchFamily="34" charset="0"/>
              <a:buNone/>
              <a:defRPr sz="2400" b="0" i="0">
                <a:solidFill>
                  <a:schemeClr val="bg1"/>
                </a:solidFill>
                <a:latin typeface="+mn-lt"/>
              </a:defRPr>
            </a:lvl4pPr>
            <a:lvl5pPr marL="0" indent="0" algn="r">
              <a:buFont typeface="Arial" panose="020B0604020202020204" pitchFamily="34" charset="0"/>
              <a:buNone/>
              <a:defRPr sz="2400" b="0" i="0">
                <a:solidFill>
                  <a:schemeClr val="bg1"/>
                </a:solidFill>
                <a:latin typeface="+mn-lt"/>
              </a:defRPr>
            </a:lvl5pPr>
            <a:lvl6pPr marL="0" indent="0" algn="r">
              <a:buFont typeface="Arial" panose="020B0604020202020204" pitchFamily="34" charset="0"/>
              <a:buNone/>
              <a:defRPr sz="2400" b="0" i="0">
                <a:solidFill>
                  <a:schemeClr val="bg1"/>
                </a:solidFill>
                <a:latin typeface="+mn-lt"/>
              </a:defRPr>
            </a:lvl6pPr>
            <a:lvl7pPr marL="0" indent="0" algn="r">
              <a:buFont typeface="Arial" panose="020B0604020202020204" pitchFamily="34" charset="0"/>
              <a:buNone/>
              <a:defRPr sz="2400" b="0" i="0">
                <a:solidFill>
                  <a:schemeClr val="bg1"/>
                </a:solidFill>
                <a:latin typeface="+mn-lt"/>
              </a:defRPr>
            </a:lvl7pPr>
            <a:lvl8pPr marL="0" indent="0" algn="r">
              <a:buFont typeface="Arial" panose="020B0604020202020204" pitchFamily="34" charset="0"/>
              <a:buNone/>
              <a:defRPr sz="2400" b="0" i="0">
                <a:solidFill>
                  <a:schemeClr val="bg1"/>
                </a:solidFill>
                <a:latin typeface="+mn-lt"/>
              </a:defRPr>
            </a:lvl8pPr>
            <a:lvl9pPr marL="0" indent="0" algn="r">
              <a:buFont typeface="Arial" panose="020B0604020202020204" pitchFamily="34" charset="0"/>
              <a:buNone/>
              <a:defRPr sz="2400" b="0" i="0">
                <a:solidFill>
                  <a:schemeClr val="bg1"/>
                </a:solidFill>
                <a:latin typeface="+mn-lt"/>
              </a:defRPr>
            </a:lvl9pPr>
          </a:lstStyle>
          <a:p>
            <a:pPr lvl="0"/>
            <a:r>
              <a:rPr lang="en-GB" noProof="0" dirty="0"/>
              <a:t>Name</a:t>
            </a:r>
            <a:br>
              <a:rPr lang="en-GB" noProof="0" dirty="0"/>
            </a:br>
            <a:r>
              <a:rPr lang="en-GB" noProof="0" dirty="0"/>
              <a:t>+ Surname</a:t>
            </a:r>
          </a:p>
        </p:txBody>
      </p:sp>
      <p:sp>
        <p:nvSpPr>
          <p:cNvPr id="45" name="Tijdelijke aanduiding voor tekst 5">
            <a:extLst>
              <a:ext uri="{FF2B5EF4-FFF2-40B4-BE49-F238E27FC236}">
                <a16:creationId xmlns:a16="http://schemas.microsoft.com/office/drawing/2014/main" id="{4A5A85AC-8A5F-BC99-8225-0C5FF5DBB92F}"/>
              </a:ext>
            </a:extLst>
          </p:cNvPr>
          <p:cNvSpPr>
            <a:spLocks noGrp="1"/>
          </p:cNvSpPr>
          <p:nvPr>
            <p:ph type="body" sz="quarter" idx="41" hasCustomPrompt="1"/>
          </p:nvPr>
        </p:nvSpPr>
        <p:spPr>
          <a:xfrm>
            <a:off x="6178084" y="5752368"/>
            <a:ext cx="1643193" cy="249299"/>
          </a:xfrm>
        </p:spPr>
        <p:txBody>
          <a:bodyPr wrap="square">
            <a:normAutofit/>
          </a:bodyPr>
          <a:lstStyle>
            <a:lvl1pPr marL="0" indent="0" algn="l">
              <a:buFont typeface="Arial" panose="020B0604020202020204" pitchFamily="34" charset="0"/>
              <a:buNone/>
              <a:defRPr sz="1400" b="0" i="0">
                <a:solidFill>
                  <a:schemeClr val="tx2"/>
                </a:solidFill>
                <a:latin typeface="+mn-lt"/>
              </a:defRPr>
            </a:lvl1pPr>
            <a:lvl2pPr marL="0" indent="0" algn="r">
              <a:buFont typeface="Arial" panose="020B0604020202020204" pitchFamily="34" charset="0"/>
              <a:buNone/>
              <a:defRPr sz="2400" b="0" i="0">
                <a:solidFill>
                  <a:schemeClr val="bg1"/>
                </a:solidFill>
                <a:latin typeface="+mn-lt"/>
              </a:defRPr>
            </a:lvl2pPr>
            <a:lvl3pPr marL="0" indent="0" algn="r">
              <a:buFont typeface="Arial" panose="020B0604020202020204" pitchFamily="34" charset="0"/>
              <a:buNone/>
              <a:defRPr sz="2400" b="0" i="0">
                <a:solidFill>
                  <a:schemeClr val="bg1"/>
                </a:solidFill>
                <a:latin typeface="+mn-lt"/>
              </a:defRPr>
            </a:lvl3pPr>
            <a:lvl4pPr marL="0" indent="0" algn="r">
              <a:buFont typeface="Arial" panose="020B0604020202020204" pitchFamily="34" charset="0"/>
              <a:buNone/>
              <a:defRPr sz="2400" b="0" i="0">
                <a:solidFill>
                  <a:schemeClr val="bg1"/>
                </a:solidFill>
                <a:latin typeface="+mn-lt"/>
              </a:defRPr>
            </a:lvl4pPr>
            <a:lvl5pPr marL="0" indent="0" algn="r">
              <a:buFont typeface="Arial" panose="020B0604020202020204" pitchFamily="34" charset="0"/>
              <a:buNone/>
              <a:defRPr sz="2400" b="0" i="0">
                <a:solidFill>
                  <a:schemeClr val="bg1"/>
                </a:solidFill>
                <a:latin typeface="+mn-lt"/>
              </a:defRPr>
            </a:lvl5pPr>
            <a:lvl6pPr marL="0" indent="0" algn="r">
              <a:buFont typeface="Arial" panose="020B0604020202020204" pitchFamily="34" charset="0"/>
              <a:buNone/>
              <a:defRPr sz="2400" b="0" i="0">
                <a:solidFill>
                  <a:schemeClr val="bg1"/>
                </a:solidFill>
                <a:latin typeface="+mn-lt"/>
              </a:defRPr>
            </a:lvl6pPr>
            <a:lvl7pPr marL="0" indent="0" algn="r">
              <a:buFont typeface="Arial" panose="020B0604020202020204" pitchFamily="34" charset="0"/>
              <a:buNone/>
              <a:defRPr sz="2400" b="0" i="0">
                <a:solidFill>
                  <a:schemeClr val="bg1"/>
                </a:solidFill>
                <a:latin typeface="+mn-lt"/>
              </a:defRPr>
            </a:lvl7pPr>
            <a:lvl8pPr marL="0" indent="0" algn="r">
              <a:buFont typeface="Arial" panose="020B0604020202020204" pitchFamily="34" charset="0"/>
              <a:buNone/>
              <a:defRPr sz="2400" b="0" i="0">
                <a:solidFill>
                  <a:schemeClr val="bg1"/>
                </a:solidFill>
                <a:latin typeface="+mn-lt"/>
              </a:defRPr>
            </a:lvl8pPr>
            <a:lvl9pPr marL="0" indent="0" algn="r">
              <a:buFont typeface="Arial" panose="020B0604020202020204" pitchFamily="34" charset="0"/>
              <a:buNone/>
              <a:defRPr sz="2400" b="0" i="0">
                <a:solidFill>
                  <a:schemeClr val="bg1"/>
                </a:solidFill>
                <a:latin typeface="+mn-lt"/>
              </a:defRPr>
            </a:lvl9pPr>
          </a:lstStyle>
          <a:p>
            <a:pPr lvl="0"/>
            <a:r>
              <a:rPr lang="en-GB" noProof="0" dirty="0"/>
              <a:t>Job function</a:t>
            </a:r>
          </a:p>
        </p:txBody>
      </p:sp>
      <p:sp>
        <p:nvSpPr>
          <p:cNvPr id="46" name="Tijdelijke aanduiding voor afbeelding 16">
            <a:extLst>
              <a:ext uri="{FF2B5EF4-FFF2-40B4-BE49-F238E27FC236}">
                <a16:creationId xmlns:a16="http://schemas.microsoft.com/office/drawing/2014/main" id="{F0E8F12D-2BC6-2A47-7043-0D28EE7F530F}"/>
              </a:ext>
            </a:extLst>
          </p:cNvPr>
          <p:cNvSpPr>
            <a:spLocks noGrp="1"/>
          </p:cNvSpPr>
          <p:nvPr>
            <p:ph type="pic" sz="quarter" idx="42" hasCustomPrompt="1"/>
          </p:nvPr>
        </p:nvSpPr>
        <p:spPr>
          <a:xfrm>
            <a:off x="8000303" y="3926116"/>
            <a:ext cx="1643193" cy="1145017"/>
          </a:xfrm>
          <a:prstGeom prst="rect">
            <a:avLst/>
          </a:prstGeom>
          <a:pattFill prst="pct60">
            <a:fgClr>
              <a:schemeClr val="bg1">
                <a:lumMod val="95000"/>
              </a:schemeClr>
            </a:fgClr>
            <a:bgClr>
              <a:schemeClr val="bg1">
                <a:lumMod val="85000"/>
              </a:schemeClr>
            </a:bgClr>
          </a:pattFill>
        </p:spPr>
        <p:txBody>
          <a:bodyPr tIns="0" bIns="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the tab ‘</a:t>
            </a:r>
            <a:r>
              <a:rPr lang="en-GB" noProof="0" dirty="0" err="1"/>
              <a:t>Slidebuilder</a:t>
            </a:r>
            <a:r>
              <a:rPr lang="en-GB" noProof="0" dirty="0"/>
              <a:t>’, click on ‘Images’, select the preferred image and click on ‘Insert’.</a:t>
            </a:r>
          </a:p>
        </p:txBody>
      </p:sp>
      <p:sp>
        <p:nvSpPr>
          <p:cNvPr id="47" name="Tijdelijke aanduiding voor tekst 5">
            <a:extLst>
              <a:ext uri="{FF2B5EF4-FFF2-40B4-BE49-F238E27FC236}">
                <a16:creationId xmlns:a16="http://schemas.microsoft.com/office/drawing/2014/main" id="{15D5B773-861B-CB88-3BAF-23126ED210AD}"/>
              </a:ext>
            </a:extLst>
          </p:cNvPr>
          <p:cNvSpPr>
            <a:spLocks noGrp="1"/>
          </p:cNvSpPr>
          <p:nvPr>
            <p:ph type="body" sz="quarter" idx="43" hasCustomPrompt="1"/>
          </p:nvPr>
        </p:nvSpPr>
        <p:spPr>
          <a:xfrm>
            <a:off x="7998361" y="5177207"/>
            <a:ext cx="1643193" cy="564257"/>
          </a:xfrm>
        </p:spPr>
        <p:txBody>
          <a:bodyPr wrap="square" anchor="b" anchorCtr="0">
            <a:normAutofit/>
          </a:bodyPr>
          <a:lstStyle>
            <a:lvl1pPr marL="0" indent="0" algn="l">
              <a:lnSpc>
                <a:spcPts val="2200"/>
              </a:lnSpc>
              <a:spcBef>
                <a:spcPts val="0"/>
              </a:spcBef>
              <a:spcAft>
                <a:spcPts val="0"/>
              </a:spcAft>
              <a:buFont typeface="Arial" panose="020B0604020202020204" pitchFamily="34" charset="0"/>
              <a:buNone/>
              <a:defRPr sz="1600" b="0" i="0">
                <a:solidFill>
                  <a:schemeClr val="accent1"/>
                </a:solidFill>
                <a:latin typeface="+mn-lt"/>
              </a:defRPr>
            </a:lvl1pPr>
            <a:lvl2pPr marL="0" indent="0" algn="r">
              <a:buFont typeface="Arial" panose="020B0604020202020204" pitchFamily="34" charset="0"/>
              <a:buNone/>
              <a:defRPr sz="2400" b="0" i="0">
                <a:solidFill>
                  <a:schemeClr val="bg1"/>
                </a:solidFill>
                <a:latin typeface="+mn-lt"/>
              </a:defRPr>
            </a:lvl2pPr>
            <a:lvl3pPr marL="0" indent="0" algn="r">
              <a:buFont typeface="Arial" panose="020B0604020202020204" pitchFamily="34" charset="0"/>
              <a:buNone/>
              <a:defRPr sz="2400" b="0" i="0">
                <a:solidFill>
                  <a:schemeClr val="bg1"/>
                </a:solidFill>
                <a:latin typeface="+mn-lt"/>
              </a:defRPr>
            </a:lvl3pPr>
            <a:lvl4pPr marL="0" indent="0" algn="r">
              <a:buFont typeface="Arial" panose="020B0604020202020204" pitchFamily="34" charset="0"/>
              <a:buNone/>
              <a:defRPr sz="2400" b="0" i="0">
                <a:solidFill>
                  <a:schemeClr val="bg1"/>
                </a:solidFill>
                <a:latin typeface="+mn-lt"/>
              </a:defRPr>
            </a:lvl4pPr>
            <a:lvl5pPr marL="0" indent="0" algn="r">
              <a:buFont typeface="Arial" panose="020B0604020202020204" pitchFamily="34" charset="0"/>
              <a:buNone/>
              <a:defRPr sz="2400" b="0" i="0">
                <a:solidFill>
                  <a:schemeClr val="bg1"/>
                </a:solidFill>
                <a:latin typeface="+mn-lt"/>
              </a:defRPr>
            </a:lvl5pPr>
            <a:lvl6pPr marL="0" indent="0" algn="r">
              <a:buFont typeface="Arial" panose="020B0604020202020204" pitchFamily="34" charset="0"/>
              <a:buNone/>
              <a:defRPr sz="2400" b="0" i="0">
                <a:solidFill>
                  <a:schemeClr val="bg1"/>
                </a:solidFill>
                <a:latin typeface="+mn-lt"/>
              </a:defRPr>
            </a:lvl6pPr>
            <a:lvl7pPr marL="0" indent="0" algn="r">
              <a:buFont typeface="Arial" panose="020B0604020202020204" pitchFamily="34" charset="0"/>
              <a:buNone/>
              <a:defRPr sz="2400" b="0" i="0">
                <a:solidFill>
                  <a:schemeClr val="bg1"/>
                </a:solidFill>
                <a:latin typeface="+mn-lt"/>
              </a:defRPr>
            </a:lvl7pPr>
            <a:lvl8pPr marL="0" indent="0" algn="r">
              <a:buFont typeface="Arial" panose="020B0604020202020204" pitchFamily="34" charset="0"/>
              <a:buNone/>
              <a:defRPr sz="2400" b="0" i="0">
                <a:solidFill>
                  <a:schemeClr val="bg1"/>
                </a:solidFill>
                <a:latin typeface="+mn-lt"/>
              </a:defRPr>
            </a:lvl8pPr>
            <a:lvl9pPr marL="0" indent="0" algn="r">
              <a:buFont typeface="Arial" panose="020B0604020202020204" pitchFamily="34" charset="0"/>
              <a:buNone/>
              <a:defRPr sz="2400" b="0" i="0">
                <a:solidFill>
                  <a:schemeClr val="bg1"/>
                </a:solidFill>
                <a:latin typeface="+mn-lt"/>
              </a:defRPr>
            </a:lvl9pPr>
          </a:lstStyle>
          <a:p>
            <a:pPr lvl="0"/>
            <a:r>
              <a:rPr lang="en-GB" noProof="0" dirty="0"/>
              <a:t>Name</a:t>
            </a:r>
            <a:br>
              <a:rPr lang="en-GB" noProof="0" dirty="0"/>
            </a:br>
            <a:r>
              <a:rPr lang="en-GB" noProof="0" dirty="0"/>
              <a:t>+ Surname</a:t>
            </a:r>
          </a:p>
        </p:txBody>
      </p:sp>
      <p:sp>
        <p:nvSpPr>
          <p:cNvPr id="48" name="Tijdelijke aanduiding voor tekst 5">
            <a:extLst>
              <a:ext uri="{FF2B5EF4-FFF2-40B4-BE49-F238E27FC236}">
                <a16:creationId xmlns:a16="http://schemas.microsoft.com/office/drawing/2014/main" id="{29DC7896-E48D-706F-12F0-557630F99E83}"/>
              </a:ext>
            </a:extLst>
          </p:cNvPr>
          <p:cNvSpPr>
            <a:spLocks noGrp="1"/>
          </p:cNvSpPr>
          <p:nvPr>
            <p:ph type="body" sz="quarter" idx="44" hasCustomPrompt="1"/>
          </p:nvPr>
        </p:nvSpPr>
        <p:spPr>
          <a:xfrm>
            <a:off x="7997890" y="5752368"/>
            <a:ext cx="1643193" cy="249299"/>
          </a:xfrm>
        </p:spPr>
        <p:txBody>
          <a:bodyPr wrap="square">
            <a:normAutofit/>
          </a:bodyPr>
          <a:lstStyle>
            <a:lvl1pPr marL="0" indent="0" algn="l">
              <a:buFont typeface="Arial" panose="020B0604020202020204" pitchFamily="34" charset="0"/>
              <a:buNone/>
              <a:defRPr sz="1400" b="0" i="0">
                <a:solidFill>
                  <a:schemeClr val="tx2"/>
                </a:solidFill>
                <a:latin typeface="+mn-lt"/>
              </a:defRPr>
            </a:lvl1pPr>
            <a:lvl2pPr marL="0" indent="0" algn="r">
              <a:buFont typeface="Arial" panose="020B0604020202020204" pitchFamily="34" charset="0"/>
              <a:buNone/>
              <a:defRPr sz="2400" b="0" i="0">
                <a:solidFill>
                  <a:schemeClr val="bg1"/>
                </a:solidFill>
                <a:latin typeface="+mn-lt"/>
              </a:defRPr>
            </a:lvl2pPr>
            <a:lvl3pPr marL="0" indent="0" algn="r">
              <a:buFont typeface="Arial" panose="020B0604020202020204" pitchFamily="34" charset="0"/>
              <a:buNone/>
              <a:defRPr sz="2400" b="0" i="0">
                <a:solidFill>
                  <a:schemeClr val="bg1"/>
                </a:solidFill>
                <a:latin typeface="+mn-lt"/>
              </a:defRPr>
            </a:lvl3pPr>
            <a:lvl4pPr marL="0" indent="0" algn="r">
              <a:buFont typeface="Arial" panose="020B0604020202020204" pitchFamily="34" charset="0"/>
              <a:buNone/>
              <a:defRPr sz="2400" b="0" i="0">
                <a:solidFill>
                  <a:schemeClr val="bg1"/>
                </a:solidFill>
                <a:latin typeface="+mn-lt"/>
              </a:defRPr>
            </a:lvl4pPr>
            <a:lvl5pPr marL="0" indent="0" algn="r">
              <a:buFont typeface="Arial" panose="020B0604020202020204" pitchFamily="34" charset="0"/>
              <a:buNone/>
              <a:defRPr sz="2400" b="0" i="0">
                <a:solidFill>
                  <a:schemeClr val="bg1"/>
                </a:solidFill>
                <a:latin typeface="+mn-lt"/>
              </a:defRPr>
            </a:lvl5pPr>
            <a:lvl6pPr marL="0" indent="0" algn="r">
              <a:buFont typeface="Arial" panose="020B0604020202020204" pitchFamily="34" charset="0"/>
              <a:buNone/>
              <a:defRPr sz="2400" b="0" i="0">
                <a:solidFill>
                  <a:schemeClr val="bg1"/>
                </a:solidFill>
                <a:latin typeface="+mn-lt"/>
              </a:defRPr>
            </a:lvl6pPr>
            <a:lvl7pPr marL="0" indent="0" algn="r">
              <a:buFont typeface="Arial" panose="020B0604020202020204" pitchFamily="34" charset="0"/>
              <a:buNone/>
              <a:defRPr sz="2400" b="0" i="0">
                <a:solidFill>
                  <a:schemeClr val="bg1"/>
                </a:solidFill>
                <a:latin typeface="+mn-lt"/>
              </a:defRPr>
            </a:lvl7pPr>
            <a:lvl8pPr marL="0" indent="0" algn="r">
              <a:buFont typeface="Arial" panose="020B0604020202020204" pitchFamily="34" charset="0"/>
              <a:buNone/>
              <a:defRPr sz="2400" b="0" i="0">
                <a:solidFill>
                  <a:schemeClr val="bg1"/>
                </a:solidFill>
                <a:latin typeface="+mn-lt"/>
              </a:defRPr>
            </a:lvl8pPr>
            <a:lvl9pPr marL="0" indent="0" algn="r">
              <a:buFont typeface="Arial" panose="020B0604020202020204" pitchFamily="34" charset="0"/>
              <a:buNone/>
              <a:defRPr sz="2400" b="0" i="0">
                <a:solidFill>
                  <a:schemeClr val="bg1"/>
                </a:solidFill>
                <a:latin typeface="+mn-lt"/>
              </a:defRPr>
            </a:lvl9pPr>
          </a:lstStyle>
          <a:p>
            <a:pPr lvl="0"/>
            <a:r>
              <a:rPr lang="en-GB" noProof="0" dirty="0"/>
              <a:t>Job function</a:t>
            </a:r>
          </a:p>
        </p:txBody>
      </p:sp>
      <p:sp>
        <p:nvSpPr>
          <p:cNvPr id="49" name="Tijdelijke aanduiding voor afbeelding 16">
            <a:extLst>
              <a:ext uri="{FF2B5EF4-FFF2-40B4-BE49-F238E27FC236}">
                <a16:creationId xmlns:a16="http://schemas.microsoft.com/office/drawing/2014/main" id="{9DB5A94F-4630-E058-0265-9FA53E0E60B7}"/>
              </a:ext>
            </a:extLst>
          </p:cNvPr>
          <p:cNvSpPr>
            <a:spLocks noGrp="1"/>
          </p:cNvSpPr>
          <p:nvPr>
            <p:ph type="pic" sz="quarter" idx="45" hasCustomPrompt="1"/>
          </p:nvPr>
        </p:nvSpPr>
        <p:spPr>
          <a:xfrm>
            <a:off x="9820109" y="3926116"/>
            <a:ext cx="1643193" cy="1145017"/>
          </a:xfrm>
          <a:prstGeom prst="rect">
            <a:avLst/>
          </a:prstGeom>
          <a:pattFill prst="pct60">
            <a:fgClr>
              <a:schemeClr val="bg1">
                <a:lumMod val="95000"/>
              </a:schemeClr>
            </a:fgClr>
            <a:bgClr>
              <a:schemeClr val="bg1">
                <a:lumMod val="85000"/>
              </a:schemeClr>
            </a:bgClr>
          </a:pattFill>
        </p:spPr>
        <p:txBody>
          <a:bodyPr tIns="0" bIns="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the tab ‘</a:t>
            </a:r>
            <a:r>
              <a:rPr lang="en-GB" noProof="0" dirty="0" err="1"/>
              <a:t>Slidebuilder</a:t>
            </a:r>
            <a:r>
              <a:rPr lang="en-GB" noProof="0" dirty="0"/>
              <a:t>’, click on ‘Images’, select the preferred image and click on ‘Insert’.</a:t>
            </a:r>
          </a:p>
        </p:txBody>
      </p:sp>
      <p:sp>
        <p:nvSpPr>
          <p:cNvPr id="50" name="Tijdelijke aanduiding voor tekst 5">
            <a:extLst>
              <a:ext uri="{FF2B5EF4-FFF2-40B4-BE49-F238E27FC236}">
                <a16:creationId xmlns:a16="http://schemas.microsoft.com/office/drawing/2014/main" id="{28D4A244-395A-6086-B66C-7DE62EF4355D}"/>
              </a:ext>
            </a:extLst>
          </p:cNvPr>
          <p:cNvSpPr>
            <a:spLocks noGrp="1"/>
          </p:cNvSpPr>
          <p:nvPr>
            <p:ph type="body" sz="quarter" idx="46" hasCustomPrompt="1"/>
          </p:nvPr>
        </p:nvSpPr>
        <p:spPr>
          <a:xfrm>
            <a:off x="9818167" y="5177207"/>
            <a:ext cx="1643193" cy="564257"/>
          </a:xfrm>
        </p:spPr>
        <p:txBody>
          <a:bodyPr wrap="square" anchor="b" anchorCtr="0">
            <a:normAutofit/>
          </a:bodyPr>
          <a:lstStyle>
            <a:lvl1pPr marL="0" indent="0" algn="l">
              <a:lnSpc>
                <a:spcPts val="2200"/>
              </a:lnSpc>
              <a:spcBef>
                <a:spcPts val="0"/>
              </a:spcBef>
              <a:spcAft>
                <a:spcPts val="0"/>
              </a:spcAft>
              <a:buFont typeface="Arial" panose="020B0604020202020204" pitchFamily="34" charset="0"/>
              <a:buNone/>
              <a:defRPr sz="1600" b="0" i="0">
                <a:solidFill>
                  <a:schemeClr val="accent1"/>
                </a:solidFill>
                <a:latin typeface="+mn-lt"/>
              </a:defRPr>
            </a:lvl1pPr>
            <a:lvl2pPr marL="0" indent="0" algn="r">
              <a:buFont typeface="Arial" panose="020B0604020202020204" pitchFamily="34" charset="0"/>
              <a:buNone/>
              <a:defRPr sz="2400" b="0" i="0">
                <a:solidFill>
                  <a:schemeClr val="bg1"/>
                </a:solidFill>
                <a:latin typeface="+mn-lt"/>
              </a:defRPr>
            </a:lvl2pPr>
            <a:lvl3pPr marL="0" indent="0" algn="r">
              <a:buFont typeface="Arial" panose="020B0604020202020204" pitchFamily="34" charset="0"/>
              <a:buNone/>
              <a:defRPr sz="2400" b="0" i="0">
                <a:solidFill>
                  <a:schemeClr val="bg1"/>
                </a:solidFill>
                <a:latin typeface="+mn-lt"/>
              </a:defRPr>
            </a:lvl3pPr>
            <a:lvl4pPr marL="0" indent="0" algn="r">
              <a:buFont typeface="Arial" panose="020B0604020202020204" pitchFamily="34" charset="0"/>
              <a:buNone/>
              <a:defRPr sz="2400" b="0" i="0">
                <a:solidFill>
                  <a:schemeClr val="bg1"/>
                </a:solidFill>
                <a:latin typeface="+mn-lt"/>
              </a:defRPr>
            </a:lvl4pPr>
            <a:lvl5pPr marL="0" indent="0" algn="r">
              <a:buFont typeface="Arial" panose="020B0604020202020204" pitchFamily="34" charset="0"/>
              <a:buNone/>
              <a:defRPr sz="2400" b="0" i="0">
                <a:solidFill>
                  <a:schemeClr val="bg1"/>
                </a:solidFill>
                <a:latin typeface="+mn-lt"/>
              </a:defRPr>
            </a:lvl5pPr>
            <a:lvl6pPr marL="0" indent="0" algn="r">
              <a:buFont typeface="Arial" panose="020B0604020202020204" pitchFamily="34" charset="0"/>
              <a:buNone/>
              <a:defRPr sz="2400" b="0" i="0">
                <a:solidFill>
                  <a:schemeClr val="bg1"/>
                </a:solidFill>
                <a:latin typeface="+mn-lt"/>
              </a:defRPr>
            </a:lvl6pPr>
            <a:lvl7pPr marL="0" indent="0" algn="r">
              <a:buFont typeface="Arial" panose="020B0604020202020204" pitchFamily="34" charset="0"/>
              <a:buNone/>
              <a:defRPr sz="2400" b="0" i="0">
                <a:solidFill>
                  <a:schemeClr val="bg1"/>
                </a:solidFill>
                <a:latin typeface="+mn-lt"/>
              </a:defRPr>
            </a:lvl7pPr>
            <a:lvl8pPr marL="0" indent="0" algn="r">
              <a:buFont typeface="Arial" panose="020B0604020202020204" pitchFamily="34" charset="0"/>
              <a:buNone/>
              <a:defRPr sz="2400" b="0" i="0">
                <a:solidFill>
                  <a:schemeClr val="bg1"/>
                </a:solidFill>
                <a:latin typeface="+mn-lt"/>
              </a:defRPr>
            </a:lvl8pPr>
            <a:lvl9pPr marL="0" indent="0" algn="r">
              <a:buFont typeface="Arial" panose="020B0604020202020204" pitchFamily="34" charset="0"/>
              <a:buNone/>
              <a:defRPr sz="2400" b="0" i="0">
                <a:solidFill>
                  <a:schemeClr val="bg1"/>
                </a:solidFill>
                <a:latin typeface="+mn-lt"/>
              </a:defRPr>
            </a:lvl9pPr>
          </a:lstStyle>
          <a:p>
            <a:pPr lvl="0"/>
            <a:r>
              <a:rPr lang="en-GB" noProof="0" dirty="0"/>
              <a:t>Name</a:t>
            </a:r>
            <a:br>
              <a:rPr lang="en-GB" noProof="0" dirty="0"/>
            </a:br>
            <a:r>
              <a:rPr lang="en-GB" noProof="0" dirty="0"/>
              <a:t>+ Surname</a:t>
            </a:r>
          </a:p>
        </p:txBody>
      </p:sp>
      <p:sp>
        <p:nvSpPr>
          <p:cNvPr id="51" name="Tijdelijke aanduiding voor tekst 5">
            <a:extLst>
              <a:ext uri="{FF2B5EF4-FFF2-40B4-BE49-F238E27FC236}">
                <a16:creationId xmlns:a16="http://schemas.microsoft.com/office/drawing/2014/main" id="{47469A3C-2754-210E-3FF5-D532250190CE}"/>
              </a:ext>
            </a:extLst>
          </p:cNvPr>
          <p:cNvSpPr>
            <a:spLocks noGrp="1"/>
          </p:cNvSpPr>
          <p:nvPr>
            <p:ph type="body" sz="quarter" idx="47" hasCustomPrompt="1"/>
          </p:nvPr>
        </p:nvSpPr>
        <p:spPr>
          <a:xfrm>
            <a:off x="9817696" y="5752368"/>
            <a:ext cx="1643193" cy="249299"/>
          </a:xfrm>
        </p:spPr>
        <p:txBody>
          <a:bodyPr wrap="square">
            <a:normAutofit/>
          </a:bodyPr>
          <a:lstStyle>
            <a:lvl1pPr marL="0" indent="0" algn="l">
              <a:buFont typeface="Arial" panose="020B0604020202020204" pitchFamily="34" charset="0"/>
              <a:buNone/>
              <a:defRPr sz="1400" b="0" i="0">
                <a:solidFill>
                  <a:schemeClr val="tx2"/>
                </a:solidFill>
                <a:latin typeface="+mn-lt"/>
              </a:defRPr>
            </a:lvl1pPr>
            <a:lvl2pPr marL="0" indent="0" algn="r">
              <a:buFont typeface="Arial" panose="020B0604020202020204" pitchFamily="34" charset="0"/>
              <a:buNone/>
              <a:defRPr sz="2400" b="0" i="0">
                <a:solidFill>
                  <a:schemeClr val="bg1"/>
                </a:solidFill>
                <a:latin typeface="+mn-lt"/>
              </a:defRPr>
            </a:lvl2pPr>
            <a:lvl3pPr marL="0" indent="0" algn="r">
              <a:buFont typeface="Arial" panose="020B0604020202020204" pitchFamily="34" charset="0"/>
              <a:buNone/>
              <a:defRPr sz="2400" b="0" i="0">
                <a:solidFill>
                  <a:schemeClr val="bg1"/>
                </a:solidFill>
                <a:latin typeface="+mn-lt"/>
              </a:defRPr>
            </a:lvl3pPr>
            <a:lvl4pPr marL="0" indent="0" algn="r">
              <a:buFont typeface="Arial" panose="020B0604020202020204" pitchFamily="34" charset="0"/>
              <a:buNone/>
              <a:defRPr sz="2400" b="0" i="0">
                <a:solidFill>
                  <a:schemeClr val="bg1"/>
                </a:solidFill>
                <a:latin typeface="+mn-lt"/>
              </a:defRPr>
            </a:lvl4pPr>
            <a:lvl5pPr marL="0" indent="0" algn="r">
              <a:buFont typeface="Arial" panose="020B0604020202020204" pitchFamily="34" charset="0"/>
              <a:buNone/>
              <a:defRPr sz="2400" b="0" i="0">
                <a:solidFill>
                  <a:schemeClr val="bg1"/>
                </a:solidFill>
                <a:latin typeface="+mn-lt"/>
              </a:defRPr>
            </a:lvl5pPr>
            <a:lvl6pPr marL="0" indent="0" algn="r">
              <a:buFont typeface="Arial" panose="020B0604020202020204" pitchFamily="34" charset="0"/>
              <a:buNone/>
              <a:defRPr sz="2400" b="0" i="0">
                <a:solidFill>
                  <a:schemeClr val="bg1"/>
                </a:solidFill>
                <a:latin typeface="+mn-lt"/>
              </a:defRPr>
            </a:lvl6pPr>
            <a:lvl7pPr marL="0" indent="0" algn="r">
              <a:buFont typeface="Arial" panose="020B0604020202020204" pitchFamily="34" charset="0"/>
              <a:buNone/>
              <a:defRPr sz="2400" b="0" i="0">
                <a:solidFill>
                  <a:schemeClr val="bg1"/>
                </a:solidFill>
                <a:latin typeface="+mn-lt"/>
              </a:defRPr>
            </a:lvl7pPr>
            <a:lvl8pPr marL="0" indent="0" algn="r">
              <a:buFont typeface="Arial" panose="020B0604020202020204" pitchFamily="34" charset="0"/>
              <a:buNone/>
              <a:defRPr sz="2400" b="0" i="0">
                <a:solidFill>
                  <a:schemeClr val="bg1"/>
                </a:solidFill>
                <a:latin typeface="+mn-lt"/>
              </a:defRPr>
            </a:lvl8pPr>
            <a:lvl9pPr marL="0" indent="0" algn="r">
              <a:buFont typeface="Arial" panose="020B0604020202020204" pitchFamily="34" charset="0"/>
              <a:buNone/>
              <a:defRPr sz="2400" b="0" i="0">
                <a:solidFill>
                  <a:schemeClr val="bg1"/>
                </a:solidFill>
                <a:latin typeface="+mn-lt"/>
              </a:defRPr>
            </a:lvl9pPr>
          </a:lstStyle>
          <a:p>
            <a:pPr lvl="0"/>
            <a:r>
              <a:rPr lang="en-GB" noProof="0" dirty="0"/>
              <a:t>Job function</a:t>
            </a:r>
          </a:p>
        </p:txBody>
      </p:sp>
      <p:sp>
        <p:nvSpPr>
          <p:cNvPr id="52" name="Rechthoek 51">
            <a:extLst>
              <a:ext uri="{FF2B5EF4-FFF2-40B4-BE49-F238E27FC236}">
                <a16:creationId xmlns:a16="http://schemas.microsoft.com/office/drawing/2014/main" id="{6226CD6D-8EAD-A985-C799-BFB10B4D41C5}"/>
              </a:ext>
            </a:extLst>
          </p:cNvPr>
          <p:cNvSpPr/>
          <p:nvPr userDrawn="1"/>
        </p:nvSpPr>
        <p:spPr>
          <a:xfrm>
            <a:off x="0" y="-441330"/>
            <a:ext cx="1923604"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en-GB" sz="1800" b="1" cap="none" baseline="0" noProof="0" dirty="0">
                <a:solidFill>
                  <a:schemeClr val="accent1"/>
                </a:solidFill>
                <a:latin typeface="+mj-lt"/>
              </a:rPr>
              <a:t>Introduction | 12x</a:t>
            </a:r>
          </a:p>
        </p:txBody>
      </p:sp>
      <p:grpSp>
        <p:nvGrpSpPr>
          <p:cNvPr id="5" name="INSTRUCTION">
            <a:extLst>
              <a:ext uri="{FF2B5EF4-FFF2-40B4-BE49-F238E27FC236}">
                <a16:creationId xmlns:a16="http://schemas.microsoft.com/office/drawing/2014/main" id="{40225562-8C9F-C926-9FD4-12228E6F5B28}"/>
              </a:ext>
            </a:extLst>
          </p:cNvPr>
          <p:cNvGrpSpPr/>
          <p:nvPr userDrawn="1"/>
        </p:nvGrpSpPr>
        <p:grpSpPr>
          <a:xfrm>
            <a:off x="-3786164" y="0"/>
            <a:ext cx="3693113" cy="5054643"/>
            <a:chOff x="-3786164" y="0"/>
            <a:chExt cx="3693113" cy="5054643"/>
          </a:xfrm>
        </p:grpSpPr>
        <p:sp>
          <p:nvSpPr>
            <p:cNvPr id="6" name="Rechthoek 5">
              <a:extLst>
                <a:ext uri="{FF2B5EF4-FFF2-40B4-BE49-F238E27FC236}">
                  <a16:creationId xmlns:a16="http://schemas.microsoft.com/office/drawing/2014/main" id="{BF103148-33D4-1D80-311C-80CC3343D8F2}"/>
                </a:ext>
              </a:extLst>
            </p:cNvPr>
            <p:cNvSpPr/>
            <p:nvPr userDrawn="1"/>
          </p:nvSpPr>
          <p:spPr>
            <a:xfrm>
              <a:off x="-3786164" y="0"/>
              <a:ext cx="3593091" cy="4391599"/>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Insert/edit an image</a:t>
              </a:r>
            </a:p>
          </p:txBody>
        </p:sp>
        <p:sp>
          <p:nvSpPr>
            <p:cNvPr id="7" name="Rechthoek 6">
              <a:extLst>
                <a:ext uri="{FF2B5EF4-FFF2-40B4-BE49-F238E27FC236}">
                  <a16:creationId xmlns:a16="http://schemas.microsoft.com/office/drawing/2014/main" id="{2B66DCC6-BF1A-B2E9-DCB9-8A8B29DC67B7}"/>
                </a:ext>
              </a:extLst>
            </p:cNvPr>
            <p:cNvSpPr/>
            <p:nvPr userDrawn="1"/>
          </p:nvSpPr>
          <p:spPr>
            <a:xfrm>
              <a:off x="-3786164" y="4226643"/>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sp>
          <p:nvSpPr>
            <p:cNvPr id="8" name="Ovaal 7">
              <a:extLst>
                <a:ext uri="{FF2B5EF4-FFF2-40B4-BE49-F238E27FC236}">
                  <a16:creationId xmlns:a16="http://schemas.microsoft.com/office/drawing/2014/main" id="{A38B8266-FFFF-0F68-166C-59B8732DA258}"/>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9" name="Rechthoek 8">
              <a:extLst>
                <a:ext uri="{FF2B5EF4-FFF2-40B4-BE49-F238E27FC236}">
                  <a16:creationId xmlns:a16="http://schemas.microsoft.com/office/drawing/2014/main" id="{B4C90665-7A35-CF11-78E4-D9BBB21743EC}"/>
                </a:ext>
              </a:extLst>
            </p:cNvPr>
            <p:cNvSpPr/>
            <p:nvPr userDrawn="1"/>
          </p:nvSpPr>
          <p:spPr>
            <a:xfrm>
              <a:off x="-3319416" y="465323"/>
              <a:ext cx="3008779" cy="661851"/>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If necessary, delete the existing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by using the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key’</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Select the placeholder,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1" i="0" u="none" strike="noStrike" kern="0" cap="none" spc="0" normalizeH="0" baseline="0" noProof="0" dirty="0" err="1">
                  <a:ln>
                    <a:noFill/>
                  </a:ln>
                  <a:solidFill>
                    <a:srgbClr val="000000"/>
                  </a:solidFill>
                  <a:effectLst/>
                  <a:uLnTx/>
                  <a:uFillTx/>
                  <a:latin typeface="Calibri" panose="020F0502020204030204" pitchFamily="34" charset="0"/>
                  <a:ea typeface="+mn-ea"/>
                  <a:cs typeface="Calibri" panose="020F0502020204030204" pitchFamily="34" charset="0"/>
                </a:rPr>
                <a:t>Slidebuilder</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 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‘Images’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endPar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10" name="Ovaal 9">
              <a:extLst>
                <a:ext uri="{FF2B5EF4-FFF2-40B4-BE49-F238E27FC236}">
                  <a16:creationId xmlns:a16="http://schemas.microsoft.com/office/drawing/2014/main" id="{7CAAEC92-091A-6F7C-ADDE-5FDBEDD1198A}"/>
                </a:ext>
              </a:extLst>
            </p:cNvPr>
            <p:cNvSpPr/>
            <p:nvPr userDrawn="1"/>
          </p:nvSpPr>
          <p:spPr>
            <a:xfrm>
              <a:off x="-3603587" y="18111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1" name="Rechthoek 10">
              <a:extLst>
                <a:ext uri="{FF2B5EF4-FFF2-40B4-BE49-F238E27FC236}">
                  <a16:creationId xmlns:a16="http://schemas.microsoft.com/office/drawing/2014/main" id="{5981747D-BCBE-DD0D-00FD-16F2F56E9407}"/>
                </a:ext>
              </a:extLst>
            </p:cNvPr>
            <p:cNvSpPr/>
            <p:nvPr userDrawn="1"/>
          </p:nvSpPr>
          <p:spPr>
            <a:xfrm>
              <a:off x="-3319415" y="1811185"/>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 the preferred category and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and click 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‘Insert’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12" name="Rechthoek 11">
              <a:extLst>
                <a:ext uri="{FF2B5EF4-FFF2-40B4-BE49-F238E27FC236}">
                  <a16:creationId xmlns:a16="http://schemas.microsoft.com/office/drawing/2014/main" id="{28BA27E0-C80A-D311-CCE9-FCB8435FA6D4}"/>
                </a:ext>
              </a:extLst>
            </p:cNvPr>
            <p:cNvSpPr/>
            <p:nvPr userDrawn="1"/>
          </p:nvSpPr>
          <p:spPr>
            <a:xfrm>
              <a:off x="-3319415" y="2245760"/>
              <a:ext cx="825500" cy="209550"/>
            </a:xfrm>
            <a:prstGeom prst="rect">
              <a:avLst/>
            </a:prstGeom>
            <a:solidFill>
              <a:srgbClr val="1FF52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1000" b="1" noProof="0" dirty="0">
                  <a:solidFill>
                    <a:srgbClr val="211F26"/>
                  </a:solidFill>
                  <a:latin typeface="Calibri" panose="020F0502020204030204" pitchFamily="34" charset="0"/>
                  <a:cs typeface="Calibri" panose="020F0502020204030204" pitchFamily="34" charset="0"/>
                </a:rPr>
                <a:t>Insert</a:t>
              </a:r>
            </a:p>
          </p:txBody>
        </p:sp>
        <p:sp>
          <p:nvSpPr>
            <p:cNvPr id="13" name="Ovaal 12">
              <a:extLst>
                <a:ext uri="{FF2B5EF4-FFF2-40B4-BE49-F238E27FC236}">
                  <a16:creationId xmlns:a16="http://schemas.microsoft.com/office/drawing/2014/main" id="{5B3CA2DC-601D-0006-15AA-54B56F1D751C}"/>
                </a:ext>
              </a:extLst>
            </p:cNvPr>
            <p:cNvSpPr/>
            <p:nvPr userDrawn="1"/>
          </p:nvSpPr>
          <p:spPr>
            <a:xfrm>
              <a:off x="-3603587" y="263483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14" name="Rechthoek 13">
              <a:extLst>
                <a:ext uri="{FF2B5EF4-FFF2-40B4-BE49-F238E27FC236}">
                  <a16:creationId xmlns:a16="http://schemas.microsoft.com/office/drawing/2014/main" id="{4557D420-57C5-868F-A779-BF44CFC09E85}"/>
                </a:ext>
              </a:extLst>
            </p:cNvPr>
            <p:cNvSpPr/>
            <p:nvPr userDrawn="1"/>
          </p:nvSpPr>
          <p:spPr>
            <a:xfrm>
              <a:off x="-3319415" y="2634835"/>
              <a:ext cx="2944682" cy="794165"/>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To scale or drag the image,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‘Picture Tools - Format’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‘Crop’</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Scale the image itself with</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spheres and scale the image frame with the brackets.</a:t>
              </a:r>
            </a:p>
          </p:txBody>
        </p:sp>
        <p:grpSp>
          <p:nvGrpSpPr>
            <p:cNvPr id="15" name="Groep 14">
              <a:extLst>
                <a:ext uri="{FF2B5EF4-FFF2-40B4-BE49-F238E27FC236}">
                  <a16:creationId xmlns:a16="http://schemas.microsoft.com/office/drawing/2014/main" id="{D5C3CCAD-C555-D7F4-23F4-2244B1201801}"/>
                </a:ext>
              </a:extLst>
            </p:cNvPr>
            <p:cNvGrpSpPr/>
            <p:nvPr userDrawn="1"/>
          </p:nvGrpSpPr>
          <p:grpSpPr>
            <a:xfrm>
              <a:off x="-3414453" y="3534339"/>
              <a:ext cx="514284" cy="506545"/>
              <a:chOff x="12617641" y="3403239"/>
              <a:chExt cx="752963" cy="741634"/>
            </a:xfrm>
          </p:grpSpPr>
          <p:grpSp>
            <p:nvGrpSpPr>
              <p:cNvPr id="69" name="Groep 68">
                <a:extLst>
                  <a:ext uri="{FF2B5EF4-FFF2-40B4-BE49-F238E27FC236}">
                    <a16:creationId xmlns:a16="http://schemas.microsoft.com/office/drawing/2014/main" id="{884FFE22-3D7D-2A2F-0CB1-5A9734DC4C4C}"/>
                  </a:ext>
                </a:extLst>
              </p:cNvPr>
              <p:cNvGrpSpPr/>
              <p:nvPr userDrawn="1"/>
            </p:nvGrpSpPr>
            <p:grpSpPr>
              <a:xfrm>
                <a:off x="12771530" y="3403239"/>
                <a:ext cx="467176" cy="448491"/>
                <a:chOff x="12782157" y="3403239"/>
                <a:chExt cx="467176" cy="448491"/>
              </a:xfrm>
            </p:grpSpPr>
            <p:grpSp>
              <p:nvGrpSpPr>
                <p:cNvPr id="72" name="Groep 71">
                  <a:extLst>
                    <a:ext uri="{FF2B5EF4-FFF2-40B4-BE49-F238E27FC236}">
                      <a16:creationId xmlns:a16="http://schemas.microsoft.com/office/drawing/2014/main" id="{F2F3268B-1DFB-074D-49B7-2BDEB3E4C946}"/>
                    </a:ext>
                  </a:extLst>
                </p:cNvPr>
                <p:cNvGrpSpPr/>
                <p:nvPr userDrawn="1"/>
              </p:nvGrpSpPr>
              <p:grpSpPr>
                <a:xfrm>
                  <a:off x="12782157" y="3403239"/>
                  <a:ext cx="412976" cy="396132"/>
                  <a:chOff x="13554906" y="3320109"/>
                  <a:chExt cx="443917" cy="425811"/>
                </a:xfrm>
              </p:grpSpPr>
              <p:grpSp>
                <p:nvGrpSpPr>
                  <p:cNvPr id="79" name="Groep 78">
                    <a:extLst>
                      <a:ext uri="{FF2B5EF4-FFF2-40B4-BE49-F238E27FC236}">
                        <a16:creationId xmlns:a16="http://schemas.microsoft.com/office/drawing/2014/main" id="{42F389F5-0C41-A6D5-4FA1-171A8ED6BEED}"/>
                      </a:ext>
                    </a:extLst>
                  </p:cNvPr>
                  <p:cNvGrpSpPr/>
                  <p:nvPr userDrawn="1"/>
                </p:nvGrpSpPr>
                <p:grpSpPr>
                  <a:xfrm>
                    <a:off x="13554906" y="3320109"/>
                    <a:ext cx="443917" cy="425811"/>
                    <a:chOff x="12909684" y="1276143"/>
                    <a:chExt cx="443917" cy="425811"/>
                  </a:xfrm>
                </p:grpSpPr>
                <p:sp>
                  <p:nvSpPr>
                    <p:cNvPr id="82" name="Rechthoek 81">
                      <a:extLst>
                        <a:ext uri="{FF2B5EF4-FFF2-40B4-BE49-F238E27FC236}">
                          <a16:creationId xmlns:a16="http://schemas.microsoft.com/office/drawing/2014/main" id="{928A756D-44BB-9FC0-8C9B-C1ED268AEAFD}"/>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83" name="Rechthoek 82">
                      <a:extLst>
                        <a:ext uri="{FF2B5EF4-FFF2-40B4-BE49-F238E27FC236}">
                          <a16:creationId xmlns:a16="http://schemas.microsoft.com/office/drawing/2014/main" id="{FCEB55FC-D86E-6D69-3187-CB8EDD862671}"/>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84" name="Ovaal 83">
                      <a:extLst>
                        <a:ext uri="{FF2B5EF4-FFF2-40B4-BE49-F238E27FC236}">
                          <a16:creationId xmlns:a16="http://schemas.microsoft.com/office/drawing/2014/main" id="{5E917375-55B8-7010-91CC-0FE8C9A89B45}"/>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pic>
                <p:nvPicPr>
                  <p:cNvPr id="80" name="Afbeelding 79">
                    <a:extLst>
                      <a:ext uri="{FF2B5EF4-FFF2-40B4-BE49-F238E27FC236}">
                        <a16:creationId xmlns:a16="http://schemas.microsoft.com/office/drawing/2014/main" id="{637A90C8-F2EA-873B-90D5-8A8BA764A167}"/>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a:off x="13567296" y="3424991"/>
                    <a:ext cx="173367" cy="140220"/>
                  </a:xfrm>
                  <a:prstGeom prst="rect">
                    <a:avLst/>
                  </a:prstGeom>
                </p:spPr>
              </p:pic>
              <p:pic>
                <p:nvPicPr>
                  <p:cNvPr id="81" name="Afbeelding 80">
                    <a:extLst>
                      <a:ext uri="{FF2B5EF4-FFF2-40B4-BE49-F238E27FC236}">
                        <a16:creationId xmlns:a16="http://schemas.microsoft.com/office/drawing/2014/main" id="{535A9468-AFA5-EC58-EFEC-A571F8B31D0C}"/>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73" name="Groep 72">
                  <a:extLst>
                    <a:ext uri="{FF2B5EF4-FFF2-40B4-BE49-F238E27FC236}">
                      <a16:creationId xmlns:a16="http://schemas.microsoft.com/office/drawing/2014/main" id="{08ECD9CF-B6DE-00CC-EE2D-49B77C92E026}"/>
                    </a:ext>
                  </a:extLst>
                </p:cNvPr>
                <p:cNvGrpSpPr/>
                <p:nvPr userDrawn="1"/>
              </p:nvGrpSpPr>
              <p:grpSpPr>
                <a:xfrm>
                  <a:off x="13103513" y="3705268"/>
                  <a:ext cx="145820" cy="146462"/>
                  <a:chOff x="13096169" y="3602278"/>
                  <a:chExt cx="145820" cy="146462"/>
                </a:xfrm>
              </p:grpSpPr>
              <p:sp>
                <p:nvSpPr>
                  <p:cNvPr id="77" name="Rechthoek 76">
                    <a:extLst>
                      <a:ext uri="{FF2B5EF4-FFF2-40B4-BE49-F238E27FC236}">
                        <a16:creationId xmlns:a16="http://schemas.microsoft.com/office/drawing/2014/main" id="{7868EFD9-37FA-9068-C0B9-ADE6933C3470}"/>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78" name="Rechthoek 77">
                    <a:extLst>
                      <a:ext uri="{FF2B5EF4-FFF2-40B4-BE49-F238E27FC236}">
                        <a16:creationId xmlns:a16="http://schemas.microsoft.com/office/drawing/2014/main" id="{8F034925-D42D-5D16-16A8-D5AC0F2EE806}"/>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74" name="Groep 73">
                  <a:extLst>
                    <a:ext uri="{FF2B5EF4-FFF2-40B4-BE49-F238E27FC236}">
                      <a16:creationId xmlns:a16="http://schemas.microsoft.com/office/drawing/2014/main" id="{5847DCD3-C76F-3E89-F437-C5754028A3DC}"/>
                    </a:ext>
                  </a:extLst>
                </p:cNvPr>
                <p:cNvGrpSpPr/>
                <p:nvPr userDrawn="1"/>
              </p:nvGrpSpPr>
              <p:grpSpPr>
                <a:xfrm rot="10800000">
                  <a:off x="13061402" y="3665637"/>
                  <a:ext cx="145820" cy="146462"/>
                  <a:chOff x="13096169" y="3602278"/>
                  <a:chExt cx="145820" cy="146462"/>
                </a:xfrm>
              </p:grpSpPr>
              <p:sp>
                <p:nvSpPr>
                  <p:cNvPr id="75" name="Rechthoek 74">
                    <a:extLst>
                      <a:ext uri="{FF2B5EF4-FFF2-40B4-BE49-F238E27FC236}">
                        <a16:creationId xmlns:a16="http://schemas.microsoft.com/office/drawing/2014/main" id="{7E3D2265-B6ED-F356-7223-CF4A7B475741}"/>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76" name="Rechthoek 75">
                    <a:extLst>
                      <a:ext uri="{FF2B5EF4-FFF2-40B4-BE49-F238E27FC236}">
                        <a16:creationId xmlns:a16="http://schemas.microsoft.com/office/drawing/2014/main" id="{C0CDF9B4-75C2-82A5-9369-D46ADC65EBF9}"/>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sp>
            <p:nvSpPr>
              <p:cNvPr id="70" name="Rechthoek 69">
                <a:extLst>
                  <a:ext uri="{FF2B5EF4-FFF2-40B4-BE49-F238E27FC236}">
                    <a16:creationId xmlns:a16="http://schemas.microsoft.com/office/drawing/2014/main" id="{4DF1CE7C-E9E6-8B9C-1E32-907AC0014390}"/>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900" b="0" noProof="0" dirty="0">
                    <a:solidFill>
                      <a:srgbClr val="211F26"/>
                    </a:solidFill>
                    <a:latin typeface="Calibri" panose="020F0502020204030204" pitchFamily="34" charset="0"/>
                    <a:cs typeface="Calibri" panose="020F0502020204030204" pitchFamily="34" charset="0"/>
                  </a:rPr>
                  <a:t>Crop</a:t>
                </a:r>
              </a:p>
            </p:txBody>
          </p:sp>
          <p:sp>
            <p:nvSpPr>
              <p:cNvPr id="71" name="Gelijkbenige driehoek 70">
                <a:extLst>
                  <a:ext uri="{FF2B5EF4-FFF2-40B4-BE49-F238E27FC236}">
                    <a16:creationId xmlns:a16="http://schemas.microsoft.com/office/drawing/2014/main" id="{84FB8A36-50FE-4AFD-BF7A-10E2B0EF97B2}"/>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53" name="ICOON_info">
              <a:extLst>
                <a:ext uri="{FF2B5EF4-FFF2-40B4-BE49-F238E27FC236}">
                  <a16:creationId xmlns:a16="http://schemas.microsoft.com/office/drawing/2014/main" id="{48ACEE1B-242B-B5F0-194F-667EAA66EB0D}"/>
                </a:ext>
              </a:extLst>
            </p:cNvPr>
            <p:cNvGrpSpPr/>
            <p:nvPr userDrawn="1"/>
          </p:nvGrpSpPr>
          <p:grpSpPr>
            <a:xfrm>
              <a:off x="-376736" y="4055594"/>
              <a:ext cx="283685" cy="283685"/>
              <a:chOff x="-510741" y="5913713"/>
              <a:chExt cx="267555" cy="267555"/>
            </a:xfrm>
          </p:grpSpPr>
          <p:sp>
            <p:nvSpPr>
              <p:cNvPr id="67" name="Ovaal 66">
                <a:extLst>
                  <a:ext uri="{FF2B5EF4-FFF2-40B4-BE49-F238E27FC236}">
                    <a16:creationId xmlns:a16="http://schemas.microsoft.com/office/drawing/2014/main" id="{8F340F90-9197-5EF9-7D93-141F1C5999D9}"/>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68" name="Graphic 163" descr="Informatie">
                <a:extLst>
                  <a:ext uri="{FF2B5EF4-FFF2-40B4-BE49-F238E27FC236}">
                    <a16:creationId xmlns:a16="http://schemas.microsoft.com/office/drawing/2014/main" id="{50D41316-8DA3-A36E-7B44-324DD2A72A03}"/>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54" name="Groep 53">
              <a:extLst>
                <a:ext uri="{FF2B5EF4-FFF2-40B4-BE49-F238E27FC236}">
                  <a16:creationId xmlns:a16="http://schemas.microsoft.com/office/drawing/2014/main" id="{9ED540E0-7070-DB13-59AB-ABF04EC65687}"/>
                </a:ext>
              </a:extLst>
            </p:cNvPr>
            <p:cNvGrpSpPr/>
            <p:nvPr userDrawn="1"/>
          </p:nvGrpSpPr>
          <p:grpSpPr>
            <a:xfrm>
              <a:off x="-938434" y="4364020"/>
              <a:ext cx="627798" cy="576693"/>
              <a:chOff x="-938434" y="4570310"/>
              <a:chExt cx="627798" cy="576693"/>
            </a:xfrm>
          </p:grpSpPr>
          <p:grpSp>
            <p:nvGrpSpPr>
              <p:cNvPr id="62" name="Inspireren">
                <a:extLst>
                  <a:ext uri="{FF2B5EF4-FFF2-40B4-BE49-F238E27FC236}">
                    <a16:creationId xmlns:a16="http://schemas.microsoft.com/office/drawing/2014/main" id="{62A04428-6E83-32B4-9FAB-DCB1667D037D}"/>
                  </a:ext>
                </a:extLst>
              </p:cNvPr>
              <p:cNvGrpSpPr>
                <a:grpSpLocks noChangeAspect="1"/>
              </p:cNvGrpSpPr>
              <p:nvPr userDrawn="1"/>
            </p:nvGrpSpPr>
            <p:grpSpPr bwMode="auto">
              <a:xfrm>
                <a:off x="-716116" y="4570310"/>
                <a:ext cx="169778" cy="242385"/>
                <a:chOff x="4768" y="2783"/>
                <a:chExt cx="788" cy="1125"/>
              </a:xfrm>
              <a:gradFill>
                <a:gsLst>
                  <a:gs pos="0">
                    <a:srgbClr val="9D9FA1"/>
                  </a:gs>
                  <a:gs pos="70000">
                    <a:srgbClr val="211F26"/>
                  </a:gs>
                </a:gsLst>
                <a:lin ang="2700000" scaled="0"/>
              </a:gradFill>
            </p:grpSpPr>
            <p:sp>
              <p:nvSpPr>
                <p:cNvPr id="64" name="Freeform 12">
                  <a:extLst>
                    <a:ext uri="{FF2B5EF4-FFF2-40B4-BE49-F238E27FC236}">
                      <a16:creationId xmlns:a16="http://schemas.microsoft.com/office/drawing/2014/main" id="{BC8457D2-173B-3BAB-5615-0AE5B82F2B9C}"/>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65" name="Freeform 13">
                  <a:extLst>
                    <a:ext uri="{FF2B5EF4-FFF2-40B4-BE49-F238E27FC236}">
                      <a16:creationId xmlns:a16="http://schemas.microsoft.com/office/drawing/2014/main" id="{E13BEEA4-A04E-AE3C-53CD-59348AA1D7CE}"/>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66" name="Freeform 14">
                  <a:extLst>
                    <a:ext uri="{FF2B5EF4-FFF2-40B4-BE49-F238E27FC236}">
                      <a16:creationId xmlns:a16="http://schemas.microsoft.com/office/drawing/2014/main" id="{A5835AE3-E5C3-0B7C-B492-564AC14076B5}"/>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63" name="Tekstvak 62">
                <a:extLst>
                  <a:ext uri="{FF2B5EF4-FFF2-40B4-BE49-F238E27FC236}">
                    <a16:creationId xmlns:a16="http://schemas.microsoft.com/office/drawing/2014/main" id="{27FB5D2B-493D-E964-17BF-D365F4AB0276}"/>
                  </a:ext>
                </a:extLst>
              </p:cNvPr>
              <p:cNvSpPr txBox="1"/>
              <p:nvPr userDrawn="1"/>
            </p:nvSpPr>
            <p:spPr>
              <a:xfrm>
                <a:off x="-938434" y="4824764"/>
                <a:ext cx="627798" cy="32223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grpSp>
          <p:nvGrpSpPr>
            <p:cNvPr id="55" name="Groep 54">
              <a:extLst>
                <a:ext uri="{FF2B5EF4-FFF2-40B4-BE49-F238E27FC236}">
                  <a16:creationId xmlns:a16="http://schemas.microsoft.com/office/drawing/2014/main" id="{55274F88-BD65-7EC3-24B0-0C2420703DD1}"/>
                </a:ext>
              </a:extLst>
            </p:cNvPr>
            <p:cNvGrpSpPr/>
            <p:nvPr userDrawn="1"/>
          </p:nvGrpSpPr>
          <p:grpSpPr>
            <a:xfrm>
              <a:off x="-3365484" y="1226982"/>
              <a:ext cx="446937" cy="406485"/>
              <a:chOff x="-3563526" y="1409294"/>
              <a:chExt cx="354190" cy="322133"/>
            </a:xfrm>
          </p:grpSpPr>
          <p:grpSp>
            <p:nvGrpSpPr>
              <p:cNvPr id="56" name="Groep 55">
                <a:extLst>
                  <a:ext uri="{FF2B5EF4-FFF2-40B4-BE49-F238E27FC236}">
                    <a16:creationId xmlns:a16="http://schemas.microsoft.com/office/drawing/2014/main" id="{7A6085FC-A172-67B5-BB8D-17001DC0A45E}"/>
                  </a:ext>
                </a:extLst>
              </p:cNvPr>
              <p:cNvGrpSpPr/>
              <p:nvPr userDrawn="1"/>
            </p:nvGrpSpPr>
            <p:grpSpPr>
              <a:xfrm>
                <a:off x="-3499992" y="1409294"/>
                <a:ext cx="225195" cy="195499"/>
                <a:chOff x="8987389" y="1361199"/>
                <a:chExt cx="2200275" cy="1914525"/>
              </a:xfrm>
            </p:grpSpPr>
            <p:sp>
              <p:nvSpPr>
                <p:cNvPr id="58" name="Vrije vorm: vorm 57">
                  <a:extLst>
                    <a:ext uri="{FF2B5EF4-FFF2-40B4-BE49-F238E27FC236}">
                      <a16:creationId xmlns:a16="http://schemas.microsoft.com/office/drawing/2014/main" id="{8C460B96-126F-1EEE-8106-D2C3CE2BE58F}"/>
                    </a:ext>
                  </a:extLst>
                </p:cNvPr>
                <p:cNvSpPr/>
                <p:nvPr/>
              </p:nvSpPr>
              <p:spPr>
                <a:xfrm>
                  <a:off x="9363620" y="1831738"/>
                  <a:ext cx="371477" cy="371472"/>
                </a:xfrm>
                <a:custGeom>
                  <a:avLst/>
                  <a:gdLst>
                    <a:gd name="connsiteX0" fmla="*/ 369094 w 371475"/>
                    <a:gd name="connsiteY0" fmla="*/ 188119 h 371475"/>
                    <a:gd name="connsiteX1" fmla="*/ 188119 w 371475"/>
                    <a:gd name="connsiteY1" fmla="*/ 369094 h 371475"/>
                    <a:gd name="connsiteX2" fmla="*/ 7144 w 371475"/>
                    <a:gd name="connsiteY2" fmla="*/ 188119 h 371475"/>
                    <a:gd name="connsiteX3" fmla="*/ 188119 w 371475"/>
                    <a:gd name="connsiteY3" fmla="*/ 7144 h 371475"/>
                    <a:gd name="connsiteX4" fmla="*/ 369094 w 371475"/>
                    <a:gd name="connsiteY4" fmla="*/ 188119 h 371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 h="371475">
                      <a:moveTo>
                        <a:pt x="369094" y="188119"/>
                      </a:moveTo>
                      <a:cubicBezTo>
                        <a:pt x="369094" y="288068"/>
                        <a:pt x="288068" y="369094"/>
                        <a:pt x="188119" y="369094"/>
                      </a:cubicBezTo>
                      <a:cubicBezTo>
                        <a:pt x="88169" y="369094"/>
                        <a:pt x="7144" y="288068"/>
                        <a:pt x="7144" y="188119"/>
                      </a:cubicBezTo>
                      <a:cubicBezTo>
                        <a:pt x="7144" y="88169"/>
                        <a:pt x="88169" y="7144"/>
                        <a:pt x="188119" y="7144"/>
                      </a:cubicBezTo>
                      <a:cubicBezTo>
                        <a:pt x="288068" y="7144"/>
                        <a:pt x="369094" y="88169"/>
                        <a:pt x="369094" y="188119"/>
                      </a:cubicBezTo>
                      <a:close/>
                    </a:path>
                  </a:pathLst>
                </a:custGeom>
                <a:solidFill>
                  <a:srgbClr val="1FF524"/>
                </a:solidFill>
                <a:ln w="9525" cap="flat">
                  <a:noFill/>
                  <a:prstDash val="solid"/>
                  <a:miter/>
                </a:ln>
              </p:spPr>
              <p:txBody>
                <a:bodyPr rtlCol="0" anchor="ctr"/>
                <a:lstStyle/>
                <a:p>
                  <a:pPr defTabSz="995469"/>
                  <a:endParaRPr lang="en-GB" sz="7200" noProof="0" dirty="0">
                    <a:solidFill>
                      <a:srgbClr val="211F26"/>
                    </a:solidFill>
                    <a:latin typeface="+mn-lt"/>
                  </a:endParaRPr>
                </a:p>
              </p:txBody>
            </p:sp>
            <p:grpSp>
              <p:nvGrpSpPr>
                <p:cNvPr id="59" name="Groep 58">
                  <a:extLst>
                    <a:ext uri="{FF2B5EF4-FFF2-40B4-BE49-F238E27FC236}">
                      <a16:creationId xmlns:a16="http://schemas.microsoft.com/office/drawing/2014/main" id="{1A6CC070-0550-5850-74BE-1EB18A25D2C3}"/>
                    </a:ext>
                  </a:extLst>
                </p:cNvPr>
                <p:cNvGrpSpPr/>
                <p:nvPr/>
              </p:nvGrpSpPr>
              <p:grpSpPr>
                <a:xfrm>
                  <a:off x="8987389" y="1361199"/>
                  <a:ext cx="2200275" cy="1914525"/>
                  <a:chOff x="8987389" y="1361199"/>
                  <a:chExt cx="2200275" cy="1914525"/>
                </a:xfrm>
                <a:gradFill>
                  <a:gsLst>
                    <a:gs pos="0">
                      <a:srgbClr val="9D9FA1"/>
                    </a:gs>
                    <a:gs pos="70000">
                      <a:srgbClr val="211F26"/>
                    </a:gs>
                  </a:gsLst>
                  <a:lin ang="2700000" scaled="0"/>
                </a:gradFill>
              </p:grpSpPr>
              <p:sp>
                <p:nvSpPr>
                  <p:cNvPr id="60" name="Vrije vorm: vorm 59">
                    <a:extLst>
                      <a:ext uri="{FF2B5EF4-FFF2-40B4-BE49-F238E27FC236}">
                        <a16:creationId xmlns:a16="http://schemas.microsoft.com/office/drawing/2014/main" id="{1202B739-C50C-952F-22A9-A2DBEE381B78}"/>
                      </a:ext>
                    </a:extLst>
                  </p:cNvPr>
                  <p:cNvSpPr/>
                  <p:nvPr/>
                </p:nvSpPr>
                <p:spPr>
                  <a:xfrm>
                    <a:off x="8987389" y="1361199"/>
                    <a:ext cx="2200275" cy="1914525"/>
                  </a:xfrm>
                  <a:custGeom>
                    <a:avLst/>
                    <a:gdLst>
                      <a:gd name="connsiteX0" fmla="*/ 7144 w 2200275"/>
                      <a:gd name="connsiteY0" fmla="*/ 7144 h 1914525"/>
                      <a:gd name="connsiteX1" fmla="*/ 7144 w 2200275"/>
                      <a:gd name="connsiteY1" fmla="*/ 245269 h 1914525"/>
                      <a:gd name="connsiteX2" fmla="*/ 432911 w 2200275"/>
                      <a:gd name="connsiteY2" fmla="*/ 245269 h 1914525"/>
                      <a:gd name="connsiteX3" fmla="*/ 432911 w 2200275"/>
                      <a:gd name="connsiteY3" fmla="*/ 245269 h 1914525"/>
                      <a:gd name="connsiteX4" fmla="*/ 1959769 w 2200275"/>
                      <a:gd name="connsiteY4" fmla="*/ 245269 h 1914525"/>
                      <a:gd name="connsiteX5" fmla="*/ 1959769 w 2200275"/>
                      <a:gd name="connsiteY5" fmla="*/ 1674019 h 1914525"/>
                      <a:gd name="connsiteX6" fmla="*/ 245269 w 2200275"/>
                      <a:gd name="connsiteY6" fmla="*/ 1674019 h 1914525"/>
                      <a:gd name="connsiteX7" fmla="*/ 245269 w 2200275"/>
                      <a:gd name="connsiteY7" fmla="*/ 350044 h 1914525"/>
                      <a:gd name="connsiteX8" fmla="*/ 7144 w 2200275"/>
                      <a:gd name="connsiteY8" fmla="*/ 350044 h 1914525"/>
                      <a:gd name="connsiteX9" fmla="*/ 7144 w 2200275"/>
                      <a:gd name="connsiteY9" fmla="*/ 1912144 h 1914525"/>
                      <a:gd name="connsiteX10" fmla="*/ 2197894 w 2200275"/>
                      <a:gd name="connsiteY10" fmla="*/ 1912144 h 1914525"/>
                      <a:gd name="connsiteX11" fmla="*/ 2197894 w 2200275"/>
                      <a:gd name="connsiteY11" fmla="*/ 7144 h 1914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0275" h="1914525">
                        <a:moveTo>
                          <a:pt x="7144" y="7144"/>
                        </a:moveTo>
                        <a:lnTo>
                          <a:pt x="7144" y="245269"/>
                        </a:lnTo>
                        <a:lnTo>
                          <a:pt x="432911" y="245269"/>
                        </a:lnTo>
                        <a:lnTo>
                          <a:pt x="432911" y="245269"/>
                        </a:lnTo>
                        <a:lnTo>
                          <a:pt x="1959769" y="245269"/>
                        </a:lnTo>
                        <a:lnTo>
                          <a:pt x="1959769" y="1674019"/>
                        </a:lnTo>
                        <a:lnTo>
                          <a:pt x="245269" y="1674019"/>
                        </a:lnTo>
                        <a:lnTo>
                          <a:pt x="245269" y="350044"/>
                        </a:lnTo>
                        <a:lnTo>
                          <a:pt x="7144" y="350044"/>
                        </a:lnTo>
                        <a:lnTo>
                          <a:pt x="7144" y="1912144"/>
                        </a:lnTo>
                        <a:lnTo>
                          <a:pt x="2197894" y="1912144"/>
                        </a:lnTo>
                        <a:lnTo>
                          <a:pt x="2197894" y="7144"/>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sp>
                <p:nvSpPr>
                  <p:cNvPr id="61" name="Vrije vorm: vorm 60">
                    <a:extLst>
                      <a:ext uri="{FF2B5EF4-FFF2-40B4-BE49-F238E27FC236}">
                        <a16:creationId xmlns:a16="http://schemas.microsoft.com/office/drawing/2014/main" id="{0F0FA3AA-1DED-70D1-F41C-9531BACAECCF}"/>
                      </a:ext>
                    </a:extLst>
                  </p:cNvPr>
                  <p:cNvSpPr/>
                  <p:nvPr/>
                </p:nvSpPr>
                <p:spPr>
                  <a:xfrm>
                    <a:off x="9362668" y="1953652"/>
                    <a:ext cx="1438273" cy="885828"/>
                  </a:xfrm>
                  <a:custGeom>
                    <a:avLst/>
                    <a:gdLst>
                      <a:gd name="connsiteX0" fmla="*/ 1070134 w 1438275"/>
                      <a:gd name="connsiteY0" fmla="*/ 7144 h 885825"/>
                      <a:gd name="connsiteX1" fmla="*/ 801529 w 1438275"/>
                      <a:gd name="connsiteY1" fmla="*/ 275749 h 885825"/>
                      <a:gd name="connsiteX2" fmla="*/ 662464 w 1438275"/>
                      <a:gd name="connsiteY2" fmla="*/ 137636 h 885825"/>
                      <a:gd name="connsiteX3" fmla="*/ 7144 w 1438275"/>
                      <a:gd name="connsiteY3" fmla="*/ 784384 h 885825"/>
                      <a:gd name="connsiteX4" fmla="*/ 108109 w 1438275"/>
                      <a:gd name="connsiteY4" fmla="*/ 885349 h 885825"/>
                      <a:gd name="connsiteX5" fmla="*/ 662464 w 1438275"/>
                      <a:gd name="connsiteY5" fmla="*/ 338614 h 885825"/>
                      <a:gd name="connsiteX6" fmla="*/ 928211 w 1438275"/>
                      <a:gd name="connsiteY6" fmla="*/ 605314 h 885825"/>
                      <a:gd name="connsiteX7" fmla="*/ 1029176 w 1438275"/>
                      <a:gd name="connsiteY7" fmla="*/ 503396 h 885825"/>
                      <a:gd name="connsiteX8" fmla="*/ 902494 w 1438275"/>
                      <a:gd name="connsiteY8" fmla="*/ 376714 h 885825"/>
                      <a:gd name="connsiteX9" fmla="*/ 1070134 w 1438275"/>
                      <a:gd name="connsiteY9" fmla="*/ 209074 h 885825"/>
                      <a:gd name="connsiteX10" fmla="*/ 1337786 w 1438275"/>
                      <a:gd name="connsiteY10" fmla="*/ 480536 h 885825"/>
                      <a:gd name="connsiteX11" fmla="*/ 1438751 w 1438275"/>
                      <a:gd name="connsiteY11" fmla="*/ 378619 h 885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38275" h="885825">
                        <a:moveTo>
                          <a:pt x="1070134" y="7144"/>
                        </a:moveTo>
                        <a:lnTo>
                          <a:pt x="801529" y="275749"/>
                        </a:lnTo>
                        <a:lnTo>
                          <a:pt x="662464" y="137636"/>
                        </a:lnTo>
                        <a:lnTo>
                          <a:pt x="7144" y="784384"/>
                        </a:lnTo>
                        <a:lnTo>
                          <a:pt x="108109" y="885349"/>
                        </a:lnTo>
                        <a:lnTo>
                          <a:pt x="662464" y="338614"/>
                        </a:lnTo>
                        <a:lnTo>
                          <a:pt x="928211" y="605314"/>
                        </a:lnTo>
                        <a:lnTo>
                          <a:pt x="1029176" y="503396"/>
                        </a:lnTo>
                        <a:lnTo>
                          <a:pt x="902494" y="376714"/>
                        </a:lnTo>
                        <a:lnTo>
                          <a:pt x="1070134" y="209074"/>
                        </a:lnTo>
                        <a:lnTo>
                          <a:pt x="1337786" y="480536"/>
                        </a:lnTo>
                        <a:lnTo>
                          <a:pt x="1438751" y="378619"/>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grpSp>
          </p:grpSp>
          <p:sp>
            <p:nvSpPr>
              <p:cNvPr id="57" name="Tekstvak 56">
                <a:extLst>
                  <a:ext uri="{FF2B5EF4-FFF2-40B4-BE49-F238E27FC236}">
                    <a16:creationId xmlns:a16="http://schemas.microsoft.com/office/drawing/2014/main" id="{2EE8E4D7-969D-CD7D-74C3-E18162B8F8E4}"/>
                  </a:ext>
                </a:extLst>
              </p:cNvPr>
              <p:cNvSpPr txBox="1"/>
              <p:nvPr userDrawn="1"/>
            </p:nvSpPr>
            <p:spPr>
              <a:xfrm>
                <a:off x="-3563526" y="1617700"/>
                <a:ext cx="354190" cy="113727"/>
              </a:xfrm>
              <a:prstGeom prst="rect">
                <a:avLst/>
              </a:prstGeom>
              <a:noFill/>
            </p:spPr>
            <p:txBody>
              <a:bodyPr wrap="square" lIns="0" tIns="18000" rIns="0" bIns="0" rtlCol="0" anchor="t">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Images</a:t>
                </a:r>
              </a:p>
            </p:txBody>
          </p:sp>
        </p:grpSp>
      </p:grpSp>
      <p:sp>
        <p:nvSpPr>
          <p:cNvPr id="86" name="Rectangle 85">
            <a:extLst>
              <a:ext uri="{FF2B5EF4-FFF2-40B4-BE49-F238E27FC236}">
                <a16:creationId xmlns:a16="http://schemas.microsoft.com/office/drawing/2014/main" id="{A5CEF175-4A9F-CB7D-E876-93C28EE34018}"/>
              </a:ext>
            </a:extLst>
          </p:cNvPr>
          <p:cNvSpPr/>
          <p:nvPr userDrawn="1"/>
        </p:nvSpPr>
        <p:spPr>
          <a:xfrm>
            <a:off x="718666" y="-1"/>
            <a:ext cx="10751096" cy="3736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r>
              <a:rPr lang="en-US" sz="1600" dirty="0"/>
              <a:t>Objective | Background | Methods | Results | Conclusions</a:t>
            </a:r>
            <a:endParaRPr lang="LID4096" sz="1600" dirty="0" err="1"/>
          </a:p>
        </p:txBody>
      </p:sp>
    </p:spTree>
    <p:extLst>
      <p:ext uri="{BB962C8B-B14F-4D97-AF65-F5344CB8AC3E}">
        <p14:creationId xmlns:p14="http://schemas.microsoft.com/office/powerpoint/2010/main" val="318466427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 image | 3x">
    <p:spTree>
      <p:nvGrpSpPr>
        <p:cNvPr id="1" name=""/>
        <p:cNvGrpSpPr/>
        <p:nvPr/>
      </p:nvGrpSpPr>
      <p:grpSpPr>
        <a:xfrm>
          <a:off x="0" y="0"/>
          <a:ext cx="0" cy="0"/>
          <a:chOff x="0" y="0"/>
          <a:chExt cx="0" cy="0"/>
        </a:xfrm>
      </p:grpSpPr>
      <p:sp>
        <p:nvSpPr>
          <p:cNvPr id="21" name="Rechthoek 20">
            <a:extLst>
              <a:ext uri="{FF2B5EF4-FFF2-40B4-BE49-F238E27FC236}">
                <a16:creationId xmlns:a16="http://schemas.microsoft.com/office/drawing/2014/main" id="{8778B65F-BF88-4C17-8B7E-1110F69AEE26}"/>
              </a:ext>
            </a:extLst>
          </p:cNvPr>
          <p:cNvSpPr/>
          <p:nvPr userDrawn="1"/>
        </p:nvSpPr>
        <p:spPr>
          <a:xfrm>
            <a:off x="0" y="-441330"/>
            <a:ext cx="1835952"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en-GB" sz="1800" b="1" cap="none" baseline="0" noProof="0" dirty="0">
                <a:solidFill>
                  <a:schemeClr val="accent1"/>
                </a:solidFill>
                <a:latin typeface="+mj-lt"/>
              </a:rPr>
              <a:t>Text + image | 3x</a:t>
            </a:r>
          </a:p>
        </p:txBody>
      </p:sp>
      <p:sp>
        <p:nvSpPr>
          <p:cNvPr id="2" name="Tijdelijke aanduiding voor datum 1">
            <a:extLst>
              <a:ext uri="{FF2B5EF4-FFF2-40B4-BE49-F238E27FC236}">
                <a16:creationId xmlns:a16="http://schemas.microsoft.com/office/drawing/2014/main" id="{807AA2A9-52F4-4F7D-8523-63C6A6561FDB}"/>
              </a:ext>
            </a:extLst>
          </p:cNvPr>
          <p:cNvSpPr>
            <a:spLocks noGrp="1"/>
          </p:cNvSpPr>
          <p:nvPr>
            <p:ph type="dt" sz="half" idx="18"/>
          </p:nvPr>
        </p:nvSpPr>
        <p:spPr/>
        <p:txBody>
          <a:bodyPr/>
          <a:lstStyle/>
          <a:p>
            <a:r>
              <a:rPr lang="LID4096"/>
              <a:t>08/30/2024</a:t>
            </a:r>
            <a:endParaRPr lang="en-GB" dirty="0"/>
          </a:p>
        </p:txBody>
      </p:sp>
      <p:sp>
        <p:nvSpPr>
          <p:cNvPr id="4" name="Tijdelijke aanduiding voor dianummer 3">
            <a:extLst>
              <a:ext uri="{FF2B5EF4-FFF2-40B4-BE49-F238E27FC236}">
                <a16:creationId xmlns:a16="http://schemas.microsoft.com/office/drawing/2014/main" id="{7B990ADF-91B8-4E79-82C1-A3A57F190DC3}"/>
              </a:ext>
            </a:extLst>
          </p:cNvPr>
          <p:cNvSpPr>
            <a:spLocks noGrp="1"/>
          </p:cNvSpPr>
          <p:nvPr>
            <p:ph type="sldNum" sz="quarter" idx="20"/>
          </p:nvPr>
        </p:nvSpPr>
        <p:spPr/>
        <p:txBody>
          <a:bodyPr/>
          <a:lstStyle/>
          <a:p>
            <a:fld id="{9E843DB9-9987-4157-AB9C-CEA8D7D910BB}" type="slidenum">
              <a:rPr lang="en-GB" smtClean="0"/>
              <a:pPr/>
              <a:t>‹#›</a:t>
            </a:fld>
            <a:endParaRPr lang="en-GB" dirty="0"/>
          </a:p>
        </p:txBody>
      </p:sp>
      <p:sp>
        <p:nvSpPr>
          <p:cNvPr id="5" name="Titel 4">
            <a:extLst>
              <a:ext uri="{FF2B5EF4-FFF2-40B4-BE49-F238E27FC236}">
                <a16:creationId xmlns:a16="http://schemas.microsoft.com/office/drawing/2014/main" id="{9B105F46-F99B-7E73-16E0-CD2C01EDC8CA}"/>
              </a:ext>
            </a:extLst>
          </p:cNvPr>
          <p:cNvSpPr>
            <a:spLocks noGrp="1"/>
          </p:cNvSpPr>
          <p:nvPr>
            <p:ph type="title" hasCustomPrompt="1"/>
          </p:nvPr>
        </p:nvSpPr>
        <p:spPr/>
        <p:txBody>
          <a:bodyPr/>
          <a:lstStyle/>
          <a:p>
            <a:r>
              <a:rPr lang="en-GB" noProof="0" dirty="0"/>
              <a:t>Title goes here</a:t>
            </a:r>
            <a:endParaRPr lang="en-GB" dirty="0"/>
          </a:p>
        </p:txBody>
      </p:sp>
      <p:sp>
        <p:nvSpPr>
          <p:cNvPr id="10" name="Tijdelijke aanduiding voor afbeelding 16">
            <a:extLst>
              <a:ext uri="{FF2B5EF4-FFF2-40B4-BE49-F238E27FC236}">
                <a16:creationId xmlns:a16="http://schemas.microsoft.com/office/drawing/2014/main" id="{91EA6725-0188-65AD-72C1-4C7BD74C71DD}"/>
              </a:ext>
            </a:extLst>
          </p:cNvPr>
          <p:cNvSpPr>
            <a:spLocks noGrp="1"/>
          </p:cNvSpPr>
          <p:nvPr>
            <p:ph type="pic" sz="quarter" idx="13" hasCustomPrompt="1"/>
          </p:nvPr>
        </p:nvSpPr>
        <p:spPr>
          <a:xfrm>
            <a:off x="719138" y="1565274"/>
            <a:ext cx="3465135" cy="2401245"/>
          </a:xfrm>
          <a:pattFill prst="pct60">
            <a:fgClr>
              <a:schemeClr val="bg1">
                <a:lumMod val="95000"/>
              </a:schemeClr>
            </a:fgClr>
            <a:bgClr>
              <a:schemeClr val="bg1">
                <a:lumMod val="85000"/>
              </a:schemeClr>
            </a:bgClr>
          </a:patt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the tab </a:t>
            </a:r>
            <a:br>
              <a:rPr lang="en-GB" noProof="0" dirty="0"/>
            </a:br>
            <a:r>
              <a:rPr lang="en-GB" noProof="0" dirty="0"/>
              <a:t>‘</a:t>
            </a:r>
            <a:r>
              <a:rPr lang="en-GB" noProof="0" dirty="0" err="1"/>
              <a:t>Slidebuilder</a:t>
            </a:r>
            <a:r>
              <a:rPr lang="en-GB" noProof="0" dirty="0"/>
              <a:t>’, click on ‘Images’,</a:t>
            </a:r>
            <a:br>
              <a:rPr lang="en-GB" noProof="0" dirty="0"/>
            </a:br>
            <a:r>
              <a:rPr lang="en-GB" noProof="0" dirty="0"/>
              <a:t>select the preferred image and click on ‘Insert’.</a:t>
            </a:r>
          </a:p>
        </p:txBody>
      </p:sp>
      <p:sp>
        <p:nvSpPr>
          <p:cNvPr id="11" name="Tijdelijke aanduiding voor afbeelding 16">
            <a:extLst>
              <a:ext uri="{FF2B5EF4-FFF2-40B4-BE49-F238E27FC236}">
                <a16:creationId xmlns:a16="http://schemas.microsoft.com/office/drawing/2014/main" id="{F2DF1597-DFE8-6644-F887-E67950E3266F}"/>
              </a:ext>
            </a:extLst>
          </p:cNvPr>
          <p:cNvSpPr>
            <a:spLocks noGrp="1"/>
          </p:cNvSpPr>
          <p:nvPr>
            <p:ph type="pic" sz="quarter" idx="21" hasCustomPrompt="1"/>
          </p:nvPr>
        </p:nvSpPr>
        <p:spPr>
          <a:xfrm>
            <a:off x="4363196" y="1565274"/>
            <a:ext cx="3465135" cy="2401245"/>
          </a:xfrm>
          <a:pattFill prst="pct60">
            <a:fgClr>
              <a:schemeClr val="bg1">
                <a:lumMod val="95000"/>
              </a:schemeClr>
            </a:fgClr>
            <a:bgClr>
              <a:schemeClr val="bg1">
                <a:lumMod val="85000"/>
              </a:schemeClr>
            </a:bgClr>
          </a:patt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the tab </a:t>
            </a:r>
            <a:br>
              <a:rPr lang="en-GB" noProof="0" dirty="0"/>
            </a:br>
            <a:r>
              <a:rPr lang="en-GB" noProof="0" dirty="0"/>
              <a:t>‘</a:t>
            </a:r>
            <a:r>
              <a:rPr lang="en-GB" noProof="0" dirty="0" err="1"/>
              <a:t>Slidebuilder</a:t>
            </a:r>
            <a:r>
              <a:rPr lang="en-GB" noProof="0" dirty="0"/>
              <a:t>’, click on ‘Images’,</a:t>
            </a:r>
            <a:br>
              <a:rPr lang="en-GB" noProof="0" dirty="0"/>
            </a:br>
            <a:r>
              <a:rPr lang="en-GB" noProof="0" dirty="0"/>
              <a:t>select the preferred image and click on ‘Insert’.</a:t>
            </a:r>
          </a:p>
        </p:txBody>
      </p:sp>
      <p:sp>
        <p:nvSpPr>
          <p:cNvPr id="12" name="Tijdelijke aanduiding voor afbeelding 16">
            <a:extLst>
              <a:ext uri="{FF2B5EF4-FFF2-40B4-BE49-F238E27FC236}">
                <a16:creationId xmlns:a16="http://schemas.microsoft.com/office/drawing/2014/main" id="{810D3D24-77AF-21F9-A7DC-EAC87BBBAD8B}"/>
              </a:ext>
            </a:extLst>
          </p:cNvPr>
          <p:cNvSpPr>
            <a:spLocks noGrp="1"/>
          </p:cNvSpPr>
          <p:nvPr>
            <p:ph type="pic" sz="quarter" idx="22" hasCustomPrompt="1"/>
          </p:nvPr>
        </p:nvSpPr>
        <p:spPr>
          <a:xfrm>
            <a:off x="8007254" y="1565274"/>
            <a:ext cx="3465135" cy="2401245"/>
          </a:xfrm>
          <a:pattFill prst="pct60">
            <a:fgClr>
              <a:schemeClr val="bg1">
                <a:lumMod val="95000"/>
              </a:schemeClr>
            </a:fgClr>
            <a:bgClr>
              <a:schemeClr val="bg1">
                <a:lumMod val="85000"/>
              </a:schemeClr>
            </a:bgClr>
          </a:patt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the tab </a:t>
            </a:r>
            <a:br>
              <a:rPr lang="en-GB" noProof="0" dirty="0"/>
            </a:br>
            <a:r>
              <a:rPr lang="en-GB" noProof="0" dirty="0"/>
              <a:t>‘</a:t>
            </a:r>
            <a:r>
              <a:rPr lang="en-GB" noProof="0" dirty="0" err="1"/>
              <a:t>Slidebuilder</a:t>
            </a:r>
            <a:r>
              <a:rPr lang="en-GB" noProof="0" dirty="0"/>
              <a:t>’, click on ‘Images’,</a:t>
            </a:r>
            <a:br>
              <a:rPr lang="en-GB" noProof="0" dirty="0"/>
            </a:br>
            <a:r>
              <a:rPr lang="en-GB" noProof="0" dirty="0"/>
              <a:t>select the preferred image and click on ‘Insert’.</a:t>
            </a:r>
          </a:p>
        </p:txBody>
      </p:sp>
      <p:grpSp>
        <p:nvGrpSpPr>
          <p:cNvPr id="3" name="INSTRUCTION">
            <a:extLst>
              <a:ext uri="{FF2B5EF4-FFF2-40B4-BE49-F238E27FC236}">
                <a16:creationId xmlns:a16="http://schemas.microsoft.com/office/drawing/2014/main" id="{C1BEDD91-7E11-7F78-0EB1-7A61AEAA1FC3}"/>
              </a:ext>
            </a:extLst>
          </p:cNvPr>
          <p:cNvGrpSpPr/>
          <p:nvPr userDrawn="1"/>
        </p:nvGrpSpPr>
        <p:grpSpPr>
          <a:xfrm>
            <a:off x="-3786164" y="0"/>
            <a:ext cx="3693113" cy="5054643"/>
            <a:chOff x="-3786164" y="0"/>
            <a:chExt cx="3693113" cy="5054643"/>
          </a:xfrm>
        </p:grpSpPr>
        <p:sp>
          <p:nvSpPr>
            <p:cNvPr id="6" name="Rechthoek 5">
              <a:extLst>
                <a:ext uri="{FF2B5EF4-FFF2-40B4-BE49-F238E27FC236}">
                  <a16:creationId xmlns:a16="http://schemas.microsoft.com/office/drawing/2014/main" id="{92820339-A155-C2DA-5D85-1A8A70891837}"/>
                </a:ext>
              </a:extLst>
            </p:cNvPr>
            <p:cNvSpPr/>
            <p:nvPr userDrawn="1"/>
          </p:nvSpPr>
          <p:spPr>
            <a:xfrm>
              <a:off x="-3786164" y="0"/>
              <a:ext cx="3593091" cy="4391599"/>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Insert/edit an image</a:t>
              </a:r>
            </a:p>
          </p:txBody>
        </p:sp>
        <p:sp>
          <p:nvSpPr>
            <p:cNvPr id="7" name="Rechthoek 6">
              <a:extLst>
                <a:ext uri="{FF2B5EF4-FFF2-40B4-BE49-F238E27FC236}">
                  <a16:creationId xmlns:a16="http://schemas.microsoft.com/office/drawing/2014/main" id="{6961C930-793D-30B1-AC1E-F37D153838DF}"/>
                </a:ext>
              </a:extLst>
            </p:cNvPr>
            <p:cNvSpPr/>
            <p:nvPr userDrawn="1"/>
          </p:nvSpPr>
          <p:spPr>
            <a:xfrm>
              <a:off x="-3786164" y="4226643"/>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sp>
          <p:nvSpPr>
            <p:cNvPr id="8" name="Ovaal 7">
              <a:extLst>
                <a:ext uri="{FF2B5EF4-FFF2-40B4-BE49-F238E27FC236}">
                  <a16:creationId xmlns:a16="http://schemas.microsoft.com/office/drawing/2014/main" id="{E6CA0822-5A7D-01B7-67B7-72AE344145DF}"/>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9" name="Rechthoek 8">
              <a:extLst>
                <a:ext uri="{FF2B5EF4-FFF2-40B4-BE49-F238E27FC236}">
                  <a16:creationId xmlns:a16="http://schemas.microsoft.com/office/drawing/2014/main" id="{F8FFBBD8-5578-28EF-FA1B-A0B704E1BCA2}"/>
                </a:ext>
              </a:extLst>
            </p:cNvPr>
            <p:cNvSpPr/>
            <p:nvPr userDrawn="1"/>
          </p:nvSpPr>
          <p:spPr>
            <a:xfrm>
              <a:off x="-3319416" y="465323"/>
              <a:ext cx="3008779" cy="661851"/>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If necessary, delete the existing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by using the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key’</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Select the placeholder,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1" i="0" u="none" strike="noStrike" kern="0" cap="none" spc="0" normalizeH="0" baseline="0" noProof="0" dirty="0" err="1">
                  <a:ln>
                    <a:noFill/>
                  </a:ln>
                  <a:solidFill>
                    <a:srgbClr val="000000"/>
                  </a:solidFill>
                  <a:effectLst/>
                  <a:uLnTx/>
                  <a:uFillTx/>
                  <a:latin typeface="Calibri" panose="020F0502020204030204" pitchFamily="34" charset="0"/>
                  <a:ea typeface="+mn-ea"/>
                  <a:cs typeface="Calibri" panose="020F0502020204030204" pitchFamily="34" charset="0"/>
                </a:rPr>
                <a:t>Slidebuilder</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 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‘Images’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endPar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13" name="Ovaal 12">
              <a:extLst>
                <a:ext uri="{FF2B5EF4-FFF2-40B4-BE49-F238E27FC236}">
                  <a16:creationId xmlns:a16="http://schemas.microsoft.com/office/drawing/2014/main" id="{7FC817E7-5A61-D634-3703-AAB1BBE944E2}"/>
                </a:ext>
              </a:extLst>
            </p:cNvPr>
            <p:cNvSpPr/>
            <p:nvPr userDrawn="1"/>
          </p:nvSpPr>
          <p:spPr>
            <a:xfrm>
              <a:off x="-3603587" y="18111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4" name="Rechthoek 13">
              <a:extLst>
                <a:ext uri="{FF2B5EF4-FFF2-40B4-BE49-F238E27FC236}">
                  <a16:creationId xmlns:a16="http://schemas.microsoft.com/office/drawing/2014/main" id="{AA8BFC37-3D23-7F23-92C4-E60F9DE2C6C0}"/>
                </a:ext>
              </a:extLst>
            </p:cNvPr>
            <p:cNvSpPr/>
            <p:nvPr userDrawn="1"/>
          </p:nvSpPr>
          <p:spPr>
            <a:xfrm>
              <a:off x="-3319415" y="1811185"/>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 the preferred category and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and click 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‘Insert’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15" name="Rechthoek 14">
              <a:extLst>
                <a:ext uri="{FF2B5EF4-FFF2-40B4-BE49-F238E27FC236}">
                  <a16:creationId xmlns:a16="http://schemas.microsoft.com/office/drawing/2014/main" id="{012F2198-FA74-4AEB-030B-4F62E89C93EF}"/>
                </a:ext>
              </a:extLst>
            </p:cNvPr>
            <p:cNvSpPr/>
            <p:nvPr userDrawn="1"/>
          </p:nvSpPr>
          <p:spPr>
            <a:xfrm>
              <a:off x="-3319415" y="2245760"/>
              <a:ext cx="825500" cy="209550"/>
            </a:xfrm>
            <a:prstGeom prst="rect">
              <a:avLst/>
            </a:prstGeom>
            <a:solidFill>
              <a:srgbClr val="1FF52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1000" b="1" noProof="0" dirty="0">
                  <a:solidFill>
                    <a:srgbClr val="211F26"/>
                  </a:solidFill>
                  <a:latin typeface="Calibri" panose="020F0502020204030204" pitchFamily="34" charset="0"/>
                  <a:cs typeface="Calibri" panose="020F0502020204030204" pitchFamily="34" charset="0"/>
                </a:rPr>
                <a:t>Insert</a:t>
              </a:r>
            </a:p>
          </p:txBody>
        </p:sp>
        <p:sp>
          <p:nvSpPr>
            <p:cNvPr id="16" name="Ovaal 15">
              <a:extLst>
                <a:ext uri="{FF2B5EF4-FFF2-40B4-BE49-F238E27FC236}">
                  <a16:creationId xmlns:a16="http://schemas.microsoft.com/office/drawing/2014/main" id="{6FFCC9BA-0FE5-6DE6-B88C-0EAF11CF4CD7}"/>
                </a:ext>
              </a:extLst>
            </p:cNvPr>
            <p:cNvSpPr/>
            <p:nvPr userDrawn="1"/>
          </p:nvSpPr>
          <p:spPr>
            <a:xfrm>
              <a:off x="-3603587" y="263483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17" name="Rechthoek 16">
              <a:extLst>
                <a:ext uri="{FF2B5EF4-FFF2-40B4-BE49-F238E27FC236}">
                  <a16:creationId xmlns:a16="http://schemas.microsoft.com/office/drawing/2014/main" id="{16F1F168-F1B6-04AA-70A1-81E6CF7F5B08}"/>
                </a:ext>
              </a:extLst>
            </p:cNvPr>
            <p:cNvSpPr/>
            <p:nvPr userDrawn="1"/>
          </p:nvSpPr>
          <p:spPr>
            <a:xfrm>
              <a:off x="-3319415" y="2634835"/>
              <a:ext cx="2944682" cy="794165"/>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To scale or drag the image,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‘Picture Tools - Format’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‘Crop’</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Scale the image itself with</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spheres and scale the image frame with the brackets.</a:t>
              </a:r>
            </a:p>
          </p:txBody>
        </p:sp>
        <p:grpSp>
          <p:nvGrpSpPr>
            <p:cNvPr id="18" name="Groep 17">
              <a:extLst>
                <a:ext uri="{FF2B5EF4-FFF2-40B4-BE49-F238E27FC236}">
                  <a16:creationId xmlns:a16="http://schemas.microsoft.com/office/drawing/2014/main" id="{D9EAC79E-1839-7C85-0B55-8C84A0ECB027}"/>
                </a:ext>
              </a:extLst>
            </p:cNvPr>
            <p:cNvGrpSpPr/>
            <p:nvPr userDrawn="1"/>
          </p:nvGrpSpPr>
          <p:grpSpPr>
            <a:xfrm>
              <a:off x="-3414453" y="3534339"/>
              <a:ext cx="514284" cy="506545"/>
              <a:chOff x="12617641" y="3403239"/>
              <a:chExt cx="752963" cy="741634"/>
            </a:xfrm>
          </p:grpSpPr>
          <p:grpSp>
            <p:nvGrpSpPr>
              <p:cNvPr id="36" name="Groep 35">
                <a:extLst>
                  <a:ext uri="{FF2B5EF4-FFF2-40B4-BE49-F238E27FC236}">
                    <a16:creationId xmlns:a16="http://schemas.microsoft.com/office/drawing/2014/main" id="{52550A1A-3BDD-E55D-669F-0BB27F2F91C5}"/>
                  </a:ext>
                </a:extLst>
              </p:cNvPr>
              <p:cNvGrpSpPr/>
              <p:nvPr userDrawn="1"/>
            </p:nvGrpSpPr>
            <p:grpSpPr>
              <a:xfrm>
                <a:off x="12771530" y="3403239"/>
                <a:ext cx="467176" cy="448491"/>
                <a:chOff x="12782157" y="3403239"/>
                <a:chExt cx="467176" cy="448491"/>
              </a:xfrm>
            </p:grpSpPr>
            <p:grpSp>
              <p:nvGrpSpPr>
                <p:cNvPr id="39" name="Groep 38">
                  <a:extLst>
                    <a:ext uri="{FF2B5EF4-FFF2-40B4-BE49-F238E27FC236}">
                      <a16:creationId xmlns:a16="http://schemas.microsoft.com/office/drawing/2014/main" id="{9CF74A4B-BB77-E9C9-08E8-7C7BD9A78E6B}"/>
                    </a:ext>
                  </a:extLst>
                </p:cNvPr>
                <p:cNvGrpSpPr/>
                <p:nvPr userDrawn="1"/>
              </p:nvGrpSpPr>
              <p:grpSpPr>
                <a:xfrm>
                  <a:off x="12782157" y="3403239"/>
                  <a:ext cx="412976" cy="396132"/>
                  <a:chOff x="13554906" y="3320109"/>
                  <a:chExt cx="443917" cy="425811"/>
                </a:xfrm>
              </p:grpSpPr>
              <p:grpSp>
                <p:nvGrpSpPr>
                  <p:cNvPr id="46" name="Groep 45">
                    <a:extLst>
                      <a:ext uri="{FF2B5EF4-FFF2-40B4-BE49-F238E27FC236}">
                        <a16:creationId xmlns:a16="http://schemas.microsoft.com/office/drawing/2014/main" id="{4486B5C9-3E8A-2C5B-A620-EC874628EB37}"/>
                      </a:ext>
                    </a:extLst>
                  </p:cNvPr>
                  <p:cNvGrpSpPr/>
                  <p:nvPr userDrawn="1"/>
                </p:nvGrpSpPr>
                <p:grpSpPr>
                  <a:xfrm>
                    <a:off x="13554906" y="3320109"/>
                    <a:ext cx="443917" cy="425811"/>
                    <a:chOff x="12909684" y="1276143"/>
                    <a:chExt cx="443917" cy="425811"/>
                  </a:xfrm>
                </p:grpSpPr>
                <p:sp>
                  <p:nvSpPr>
                    <p:cNvPr id="49" name="Rechthoek 48">
                      <a:extLst>
                        <a:ext uri="{FF2B5EF4-FFF2-40B4-BE49-F238E27FC236}">
                          <a16:creationId xmlns:a16="http://schemas.microsoft.com/office/drawing/2014/main" id="{1C0767B3-757F-89D7-F1B4-E990D1627565}"/>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50" name="Rechthoek 49">
                      <a:extLst>
                        <a:ext uri="{FF2B5EF4-FFF2-40B4-BE49-F238E27FC236}">
                          <a16:creationId xmlns:a16="http://schemas.microsoft.com/office/drawing/2014/main" id="{01FE88A9-1F9E-DE8F-8122-A542240BDE90}"/>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51" name="Ovaal 50">
                      <a:extLst>
                        <a:ext uri="{FF2B5EF4-FFF2-40B4-BE49-F238E27FC236}">
                          <a16:creationId xmlns:a16="http://schemas.microsoft.com/office/drawing/2014/main" id="{5C5972BC-6B4B-8135-3095-DDB33A0AC048}"/>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pic>
                <p:nvPicPr>
                  <p:cNvPr id="47" name="Afbeelding 46">
                    <a:extLst>
                      <a:ext uri="{FF2B5EF4-FFF2-40B4-BE49-F238E27FC236}">
                        <a16:creationId xmlns:a16="http://schemas.microsoft.com/office/drawing/2014/main" id="{5B62A33F-4BCF-D95A-63D2-C2D31ECA03C8}"/>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a:off x="13567296" y="3424991"/>
                    <a:ext cx="173367" cy="140220"/>
                  </a:xfrm>
                  <a:prstGeom prst="rect">
                    <a:avLst/>
                  </a:prstGeom>
                </p:spPr>
              </p:pic>
              <p:pic>
                <p:nvPicPr>
                  <p:cNvPr id="48" name="Afbeelding 47">
                    <a:extLst>
                      <a:ext uri="{FF2B5EF4-FFF2-40B4-BE49-F238E27FC236}">
                        <a16:creationId xmlns:a16="http://schemas.microsoft.com/office/drawing/2014/main" id="{CF326FF7-A89B-A394-24D9-34D0801F1975}"/>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40" name="Groep 39">
                  <a:extLst>
                    <a:ext uri="{FF2B5EF4-FFF2-40B4-BE49-F238E27FC236}">
                      <a16:creationId xmlns:a16="http://schemas.microsoft.com/office/drawing/2014/main" id="{E9F9AFC9-F44B-0EEA-AE3D-7E090A28A757}"/>
                    </a:ext>
                  </a:extLst>
                </p:cNvPr>
                <p:cNvGrpSpPr/>
                <p:nvPr userDrawn="1"/>
              </p:nvGrpSpPr>
              <p:grpSpPr>
                <a:xfrm>
                  <a:off x="13103513" y="3705268"/>
                  <a:ext cx="145820" cy="146462"/>
                  <a:chOff x="13096169" y="3602278"/>
                  <a:chExt cx="145820" cy="146462"/>
                </a:xfrm>
              </p:grpSpPr>
              <p:sp>
                <p:nvSpPr>
                  <p:cNvPr id="44" name="Rechthoek 43">
                    <a:extLst>
                      <a:ext uri="{FF2B5EF4-FFF2-40B4-BE49-F238E27FC236}">
                        <a16:creationId xmlns:a16="http://schemas.microsoft.com/office/drawing/2014/main" id="{C25A64C3-0F2E-346A-181C-A2FA9D28C887}"/>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45" name="Rechthoek 44">
                    <a:extLst>
                      <a:ext uri="{FF2B5EF4-FFF2-40B4-BE49-F238E27FC236}">
                        <a16:creationId xmlns:a16="http://schemas.microsoft.com/office/drawing/2014/main" id="{B2BE2B41-F6F0-AB25-7D38-E170ED6821A9}"/>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41" name="Groep 40">
                  <a:extLst>
                    <a:ext uri="{FF2B5EF4-FFF2-40B4-BE49-F238E27FC236}">
                      <a16:creationId xmlns:a16="http://schemas.microsoft.com/office/drawing/2014/main" id="{35F0D4D3-BFCD-B452-4F65-96DF194749C4}"/>
                    </a:ext>
                  </a:extLst>
                </p:cNvPr>
                <p:cNvGrpSpPr/>
                <p:nvPr userDrawn="1"/>
              </p:nvGrpSpPr>
              <p:grpSpPr>
                <a:xfrm rot="10800000">
                  <a:off x="13061402" y="3665637"/>
                  <a:ext cx="145820" cy="146462"/>
                  <a:chOff x="13096169" y="3602278"/>
                  <a:chExt cx="145820" cy="146462"/>
                </a:xfrm>
              </p:grpSpPr>
              <p:sp>
                <p:nvSpPr>
                  <p:cNvPr id="42" name="Rechthoek 41">
                    <a:extLst>
                      <a:ext uri="{FF2B5EF4-FFF2-40B4-BE49-F238E27FC236}">
                        <a16:creationId xmlns:a16="http://schemas.microsoft.com/office/drawing/2014/main" id="{9960AEAD-8CB3-84FA-B65D-0EB643A332B5}"/>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43" name="Rechthoek 42">
                    <a:extLst>
                      <a:ext uri="{FF2B5EF4-FFF2-40B4-BE49-F238E27FC236}">
                        <a16:creationId xmlns:a16="http://schemas.microsoft.com/office/drawing/2014/main" id="{DF1021CD-36D0-EF67-730B-36367E1B0806}"/>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sp>
            <p:nvSpPr>
              <p:cNvPr id="37" name="Rechthoek 36">
                <a:extLst>
                  <a:ext uri="{FF2B5EF4-FFF2-40B4-BE49-F238E27FC236}">
                    <a16:creationId xmlns:a16="http://schemas.microsoft.com/office/drawing/2014/main" id="{A11B84C2-DCA7-50A0-7574-C562CA55F26C}"/>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900" b="0" noProof="0" dirty="0">
                    <a:solidFill>
                      <a:srgbClr val="211F26"/>
                    </a:solidFill>
                    <a:latin typeface="Calibri" panose="020F0502020204030204" pitchFamily="34" charset="0"/>
                    <a:cs typeface="Calibri" panose="020F0502020204030204" pitchFamily="34" charset="0"/>
                  </a:rPr>
                  <a:t>Crop</a:t>
                </a:r>
              </a:p>
            </p:txBody>
          </p:sp>
          <p:sp>
            <p:nvSpPr>
              <p:cNvPr id="38" name="Gelijkbenige driehoek 37">
                <a:extLst>
                  <a:ext uri="{FF2B5EF4-FFF2-40B4-BE49-F238E27FC236}">
                    <a16:creationId xmlns:a16="http://schemas.microsoft.com/office/drawing/2014/main" id="{01F4FC81-A7BE-A3DF-305C-5252593B9F76}"/>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19" name="ICOON_info">
              <a:extLst>
                <a:ext uri="{FF2B5EF4-FFF2-40B4-BE49-F238E27FC236}">
                  <a16:creationId xmlns:a16="http://schemas.microsoft.com/office/drawing/2014/main" id="{659DC2D3-96F0-8050-694C-44A67A579679}"/>
                </a:ext>
              </a:extLst>
            </p:cNvPr>
            <p:cNvGrpSpPr/>
            <p:nvPr userDrawn="1"/>
          </p:nvGrpSpPr>
          <p:grpSpPr>
            <a:xfrm>
              <a:off x="-376736" y="4055594"/>
              <a:ext cx="283685" cy="283685"/>
              <a:chOff x="-510741" y="5913713"/>
              <a:chExt cx="267555" cy="267555"/>
            </a:xfrm>
          </p:grpSpPr>
          <p:sp>
            <p:nvSpPr>
              <p:cNvPr id="34" name="Ovaal 33">
                <a:extLst>
                  <a:ext uri="{FF2B5EF4-FFF2-40B4-BE49-F238E27FC236}">
                    <a16:creationId xmlns:a16="http://schemas.microsoft.com/office/drawing/2014/main" id="{64EE95DD-EF7A-7797-9D56-47E5E7EF55AF}"/>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35" name="Graphic 163" descr="Informatie">
                <a:extLst>
                  <a:ext uri="{FF2B5EF4-FFF2-40B4-BE49-F238E27FC236}">
                    <a16:creationId xmlns:a16="http://schemas.microsoft.com/office/drawing/2014/main" id="{866667A0-93C8-1B83-28A5-F68E5D3DD903}"/>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20" name="Groep 19">
              <a:extLst>
                <a:ext uri="{FF2B5EF4-FFF2-40B4-BE49-F238E27FC236}">
                  <a16:creationId xmlns:a16="http://schemas.microsoft.com/office/drawing/2014/main" id="{16C13EA5-FB01-E446-D20C-CE31F2D2ED67}"/>
                </a:ext>
              </a:extLst>
            </p:cNvPr>
            <p:cNvGrpSpPr/>
            <p:nvPr userDrawn="1"/>
          </p:nvGrpSpPr>
          <p:grpSpPr>
            <a:xfrm>
              <a:off x="-938434" y="4364020"/>
              <a:ext cx="627798" cy="576693"/>
              <a:chOff x="-938434" y="4570310"/>
              <a:chExt cx="627798" cy="576693"/>
            </a:xfrm>
          </p:grpSpPr>
          <p:grpSp>
            <p:nvGrpSpPr>
              <p:cNvPr id="29" name="Inspireren">
                <a:extLst>
                  <a:ext uri="{FF2B5EF4-FFF2-40B4-BE49-F238E27FC236}">
                    <a16:creationId xmlns:a16="http://schemas.microsoft.com/office/drawing/2014/main" id="{D854E2D5-E630-6E4D-2C9C-E43E5809F345}"/>
                  </a:ext>
                </a:extLst>
              </p:cNvPr>
              <p:cNvGrpSpPr>
                <a:grpSpLocks noChangeAspect="1"/>
              </p:cNvGrpSpPr>
              <p:nvPr userDrawn="1"/>
            </p:nvGrpSpPr>
            <p:grpSpPr bwMode="auto">
              <a:xfrm>
                <a:off x="-716116" y="4570310"/>
                <a:ext cx="169778" cy="242385"/>
                <a:chOff x="4768" y="2783"/>
                <a:chExt cx="788" cy="1125"/>
              </a:xfrm>
              <a:gradFill>
                <a:gsLst>
                  <a:gs pos="0">
                    <a:srgbClr val="9D9FA1"/>
                  </a:gs>
                  <a:gs pos="70000">
                    <a:srgbClr val="211F26"/>
                  </a:gs>
                </a:gsLst>
                <a:lin ang="2700000" scaled="0"/>
              </a:gradFill>
            </p:grpSpPr>
            <p:sp>
              <p:nvSpPr>
                <p:cNvPr id="31" name="Freeform 12">
                  <a:extLst>
                    <a:ext uri="{FF2B5EF4-FFF2-40B4-BE49-F238E27FC236}">
                      <a16:creationId xmlns:a16="http://schemas.microsoft.com/office/drawing/2014/main" id="{C7C23C67-E152-981A-0599-915F68294D41}"/>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32" name="Freeform 13">
                  <a:extLst>
                    <a:ext uri="{FF2B5EF4-FFF2-40B4-BE49-F238E27FC236}">
                      <a16:creationId xmlns:a16="http://schemas.microsoft.com/office/drawing/2014/main" id="{CA4712CF-C6C5-F02F-DF6F-B6F3E57A08D8}"/>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33" name="Freeform 14">
                  <a:extLst>
                    <a:ext uri="{FF2B5EF4-FFF2-40B4-BE49-F238E27FC236}">
                      <a16:creationId xmlns:a16="http://schemas.microsoft.com/office/drawing/2014/main" id="{0EFCC7D7-5360-288B-55CE-D031D66BDC4A}"/>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30" name="Tekstvak 29">
                <a:extLst>
                  <a:ext uri="{FF2B5EF4-FFF2-40B4-BE49-F238E27FC236}">
                    <a16:creationId xmlns:a16="http://schemas.microsoft.com/office/drawing/2014/main" id="{BB1FA0C5-74E3-6395-EB06-85F2A649ADA3}"/>
                  </a:ext>
                </a:extLst>
              </p:cNvPr>
              <p:cNvSpPr txBox="1"/>
              <p:nvPr userDrawn="1"/>
            </p:nvSpPr>
            <p:spPr>
              <a:xfrm>
                <a:off x="-938434" y="4824764"/>
                <a:ext cx="627798" cy="32223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grpSp>
          <p:nvGrpSpPr>
            <p:cNvPr id="22" name="Groep 21">
              <a:extLst>
                <a:ext uri="{FF2B5EF4-FFF2-40B4-BE49-F238E27FC236}">
                  <a16:creationId xmlns:a16="http://schemas.microsoft.com/office/drawing/2014/main" id="{284CE24E-1A41-6401-51A4-E142A49BE9DC}"/>
                </a:ext>
              </a:extLst>
            </p:cNvPr>
            <p:cNvGrpSpPr/>
            <p:nvPr userDrawn="1"/>
          </p:nvGrpSpPr>
          <p:grpSpPr>
            <a:xfrm>
              <a:off x="-3365484" y="1226982"/>
              <a:ext cx="446937" cy="406485"/>
              <a:chOff x="-3563526" y="1409294"/>
              <a:chExt cx="354190" cy="322133"/>
            </a:xfrm>
          </p:grpSpPr>
          <p:grpSp>
            <p:nvGrpSpPr>
              <p:cNvPr id="23" name="Groep 22">
                <a:extLst>
                  <a:ext uri="{FF2B5EF4-FFF2-40B4-BE49-F238E27FC236}">
                    <a16:creationId xmlns:a16="http://schemas.microsoft.com/office/drawing/2014/main" id="{A4F3D131-9E41-8F32-049B-F8987CF2154A}"/>
                  </a:ext>
                </a:extLst>
              </p:cNvPr>
              <p:cNvGrpSpPr/>
              <p:nvPr userDrawn="1"/>
            </p:nvGrpSpPr>
            <p:grpSpPr>
              <a:xfrm>
                <a:off x="-3499992" y="1409294"/>
                <a:ext cx="225195" cy="195499"/>
                <a:chOff x="8987389" y="1361199"/>
                <a:chExt cx="2200275" cy="1914525"/>
              </a:xfrm>
            </p:grpSpPr>
            <p:sp>
              <p:nvSpPr>
                <p:cNvPr id="25" name="Vrije vorm: vorm 24">
                  <a:extLst>
                    <a:ext uri="{FF2B5EF4-FFF2-40B4-BE49-F238E27FC236}">
                      <a16:creationId xmlns:a16="http://schemas.microsoft.com/office/drawing/2014/main" id="{43398105-4A43-D472-F6F8-6E4F71A90E4C}"/>
                    </a:ext>
                  </a:extLst>
                </p:cNvPr>
                <p:cNvSpPr/>
                <p:nvPr/>
              </p:nvSpPr>
              <p:spPr>
                <a:xfrm>
                  <a:off x="9363620" y="1831738"/>
                  <a:ext cx="371477" cy="371472"/>
                </a:xfrm>
                <a:custGeom>
                  <a:avLst/>
                  <a:gdLst>
                    <a:gd name="connsiteX0" fmla="*/ 369094 w 371475"/>
                    <a:gd name="connsiteY0" fmla="*/ 188119 h 371475"/>
                    <a:gd name="connsiteX1" fmla="*/ 188119 w 371475"/>
                    <a:gd name="connsiteY1" fmla="*/ 369094 h 371475"/>
                    <a:gd name="connsiteX2" fmla="*/ 7144 w 371475"/>
                    <a:gd name="connsiteY2" fmla="*/ 188119 h 371475"/>
                    <a:gd name="connsiteX3" fmla="*/ 188119 w 371475"/>
                    <a:gd name="connsiteY3" fmla="*/ 7144 h 371475"/>
                    <a:gd name="connsiteX4" fmla="*/ 369094 w 371475"/>
                    <a:gd name="connsiteY4" fmla="*/ 188119 h 371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 h="371475">
                      <a:moveTo>
                        <a:pt x="369094" y="188119"/>
                      </a:moveTo>
                      <a:cubicBezTo>
                        <a:pt x="369094" y="288068"/>
                        <a:pt x="288068" y="369094"/>
                        <a:pt x="188119" y="369094"/>
                      </a:cubicBezTo>
                      <a:cubicBezTo>
                        <a:pt x="88169" y="369094"/>
                        <a:pt x="7144" y="288068"/>
                        <a:pt x="7144" y="188119"/>
                      </a:cubicBezTo>
                      <a:cubicBezTo>
                        <a:pt x="7144" y="88169"/>
                        <a:pt x="88169" y="7144"/>
                        <a:pt x="188119" y="7144"/>
                      </a:cubicBezTo>
                      <a:cubicBezTo>
                        <a:pt x="288068" y="7144"/>
                        <a:pt x="369094" y="88169"/>
                        <a:pt x="369094" y="188119"/>
                      </a:cubicBezTo>
                      <a:close/>
                    </a:path>
                  </a:pathLst>
                </a:custGeom>
                <a:solidFill>
                  <a:srgbClr val="1FF524"/>
                </a:solidFill>
                <a:ln w="9525" cap="flat">
                  <a:noFill/>
                  <a:prstDash val="solid"/>
                  <a:miter/>
                </a:ln>
              </p:spPr>
              <p:txBody>
                <a:bodyPr rtlCol="0" anchor="ctr"/>
                <a:lstStyle/>
                <a:p>
                  <a:pPr defTabSz="995469"/>
                  <a:endParaRPr lang="en-GB" sz="7200" noProof="0" dirty="0">
                    <a:solidFill>
                      <a:srgbClr val="211F26"/>
                    </a:solidFill>
                    <a:latin typeface="+mn-lt"/>
                  </a:endParaRPr>
                </a:p>
              </p:txBody>
            </p:sp>
            <p:grpSp>
              <p:nvGrpSpPr>
                <p:cNvPr id="26" name="Groep 25">
                  <a:extLst>
                    <a:ext uri="{FF2B5EF4-FFF2-40B4-BE49-F238E27FC236}">
                      <a16:creationId xmlns:a16="http://schemas.microsoft.com/office/drawing/2014/main" id="{02ABAC87-F648-BAB6-0A09-F85CD3FF3AD2}"/>
                    </a:ext>
                  </a:extLst>
                </p:cNvPr>
                <p:cNvGrpSpPr/>
                <p:nvPr/>
              </p:nvGrpSpPr>
              <p:grpSpPr>
                <a:xfrm>
                  <a:off x="8987389" y="1361199"/>
                  <a:ext cx="2200275" cy="1914525"/>
                  <a:chOff x="8987389" y="1361199"/>
                  <a:chExt cx="2200275" cy="1914525"/>
                </a:xfrm>
                <a:gradFill>
                  <a:gsLst>
                    <a:gs pos="0">
                      <a:srgbClr val="9D9FA1"/>
                    </a:gs>
                    <a:gs pos="70000">
                      <a:srgbClr val="211F26"/>
                    </a:gs>
                  </a:gsLst>
                  <a:lin ang="2700000" scaled="0"/>
                </a:gradFill>
              </p:grpSpPr>
              <p:sp>
                <p:nvSpPr>
                  <p:cNvPr id="27" name="Vrije vorm: vorm 26">
                    <a:extLst>
                      <a:ext uri="{FF2B5EF4-FFF2-40B4-BE49-F238E27FC236}">
                        <a16:creationId xmlns:a16="http://schemas.microsoft.com/office/drawing/2014/main" id="{77FF17EC-FDAB-C3E5-33DC-82585BEECF84}"/>
                      </a:ext>
                    </a:extLst>
                  </p:cNvPr>
                  <p:cNvSpPr/>
                  <p:nvPr/>
                </p:nvSpPr>
                <p:spPr>
                  <a:xfrm>
                    <a:off x="8987389" y="1361199"/>
                    <a:ext cx="2200275" cy="1914525"/>
                  </a:xfrm>
                  <a:custGeom>
                    <a:avLst/>
                    <a:gdLst>
                      <a:gd name="connsiteX0" fmla="*/ 7144 w 2200275"/>
                      <a:gd name="connsiteY0" fmla="*/ 7144 h 1914525"/>
                      <a:gd name="connsiteX1" fmla="*/ 7144 w 2200275"/>
                      <a:gd name="connsiteY1" fmla="*/ 245269 h 1914525"/>
                      <a:gd name="connsiteX2" fmla="*/ 432911 w 2200275"/>
                      <a:gd name="connsiteY2" fmla="*/ 245269 h 1914525"/>
                      <a:gd name="connsiteX3" fmla="*/ 432911 w 2200275"/>
                      <a:gd name="connsiteY3" fmla="*/ 245269 h 1914525"/>
                      <a:gd name="connsiteX4" fmla="*/ 1959769 w 2200275"/>
                      <a:gd name="connsiteY4" fmla="*/ 245269 h 1914525"/>
                      <a:gd name="connsiteX5" fmla="*/ 1959769 w 2200275"/>
                      <a:gd name="connsiteY5" fmla="*/ 1674019 h 1914525"/>
                      <a:gd name="connsiteX6" fmla="*/ 245269 w 2200275"/>
                      <a:gd name="connsiteY6" fmla="*/ 1674019 h 1914525"/>
                      <a:gd name="connsiteX7" fmla="*/ 245269 w 2200275"/>
                      <a:gd name="connsiteY7" fmla="*/ 350044 h 1914525"/>
                      <a:gd name="connsiteX8" fmla="*/ 7144 w 2200275"/>
                      <a:gd name="connsiteY8" fmla="*/ 350044 h 1914525"/>
                      <a:gd name="connsiteX9" fmla="*/ 7144 w 2200275"/>
                      <a:gd name="connsiteY9" fmla="*/ 1912144 h 1914525"/>
                      <a:gd name="connsiteX10" fmla="*/ 2197894 w 2200275"/>
                      <a:gd name="connsiteY10" fmla="*/ 1912144 h 1914525"/>
                      <a:gd name="connsiteX11" fmla="*/ 2197894 w 2200275"/>
                      <a:gd name="connsiteY11" fmla="*/ 7144 h 1914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0275" h="1914525">
                        <a:moveTo>
                          <a:pt x="7144" y="7144"/>
                        </a:moveTo>
                        <a:lnTo>
                          <a:pt x="7144" y="245269"/>
                        </a:lnTo>
                        <a:lnTo>
                          <a:pt x="432911" y="245269"/>
                        </a:lnTo>
                        <a:lnTo>
                          <a:pt x="432911" y="245269"/>
                        </a:lnTo>
                        <a:lnTo>
                          <a:pt x="1959769" y="245269"/>
                        </a:lnTo>
                        <a:lnTo>
                          <a:pt x="1959769" y="1674019"/>
                        </a:lnTo>
                        <a:lnTo>
                          <a:pt x="245269" y="1674019"/>
                        </a:lnTo>
                        <a:lnTo>
                          <a:pt x="245269" y="350044"/>
                        </a:lnTo>
                        <a:lnTo>
                          <a:pt x="7144" y="350044"/>
                        </a:lnTo>
                        <a:lnTo>
                          <a:pt x="7144" y="1912144"/>
                        </a:lnTo>
                        <a:lnTo>
                          <a:pt x="2197894" y="1912144"/>
                        </a:lnTo>
                        <a:lnTo>
                          <a:pt x="2197894" y="7144"/>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sp>
                <p:nvSpPr>
                  <p:cNvPr id="28" name="Vrije vorm: vorm 27">
                    <a:extLst>
                      <a:ext uri="{FF2B5EF4-FFF2-40B4-BE49-F238E27FC236}">
                        <a16:creationId xmlns:a16="http://schemas.microsoft.com/office/drawing/2014/main" id="{28C53FCD-B8B8-729F-D8ED-C1414AFC8F0F}"/>
                      </a:ext>
                    </a:extLst>
                  </p:cNvPr>
                  <p:cNvSpPr/>
                  <p:nvPr/>
                </p:nvSpPr>
                <p:spPr>
                  <a:xfrm>
                    <a:off x="9362668" y="1953652"/>
                    <a:ext cx="1438273" cy="885828"/>
                  </a:xfrm>
                  <a:custGeom>
                    <a:avLst/>
                    <a:gdLst>
                      <a:gd name="connsiteX0" fmla="*/ 1070134 w 1438275"/>
                      <a:gd name="connsiteY0" fmla="*/ 7144 h 885825"/>
                      <a:gd name="connsiteX1" fmla="*/ 801529 w 1438275"/>
                      <a:gd name="connsiteY1" fmla="*/ 275749 h 885825"/>
                      <a:gd name="connsiteX2" fmla="*/ 662464 w 1438275"/>
                      <a:gd name="connsiteY2" fmla="*/ 137636 h 885825"/>
                      <a:gd name="connsiteX3" fmla="*/ 7144 w 1438275"/>
                      <a:gd name="connsiteY3" fmla="*/ 784384 h 885825"/>
                      <a:gd name="connsiteX4" fmla="*/ 108109 w 1438275"/>
                      <a:gd name="connsiteY4" fmla="*/ 885349 h 885825"/>
                      <a:gd name="connsiteX5" fmla="*/ 662464 w 1438275"/>
                      <a:gd name="connsiteY5" fmla="*/ 338614 h 885825"/>
                      <a:gd name="connsiteX6" fmla="*/ 928211 w 1438275"/>
                      <a:gd name="connsiteY6" fmla="*/ 605314 h 885825"/>
                      <a:gd name="connsiteX7" fmla="*/ 1029176 w 1438275"/>
                      <a:gd name="connsiteY7" fmla="*/ 503396 h 885825"/>
                      <a:gd name="connsiteX8" fmla="*/ 902494 w 1438275"/>
                      <a:gd name="connsiteY8" fmla="*/ 376714 h 885825"/>
                      <a:gd name="connsiteX9" fmla="*/ 1070134 w 1438275"/>
                      <a:gd name="connsiteY9" fmla="*/ 209074 h 885825"/>
                      <a:gd name="connsiteX10" fmla="*/ 1337786 w 1438275"/>
                      <a:gd name="connsiteY10" fmla="*/ 480536 h 885825"/>
                      <a:gd name="connsiteX11" fmla="*/ 1438751 w 1438275"/>
                      <a:gd name="connsiteY11" fmla="*/ 378619 h 885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38275" h="885825">
                        <a:moveTo>
                          <a:pt x="1070134" y="7144"/>
                        </a:moveTo>
                        <a:lnTo>
                          <a:pt x="801529" y="275749"/>
                        </a:lnTo>
                        <a:lnTo>
                          <a:pt x="662464" y="137636"/>
                        </a:lnTo>
                        <a:lnTo>
                          <a:pt x="7144" y="784384"/>
                        </a:lnTo>
                        <a:lnTo>
                          <a:pt x="108109" y="885349"/>
                        </a:lnTo>
                        <a:lnTo>
                          <a:pt x="662464" y="338614"/>
                        </a:lnTo>
                        <a:lnTo>
                          <a:pt x="928211" y="605314"/>
                        </a:lnTo>
                        <a:lnTo>
                          <a:pt x="1029176" y="503396"/>
                        </a:lnTo>
                        <a:lnTo>
                          <a:pt x="902494" y="376714"/>
                        </a:lnTo>
                        <a:lnTo>
                          <a:pt x="1070134" y="209074"/>
                        </a:lnTo>
                        <a:lnTo>
                          <a:pt x="1337786" y="480536"/>
                        </a:lnTo>
                        <a:lnTo>
                          <a:pt x="1438751" y="378619"/>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grpSp>
          </p:grpSp>
          <p:sp>
            <p:nvSpPr>
              <p:cNvPr id="24" name="Tekstvak 23">
                <a:extLst>
                  <a:ext uri="{FF2B5EF4-FFF2-40B4-BE49-F238E27FC236}">
                    <a16:creationId xmlns:a16="http://schemas.microsoft.com/office/drawing/2014/main" id="{8E442BAC-76B0-CA2C-5ED4-D0F695C293F2}"/>
                  </a:ext>
                </a:extLst>
              </p:cNvPr>
              <p:cNvSpPr txBox="1"/>
              <p:nvPr userDrawn="1"/>
            </p:nvSpPr>
            <p:spPr>
              <a:xfrm>
                <a:off x="-3563526" y="1617700"/>
                <a:ext cx="354190" cy="113727"/>
              </a:xfrm>
              <a:prstGeom prst="rect">
                <a:avLst/>
              </a:prstGeom>
              <a:noFill/>
            </p:spPr>
            <p:txBody>
              <a:bodyPr wrap="square" lIns="0" tIns="18000" rIns="0" bIns="0" rtlCol="0" anchor="t">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Images</a:t>
                </a:r>
              </a:p>
            </p:txBody>
          </p:sp>
        </p:grpSp>
      </p:grpSp>
      <p:sp>
        <p:nvSpPr>
          <p:cNvPr id="53" name="Rectangle 52">
            <a:extLst>
              <a:ext uri="{FF2B5EF4-FFF2-40B4-BE49-F238E27FC236}">
                <a16:creationId xmlns:a16="http://schemas.microsoft.com/office/drawing/2014/main" id="{64B41AE7-D508-B56F-8F1F-4CB39D1D6D2E}"/>
              </a:ext>
            </a:extLst>
          </p:cNvPr>
          <p:cNvSpPr/>
          <p:nvPr userDrawn="1"/>
        </p:nvSpPr>
        <p:spPr>
          <a:xfrm>
            <a:off x="718666" y="-1"/>
            <a:ext cx="10751096" cy="3736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r>
              <a:rPr lang="en-US" sz="1600" dirty="0"/>
              <a:t>Objective | Background | Methods | Results | Conclusions</a:t>
            </a:r>
            <a:endParaRPr lang="LID4096" sz="1600" dirty="0" err="1"/>
          </a:p>
        </p:txBody>
      </p:sp>
    </p:spTree>
    <p:extLst>
      <p:ext uri="{BB962C8B-B14F-4D97-AF65-F5344CB8AC3E}">
        <p14:creationId xmlns:p14="http://schemas.microsoft.com/office/powerpoint/2010/main" val="111488958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 image | 5x">
    <p:spTree>
      <p:nvGrpSpPr>
        <p:cNvPr id="1" name=""/>
        <p:cNvGrpSpPr/>
        <p:nvPr/>
      </p:nvGrpSpPr>
      <p:grpSpPr>
        <a:xfrm>
          <a:off x="0" y="0"/>
          <a:ext cx="0" cy="0"/>
          <a:chOff x="0" y="0"/>
          <a:chExt cx="0" cy="0"/>
        </a:xfrm>
      </p:grpSpPr>
      <p:sp>
        <p:nvSpPr>
          <p:cNvPr id="21" name="Rechthoek 20">
            <a:extLst>
              <a:ext uri="{FF2B5EF4-FFF2-40B4-BE49-F238E27FC236}">
                <a16:creationId xmlns:a16="http://schemas.microsoft.com/office/drawing/2014/main" id="{8778B65F-BF88-4C17-8B7E-1110F69AEE26}"/>
              </a:ext>
            </a:extLst>
          </p:cNvPr>
          <p:cNvSpPr/>
          <p:nvPr userDrawn="1"/>
        </p:nvSpPr>
        <p:spPr>
          <a:xfrm>
            <a:off x="0" y="-441330"/>
            <a:ext cx="1835952"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en-GB" sz="1800" b="1" cap="none" baseline="0" noProof="0" dirty="0">
                <a:solidFill>
                  <a:schemeClr val="accent1"/>
                </a:solidFill>
                <a:latin typeface="+mj-lt"/>
              </a:rPr>
              <a:t>Text + image | 5x</a:t>
            </a:r>
          </a:p>
        </p:txBody>
      </p:sp>
      <p:sp>
        <p:nvSpPr>
          <p:cNvPr id="2" name="Tijdelijke aanduiding voor datum 1">
            <a:extLst>
              <a:ext uri="{FF2B5EF4-FFF2-40B4-BE49-F238E27FC236}">
                <a16:creationId xmlns:a16="http://schemas.microsoft.com/office/drawing/2014/main" id="{807AA2A9-52F4-4F7D-8523-63C6A6561FDB}"/>
              </a:ext>
            </a:extLst>
          </p:cNvPr>
          <p:cNvSpPr>
            <a:spLocks noGrp="1"/>
          </p:cNvSpPr>
          <p:nvPr>
            <p:ph type="dt" sz="half" idx="18"/>
          </p:nvPr>
        </p:nvSpPr>
        <p:spPr/>
        <p:txBody>
          <a:bodyPr/>
          <a:lstStyle/>
          <a:p>
            <a:r>
              <a:rPr lang="LID4096"/>
              <a:t>08/30/2024</a:t>
            </a:r>
            <a:endParaRPr lang="en-GB" dirty="0"/>
          </a:p>
        </p:txBody>
      </p:sp>
      <p:sp>
        <p:nvSpPr>
          <p:cNvPr id="4" name="Tijdelijke aanduiding voor dianummer 3">
            <a:extLst>
              <a:ext uri="{FF2B5EF4-FFF2-40B4-BE49-F238E27FC236}">
                <a16:creationId xmlns:a16="http://schemas.microsoft.com/office/drawing/2014/main" id="{7B990ADF-91B8-4E79-82C1-A3A57F190DC3}"/>
              </a:ext>
            </a:extLst>
          </p:cNvPr>
          <p:cNvSpPr>
            <a:spLocks noGrp="1"/>
          </p:cNvSpPr>
          <p:nvPr>
            <p:ph type="sldNum" sz="quarter" idx="20"/>
          </p:nvPr>
        </p:nvSpPr>
        <p:spPr/>
        <p:txBody>
          <a:bodyPr/>
          <a:lstStyle/>
          <a:p>
            <a:fld id="{9E843DB9-9987-4157-AB9C-CEA8D7D910BB}" type="slidenum">
              <a:rPr lang="en-GB" smtClean="0"/>
              <a:pPr/>
              <a:t>‹#›</a:t>
            </a:fld>
            <a:endParaRPr lang="en-GB" dirty="0"/>
          </a:p>
        </p:txBody>
      </p:sp>
      <p:sp>
        <p:nvSpPr>
          <p:cNvPr id="5" name="Titel 4">
            <a:extLst>
              <a:ext uri="{FF2B5EF4-FFF2-40B4-BE49-F238E27FC236}">
                <a16:creationId xmlns:a16="http://schemas.microsoft.com/office/drawing/2014/main" id="{9B105F46-F99B-7E73-16E0-CD2C01EDC8CA}"/>
              </a:ext>
            </a:extLst>
          </p:cNvPr>
          <p:cNvSpPr>
            <a:spLocks noGrp="1"/>
          </p:cNvSpPr>
          <p:nvPr>
            <p:ph type="title" hasCustomPrompt="1"/>
          </p:nvPr>
        </p:nvSpPr>
        <p:spPr/>
        <p:txBody>
          <a:bodyPr/>
          <a:lstStyle/>
          <a:p>
            <a:r>
              <a:rPr lang="en-GB" noProof="0" dirty="0"/>
              <a:t>Title goes here</a:t>
            </a:r>
            <a:endParaRPr lang="en-GB" dirty="0"/>
          </a:p>
        </p:txBody>
      </p:sp>
      <p:sp>
        <p:nvSpPr>
          <p:cNvPr id="10" name="Tijdelijke aanduiding voor afbeelding 16">
            <a:extLst>
              <a:ext uri="{FF2B5EF4-FFF2-40B4-BE49-F238E27FC236}">
                <a16:creationId xmlns:a16="http://schemas.microsoft.com/office/drawing/2014/main" id="{91EA6725-0188-65AD-72C1-4C7BD74C71DD}"/>
              </a:ext>
            </a:extLst>
          </p:cNvPr>
          <p:cNvSpPr>
            <a:spLocks noGrp="1"/>
          </p:cNvSpPr>
          <p:nvPr>
            <p:ph type="pic" sz="quarter" idx="13" hasCustomPrompt="1"/>
          </p:nvPr>
        </p:nvSpPr>
        <p:spPr>
          <a:xfrm>
            <a:off x="719138" y="1565274"/>
            <a:ext cx="2008023" cy="2401245"/>
          </a:xfrm>
          <a:pattFill prst="pct60">
            <a:fgClr>
              <a:schemeClr val="bg1">
                <a:lumMod val="95000"/>
              </a:schemeClr>
            </a:fgClr>
            <a:bgClr>
              <a:schemeClr val="bg1">
                <a:lumMod val="85000"/>
              </a:schemeClr>
            </a:bgClr>
          </a:pattFill>
        </p:spPr>
        <p:txBody>
          <a:bodyPr tIns="0" bIns="1332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a:t>
            </a:r>
            <a:br>
              <a:rPr lang="en-GB" noProof="0" dirty="0"/>
            </a:br>
            <a:r>
              <a:rPr lang="en-GB" noProof="0" dirty="0"/>
              <a:t>go to the tab ‘</a:t>
            </a:r>
            <a:r>
              <a:rPr lang="en-GB" noProof="0" dirty="0" err="1"/>
              <a:t>Slidebuilder</a:t>
            </a:r>
            <a:r>
              <a:rPr lang="en-GB" noProof="0" dirty="0"/>
              <a:t>’, click on ‘Images’,</a:t>
            </a:r>
            <a:br>
              <a:rPr lang="en-GB" noProof="0" dirty="0"/>
            </a:br>
            <a:r>
              <a:rPr lang="en-GB" noProof="0" dirty="0"/>
              <a:t>select the preferred image and click on ‘Insert’.</a:t>
            </a:r>
          </a:p>
        </p:txBody>
      </p:sp>
      <p:sp>
        <p:nvSpPr>
          <p:cNvPr id="11" name="Tijdelijke aanduiding voor afbeelding 16">
            <a:extLst>
              <a:ext uri="{FF2B5EF4-FFF2-40B4-BE49-F238E27FC236}">
                <a16:creationId xmlns:a16="http://schemas.microsoft.com/office/drawing/2014/main" id="{F2DF1597-DFE8-6644-F887-E67950E3266F}"/>
              </a:ext>
            </a:extLst>
          </p:cNvPr>
          <p:cNvSpPr>
            <a:spLocks noGrp="1"/>
          </p:cNvSpPr>
          <p:nvPr>
            <p:ph type="pic" sz="quarter" idx="21" hasCustomPrompt="1"/>
          </p:nvPr>
        </p:nvSpPr>
        <p:spPr>
          <a:xfrm>
            <a:off x="2904788" y="1565274"/>
            <a:ext cx="2008023" cy="2401245"/>
          </a:xfrm>
          <a:pattFill prst="pct60">
            <a:fgClr>
              <a:schemeClr val="bg1">
                <a:lumMod val="95000"/>
              </a:schemeClr>
            </a:fgClr>
            <a:bgClr>
              <a:schemeClr val="bg1">
                <a:lumMod val="85000"/>
              </a:schemeClr>
            </a:bgClr>
          </a:pattFill>
        </p:spPr>
        <p:txBody>
          <a:bodyPr tIns="0" bIns="1332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a:t>
            </a:r>
            <a:br>
              <a:rPr lang="en-GB" noProof="0" dirty="0"/>
            </a:br>
            <a:r>
              <a:rPr lang="en-GB" noProof="0" dirty="0"/>
              <a:t>go to the tab ‘</a:t>
            </a:r>
            <a:r>
              <a:rPr lang="en-GB" noProof="0" dirty="0" err="1"/>
              <a:t>Slidebuilder</a:t>
            </a:r>
            <a:r>
              <a:rPr lang="en-GB" noProof="0" dirty="0"/>
              <a:t>’, click on ‘Images’,</a:t>
            </a:r>
            <a:br>
              <a:rPr lang="en-GB" noProof="0" dirty="0"/>
            </a:br>
            <a:r>
              <a:rPr lang="en-GB" noProof="0" dirty="0"/>
              <a:t>select the preferred image and click on ‘Insert’.</a:t>
            </a:r>
          </a:p>
        </p:txBody>
      </p:sp>
      <p:sp>
        <p:nvSpPr>
          <p:cNvPr id="12" name="Tijdelijke aanduiding voor afbeelding 16">
            <a:extLst>
              <a:ext uri="{FF2B5EF4-FFF2-40B4-BE49-F238E27FC236}">
                <a16:creationId xmlns:a16="http://schemas.microsoft.com/office/drawing/2014/main" id="{810D3D24-77AF-21F9-A7DC-EAC87BBBAD8B}"/>
              </a:ext>
            </a:extLst>
          </p:cNvPr>
          <p:cNvSpPr>
            <a:spLocks noGrp="1"/>
          </p:cNvSpPr>
          <p:nvPr>
            <p:ph type="pic" sz="quarter" idx="22" hasCustomPrompt="1"/>
          </p:nvPr>
        </p:nvSpPr>
        <p:spPr>
          <a:xfrm>
            <a:off x="5090438" y="1565274"/>
            <a:ext cx="2008023" cy="2401245"/>
          </a:xfrm>
          <a:pattFill prst="pct60">
            <a:fgClr>
              <a:schemeClr val="bg1">
                <a:lumMod val="95000"/>
              </a:schemeClr>
            </a:fgClr>
            <a:bgClr>
              <a:schemeClr val="bg1">
                <a:lumMod val="85000"/>
              </a:schemeClr>
            </a:bgClr>
          </a:pattFill>
        </p:spPr>
        <p:txBody>
          <a:bodyPr tIns="0" bIns="1332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a:t>
            </a:r>
            <a:br>
              <a:rPr lang="en-GB" noProof="0" dirty="0"/>
            </a:br>
            <a:r>
              <a:rPr lang="en-GB" noProof="0" dirty="0"/>
              <a:t>go to the tab ‘</a:t>
            </a:r>
            <a:r>
              <a:rPr lang="en-GB" noProof="0" dirty="0" err="1"/>
              <a:t>Slidebuilder</a:t>
            </a:r>
            <a:r>
              <a:rPr lang="en-GB" noProof="0" dirty="0"/>
              <a:t>’, click on ‘Images’,</a:t>
            </a:r>
            <a:br>
              <a:rPr lang="en-GB" noProof="0" dirty="0"/>
            </a:br>
            <a:r>
              <a:rPr lang="en-GB" noProof="0" dirty="0"/>
              <a:t>select the preferred image and click on ‘Insert’.</a:t>
            </a:r>
          </a:p>
        </p:txBody>
      </p:sp>
      <p:sp>
        <p:nvSpPr>
          <p:cNvPr id="14" name="Tijdelijke aanduiding voor afbeelding 16">
            <a:extLst>
              <a:ext uri="{FF2B5EF4-FFF2-40B4-BE49-F238E27FC236}">
                <a16:creationId xmlns:a16="http://schemas.microsoft.com/office/drawing/2014/main" id="{F3249781-074E-A875-B16D-B50D91448332}"/>
              </a:ext>
            </a:extLst>
          </p:cNvPr>
          <p:cNvSpPr>
            <a:spLocks noGrp="1"/>
          </p:cNvSpPr>
          <p:nvPr>
            <p:ph type="pic" sz="quarter" idx="23" hasCustomPrompt="1"/>
          </p:nvPr>
        </p:nvSpPr>
        <p:spPr>
          <a:xfrm>
            <a:off x="7276088" y="1565274"/>
            <a:ext cx="2008023" cy="2401245"/>
          </a:xfrm>
          <a:pattFill prst="pct60">
            <a:fgClr>
              <a:schemeClr val="bg1">
                <a:lumMod val="95000"/>
              </a:schemeClr>
            </a:fgClr>
            <a:bgClr>
              <a:schemeClr val="bg1">
                <a:lumMod val="85000"/>
              </a:schemeClr>
            </a:bgClr>
          </a:pattFill>
        </p:spPr>
        <p:txBody>
          <a:bodyPr tIns="0" bIns="1332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a:t>
            </a:r>
            <a:br>
              <a:rPr lang="en-GB" noProof="0" dirty="0"/>
            </a:br>
            <a:r>
              <a:rPr lang="en-GB" noProof="0" dirty="0"/>
              <a:t>go to the tab ‘</a:t>
            </a:r>
            <a:r>
              <a:rPr lang="en-GB" noProof="0" dirty="0" err="1"/>
              <a:t>Slidebuilder</a:t>
            </a:r>
            <a:r>
              <a:rPr lang="en-GB" noProof="0" dirty="0"/>
              <a:t>’, click on ‘Images’,</a:t>
            </a:r>
            <a:br>
              <a:rPr lang="en-GB" noProof="0" dirty="0"/>
            </a:br>
            <a:r>
              <a:rPr lang="en-GB" noProof="0" dirty="0"/>
              <a:t>select the preferred image and click on ‘Insert’.</a:t>
            </a:r>
          </a:p>
        </p:txBody>
      </p:sp>
      <p:sp>
        <p:nvSpPr>
          <p:cNvPr id="15" name="Tijdelijke aanduiding voor afbeelding 16">
            <a:extLst>
              <a:ext uri="{FF2B5EF4-FFF2-40B4-BE49-F238E27FC236}">
                <a16:creationId xmlns:a16="http://schemas.microsoft.com/office/drawing/2014/main" id="{F0A1C48D-CC16-E6F4-8EB6-4ED779A22739}"/>
              </a:ext>
            </a:extLst>
          </p:cNvPr>
          <p:cNvSpPr>
            <a:spLocks noGrp="1"/>
          </p:cNvSpPr>
          <p:nvPr>
            <p:ph type="pic" sz="quarter" idx="24" hasCustomPrompt="1"/>
          </p:nvPr>
        </p:nvSpPr>
        <p:spPr>
          <a:xfrm>
            <a:off x="9461739" y="1565274"/>
            <a:ext cx="2008023" cy="2401245"/>
          </a:xfrm>
          <a:pattFill prst="pct60">
            <a:fgClr>
              <a:schemeClr val="bg1">
                <a:lumMod val="95000"/>
              </a:schemeClr>
            </a:fgClr>
            <a:bgClr>
              <a:schemeClr val="bg1">
                <a:lumMod val="85000"/>
              </a:schemeClr>
            </a:bgClr>
          </a:pattFill>
        </p:spPr>
        <p:txBody>
          <a:bodyPr tIns="0" bIns="1332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a:t>
            </a:r>
            <a:br>
              <a:rPr lang="en-GB" noProof="0" dirty="0"/>
            </a:br>
            <a:r>
              <a:rPr lang="en-GB" noProof="0" dirty="0"/>
              <a:t>go to the tab ‘</a:t>
            </a:r>
            <a:r>
              <a:rPr lang="en-GB" noProof="0" dirty="0" err="1"/>
              <a:t>Slidebuilder</a:t>
            </a:r>
            <a:r>
              <a:rPr lang="en-GB" noProof="0" dirty="0"/>
              <a:t>’, click on ‘Images’,</a:t>
            </a:r>
            <a:br>
              <a:rPr lang="en-GB" noProof="0" dirty="0"/>
            </a:br>
            <a:r>
              <a:rPr lang="en-GB" noProof="0" dirty="0"/>
              <a:t>select the preferred image and click on ‘Insert’.</a:t>
            </a:r>
          </a:p>
        </p:txBody>
      </p:sp>
      <p:grpSp>
        <p:nvGrpSpPr>
          <p:cNvPr id="3" name="INSTRUCTION">
            <a:extLst>
              <a:ext uri="{FF2B5EF4-FFF2-40B4-BE49-F238E27FC236}">
                <a16:creationId xmlns:a16="http://schemas.microsoft.com/office/drawing/2014/main" id="{A0E3E43A-7F53-A1B6-9718-E03EB7CACED5}"/>
              </a:ext>
            </a:extLst>
          </p:cNvPr>
          <p:cNvGrpSpPr/>
          <p:nvPr userDrawn="1"/>
        </p:nvGrpSpPr>
        <p:grpSpPr>
          <a:xfrm>
            <a:off x="-3786164" y="0"/>
            <a:ext cx="3693113" cy="5054643"/>
            <a:chOff x="-3786164" y="0"/>
            <a:chExt cx="3693113" cy="5054643"/>
          </a:xfrm>
        </p:grpSpPr>
        <p:sp>
          <p:nvSpPr>
            <p:cNvPr id="6" name="Rechthoek 5">
              <a:extLst>
                <a:ext uri="{FF2B5EF4-FFF2-40B4-BE49-F238E27FC236}">
                  <a16:creationId xmlns:a16="http://schemas.microsoft.com/office/drawing/2014/main" id="{098200CA-17D3-37BE-D275-4E510B099910}"/>
                </a:ext>
              </a:extLst>
            </p:cNvPr>
            <p:cNvSpPr/>
            <p:nvPr userDrawn="1"/>
          </p:nvSpPr>
          <p:spPr>
            <a:xfrm>
              <a:off x="-3786164" y="0"/>
              <a:ext cx="3593091" cy="4391599"/>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Insert/edit an image</a:t>
              </a:r>
            </a:p>
          </p:txBody>
        </p:sp>
        <p:sp>
          <p:nvSpPr>
            <p:cNvPr id="7" name="Rechthoek 6">
              <a:extLst>
                <a:ext uri="{FF2B5EF4-FFF2-40B4-BE49-F238E27FC236}">
                  <a16:creationId xmlns:a16="http://schemas.microsoft.com/office/drawing/2014/main" id="{C52B005B-DFE8-D219-ED34-4A925CD33748}"/>
                </a:ext>
              </a:extLst>
            </p:cNvPr>
            <p:cNvSpPr/>
            <p:nvPr userDrawn="1"/>
          </p:nvSpPr>
          <p:spPr>
            <a:xfrm>
              <a:off x="-3786164" y="4226643"/>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sp>
          <p:nvSpPr>
            <p:cNvPr id="8" name="Ovaal 7">
              <a:extLst>
                <a:ext uri="{FF2B5EF4-FFF2-40B4-BE49-F238E27FC236}">
                  <a16:creationId xmlns:a16="http://schemas.microsoft.com/office/drawing/2014/main" id="{7547CCA6-FF94-E275-2C59-08F01F6333C1}"/>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9" name="Rechthoek 8">
              <a:extLst>
                <a:ext uri="{FF2B5EF4-FFF2-40B4-BE49-F238E27FC236}">
                  <a16:creationId xmlns:a16="http://schemas.microsoft.com/office/drawing/2014/main" id="{0FCDBAD4-61BC-E5B8-2689-52FBF923FFBD}"/>
                </a:ext>
              </a:extLst>
            </p:cNvPr>
            <p:cNvSpPr/>
            <p:nvPr userDrawn="1"/>
          </p:nvSpPr>
          <p:spPr>
            <a:xfrm>
              <a:off x="-3319416" y="465323"/>
              <a:ext cx="3008779" cy="661851"/>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If necessary, delete the existing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by using the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key’</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Select the placeholder,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1" i="0" u="none" strike="noStrike" kern="0" cap="none" spc="0" normalizeH="0" baseline="0" noProof="0" dirty="0" err="1">
                  <a:ln>
                    <a:noFill/>
                  </a:ln>
                  <a:solidFill>
                    <a:srgbClr val="000000"/>
                  </a:solidFill>
                  <a:effectLst/>
                  <a:uLnTx/>
                  <a:uFillTx/>
                  <a:latin typeface="Calibri" panose="020F0502020204030204" pitchFamily="34" charset="0"/>
                  <a:ea typeface="+mn-ea"/>
                  <a:cs typeface="Calibri" panose="020F0502020204030204" pitchFamily="34" charset="0"/>
                </a:rPr>
                <a:t>Slidebuilder</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 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‘Images’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endPar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13" name="Ovaal 12">
              <a:extLst>
                <a:ext uri="{FF2B5EF4-FFF2-40B4-BE49-F238E27FC236}">
                  <a16:creationId xmlns:a16="http://schemas.microsoft.com/office/drawing/2014/main" id="{36CEA1BB-6A1A-7A2B-52BC-2A654FCD53BA}"/>
                </a:ext>
              </a:extLst>
            </p:cNvPr>
            <p:cNvSpPr/>
            <p:nvPr userDrawn="1"/>
          </p:nvSpPr>
          <p:spPr>
            <a:xfrm>
              <a:off x="-3603587" y="18111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6" name="Rechthoek 15">
              <a:extLst>
                <a:ext uri="{FF2B5EF4-FFF2-40B4-BE49-F238E27FC236}">
                  <a16:creationId xmlns:a16="http://schemas.microsoft.com/office/drawing/2014/main" id="{D435A2C1-288D-FD3D-C18D-B1C829ECA500}"/>
                </a:ext>
              </a:extLst>
            </p:cNvPr>
            <p:cNvSpPr/>
            <p:nvPr userDrawn="1"/>
          </p:nvSpPr>
          <p:spPr>
            <a:xfrm>
              <a:off x="-3319415" y="1811185"/>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 the preferred category and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and click 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‘Insert’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17" name="Rechthoek 16">
              <a:extLst>
                <a:ext uri="{FF2B5EF4-FFF2-40B4-BE49-F238E27FC236}">
                  <a16:creationId xmlns:a16="http://schemas.microsoft.com/office/drawing/2014/main" id="{EF52C089-2E3E-52D9-1437-114FC559397B}"/>
                </a:ext>
              </a:extLst>
            </p:cNvPr>
            <p:cNvSpPr/>
            <p:nvPr userDrawn="1"/>
          </p:nvSpPr>
          <p:spPr>
            <a:xfrm>
              <a:off x="-3319415" y="2245760"/>
              <a:ext cx="825500" cy="209550"/>
            </a:xfrm>
            <a:prstGeom prst="rect">
              <a:avLst/>
            </a:prstGeom>
            <a:solidFill>
              <a:srgbClr val="1FF52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1000" b="1" noProof="0" dirty="0">
                  <a:solidFill>
                    <a:srgbClr val="211F26"/>
                  </a:solidFill>
                  <a:latin typeface="Calibri" panose="020F0502020204030204" pitchFamily="34" charset="0"/>
                  <a:cs typeface="Calibri" panose="020F0502020204030204" pitchFamily="34" charset="0"/>
                </a:rPr>
                <a:t>Insert</a:t>
              </a:r>
            </a:p>
          </p:txBody>
        </p:sp>
        <p:sp>
          <p:nvSpPr>
            <p:cNvPr id="18" name="Ovaal 17">
              <a:extLst>
                <a:ext uri="{FF2B5EF4-FFF2-40B4-BE49-F238E27FC236}">
                  <a16:creationId xmlns:a16="http://schemas.microsoft.com/office/drawing/2014/main" id="{810B2407-0469-814E-88E3-304AA60EDF5C}"/>
                </a:ext>
              </a:extLst>
            </p:cNvPr>
            <p:cNvSpPr/>
            <p:nvPr userDrawn="1"/>
          </p:nvSpPr>
          <p:spPr>
            <a:xfrm>
              <a:off x="-3603587" y="263483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19" name="Rechthoek 18">
              <a:extLst>
                <a:ext uri="{FF2B5EF4-FFF2-40B4-BE49-F238E27FC236}">
                  <a16:creationId xmlns:a16="http://schemas.microsoft.com/office/drawing/2014/main" id="{4DF8C078-39F0-2187-08F3-73CEE7194351}"/>
                </a:ext>
              </a:extLst>
            </p:cNvPr>
            <p:cNvSpPr/>
            <p:nvPr userDrawn="1"/>
          </p:nvSpPr>
          <p:spPr>
            <a:xfrm>
              <a:off x="-3319415" y="2634835"/>
              <a:ext cx="2944682" cy="794165"/>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To scale or drag the image,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‘Picture Tools - Format’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‘Crop’</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Scale the image itself with</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spheres and scale the image frame with the brackets.</a:t>
              </a:r>
            </a:p>
          </p:txBody>
        </p:sp>
        <p:grpSp>
          <p:nvGrpSpPr>
            <p:cNvPr id="20" name="Groep 19">
              <a:extLst>
                <a:ext uri="{FF2B5EF4-FFF2-40B4-BE49-F238E27FC236}">
                  <a16:creationId xmlns:a16="http://schemas.microsoft.com/office/drawing/2014/main" id="{A749A02A-9780-3C48-8024-5209C1347169}"/>
                </a:ext>
              </a:extLst>
            </p:cNvPr>
            <p:cNvGrpSpPr/>
            <p:nvPr userDrawn="1"/>
          </p:nvGrpSpPr>
          <p:grpSpPr>
            <a:xfrm>
              <a:off x="-3414453" y="3534339"/>
              <a:ext cx="514284" cy="506545"/>
              <a:chOff x="12617641" y="3403239"/>
              <a:chExt cx="752963" cy="741634"/>
            </a:xfrm>
          </p:grpSpPr>
          <p:grpSp>
            <p:nvGrpSpPr>
              <p:cNvPr id="38" name="Groep 37">
                <a:extLst>
                  <a:ext uri="{FF2B5EF4-FFF2-40B4-BE49-F238E27FC236}">
                    <a16:creationId xmlns:a16="http://schemas.microsoft.com/office/drawing/2014/main" id="{32E06948-C237-0DAF-527C-B61A8C191549}"/>
                  </a:ext>
                </a:extLst>
              </p:cNvPr>
              <p:cNvGrpSpPr/>
              <p:nvPr userDrawn="1"/>
            </p:nvGrpSpPr>
            <p:grpSpPr>
              <a:xfrm>
                <a:off x="12771530" y="3403239"/>
                <a:ext cx="467176" cy="448491"/>
                <a:chOff x="12782157" y="3403239"/>
                <a:chExt cx="467176" cy="448491"/>
              </a:xfrm>
            </p:grpSpPr>
            <p:grpSp>
              <p:nvGrpSpPr>
                <p:cNvPr id="41" name="Groep 40">
                  <a:extLst>
                    <a:ext uri="{FF2B5EF4-FFF2-40B4-BE49-F238E27FC236}">
                      <a16:creationId xmlns:a16="http://schemas.microsoft.com/office/drawing/2014/main" id="{EF4C4060-F043-8A29-9F21-8C3F1046A1C2}"/>
                    </a:ext>
                  </a:extLst>
                </p:cNvPr>
                <p:cNvGrpSpPr/>
                <p:nvPr userDrawn="1"/>
              </p:nvGrpSpPr>
              <p:grpSpPr>
                <a:xfrm>
                  <a:off x="12782157" y="3403239"/>
                  <a:ext cx="412976" cy="396132"/>
                  <a:chOff x="13554906" y="3320109"/>
                  <a:chExt cx="443917" cy="425811"/>
                </a:xfrm>
              </p:grpSpPr>
              <p:grpSp>
                <p:nvGrpSpPr>
                  <p:cNvPr id="48" name="Groep 47">
                    <a:extLst>
                      <a:ext uri="{FF2B5EF4-FFF2-40B4-BE49-F238E27FC236}">
                        <a16:creationId xmlns:a16="http://schemas.microsoft.com/office/drawing/2014/main" id="{FFF34B06-FF44-AFD0-1680-853AD66FDD92}"/>
                      </a:ext>
                    </a:extLst>
                  </p:cNvPr>
                  <p:cNvGrpSpPr/>
                  <p:nvPr userDrawn="1"/>
                </p:nvGrpSpPr>
                <p:grpSpPr>
                  <a:xfrm>
                    <a:off x="13554906" y="3320109"/>
                    <a:ext cx="443917" cy="425811"/>
                    <a:chOff x="12909684" y="1276143"/>
                    <a:chExt cx="443917" cy="425811"/>
                  </a:xfrm>
                </p:grpSpPr>
                <p:sp>
                  <p:nvSpPr>
                    <p:cNvPr id="51" name="Rechthoek 50">
                      <a:extLst>
                        <a:ext uri="{FF2B5EF4-FFF2-40B4-BE49-F238E27FC236}">
                          <a16:creationId xmlns:a16="http://schemas.microsoft.com/office/drawing/2014/main" id="{8D0763BA-D2E9-B036-6E36-C6A99F75D40C}"/>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52" name="Rechthoek 51">
                      <a:extLst>
                        <a:ext uri="{FF2B5EF4-FFF2-40B4-BE49-F238E27FC236}">
                          <a16:creationId xmlns:a16="http://schemas.microsoft.com/office/drawing/2014/main" id="{3C9319DF-5232-122B-07DF-D9F76D801C9A}"/>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53" name="Ovaal 52">
                      <a:extLst>
                        <a:ext uri="{FF2B5EF4-FFF2-40B4-BE49-F238E27FC236}">
                          <a16:creationId xmlns:a16="http://schemas.microsoft.com/office/drawing/2014/main" id="{B0FB3FFE-7322-E2DD-8E8A-7750CC6FC309}"/>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pic>
                <p:nvPicPr>
                  <p:cNvPr id="49" name="Afbeelding 48">
                    <a:extLst>
                      <a:ext uri="{FF2B5EF4-FFF2-40B4-BE49-F238E27FC236}">
                        <a16:creationId xmlns:a16="http://schemas.microsoft.com/office/drawing/2014/main" id="{23A6B195-D9EF-0E32-CA0B-2D221ADDA893}"/>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a:off x="13567296" y="3424991"/>
                    <a:ext cx="173367" cy="140220"/>
                  </a:xfrm>
                  <a:prstGeom prst="rect">
                    <a:avLst/>
                  </a:prstGeom>
                </p:spPr>
              </p:pic>
              <p:pic>
                <p:nvPicPr>
                  <p:cNvPr id="50" name="Afbeelding 49">
                    <a:extLst>
                      <a:ext uri="{FF2B5EF4-FFF2-40B4-BE49-F238E27FC236}">
                        <a16:creationId xmlns:a16="http://schemas.microsoft.com/office/drawing/2014/main" id="{0EBED73B-124F-1B99-0424-ADF575CD1067}"/>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42" name="Groep 41">
                  <a:extLst>
                    <a:ext uri="{FF2B5EF4-FFF2-40B4-BE49-F238E27FC236}">
                      <a16:creationId xmlns:a16="http://schemas.microsoft.com/office/drawing/2014/main" id="{ED7DA034-74EF-C7C2-B8AA-93316AF25AF8}"/>
                    </a:ext>
                  </a:extLst>
                </p:cNvPr>
                <p:cNvGrpSpPr/>
                <p:nvPr userDrawn="1"/>
              </p:nvGrpSpPr>
              <p:grpSpPr>
                <a:xfrm>
                  <a:off x="13103513" y="3705268"/>
                  <a:ext cx="145820" cy="146462"/>
                  <a:chOff x="13096169" y="3602278"/>
                  <a:chExt cx="145820" cy="146462"/>
                </a:xfrm>
              </p:grpSpPr>
              <p:sp>
                <p:nvSpPr>
                  <p:cNvPr id="46" name="Rechthoek 45">
                    <a:extLst>
                      <a:ext uri="{FF2B5EF4-FFF2-40B4-BE49-F238E27FC236}">
                        <a16:creationId xmlns:a16="http://schemas.microsoft.com/office/drawing/2014/main" id="{C0EF78E2-6267-E152-6147-8A5125E9E589}"/>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47" name="Rechthoek 46">
                    <a:extLst>
                      <a:ext uri="{FF2B5EF4-FFF2-40B4-BE49-F238E27FC236}">
                        <a16:creationId xmlns:a16="http://schemas.microsoft.com/office/drawing/2014/main" id="{1884C5A3-B370-7711-EEB2-537CA359B036}"/>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43" name="Groep 42">
                  <a:extLst>
                    <a:ext uri="{FF2B5EF4-FFF2-40B4-BE49-F238E27FC236}">
                      <a16:creationId xmlns:a16="http://schemas.microsoft.com/office/drawing/2014/main" id="{BFE67339-F951-CE41-9F1F-03039B0FA1C2}"/>
                    </a:ext>
                  </a:extLst>
                </p:cNvPr>
                <p:cNvGrpSpPr/>
                <p:nvPr userDrawn="1"/>
              </p:nvGrpSpPr>
              <p:grpSpPr>
                <a:xfrm rot="10800000">
                  <a:off x="13061402" y="3665637"/>
                  <a:ext cx="145820" cy="146462"/>
                  <a:chOff x="13096169" y="3602278"/>
                  <a:chExt cx="145820" cy="146462"/>
                </a:xfrm>
              </p:grpSpPr>
              <p:sp>
                <p:nvSpPr>
                  <p:cNvPr id="44" name="Rechthoek 43">
                    <a:extLst>
                      <a:ext uri="{FF2B5EF4-FFF2-40B4-BE49-F238E27FC236}">
                        <a16:creationId xmlns:a16="http://schemas.microsoft.com/office/drawing/2014/main" id="{70AD5692-032A-B084-E224-332AE1DACB4E}"/>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45" name="Rechthoek 44">
                    <a:extLst>
                      <a:ext uri="{FF2B5EF4-FFF2-40B4-BE49-F238E27FC236}">
                        <a16:creationId xmlns:a16="http://schemas.microsoft.com/office/drawing/2014/main" id="{EBAD3D83-D98D-425D-2E15-41B034277847}"/>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sp>
            <p:nvSpPr>
              <p:cNvPr id="39" name="Rechthoek 38">
                <a:extLst>
                  <a:ext uri="{FF2B5EF4-FFF2-40B4-BE49-F238E27FC236}">
                    <a16:creationId xmlns:a16="http://schemas.microsoft.com/office/drawing/2014/main" id="{9F62CA87-1483-B839-895C-0B4CE565A8F0}"/>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900" b="0" noProof="0" dirty="0">
                    <a:solidFill>
                      <a:srgbClr val="211F26"/>
                    </a:solidFill>
                    <a:latin typeface="Calibri" panose="020F0502020204030204" pitchFamily="34" charset="0"/>
                    <a:cs typeface="Calibri" panose="020F0502020204030204" pitchFamily="34" charset="0"/>
                  </a:rPr>
                  <a:t>Crop</a:t>
                </a:r>
              </a:p>
            </p:txBody>
          </p:sp>
          <p:sp>
            <p:nvSpPr>
              <p:cNvPr id="40" name="Gelijkbenige driehoek 39">
                <a:extLst>
                  <a:ext uri="{FF2B5EF4-FFF2-40B4-BE49-F238E27FC236}">
                    <a16:creationId xmlns:a16="http://schemas.microsoft.com/office/drawing/2014/main" id="{A583FB57-8434-EBE9-1790-5262A7306363}"/>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22" name="ICOON_info">
              <a:extLst>
                <a:ext uri="{FF2B5EF4-FFF2-40B4-BE49-F238E27FC236}">
                  <a16:creationId xmlns:a16="http://schemas.microsoft.com/office/drawing/2014/main" id="{AFEE2C5A-6B0A-E7FE-F573-B31CA047FA3E}"/>
                </a:ext>
              </a:extLst>
            </p:cNvPr>
            <p:cNvGrpSpPr/>
            <p:nvPr userDrawn="1"/>
          </p:nvGrpSpPr>
          <p:grpSpPr>
            <a:xfrm>
              <a:off x="-376736" y="4055594"/>
              <a:ext cx="283685" cy="283685"/>
              <a:chOff x="-510741" y="5913713"/>
              <a:chExt cx="267555" cy="267555"/>
            </a:xfrm>
          </p:grpSpPr>
          <p:sp>
            <p:nvSpPr>
              <p:cNvPr id="36" name="Ovaal 35">
                <a:extLst>
                  <a:ext uri="{FF2B5EF4-FFF2-40B4-BE49-F238E27FC236}">
                    <a16:creationId xmlns:a16="http://schemas.microsoft.com/office/drawing/2014/main" id="{85A16AD0-2DBD-A2EB-D958-6BA821B1971D}"/>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37" name="Graphic 163" descr="Informatie">
                <a:extLst>
                  <a:ext uri="{FF2B5EF4-FFF2-40B4-BE49-F238E27FC236}">
                    <a16:creationId xmlns:a16="http://schemas.microsoft.com/office/drawing/2014/main" id="{5DAF385E-2D5E-87DE-FE7E-9BB028A73E07}"/>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23" name="Groep 22">
              <a:extLst>
                <a:ext uri="{FF2B5EF4-FFF2-40B4-BE49-F238E27FC236}">
                  <a16:creationId xmlns:a16="http://schemas.microsoft.com/office/drawing/2014/main" id="{E1CA5E7D-2515-2552-D47E-01C94BDF9E31}"/>
                </a:ext>
              </a:extLst>
            </p:cNvPr>
            <p:cNvGrpSpPr/>
            <p:nvPr userDrawn="1"/>
          </p:nvGrpSpPr>
          <p:grpSpPr>
            <a:xfrm>
              <a:off x="-938434" y="4364020"/>
              <a:ext cx="627798" cy="576693"/>
              <a:chOff x="-938434" y="4570310"/>
              <a:chExt cx="627798" cy="576693"/>
            </a:xfrm>
          </p:grpSpPr>
          <p:grpSp>
            <p:nvGrpSpPr>
              <p:cNvPr id="31" name="Inspireren">
                <a:extLst>
                  <a:ext uri="{FF2B5EF4-FFF2-40B4-BE49-F238E27FC236}">
                    <a16:creationId xmlns:a16="http://schemas.microsoft.com/office/drawing/2014/main" id="{A6FFB968-B2E5-FDAD-4424-F5911DC01491}"/>
                  </a:ext>
                </a:extLst>
              </p:cNvPr>
              <p:cNvGrpSpPr>
                <a:grpSpLocks noChangeAspect="1"/>
              </p:cNvGrpSpPr>
              <p:nvPr userDrawn="1"/>
            </p:nvGrpSpPr>
            <p:grpSpPr bwMode="auto">
              <a:xfrm>
                <a:off x="-716116" y="4570310"/>
                <a:ext cx="169778" cy="242385"/>
                <a:chOff x="4768" y="2783"/>
                <a:chExt cx="788" cy="1125"/>
              </a:xfrm>
              <a:gradFill>
                <a:gsLst>
                  <a:gs pos="0">
                    <a:srgbClr val="9D9FA1"/>
                  </a:gs>
                  <a:gs pos="70000">
                    <a:srgbClr val="211F26"/>
                  </a:gs>
                </a:gsLst>
                <a:lin ang="2700000" scaled="0"/>
              </a:gradFill>
            </p:grpSpPr>
            <p:sp>
              <p:nvSpPr>
                <p:cNvPr id="33" name="Freeform 12">
                  <a:extLst>
                    <a:ext uri="{FF2B5EF4-FFF2-40B4-BE49-F238E27FC236}">
                      <a16:creationId xmlns:a16="http://schemas.microsoft.com/office/drawing/2014/main" id="{60750295-01BF-49A3-0E88-76C8CD6CBDE4}"/>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34" name="Freeform 13">
                  <a:extLst>
                    <a:ext uri="{FF2B5EF4-FFF2-40B4-BE49-F238E27FC236}">
                      <a16:creationId xmlns:a16="http://schemas.microsoft.com/office/drawing/2014/main" id="{76B5E774-8A39-9479-5698-A2AD37518E92}"/>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35" name="Freeform 14">
                  <a:extLst>
                    <a:ext uri="{FF2B5EF4-FFF2-40B4-BE49-F238E27FC236}">
                      <a16:creationId xmlns:a16="http://schemas.microsoft.com/office/drawing/2014/main" id="{843BD78B-6440-32E7-5230-5F86091EC9E7}"/>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32" name="Tekstvak 31">
                <a:extLst>
                  <a:ext uri="{FF2B5EF4-FFF2-40B4-BE49-F238E27FC236}">
                    <a16:creationId xmlns:a16="http://schemas.microsoft.com/office/drawing/2014/main" id="{1BE2473F-CBEA-2BAE-AB58-22F9CCBA9AFD}"/>
                  </a:ext>
                </a:extLst>
              </p:cNvPr>
              <p:cNvSpPr txBox="1"/>
              <p:nvPr userDrawn="1"/>
            </p:nvSpPr>
            <p:spPr>
              <a:xfrm>
                <a:off x="-938434" y="4824764"/>
                <a:ext cx="627798" cy="32223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grpSp>
          <p:nvGrpSpPr>
            <p:cNvPr id="24" name="Groep 23">
              <a:extLst>
                <a:ext uri="{FF2B5EF4-FFF2-40B4-BE49-F238E27FC236}">
                  <a16:creationId xmlns:a16="http://schemas.microsoft.com/office/drawing/2014/main" id="{6D974928-309B-8EE2-9125-1E515AB01D33}"/>
                </a:ext>
              </a:extLst>
            </p:cNvPr>
            <p:cNvGrpSpPr/>
            <p:nvPr userDrawn="1"/>
          </p:nvGrpSpPr>
          <p:grpSpPr>
            <a:xfrm>
              <a:off x="-3365484" y="1226982"/>
              <a:ext cx="446937" cy="406485"/>
              <a:chOff x="-3563526" y="1409294"/>
              <a:chExt cx="354190" cy="322133"/>
            </a:xfrm>
          </p:grpSpPr>
          <p:grpSp>
            <p:nvGrpSpPr>
              <p:cNvPr id="25" name="Groep 24">
                <a:extLst>
                  <a:ext uri="{FF2B5EF4-FFF2-40B4-BE49-F238E27FC236}">
                    <a16:creationId xmlns:a16="http://schemas.microsoft.com/office/drawing/2014/main" id="{49C5526B-71F9-B8DD-557E-B6E417F9E706}"/>
                  </a:ext>
                </a:extLst>
              </p:cNvPr>
              <p:cNvGrpSpPr/>
              <p:nvPr userDrawn="1"/>
            </p:nvGrpSpPr>
            <p:grpSpPr>
              <a:xfrm>
                <a:off x="-3499992" y="1409294"/>
                <a:ext cx="225195" cy="195499"/>
                <a:chOff x="8987389" y="1361199"/>
                <a:chExt cx="2200275" cy="1914525"/>
              </a:xfrm>
            </p:grpSpPr>
            <p:sp>
              <p:nvSpPr>
                <p:cNvPr id="27" name="Vrije vorm: vorm 26">
                  <a:extLst>
                    <a:ext uri="{FF2B5EF4-FFF2-40B4-BE49-F238E27FC236}">
                      <a16:creationId xmlns:a16="http://schemas.microsoft.com/office/drawing/2014/main" id="{CC9CF50E-686E-9602-D618-9A4E4CE65C49}"/>
                    </a:ext>
                  </a:extLst>
                </p:cNvPr>
                <p:cNvSpPr/>
                <p:nvPr/>
              </p:nvSpPr>
              <p:spPr>
                <a:xfrm>
                  <a:off x="9363620" y="1831738"/>
                  <a:ext cx="371477" cy="371472"/>
                </a:xfrm>
                <a:custGeom>
                  <a:avLst/>
                  <a:gdLst>
                    <a:gd name="connsiteX0" fmla="*/ 369094 w 371475"/>
                    <a:gd name="connsiteY0" fmla="*/ 188119 h 371475"/>
                    <a:gd name="connsiteX1" fmla="*/ 188119 w 371475"/>
                    <a:gd name="connsiteY1" fmla="*/ 369094 h 371475"/>
                    <a:gd name="connsiteX2" fmla="*/ 7144 w 371475"/>
                    <a:gd name="connsiteY2" fmla="*/ 188119 h 371475"/>
                    <a:gd name="connsiteX3" fmla="*/ 188119 w 371475"/>
                    <a:gd name="connsiteY3" fmla="*/ 7144 h 371475"/>
                    <a:gd name="connsiteX4" fmla="*/ 369094 w 371475"/>
                    <a:gd name="connsiteY4" fmla="*/ 188119 h 371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 h="371475">
                      <a:moveTo>
                        <a:pt x="369094" y="188119"/>
                      </a:moveTo>
                      <a:cubicBezTo>
                        <a:pt x="369094" y="288068"/>
                        <a:pt x="288068" y="369094"/>
                        <a:pt x="188119" y="369094"/>
                      </a:cubicBezTo>
                      <a:cubicBezTo>
                        <a:pt x="88169" y="369094"/>
                        <a:pt x="7144" y="288068"/>
                        <a:pt x="7144" y="188119"/>
                      </a:cubicBezTo>
                      <a:cubicBezTo>
                        <a:pt x="7144" y="88169"/>
                        <a:pt x="88169" y="7144"/>
                        <a:pt x="188119" y="7144"/>
                      </a:cubicBezTo>
                      <a:cubicBezTo>
                        <a:pt x="288068" y="7144"/>
                        <a:pt x="369094" y="88169"/>
                        <a:pt x="369094" y="188119"/>
                      </a:cubicBezTo>
                      <a:close/>
                    </a:path>
                  </a:pathLst>
                </a:custGeom>
                <a:solidFill>
                  <a:srgbClr val="1FF524"/>
                </a:solidFill>
                <a:ln w="9525" cap="flat">
                  <a:noFill/>
                  <a:prstDash val="solid"/>
                  <a:miter/>
                </a:ln>
              </p:spPr>
              <p:txBody>
                <a:bodyPr rtlCol="0" anchor="ctr"/>
                <a:lstStyle/>
                <a:p>
                  <a:pPr defTabSz="995469"/>
                  <a:endParaRPr lang="en-GB" sz="7200" noProof="0" dirty="0">
                    <a:solidFill>
                      <a:srgbClr val="211F26"/>
                    </a:solidFill>
                    <a:latin typeface="+mn-lt"/>
                  </a:endParaRPr>
                </a:p>
              </p:txBody>
            </p:sp>
            <p:grpSp>
              <p:nvGrpSpPr>
                <p:cNvPr id="28" name="Groep 27">
                  <a:extLst>
                    <a:ext uri="{FF2B5EF4-FFF2-40B4-BE49-F238E27FC236}">
                      <a16:creationId xmlns:a16="http://schemas.microsoft.com/office/drawing/2014/main" id="{1BA39192-088B-2668-9BDA-5A08B47F8F41}"/>
                    </a:ext>
                  </a:extLst>
                </p:cNvPr>
                <p:cNvGrpSpPr/>
                <p:nvPr/>
              </p:nvGrpSpPr>
              <p:grpSpPr>
                <a:xfrm>
                  <a:off x="8987389" y="1361199"/>
                  <a:ext cx="2200275" cy="1914525"/>
                  <a:chOff x="8987389" y="1361199"/>
                  <a:chExt cx="2200275" cy="1914525"/>
                </a:xfrm>
                <a:gradFill>
                  <a:gsLst>
                    <a:gs pos="0">
                      <a:srgbClr val="9D9FA1"/>
                    </a:gs>
                    <a:gs pos="70000">
                      <a:srgbClr val="211F26"/>
                    </a:gs>
                  </a:gsLst>
                  <a:lin ang="2700000" scaled="0"/>
                </a:gradFill>
              </p:grpSpPr>
              <p:sp>
                <p:nvSpPr>
                  <p:cNvPr id="29" name="Vrije vorm: vorm 28">
                    <a:extLst>
                      <a:ext uri="{FF2B5EF4-FFF2-40B4-BE49-F238E27FC236}">
                        <a16:creationId xmlns:a16="http://schemas.microsoft.com/office/drawing/2014/main" id="{BF49DE5B-DC59-607C-F2AE-5E7E0909AE51}"/>
                      </a:ext>
                    </a:extLst>
                  </p:cNvPr>
                  <p:cNvSpPr/>
                  <p:nvPr/>
                </p:nvSpPr>
                <p:spPr>
                  <a:xfrm>
                    <a:off x="8987389" y="1361199"/>
                    <a:ext cx="2200275" cy="1914525"/>
                  </a:xfrm>
                  <a:custGeom>
                    <a:avLst/>
                    <a:gdLst>
                      <a:gd name="connsiteX0" fmla="*/ 7144 w 2200275"/>
                      <a:gd name="connsiteY0" fmla="*/ 7144 h 1914525"/>
                      <a:gd name="connsiteX1" fmla="*/ 7144 w 2200275"/>
                      <a:gd name="connsiteY1" fmla="*/ 245269 h 1914525"/>
                      <a:gd name="connsiteX2" fmla="*/ 432911 w 2200275"/>
                      <a:gd name="connsiteY2" fmla="*/ 245269 h 1914525"/>
                      <a:gd name="connsiteX3" fmla="*/ 432911 w 2200275"/>
                      <a:gd name="connsiteY3" fmla="*/ 245269 h 1914525"/>
                      <a:gd name="connsiteX4" fmla="*/ 1959769 w 2200275"/>
                      <a:gd name="connsiteY4" fmla="*/ 245269 h 1914525"/>
                      <a:gd name="connsiteX5" fmla="*/ 1959769 w 2200275"/>
                      <a:gd name="connsiteY5" fmla="*/ 1674019 h 1914525"/>
                      <a:gd name="connsiteX6" fmla="*/ 245269 w 2200275"/>
                      <a:gd name="connsiteY6" fmla="*/ 1674019 h 1914525"/>
                      <a:gd name="connsiteX7" fmla="*/ 245269 w 2200275"/>
                      <a:gd name="connsiteY7" fmla="*/ 350044 h 1914525"/>
                      <a:gd name="connsiteX8" fmla="*/ 7144 w 2200275"/>
                      <a:gd name="connsiteY8" fmla="*/ 350044 h 1914525"/>
                      <a:gd name="connsiteX9" fmla="*/ 7144 w 2200275"/>
                      <a:gd name="connsiteY9" fmla="*/ 1912144 h 1914525"/>
                      <a:gd name="connsiteX10" fmla="*/ 2197894 w 2200275"/>
                      <a:gd name="connsiteY10" fmla="*/ 1912144 h 1914525"/>
                      <a:gd name="connsiteX11" fmla="*/ 2197894 w 2200275"/>
                      <a:gd name="connsiteY11" fmla="*/ 7144 h 1914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0275" h="1914525">
                        <a:moveTo>
                          <a:pt x="7144" y="7144"/>
                        </a:moveTo>
                        <a:lnTo>
                          <a:pt x="7144" y="245269"/>
                        </a:lnTo>
                        <a:lnTo>
                          <a:pt x="432911" y="245269"/>
                        </a:lnTo>
                        <a:lnTo>
                          <a:pt x="432911" y="245269"/>
                        </a:lnTo>
                        <a:lnTo>
                          <a:pt x="1959769" y="245269"/>
                        </a:lnTo>
                        <a:lnTo>
                          <a:pt x="1959769" y="1674019"/>
                        </a:lnTo>
                        <a:lnTo>
                          <a:pt x="245269" y="1674019"/>
                        </a:lnTo>
                        <a:lnTo>
                          <a:pt x="245269" y="350044"/>
                        </a:lnTo>
                        <a:lnTo>
                          <a:pt x="7144" y="350044"/>
                        </a:lnTo>
                        <a:lnTo>
                          <a:pt x="7144" y="1912144"/>
                        </a:lnTo>
                        <a:lnTo>
                          <a:pt x="2197894" y="1912144"/>
                        </a:lnTo>
                        <a:lnTo>
                          <a:pt x="2197894" y="7144"/>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sp>
                <p:nvSpPr>
                  <p:cNvPr id="30" name="Vrije vorm: vorm 29">
                    <a:extLst>
                      <a:ext uri="{FF2B5EF4-FFF2-40B4-BE49-F238E27FC236}">
                        <a16:creationId xmlns:a16="http://schemas.microsoft.com/office/drawing/2014/main" id="{83E1E69C-61A8-769E-82D2-E36E930D304B}"/>
                      </a:ext>
                    </a:extLst>
                  </p:cNvPr>
                  <p:cNvSpPr/>
                  <p:nvPr/>
                </p:nvSpPr>
                <p:spPr>
                  <a:xfrm>
                    <a:off x="9362668" y="1953652"/>
                    <a:ext cx="1438273" cy="885828"/>
                  </a:xfrm>
                  <a:custGeom>
                    <a:avLst/>
                    <a:gdLst>
                      <a:gd name="connsiteX0" fmla="*/ 1070134 w 1438275"/>
                      <a:gd name="connsiteY0" fmla="*/ 7144 h 885825"/>
                      <a:gd name="connsiteX1" fmla="*/ 801529 w 1438275"/>
                      <a:gd name="connsiteY1" fmla="*/ 275749 h 885825"/>
                      <a:gd name="connsiteX2" fmla="*/ 662464 w 1438275"/>
                      <a:gd name="connsiteY2" fmla="*/ 137636 h 885825"/>
                      <a:gd name="connsiteX3" fmla="*/ 7144 w 1438275"/>
                      <a:gd name="connsiteY3" fmla="*/ 784384 h 885825"/>
                      <a:gd name="connsiteX4" fmla="*/ 108109 w 1438275"/>
                      <a:gd name="connsiteY4" fmla="*/ 885349 h 885825"/>
                      <a:gd name="connsiteX5" fmla="*/ 662464 w 1438275"/>
                      <a:gd name="connsiteY5" fmla="*/ 338614 h 885825"/>
                      <a:gd name="connsiteX6" fmla="*/ 928211 w 1438275"/>
                      <a:gd name="connsiteY6" fmla="*/ 605314 h 885825"/>
                      <a:gd name="connsiteX7" fmla="*/ 1029176 w 1438275"/>
                      <a:gd name="connsiteY7" fmla="*/ 503396 h 885825"/>
                      <a:gd name="connsiteX8" fmla="*/ 902494 w 1438275"/>
                      <a:gd name="connsiteY8" fmla="*/ 376714 h 885825"/>
                      <a:gd name="connsiteX9" fmla="*/ 1070134 w 1438275"/>
                      <a:gd name="connsiteY9" fmla="*/ 209074 h 885825"/>
                      <a:gd name="connsiteX10" fmla="*/ 1337786 w 1438275"/>
                      <a:gd name="connsiteY10" fmla="*/ 480536 h 885825"/>
                      <a:gd name="connsiteX11" fmla="*/ 1438751 w 1438275"/>
                      <a:gd name="connsiteY11" fmla="*/ 378619 h 885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38275" h="885825">
                        <a:moveTo>
                          <a:pt x="1070134" y="7144"/>
                        </a:moveTo>
                        <a:lnTo>
                          <a:pt x="801529" y="275749"/>
                        </a:lnTo>
                        <a:lnTo>
                          <a:pt x="662464" y="137636"/>
                        </a:lnTo>
                        <a:lnTo>
                          <a:pt x="7144" y="784384"/>
                        </a:lnTo>
                        <a:lnTo>
                          <a:pt x="108109" y="885349"/>
                        </a:lnTo>
                        <a:lnTo>
                          <a:pt x="662464" y="338614"/>
                        </a:lnTo>
                        <a:lnTo>
                          <a:pt x="928211" y="605314"/>
                        </a:lnTo>
                        <a:lnTo>
                          <a:pt x="1029176" y="503396"/>
                        </a:lnTo>
                        <a:lnTo>
                          <a:pt x="902494" y="376714"/>
                        </a:lnTo>
                        <a:lnTo>
                          <a:pt x="1070134" y="209074"/>
                        </a:lnTo>
                        <a:lnTo>
                          <a:pt x="1337786" y="480536"/>
                        </a:lnTo>
                        <a:lnTo>
                          <a:pt x="1438751" y="378619"/>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grpSp>
          </p:grpSp>
          <p:sp>
            <p:nvSpPr>
              <p:cNvPr id="26" name="Tekstvak 25">
                <a:extLst>
                  <a:ext uri="{FF2B5EF4-FFF2-40B4-BE49-F238E27FC236}">
                    <a16:creationId xmlns:a16="http://schemas.microsoft.com/office/drawing/2014/main" id="{6969B41F-B5FF-F469-B023-3644137AC522}"/>
                  </a:ext>
                </a:extLst>
              </p:cNvPr>
              <p:cNvSpPr txBox="1"/>
              <p:nvPr userDrawn="1"/>
            </p:nvSpPr>
            <p:spPr>
              <a:xfrm>
                <a:off x="-3563526" y="1617700"/>
                <a:ext cx="354190" cy="113727"/>
              </a:xfrm>
              <a:prstGeom prst="rect">
                <a:avLst/>
              </a:prstGeom>
              <a:noFill/>
            </p:spPr>
            <p:txBody>
              <a:bodyPr wrap="square" lIns="0" tIns="18000" rIns="0" bIns="0" rtlCol="0" anchor="t">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Images</a:t>
                </a:r>
              </a:p>
            </p:txBody>
          </p:sp>
        </p:grpSp>
      </p:grpSp>
      <p:sp>
        <p:nvSpPr>
          <p:cNvPr id="55" name="Rectangle 54">
            <a:extLst>
              <a:ext uri="{FF2B5EF4-FFF2-40B4-BE49-F238E27FC236}">
                <a16:creationId xmlns:a16="http://schemas.microsoft.com/office/drawing/2014/main" id="{830188E4-8DE6-EA39-EC0E-77A483C6BA5E}"/>
              </a:ext>
            </a:extLst>
          </p:cNvPr>
          <p:cNvSpPr/>
          <p:nvPr userDrawn="1"/>
        </p:nvSpPr>
        <p:spPr>
          <a:xfrm>
            <a:off x="718666" y="-1"/>
            <a:ext cx="10751096" cy="3736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r>
              <a:rPr lang="en-US" sz="1600" dirty="0"/>
              <a:t>Objective | Background | Methods | Results | Conclusions</a:t>
            </a:r>
            <a:endParaRPr lang="LID4096" sz="1600" dirty="0" err="1"/>
          </a:p>
        </p:txBody>
      </p:sp>
    </p:spTree>
    <p:extLst>
      <p:ext uri="{BB962C8B-B14F-4D97-AF65-F5344CB8AC3E}">
        <p14:creationId xmlns:p14="http://schemas.microsoft.com/office/powerpoint/2010/main" val="3281671395"/>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xt + image | 8x">
    <p:spTree>
      <p:nvGrpSpPr>
        <p:cNvPr id="1" name=""/>
        <p:cNvGrpSpPr/>
        <p:nvPr/>
      </p:nvGrpSpPr>
      <p:grpSpPr>
        <a:xfrm>
          <a:off x="0" y="0"/>
          <a:ext cx="0" cy="0"/>
          <a:chOff x="0" y="0"/>
          <a:chExt cx="0" cy="0"/>
        </a:xfrm>
      </p:grpSpPr>
      <p:sp>
        <p:nvSpPr>
          <p:cNvPr id="21" name="Rechthoek 20">
            <a:extLst>
              <a:ext uri="{FF2B5EF4-FFF2-40B4-BE49-F238E27FC236}">
                <a16:creationId xmlns:a16="http://schemas.microsoft.com/office/drawing/2014/main" id="{8778B65F-BF88-4C17-8B7E-1110F69AEE26}"/>
              </a:ext>
            </a:extLst>
          </p:cNvPr>
          <p:cNvSpPr/>
          <p:nvPr userDrawn="1"/>
        </p:nvSpPr>
        <p:spPr>
          <a:xfrm>
            <a:off x="0" y="-441330"/>
            <a:ext cx="1835952"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en-GB" sz="1800" b="1" cap="none" baseline="0" noProof="0" dirty="0">
                <a:solidFill>
                  <a:schemeClr val="accent1"/>
                </a:solidFill>
                <a:latin typeface="+mj-lt"/>
              </a:rPr>
              <a:t>Text + image | 8x</a:t>
            </a:r>
          </a:p>
        </p:txBody>
      </p:sp>
      <p:sp>
        <p:nvSpPr>
          <p:cNvPr id="2" name="Tijdelijke aanduiding voor datum 1">
            <a:extLst>
              <a:ext uri="{FF2B5EF4-FFF2-40B4-BE49-F238E27FC236}">
                <a16:creationId xmlns:a16="http://schemas.microsoft.com/office/drawing/2014/main" id="{807AA2A9-52F4-4F7D-8523-63C6A6561FDB}"/>
              </a:ext>
            </a:extLst>
          </p:cNvPr>
          <p:cNvSpPr>
            <a:spLocks noGrp="1"/>
          </p:cNvSpPr>
          <p:nvPr>
            <p:ph type="dt" sz="half" idx="18"/>
          </p:nvPr>
        </p:nvSpPr>
        <p:spPr/>
        <p:txBody>
          <a:bodyPr/>
          <a:lstStyle/>
          <a:p>
            <a:r>
              <a:rPr lang="LID4096"/>
              <a:t>08/30/2024</a:t>
            </a:r>
            <a:endParaRPr lang="en-GB" dirty="0"/>
          </a:p>
        </p:txBody>
      </p:sp>
      <p:sp>
        <p:nvSpPr>
          <p:cNvPr id="4" name="Tijdelijke aanduiding voor dianummer 3">
            <a:extLst>
              <a:ext uri="{FF2B5EF4-FFF2-40B4-BE49-F238E27FC236}">
                <a16:creationId xmlns:a16="http://schemas.microsoft.com/office/drawing/2014/main" id="{7B990ADF-91B8-4E79-82C1-A3A57F190DC3}"/>
              </a:ext>
            </a:extLst>
          </p:cNvPr>
          <p:cNvSpPr>
            <a:spLocks noGrp="1"/>
          </p:cNvSpPr>
          <p:nvPr>
            <p:ph type="sldNum" sz="quarter" idx="20"/>
          </p:nvPr>
        </p:nvSpPr>
        <p:spPr/>
        <p:txBody>
          <a:bodyPr/>
          <a:lstStyle/>
          <a:p>
            <a:fld id="{9E843DB9-9987-4157-AB9C-CEA8D7D910BB}" type="slidenum">
              <a:rPr lang="en-GB" smtClean="0"/>
              <a:pPr/>
              <a:t>‹#›</a:t>
            </a:fld>
            <a:endParaRPr lang="en-GB" dirty="0"/>
          </a:p>
        </p:txBody>
      </p:sp>
      <p:sp>
        <p:nvSpPr>
          <p:cNvPr id="5" name="Titel 4">
            <a:extLst>
              <a:ext uri="{FF2B5EF4-FFF2-40B4-BE49-F238E27FC236}">
                <a16:creationId xmlns:a16="http://schemas.microsoft.com/office/drawing/2014/main" id="{9B105F46-F99B-7E73-16E0-CD2C01EDC8CA}"/>
              </a:ext>
            </a:extLst>
          </p:cNvPr>
          <p:cNvSpPr>
            <a:spLocks noGrp="1"/>
          </p:cNvSpPr>
          <p:nvPr>
            <p:ph type="title" hasCustomPrompt="1"/>
          </p:nvPr>
        </p:nvSpPr>
        <p:spPr/>
        <p:txBody>
          <a:bodyPr/>
          <a:lstStyle/>
          <a:p>
            <a:r>
              <a:rPr lang="en-GB" noProof="0" dirty="0"/>
              <a:t>Title goes here</a:t>
            </a:r>
            <a:endParaRPr lang="en-GB" dirty="0"/>
          </a:p>
        </p:txBody>
      </p:sp>
      <p:sp>
        <p:nvSpPr>
          <p:cNvPr id="10" name="Tijdelijke aanduiding voor afbeelding 16">
            <a:extLst>
              <a:ext uri="{FF2B5EF4-FFF2-40B4-BE49-F238E27FC236}">
                <a16:creationId xmlns:a16="http://schemas.microsoft.com/office/drawing/2014/main" id="{91EA6725-0188-65AD-72C1-4C7BD74C71DD}"/>
              </a:ext>
            </a:extLst>
          </p:cNvPr>
          <p:cNvSpPr>
            <a:spLocks noGrp="1"/>
          </p:cNvSpPr>
          <p:nvPr>
            <p:ph type="pic" sz="quarter" idx="13" hasCustomPrompt="1"/>
          </p:nvPr>
        </p:nvSpPr>
        <p:spPr>
          <a:xfrm>
            <a:off x="719138" y="1565275"/>
            <a:ext cx="2553463" cy="2129760"/>
          </a:xfrm>
          <a:pattFill prst="pct60">
            <a:fgClr>
              <a:schemeClr val="bg1">
                <a:lumMod val="95000"/>
              </a:schemeClr>
            </a:fgClr>
            <a:bgClr>
              <a:schemeClr val="bg1">
                <a:lumMod val="85000"/>
              </a:schemeClr>
            </a:bgClr>
          </a:patt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a:t>
            </a:r>
            <a:br>
              <a:rPr lang="en-GB" noProof="0" dirty="0"/>
            </a:br>
            <a:r>
              <a:rPr lang="en-GB" noProof="0" dirty="0"/>
              <a:t>the tab ‘</a:t>
            </a:r>
            <a:r>
              <a:rPr lang="en-GB" noProof="0" dirty="0" err="1"/>
              <a:t>Slidebuilder</a:t>
            </a:r>
            <a:r>
              <a:rPr lang="en-GB" noProof="0" dirty="0"/>
              <a:t>’, click on ‘Images’, select the preferred image </a:t>
            </a:r>
            <a:br>
              <a:rPr lang="en-GB" noProof="0" dirty="0"/>
            </a:br>
            <a:r>
              <a:rPr lang="en-GB" noProof="0" dirty="0"/>
              <a:t>and click on ‘Insert’.</a:t>
            </a:r>
          </a:p>
        </p:txBody>
      </p:sp>
      <p:sp>
        <p:nvSpPr>
          <p:cNvPr id="11" name="Tijdelijke aanduiding voor afbeelding 16">
            <a:extLst>
              <a:ext uri="{FF2B5EF4-FFF2-40B4-BE49-F238E27FC236}">
                <a16:creationId xmlns:a16="http://schemas.microsoft.com/office/drawing/2014/main" id="{F2DF1597-DFE8-6644-F887-E67950E3266F}"/>
              </a:ext>
            </a:extLst>
          </p:cNvPr>
          <p:cNvSpPr>
            <a:spLocks noGrp="1"/>
          </p:cNvSpPr>
          <p:nvPr>
            <p:ph type="pic" sz="quarter" idx="21" hasCustomPrompt="1"/>
          </p:nvPr>
        </p:nvSpPr>
        <p:spPr>
          <a:xfrm>
            <a:off x="3452029" y="1565275"/>
            <a:ext cx="2553463" cy="2129760"/>
          </a:xfrm>
          <a:pattFill prst="pct60">
            <a:fgClr>
              <a:schemeClr val="bg1">
                <a:lumMod val="95000"/>
              </a:schemeClr>
            </a:fgClr>
            <a:bgClr>
              <a:schemeClr val="bg1">
                <a:lumMod val="85000"/>
              </a:schemeClr>
            </a:bgClr>
          </a:patt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a:t>
            </a:r>
            <a:br>
              <a:rPr lang="en-GB" noProof="0" dirty="0"/>
            </a:br>
            <a:r>
              <a:rPr lang="en-GB" noProof="0" dirty="0"/>
              <a:t>the tab ‘</a:t>
            </a:r>
            <a:r>
              <a:rPr lang="en-GB" noProof="0" dirty="0" err="1"/>
              <a:t>Slidebuilder</a:t>
            </a:r>
            <a:r>
              <a:rPr lang="en-GB" noProof="0" dirty="0"/>
              <a:t>’, click on ‘Images’, select the preferred image </a:t>
            </a:r>
            <a:br>
              <a:rPr lang="en-GB" noProof="0" dirty="0"/>
            </a:br>
            <a:r>
              <a:rPr lang="en-GB" noProof="0" dirty="0"/>
              <a:t>and click on ‘Insert’.</a:t>
            </a:r>
          </a:p>
        </p:txBody>
      </p:sp>
      <p:sp>
        <p:nvSpPr>
          <p:cNvPr id="12" name="Tijdelijke aanduiding voor afbeelding 16">
            <a:extLst>
              <a:ext uri="{FF2B5EF4-FFF2-40B4-BE49-F238E27FC236}">
                <a16:creationId xmlns:a16="http://schemas.microsoft.com/office/drawing/2014/main" id="{810D3D24-77AF-21F9-A7DC-EAC87BBBAD8B}"/>
              </a:ext>
            </a:extLst>
          </p:cNvPr>
          <p:cNvSpPr>
            <a:spLocks noGrp="1"/>
          </p:cNvSpPr>
          <p:nvPr>
            <p:ph type="pic" sz="quarter" idx="22" hasCustomPrompt="1"/>
          </p:nvPr>
        </p:nvSpPr>
        <p:spPr>
          <a:xfrm>
            <a:off x="6184920" y="1565275"/>
            <a:ext cx="2553463" cy="2129760"/>
          </a:xfrm>
          <a:pattFill prst="pct60">
            <a:fgClr>
              <a:schemeClr val="bg1">
                <a:lumMod val="95000"/>
              </a:schemeClr>
            </a:fgClr>
            <a:bgClr>
              <a:schemeClr val="bg1">
                <a:lumMod val="85000"/>
              </a:schemeClr>
            </a:bgClr>
          </a:patt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a:t>
            </a:r>
            <a:br>
              <a:rPr lang="en-GB" noProof="0" dirty="0"/>
            </a:br>
            <a:r>
              <a:rPr lang="en-GB" noProof="0" dirty="0"/>
              <a:t>the tab ‘</a:t>
            </a:r>
            <a:r>
              <a:rPr lang="en-GB" noProof="0" dirty="0" err="1"/>
              <a:t>Slidebuilder</a:t>
            </a:r>
            <a:r>
              <a:rPr lang="en-GB" noProof="0" dirty="0"/>
              <a:t>’, click on ‘Images’, select the preferred image </a:t>
            </a:r>
            <a:br>
              <a:rPr lang="en-GB" noProof="0" dirty="0"/>
            </a:br>
            <a:r>
              <a:rPr lang="en-GB" noProof="0" dirty="0"/>
              <a:t>and click on ‘Insert’.</a:t>
            </a:r>
          </a:p>
        </p:txBody>
      </p:sp>
      <p:sp>
        <p:nvSpPr>
          <p:cNvPr id="16" name="Tijdelijke aanduiding voor afbeelding 16">
            <a:extLst>
              <a:ext uri="{FF2B5EF4-FFF2-40B4-BE49-F238E27FC236}">
                <a16:creationId xmlns:a16="http://schemas.microsoft.com/office/drawing/2014/main" id="{52797F0B-0AF1-F7E9-0750-13796D373834}"/>
              </a:ext>
            </a:extLst>
          </p:cNvPr>
          <p:cNvSpPr>
            <a:spLocks noGrp="1"/>
          </p:cNvSpPr>
          <p:nvPr>
            <p:ph type="pic" sz="quarter" idx="23" hasCustomPrompt="1"/>
          </p:nvPr>
        </p:nvSpPr>
        <p:spPr>
          <a:xfrm>
            <a:off x="8917812" y="1565275"/>
            <a:ext cx="2553463" cy="2129760"/>
          </a:xfrm>
          <a:pattFill prst="pct60">
            <a:fgClr>
              <a:schemeClr val="bg1">
                <a:lumMod val="95000"/>
              </a:schemeClr>
            </a:fgClr>
            <a:bgClr>
              <a:schemeClr val="bg1">
                <a:lumMod val="85000"/>
              </a:schemeClr>
            </a:bgClr>
          </a:patt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a:t>
            </a:r>
            <a:br>
              <a:rPr lang="en-GB" noProof="0" dirty="0"/>
            </a:br>
            <a:r>
              <a:rPr lang="en-GB" noProof="0" dirty="0"/>
              <a:t>the tab ‘</a:t>
            </a:r>
            <a:r>
              <a:rPr lang="en-GB" noProof="0" dirty="0" err="1"/>
              <a:t>Slidebuilder</a:t>
            </a:r>
            <a:r>
              <a:rPr lang="en-GB" noProof="0" dirty="0"/>
              <a:t>’, click on ‘Images’, select the preferred image </a:t>
            </a:r>
            <a:br>
              <a:rPr lang="en-GB" noProof="0" dirty="0"/>
            </a:br>
            <a:r>
              <a:rPr lang="en-GB" noProof="0" dirty="0"/>
              <a:t>and click on ‘Insert’.</a:t>
            </a:r>
          </a:p>
        </p:txBody>
      </p:sp>
      <p:sp>
        <p:nvSpPr>
          <p:cNvPr id="17" name="Tijdelijke aanduiding voor afbeelding 16">
            <a:extLst>
              <a:ext uri="{FF2B5EF4-FFF2-40B4-BE49-F238E27FC236}">
                <a16:creationId xmlns:a16="http://schemas.microsoft.com/office/drawing/2014/main" id="{35F313C6-9854-9ED7-895D-E50D00D3194F}"/>
              </a:ext>
            </a:extLst>
          </p:cNvPr>
          <p:cNvSpPr>
            <a:spLocks noGrp="1"/>
          </p:cNvSpPr>
          <p:nvPr>
            <p:ph type="pic" sz="quarter" idx="24" hasCustomPrompt="1"/>
          </p:nvPr>
        </p:nvSpPr>
        <p:spPr>
          <a:xfrm>
            <a:off x="719138" y="3873957"/>
            <a:ext cx="2553463" cy="2129760"/>
          </a:xfrm>
          <a:pattFill prst="pct60">
            <a:fgClr>
              <a:schemeClr val="bg1">
                <a:lumMod val="95000"/>
              </a:schemeClr>
            </a:fgClr>
            <a:bgClr>
              <a:schemeClr val="bg1">
                <a:lumMod val="85000"/>
              </a:schemeClr>
            </a:bgClr>
          </a:patt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a:t>
            </a:r>
            <a:br>
              <a:rPr lang="en-GB" noProof="0" dirty="0"/>
            </a:br>
            <a:r>
              <a:rPr lang="en-GB" noProof="0" dirty="0"/>
              <a:t>the tab ‘</a:t>
            </a:r>
            <a:r>
              <a:rPr lang="en-GB" noProof="0" dirty="0" err="1"/>
              <a:t>Slidebuilder</a:t>
            </a:r>
            <a:r>
              <a:rPr lang="en-GB" noProof="0" dirty="0"/>
              <a:t>’, click on ‘Images’, select the preferred image </a:t>
            </a:r>
            <a:br>
              <a:rPr lang="en-GB" noProof="0" dirty="0"/>
            </a:br>
            <a:r>
              <a:rPr lang="en-GB" noProof="0" dirty="0"/>
              <a:t>and click on ‘Insert’.</a:t>
            </a:r>
          </a:p>
        </p:txBody>
      </p:sp>
      <p:sp>
        <p:nvSpPr>
          <p:cNvPr id="18" name="Tijdelijke aanduiding voor afbeelding 16">
            <a:extLst>
              <a:ext uri="{FF2B5EF4-FFF2-40B4-BE49-F238E27FC236}">
                <a16:creationId xmlns:a16="http://schemas.microsoft.com/office/drawing/2014/main" id="{BE5F5E03-4E60-317C-16DE-CC9BFA274009}"/>
              </a:ext>
            </a:extLst>
          </p:cNvPr>
          <p:cNvSpPr>
            <a:spLocks noGrp="1"/>
          </p:cNvSpPr>
          <p:nvPr>
            <p:ph type="pic" sz="quarter" idx="25" hasCustomPrompt="1"/>
          </p:nvPr>
        </p:nvSpPr>
        <p:spPr>
          <a:xfrm>
            <a:off x="3452029" y="3873957"/>
            <a:ext cx="2553463" cy="2129760"/>
          </a:xfrm>
          <a:pattFill prst="pct60">
            <a:fgClr>
              <a:schemeClr val="bg1">
                <a:lumMod val="95000"/>
              </a:schemeClr>
            </a:fgClr>
            <a:bgClr>
              <a:schemeClr val="bg1">
                <a:lumMod val="85000"/>
              </a:schemeClr>
            </a:bgClr>
          </a:patt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a:t>
            </a:r>
            <a:br>
              <a:rPr lang="en-GB" noProof="0" dirty="0"/>
            </a:br>
            <a:r>
              <a:rPr lang="en-GB" noProof="0" dirty="0"/>
              <a:t>the tab ‘</a:t>
            </a:r>
            <a:r>
              <a:rPr lang="en-GB" noProof="0" dirty="0" err="1"/>
              <a:t>Slidebuilder</a:t>
            </a:r>
            <a:r>
              <a:rPr lang="en-GB" noProof="0" dirty="0"/>
              <a:t>’, click on ‘Images’, select the preferred image </a:t>
            </a:r>
            <a:br>
              <a:rPr lang="en-GB" noProof="0" dirty="0"/>
            </a:br>
            <a:r>
              <a:rPr lang="en-GB" noProof="0" dirty="0"/>
              <a:t>and click on ‘Insert’.</a:t>
            </a:r>
          </a:p>
        </p:txBody>
      </p:sp>
      <p:sp>
        <p:nvSpPr>
          <p:cNvPr id="19" name="Tijdelijke aanduiding voor afbeelding 16">
            <a:extLst>
              <a:ext uri="{FF2B5EF4-FFF2-40B4-BE49-F238E27FC236}">
                <a16:creationId xmlns:a16="http://schemas.microsoft.com/office/drawing/2014/main" id="{6D5AE00A-4952-4650-00D2-088812CF6097}"/>
              </a:ext>
            </a:extLst>
          </p:cNvPr>
          <p:cNvSpPr>
            <a:spLocks noGrp="1"/>
          </p:cNvSpPr>
          <p:nvPr>
            <p:ph type="pic" sz="quarter" idx="26" hasCustomPrompt="1"/>
          </p:nvPr>
        </p:nvSpPr>
        <p:spPr>
          <a:xfrm>
            <a:off x="6184920" y="3873957"/>
            <a:ext cx="2553463" cy="2129760"/>
          </a:xfrm>
          <a:pattFill prst="pct60">
            <a:fgClr>
              <a:schemeClr val="bg1">
                <a:lumMod val="95000"/>
              </a:schemeClr>
            </a:fgClr>
            <a:bgClr>
              <a:schemeClr val="bg1">
                <a:lumMod val="85000"/>
              </a:schemeClr>
            </a:bgClr>
          </a:patt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a:t>
            </a:r>
            <a:br>
              <a:rPr lang="en-GB" noProof="0" dirty="0"/>
            </a:br>
            <a:r>
              <a:rPr lang="en-GB" noProof="0" dirty="0"/>
              <a:t>the tab ‘</a:t>
            </a:r>
            <a:r>
              <a:rPr lang="en-GB" noProof="0" dirty="0" err="1"/>
              <a:t>Slidebuilder</a:t>
            </a:r>
            <a:r>
              <a:rPr lang="en-GB" noProof="0" dirty="0"/>
              <a:t>’, click on ‘Images’, select the preferred image </a:t>
            </a:r>
            <a:br>
              <a:rPr lang="en-GB" noProof="0" dirty="0"/>
            </a:br>
            <a:r>
              <a:rPr lang="en-GB" noProof="0" dirty="0"/>
              <a:t>and click on ‘Insert’.</a:t>
            </a:r>
          </a:p>
        </p:txBody>
      </p:sp>
      <p:sp>
        <p:nvSpPr>
          <p:cNvPr id="20" name="Tijdelijke aanduiding voor afbeelding 16">
            <a:extLst>
              <a:ext uri="{FF2B5EF4-FFF2-40B4-BE49-F238E27FC236}">
                <a16:creationId xmlns:a16="http://schemas.microsoft.com/office/drawing/2014/main" id="{306A1CD5-9B56-C6CC-4635-1C924F009B02}"/>
              </a:ext>
            </a:extLst>
          </p:cNvPr>
          <p:cNvSpPr>
            <a:spLocks noGrp="1"/>
          </p:cNvSpPr>
          <p:nvPr>
            <p:ph type="pic" sz="quarter" idx="27" hasCustomPrompt="1"/>
          </p:nvPr>
        </p:nvSpPr>
        <p:spPr>
          <a:xfrm>
            <a:off x="8917812" y="3873957"/>
            <a:ext cx="2553463" cy="2129760"/>
          </a:xfrm>
          <a:pattFill prst="pct60">
            <a:fgClr>
              <a:schemeClr val="bg1">
                <a:lumMod val="95000"/>
              </a:schemeClr>
            </a:fgClr>
            <a:bgClr>
              <a:schemeClr val="bg1">
                <a:lumMod val="85000"/>
              </a:schemeClr>
            </a:bgClr>
          </a:patt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a:t>
            </a:r>
            <a:br>
              <a:rPr lang="en-GB" noProof="0" dirty="0"/>
            </a:br>
            <a:r>
              <a:rPr lang="en-GB" noProof="0" dirty="0"/>
              <a:t>the tab ‘</a:t>
            </a:r>
            <a:r>
              <a:rPr lang="en-GB" noProof="0" dirty="0" err="1"/>
              <a:t>Slidebuilder</a:t>
            </a:r>
            <a:r>
              <a:rPr lang="en-GB" noProof="0" dirty="0"/>
              <a:t>’, click on ‘Images’, select the preferred image </a:t>
            </a:r>
            <a:br>
              <a:rPr lang="en-GB" noProof="0" dirty="0"/>
            </a:br>
            <a:r>
              <a:rPr lang="en-GB" noProof="0" dirty="0"/>
              <a:t>and click on ‘Insert’.</a:t>
            </a:r>
          </a:p>
        </p:txBody>
      </p:sp>
      <p:grpSp>
        <p:nvGrpSpPr>
          <p:cNvPr id="3" name="INSTRUCTION">
            <a:extLst>
              <a:ext uri="{FF2B5EF4-FFF2-40B4-BE49-F238E27FC236}">
                <a16:creationId xmlns:a16="http://schemas.microsoft.com/office/drawing/2014/main" id="{FB5B2E14-BE84-BCEB-9AC3-EEDB2B723C44}"/>
              </a:ext>
            </a:extLst>
          </p:cNvPr>
          <p:cNvGrpSpPr/>
          <p:nvPr userDrawn="1"/>
        </p:nvGrpSpPr>
        <p:grpSpPr>
          <a:xfrm>
            <a:off x="-3786164" y="0"/>
            <a:ext cx="3693113" cy="5054643"/>
            <a:chOff x="-3786164" y="0"/>
            <a:chExt cx="3693113" cy="5054643"/>
          </a:xfrm>
        </p:grpSpPr>
        <p:sp>
          <p:nvSpPr>
            <p:cNvPr id="6" name="Rechthoek 5">
              <a:extLst>
                <a:ext uri="{FF2B5EF4-FFF2-40B4-BE49-F238E27FC236}">
                  <a16:creationId xmlns:a16="http://schemas.microsoft.com/office/drawing/2014/main" id="{76A04E10-5665-EB80-FAD8-F675B240DC23}"/>
                </a:ext>
              </a:extLst>
            </p:cNvPr>
            <p:cNvSpPr/>
            <p:nvPr userDrawn="1"/>
          </p:nvSpPr>
          <p:spPr>
            <a:xfrm>
              <a:off x="-3786164" y="0"/>
              <a:ext cx="3593091" cy="4391599"/>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Insert/edit an image</a:t>
              </a:r>
            </a:p>
          </p:txBody>
        </p:sp>
        <p:sp>
          <p:nvSpPr>
            <p:cNvPr id="7" name="Rechthoek 6">
              <a:extLst>
                <a:ext uri="{FF2B5EF4-FFF2-40B4-BE49-F238E27FC236}">
                  <a16:creationId xmlns:a16="http://schemas.microsoft.com/office/drawing/2014/main" id="{21257885-B6DA-DB4A-8CC7-1328C4A68A7B}"/>
                </a:ext>
              </a:extLst>
            </p:cNvPr>
            <p:cNvSpPr/>
            <p:nvPr userDrawn="1"/>
          </p:nvSpPr>
          <p:spPr>
            <a:xfrm>
              <a:off x="-3786164" y="4226643"/>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sp>
          <p:nvSpPr>
            <p:cNvPr id="8" name="Ovaal 7">
              <a:extLst>
                <a:ext uri="{FF2B5EF4-FFF2-40B4-BE49-F238E27FC236}">
                  <a16:creationId xmlns:a16="http://schemas.microsoft.com/office/drawing/2014/main" id="{30315B7A-18FD-B178-357A-1F4C54400267}"/>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9" name="Rechthoek 8">
              <a:extLst>
                <a:ext uri="{FF2B5EF4-FFF2-40B4-BE49-F238E27FC236}">
                  <a16:creationId xmlns:a16="http://schemas.microsoft.com/office/drawing/2014/main" id="{0174BFAC-0F16-F3CD-AB7B-2E11A27AF443}"/>
                </a:ext>
              </a:extLst>
            </p:cNvPr>
            <p:cNvSpPr/>
            <p:nvPr userDrawn="1"/>
          </p:nvSpPr>
          <p:spPr>
            <a:xfrm>
              <a:off x="-3319416" y="465323"/>
              <a:ext cx="3008779" cy="661851"/>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If necessary, delete the existing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by using the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key’</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Select the placeholder,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1" i="0" u="none" strike="noStrike" kern="0" cap="none" spc="0" normalizeH="0" baseline="0" noProof="0" dirty="0" err="1">
                  <a:ln>
                    <a:noFill/>
                  </a:ln>
                  <a:solidFill>
                    <a:srgbClr val="000000"/>
                  </a:solidFill>
                  <a:effectLst/>
                  <a:uLnTx/>
                  <a:uFillTx/>
                  <a:latin typeface="Calibri" panose="020F0502020204030204" pitchFamily="34" charset="0"/>
                  <a:ea typeface="+mn-ea"/>
                  <a:cs typeface="Calibri" panose="020F0502020204030204" pitchFamily="34" charset="0"/>
                </a:rPr>
                <a:t>Slidebuilder</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 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‘Images’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endPar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13" name="Ovaal 12">
              <a:extLst>
                <a:ext uri="{FF2B5EF4-FFF2-40B4-BE49-F238E27FC236}">
                  <a16:creationId xmlns:a16="http://schemas.microsoft.com/office/drawing/2014/main" id="{BF39497E-BA05-10A9-E984-07063809D74B}"/>
                </a:ext>
              </a:extLst>
            </p:cNvPr>
            <p:cNvSpPr/>
            <p:nvPr userDrawn="1"/>
          </p:nvSpPr>
          <p:spPr>
            <a:xfrm>
              <a:off x="-3603587" y="18111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4" name="Rechthoek 13">
              <a:extLst>
                <a:ext uri="{FF2B5EF4-FFF2-40B4-BE49-F238E27FC236}">
                  <a16:creationId xmlns:a16="http://schemas.microsoft.com/office/drawing/2014/main" id="{53F2B080-A614-9B47-601D-AEEBF2038EC0}"/>
                </a:ext>
              </a:extLst>
            </p:cNvPr>
            <p:cNvSpPr/>
            <p:nvPr userDrawn="1"/>
          </p:nvSpPr>
          <p:spPr>
            <a:xfrm>
              <a:off x="-3319415" y="1811185"/>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 the preferred category and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and click 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‘Insert’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15" name="Rechthoek 14">
              <a:extLst>
                <a:ext uri="{FF2B5EF4-FFF2-40B4-BE49-F238E27FC236}">
                  <a16:creationId xmlns:a16="http://schemas.microsoft.com/office/drawing/2014/main" id="{3B24963F-C8E3-B24C-8CAD-A30D8B558C25}"/>
                </a:ext>
              </a:extLst>
            </p:cNvPr>
            <p:cNvSpPr/>
            <p:nvPr userDrawn="1"/>
          </p:nvSpPr>
          <p:spPr>
            <a:xfrm>
              <a:off x="-3319415" y="2245760"/>
              <a:ext cx="825500" cy="209550"/>
            </a:xfrm>
            <a:prstGeom prst="rect">
              <a:avLst/>
            </a:prstGeom>
            <a:solidFill>
              <a:srgbClr val="1FF52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1000" b="1" noProof="0" dirty="0">
                  <a:solidFill>
                    <a:srgbClr val="211F26"/>
                  </a:solidFill>
                  <a:latin typeface="Calibri" panose="020F0502020204030204" pitchFamily="34" charset="0"/>
                  <a:cs typeface="Calibri" panose="020F0502020204030204" pitchFamily="34" charset="0"/>
                </a:rPr>
                <a:t>Insert</a:t>
              </a:r>
            </a:p>
          </p:txBody>
        </p:sp>
        <p:sp>
          <p:nvSpPr>
            <p:cNvPr id="22" name="Ovaal 21">
              <a:extLst>
                <a:ext uri="{FF2B5EF4-FFF2-40B4-BE49-F238E27FC236}">
                  <a16:creationId xmlns:a16="http://schemas.microsoft.com/office/drawing/2014/main" id="{6BDAAF35-0FF4-74CD-31C5-D987A2862A2F}"/>
                </a:ext>
              </a:extLst>
            </p:cNvPr>
            <p:cNvSpPr/>
            <p:nvPr userDrawn="1"/>
          </p:nvSpPr>
          <p:spPr>
            <a:xfrm>
              <a:off x="-3603587" y="263483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23" name="Rechthoek 22">
              <a:extLst>
                <a:ext uri="{FF2B5EF4-FFF2-40B4-BE49-F238E27FC236}">
                  <a16:creationId xmlns:a16="http://schemas.microsoft.com/office/drawing/2014/main" id="{931265B2-769C-5458-629C-AD17D757943D}"/>
                </a:ext>
              </a:extLst>
            </p:cNvPr>
            <p:cNvSpPr/>
            <p:nvPr userDrawn="1"/>
          </p:nvSpPr>
          <p:spPr>
            <a:xfrm>
              <a:off x="-3319415" y="2634835"/>
              <a:ext cx="2944682" cy="794165"/>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To scale or drag the image,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‘Picture Tools - Format’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‘Crop’</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Scale the image itself with</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spheres and scale the image frame with the brackets.</a:t>
              </a:r>
            </a:p>
          </p:txBody>
        </p:sp>
        <p:grpSp>
          <p:nvGrpSpPr>
            <p:cNvPr id="24" name="Groep 23">
              <a:extLst>
                <a:ext uri="{FF2B5EF4-FFF2-40B4-BE49-F238E27FC236}">
                  <a16:creationId xmlns:a16="http://schemas.microsoft.com/office/drawing/2014/main" id="{1E914D9A-BB84-A9B7-D52F-147F5807070D}"/>
                </a:ext>
              </a:extLst>
            </p:cNvPr>
            <p:cNvGrpSpPr/>
            <p:nvPr userDrawn="1"/>
          </p:nvGrpSpPr>
          <p:grpSpPr>
            <a:xfrm>
              <a:off x="-3414453" y="3534339"/>
              <a:ext cx="514284" cy="506545"/>
              <a:chOff x="12617641" y="3403239"/>
              <a:chExt cx="752963" cy="741634"/>
            </a:xfrm>
          </p:grpSpPr>
          <p:grpSp>
            <p:nvGrpSpPr>
              <p:cNvPr id="41" name="Groep 40">
                <a:extLst>
                  <a:ext uri="{FF2B5EF4-FFF2-40B4-BE49-F238E27FC236}">
                    <a16:creationId xmlns:a16="http://schemas.microsoft.com/office/drawing/2014/main" id="{9DDA8086-293C-2A67-6D52-75CC30369B06}"/>
                  </a:ext>
                </a:extLst>
              </p:cNvPr>
              <p:cNvGrpSpPr/>
              <p:nvPr userDrawn="1"/>
            </p:nvGrpSpPr>
            <p:grpSpPr>
              <a:xfrm>
                <a:off x="12771530" y="3403239"/>
                <a:ext cx="467176" cy="448491"/>
                <a:chOff x="12782157" y="3403239"/>
                <a:chExt cx="467176" cy="448491"/>
              </a:xfrm>
            </p:grpSpPr>
            <p:grpSp>
              <p:nvGrpSpPr>
                <p:cNvPr id="44" name="Groep 43">
                  <a:extLst>
                    <a:ext uri="{FF2B5EF4-FFF2-40B4-BE49-F238E27FC236}">
                      <a16:creationId xmlns:a16="http://schemas.microsoft.com/office/drawing/2014/main" id="{34A2D32E-1F3F-4227-1A84-3AEDE2465BB3}"/>
                    </a:ext>
                  </a:extLst>
                </p:cNvPr>
                <p:cNvGrpSpPr/>
                <p:nvPr userDrawn="1"/>
              </p:nvGrpSpPr>
              <p:grpSpPr>
                <a:xfrm>
                  <a:off x="12782157" y="3403239"/>
                  <a:ext cx="412976" cy="396132"/>
                  <a:chOff x="13554906" y="3320109"/>
                  <a:chExt cx="443917" cy="425811"/>
                </a:xfrm>
              </p:grpSpPr>
              <p:grpSp>
                <p:nvGrpSpPr>
                  <p:cNvPr id="51" name="Groep 50">
                    <a:extLst>
                      <a:ext uri="{FF2B5EF4-FFF2-40B4-BE49-F238E27FC236}">
                        <a16:creationId xmlns:a16="http://schemas.microsoft.com/office/drawing/2014/main" id="{01856909-64A5-463F-5163-AD91C76BEE75}"/>
                      </a:ext>
                    </a:extLst>
                  </p:cNvPr>
                  <p:cNvGrpSpPr/>
                  <p:nvPr userDrawn="1"/>
                </p:nvGrpSpPr>
                <p:grpSpPr>
                  <a:xfrm>
                    <a:off x="13554906" y="3320109"/>
                    <a:ext cx="443917" cy="425811"/>
                    <a:chOff x="12909684" y="1276143"/>
                    <a:chExt cx="443917" cy="425811"/>
                  </a:xfrm>
                </p:grpSpPr>
                <p:sp>
                  <p:nvSpPr>
                    <p:cNvPr id="54" name="Rechthoek 53">
                      <a:extLst>
                        <a:ext uri="{FF2B5EF4-FFF2-40B4-BE49-F238E27FC236}">
                          <a16:creationId xmlns:a16="http://schemas.microsoft.com/office/drawing/2014/main" id="{A43CC0AA-532C-1137-5C22-3FDD91E29A40}"/>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55" name="Rechthoek 54">
                      <a:extLst>
                        <a:ext uri="{FF2B5EF4-FFF2-40B4-BE49-F238E27FC236}">
                          <a16:creationId xmlns:a16="http://schemas.microsoft.com/office/drawing/2014/main" id="{4CA0B3D9-19A9-33E3-4581-40AB2C4CB82C}"/>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56" name="Ovaal 55">
                      <a:extLst>
                        <a:ext uri="{FF2B5EF4-FFF2-40B4-BE49-F238E27FC236}">
                          <a16:creationId xmlns:a16="http://schemas.microsoft.com/office/drawing/2014/main" id="{06226EF2-ECAD-CF83-2DBF-0DC9810CCD30}"/>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pic>
                <p:nvPicPr>
                  <p:cNvPr id="52" name="Afbeelding 51">
                    <a:extLst>
                      <a:ext uri="{FF2B5EF4-FFF2-40B4-BE49-F238E27FC236}">
                        <a16:creationId xmlns:a16="http://schemas.microsoft.com/office/drawing/2014/main" id="{F7E58752-4579-1268-E934-2636C5688C59}"/>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a:off x="13567296" y="3424991"/>
                    <a:ext cx="173367" cy="140220"/>
                  </a:xfrm>
                  <a:prstGeom prst="rect">
                    <a:avLst/>
                  </a:prstGeom>
                </p:spPr>
              </p:pic>
              <p:pic>
                <p:nvPicPr>
                  <p:cNvPr id="53" name="Afbeelding 52">
                    <a:extLst>
                      <a:ext uri="{FF2B5EF4-FFF2-40B4-BE49-F238E27FC236}">
                        <a16:creationId xmlns:a16="http://schemas.microsoft.com/office/drawing/2014/main" id="{8812E136-8448-D3FA-BB8E-F9C78E553035}"/>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45" name="Groep 44">
                  <a:extLst>
                    <a:ext uri="{FF2B5EF4-FFF2-40B4-BE49-F238E27FC236}">
                      <a16:creationId xmlns:a16="http://schemas.microsoft.com/office/drawing/2014/main" id="{2C8EF9AE-11C9-B2FF-60C0-38F4F8B1D32E}"/>
                    </a:ext>
                  </a:extLst>
                </p:cNvPr>
                <p:cNvGrpSpPr/>
                <p:nvPr userDrawn="1"/>
              </p:nvGrpSpPr>
              <p:grpSpPr>
                <a:xfrm>
                  <a:off x="13103513" y="3705268"/>
                  <a:ext cx="145820" cy="146462"/>
                  <a:chOff x="13096169" y="3602278"/>
                  <a:chExt cx="145820" cy="146462"/>
                </a:xfrm>
              </p:grpSpPr>
              <p:sp>
                <p:nvSpPr>
                  <p:cNvPr id="49" name="Rechthoek 48">
                    <a:extLst>
                      <a:ext uri="{FF2B5EF4-FFF2-40B4-BE49-F238E27FC236}">
                        <a16:creationId xmlns:a16="http://schemas.microsoft.com/office/drawing/2014/main" id="{0F40C97F-1BDD-3698-D9F6-244DDE629C1F}"/>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50" name="Rechthoek 49">
                    <a:extLst>
                      <a:ext uri="{FF2B5EF4-FFF2-40B4-BE49-F238E27FC236}">
                        <a16:creationId xmlns:a16="http://schemas.microsoft.com/office/drawing/2014/main" id="{96902304-93AF-9BC8-2EB5-1A4E1B754812}"/>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46" name="Groep 45">
                  <a:extLst>
                    <a:ext uri="{FF2B5EF4-FFF2-40B4-BE49-F238E27FC236}">
                      <a16:creationId xmlns:a16="http://schemas.microsoft.com/office/drawing/2014/main" id="{2521AAC5-33A0-F6EF-60C0-9461A95BCF66}"/>
                    </a:ext>
                  </a:extLst>
                </p:cNvPr>
                <p:cNvGrpSpPr/>
                <p:nvPr userDrawn="1"/>
              </p:nvGrpSpPr>
              <p:grpSpPr>
                <a:xfrm rot="10800000">
                  <a:off x="13061402" y="3665637"/>
                  <a:ext cx="145820" cy="146462"/>
                  <a:chOff x="13096169" y="3602278"/>
                  <a:chExt cx="145820" cy="146462"/>
                </a:xfrm>
              </p:grpSpPr>
              <p:sp>
                <p:nvSpPr>
                  <p:cNvPr id="47" name="Rechthoek 46">
                    <a:extLst>
                      <a:ext uri="{FF2B5EF4-FFF2-40B4-BE49-F238E27FC236}">
                        <a16:creationId xmlns:a16="http://schemas.microsoft.com/office/drawing/2014/main" id="{17F38B84-DA9B-40A7-58DC-9DC147FAE966}"/>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48" name="Rechthoek 47">
                    <a:extLst>
                      <a:ext uri="{FF2B5EF4-FFF2-40B4-BE49-F238E27FC236}">
                        <a16:creationId xmlns:a16="http://schemas.microsoft.com/office/drawing/2014/main" id="{702DE6E3-6279-76AB-C77D-8768786086CC}"/>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sp>
            <p:nvSpPr>
              <p:cNvPr id="42" name="Rechthoek 41">
                <a:extLst>
                  <a:ext uri="{FF2B5EF4-FFF2-40B4-BE49-F238E27FC236}">
                    <a16:creationId xmlns:a16="http://schemas.microsoft.com/office/drawing/2014/main" id="{6B642DE9-EB8A-F0E3-60A4-D910D5AFDBCE}"/>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900" b="0" noProof="0" dirty="0">
                    <a:solidFill>
                      <a:srgbClr val="211F26"/>
                    </a:solidFill>
                    <a:latin typeface="Calibri" panose="020F0502020204030204" pitchFamily="34" charset="0"/>
                    <a:cs typeface="Calibri" panose="020F0502020204030204" pitchFamily="34" charset="0"/>
                  </a:rPr>
                  <a:t>Crop</a:t>
                </a:r>
              </a:p>
            </p:txBody>
          </p:sp>
          <p:sp>
            <p:nvSpPr>
              <p:cNvPr id="43" name="Gelijkbenige driehoek 42">
                <a:extLst>
                  <a:ext uri="{FF2B5EF4-FFF2-40B4-BE49-F238E27FC236}">
                    <a16:creationId xmlns:a16="http://schemas.microsoft.com/office/drawing/2014/main" id="{6353C08C-FA3D-FB3D-8A97-00D623FCC508}"/>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25" name="ICOON_info">
              <a:extLst>
                <a:ext uri="{FF2B5EF4-FFF2-40B4-BE49-F238E27FC236}">
                  <a16:creationId xmlns:a16="http://schemas.microsoft.com/office/drawing/2014/main" id="{030E1DAE-0AF9-0F8B-9FB8-F0243DD24CCB}"/>
                </a:ext>
              </a:extLst>
            </p:cNvPr>
            <p:cNvGrpSpPr/>
            <p:nvPr userDrawn="1"/>
          </p:nvGrpSpPr>
          <p:grpSpPr>
            <a:xfrm>
              <a:off x="-376736" y="4055594"/>
              <a:ext cx="283685" cy="283685"/>
              <a:chOff x="-510741" y="5913713"/>
              <a:chExt cx="267555" cy="267555"/>
            </a:xfrm>
          </p:grpSpPr>
          <p:sp>
            <p:nvSpPr>
              <p:cNvPr id="39" name="Ovaal 38">
                <a:extLst>
                  <a:ext uri="{FF2B5EF4-FFF2-40B4-BE49-F238E27FC236}">
                    <a16:creationId xmlns:a16="http://schemas.microsoft.com/office/drawing/2014/main" id="{66BD7785-19CD-67DE-9656-F6935ED94233}"/>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40" name="Graphic 163" descr="Informatie">
                <a:extLst>
                  <a:ext uri="{FF2B5EF4-FFF2-40B4-BE49-F238E27FC236}">
                    <a16:creationId xmlns:a16="http://schemas.microsoft.com/office/drawing/2014/main" id="{9B462E07-E5CE-82E4-843E-6261EE849393}"/>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26" name="Groep 25">
              <a:extLst>
                <a:ext uri="{FF2B5EF4-FFF2-40B4-BE49-F238E27FC236}">
                  <a16:creationId xmlns:a16="http://schemas.microsoft.com/office/drawing/2014/main" id="{B9B15E22-9455-C06D-36AF-3631E3E76FEF}"/>
                </a:ext>
              </a:extLst>
            </p:cNvPr>
            <p:cNvGrpSpPr/>
            <p:nvPr userDrawn="1"/>
          </p:nvGrpSpPr>
          <p:grpSpPr>
            <a:xfrm>
              <a:off x="-938434" y="4364020"/>
              <a:ext cx="627798" cy="576693"/>
              <a:chOff x="-938434" y="4570310"/>
              <a:chExt cx="627798" cy="576693"/>
            </a:xfrm>
          </p:grpSpPr>
          <p:grpSp>
            <p:nvGrpSpPr>
              <p:cNvPr id="34" name="Inspireren">
                <a:extLst>
                  <a:ext uri="{FF2B5EF4-FFF2-40B4-BE49-F238E27FC236}">
                    <a16:creationId xmlns:a16="http://schemas.microsoft.com/office/drawing/2014/main" id="{B6CB7955-883F-36A7-AACD-06C1DE7D11E0}"/>
                  </a:ext>
                </a:extLst>
              </p:cNvPr>
              <p:cNvGrpSpPr>
                <a:grpSpLocks noChangeAspect="1"/>
              </p:cNvGrpSpPr>
              <p:nvPr userDrawn="1"/>
            </p:nvGrpSpPr>
            <p:grpSpPr bwMode="auto">
              <a:xfrm>
                <a:off x="-716116" y="4570310"/>
                <a:ext cx="169778" cy="242385"/>
                <a:chOff x="4768" y="2783"/>
                <a:chExt cx="788" cy="1125"/>
              </a:xfrm>
              <a:gradFill>
                <a:gsLst>
                  <a:gs pos="0">
                    <a:srgbClr val="9D9FA1"/>
                  </a:gs>
                  <a:gs pos="70000">
                    <a:srgbClr val="211F26"/>
                  </a:gs>
                </a:gsLst>
                <a:lin ang="2700000" scaled="0"/>
              </a:gradFill>
            </p:grpSpPr>
            <p:sp>
              <p:nvSpPr>
                <p:cNvPr id="36" name="Freeform 12">
                  <a:extLst>
                    <a:ext uri="{FF2B5EF4-FFF2-40B4-BE49-F238E27FC236}">
                      <a16:creationId xmlns:a16="http://schemas.microsoft.com/office/drawing/2014/main" id="{B3B3EF27-68C2-61F0-12C3-76DBC71A6300}"/>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37" name="Freeform 13">
                  <a:extLst>
                    <a:ext uri="{FF2B5EF4-FFF2-40B4-BE49-F238E27FC236}">
                      <a16:creationId xmlns:a16="http://schemas.microsoft.com/office/drawing/2014/main" id="{1B6C3523-3C33-D9B2-8539-AF66D032A3E0}"/>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38" name="Freeform 14">
                  <a:extLst>
                    <a:ext uri="{FF2B5EF4-FFF2-40B4-BE49-F238E27FC236}">
                      <a16:creationId xmlns:a16="http://schemas.microsoft.com/office/drawing/2014/main" id="{39FDF4F7-04E6-9A05-0D75-978B1B3807A6}"/>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35" name="Tekstvak 34">
                <a:extLst>
                  <a:ext uri="{FF2B5EF4-FFF2-40B4-BE49-F238E27FC236}">
                    <a16:creationId xmlns:a16="http://schemas.microsoft.com/office/drawing/2014/main" id="{72D21BEA-A69C-16A6-DCC7-CA3006D1232F}"/>
                  </a:ext>
                </a:extLst>
              </p:cNvPr>
              <p:cNvSpPr txBox="1"/>
              <p:nvPr userDrawn="1"/>
            </p:nvSpPr>
            <p:spPr>
              <a:xfrm>
                <a:off x="-938434" y="4824764"/>
                <a:ext cx="627798" cy="32223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grpSp>
          <p:nvGrpSpPr>
            <p:cNvPr id="27" name="Groep 26">
              <a:extLst>
                <a:ext uri="{FF2B5EF4-FFF2-40B4-BE49-F238E27FC236}">
                  <a16:creationId xmlns:a16="http://schemas.microsoft.com/office/drawing/2014/main" id="{80626468-5D29-A9DB-66B7-1E4726E386E4}"/>
                </a:ext>
              </a:extLst>
            </p:cNvPr>
            <p:cNvGrpSpPr/>
            <p:nvPr userDrawn="1"/>
          </p:nvGrpSpPr>
          <p:grpSpPr>
            <a:xfrm>
              <a:off x="-3365484" y="1226982"/>
              <a:ext cx="446937" cy="406485"/>
              <a:chOff x="-3563526" y="1409294"/>
              <a:chExt cx="354190" cy="322133"/>
            </a:xfrm>
          </p:grpSpPr>
          <p:grpSp>
            <p:nvGrpSpPr>
              <p:cNvPr id="28" name="Groep 27">
                <a:extLst>
                  <a:ext uri="{FF2B5EF4-FFF2-40B4-BE49-F238E27FC236}">
                    <a16:creationId xmlns:a16="http://schemas.microsoft.com/office/drawing/2014/main" id="{27992852-BCC4-126C-8321-ACA295BFDA62}"/>
                  </a:ext>
                </a:extLst>
              </p:cNvPr>
              <p:cNvGrpSpPr/>
              <p:nvPr userDrawn="1"/>
            </p:nvGrpSpPr>
            <p:grpSpPr>
              <a:xfrm>
                <a:off x="-3499992" y="1409294"/>
                <a:ext cx="225195" cy="195499"/>
                <a:chOff x="8987389" y="1361199"/>
                <a:chExt cx="2200275" cy="1914525"/>
              </a:xfrm>
            </p:grpSpPr>
            <p:sp>
              <p:nvSpPr>
                <p:cNvPr id="30" name="Vrije vorm: vorm 29">
                  <a:extLst>
                    <a:ext uri="{FF2B5EF4-FFF2-40B4-BE49-F238E27FC236}">
                      <a16:creationId xmlns:a16="http://schemas.microsoft.com/office/drawing/2014/main" id="{1B5825DA-3CAF-4502-1DB0-D5AD050257BD}"/>
                    </a:ext>
                  </a:extLst>
                </p:cNvPr>
                <p:cNvSpPr/>
                <p:nvPr/>
              </p:nvSpPr>
              <p:spPr>
                <a:xfrm>
                  <a:off x="9363620" y="1831738"/>
                  <a:ext cx="371477" cy="371472"/>
                </a:xfrm>
                <a:custGeom>
                  <a:avLst/>
                  <a:gdLst>
                    <a:gd name="connsiteX0" fmla="*/ 369094 w 371475"/>
                    <a:gd name="connsiteY0" fmla="*/ 188119 h 371475"/>
                    <a:gd name="connsiteX1" fmla="*/ 188119 w 371475"/>
                    <a:gd name="connsiteY1" fmla="*/ 369094 h 371475"/>
                    <a:gd name="connsiteX2" fmla="*/ 7144 w 371475"/>
                    <a:gd name="connsiteY2" fmla="*/ 188119 h 371475"/>
                    <a:gd name="connsiteX3" fmla="*/ 188119 w 371475"/>
                    <a:gd name="connsiteY3" fmla="*/ 7144 h 371475"/>
                    <a:gd name="connsiteX4" fmla="*/ 369094 w 371475"/>
                    <a:gd name="connsiteY4" fmla="*/ 188119 h 371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 h="371475">
                      <a:moveTo>
                        <a:pt x="369094" y="188119"/>
                      </a:moveTo>
                      <a:cubicBezTo>
                        <a:pt x="369094" y="288068"/>
                        <a:pt x="288068" y="369094"/>
                        <a:pt x="188119" y="369094"/>
                      </a:cubicBezTo>
                      <a:cubicBezTo>
                        <a:pt x="88169" y="369094"/>
                        <a:pt x="7144" y="288068"/>
                        <a:pt x="7144" y="188119"/>
                      </a:cubicBezTo>
                      <a:cubicBezTo>
                        <a:pt x="7144" y="88169"/>
                        <a:pt x="88169" y="7144"/>
                        <a:pt x="188119" y="7144"/>
                      </a:cubicBezTo>
                      <a:cubicBezTo>
                        <a:pt x="288068" y="7144"/>
                        <a:pt x="369094" y="88169"/>
                        <a:pt x="369094" y="188119"/>
                      </a:cubicBezTo>
                      <a:close/>
                    </a:path>
                  </a:pathLst>
                </a:custGeom>
                <a:solidFill>
                  <a:srgbClr val="1FF524"/>
                </a:solidFill>
                <a:ln w="9525" cap="flat">
                  <a:noFill/>
                  <a:prstDash val="solid"/>
                  <a:miter/>
                </a:ln>
              </p:spPr>
              <p:txBody>
                <a:bodyPr rtlCol="0" anchor="ctr"/>
                <a:lstStyle/>
                <a:p>
                  <a:pPr defTabSz="995469"/>
                  <a:endParaRPr lang="en-GB" sz="7200" noProof="0" dirty="0">
                    <a:solidFill>
                      <a:srgbClr val="211F26"/>
                    </a:solidFill>
                    <a:latin typeface="+mn-lt"/>
                  </a:endParaRPr>
                </a:p>
              </p:txBody>
            </p:sp>
            <p:grpSp>
              <p:nvGrpSpPr>
                <p:cNvPr id="31" name="Groep 30">
                  <a:extLst>
                    <a:ext uri="{FF2B5EF4-FFF2-40B4-BE49-F238E27FC236}">
                      <a16:creationId xmlns:a16="http://schemas.microsoft.com/office/drawing/2014/main" id="{E633C8F6-2BB3-F3B2-65B1-EE43B8FC7D3B}"/>
                    </a:ext>
                  </a:extLst>
                </p:cNvPr>
                <p:cNvGrpSpPr/>
                <p:nvPr/>
              </p:nvGrpSpPr>
              <p:grpSpPr>
                <a:xfrm>
                  <a:off x="8987389" y="1361199"/>
                  <a:ext cx="2200275" cy="1914525"/>
                  <a:chOff x="8987389" y="1361199"/>
                  <a:chExt cx="2200275" cy="1914525"/>
                </a:xfrm>
                <a:gradFill>
                  <a:gsLst>
                    <a:gs pos="0">
                      <a:srgbClr val="9D9FA1"/>
                    </a:gs>
                    <a:gs pos="70000">
                      <a:srgbClr val="211F26"/>
                    </a:gs>
                  </a:gsLst>
                  <a:lin ang="2700000" scaled="0"/>
                </a:gradFill>
              </p:grpSpPr>
              <p:sp>
                <p:nvSpPr>
                  <p:cNvPr id="32" name="Vrije vorm: vorm 31">
                    <a:extLst>
                      <a:ext uri="{FF2B5EF4-FFF2-40B4-BE49-F238E27FC236}">
                        <a16:creationId xmlns:a16="http://schemas.microsoft.com/office/drawing/2014/main" id="{13F1A64B-6C10-11FF-0F9A-315E2F499FD6}"/>
                      </a:ext>
                    </a:extLst>
                  </p:cNvPr>
                  <p:cNvSpPr/>
                  <p:nvPr/>
                </p:nvSpPr>
                <p:spPr>
                  <a:xfrm>
                    <a:off x="8987389" y="1361199"/>
                    <a:ext cx="2200275" cy="1914525"/>
                  </a:xfrm>
                  <a:custGeom>
                    <a:avLst/>
                    <a:gdLst>
                      <a:gd name="connsiteX0" fmla="*/ 7144 w 2200275"/>
                      <a:gd name="connsiteY0" fmla="*/ 7144 h 1914525"/>
                      <a:gd name="connsiteX1" fmla="*/ 7144 w 2200275"/>
                      <a:gd name="connsiteY1" fmla="*/ 245269 h 1914525"/>
                      <a:gd name="connsiteX2" fmla="*/ 432911 w 2200275"/>
                      <a:gd name="connsiteY2" fmla="*/ 245269 h 1914525"/>
                      <a:gd name="connsiteX3" fmla="*/ 432911 w 2200275"/>
                      <a:gd name="connsiteY3" fmla="*/ 245269 h 1914525"/>
                      <a:gd name="connsiteX4" fmla="*/ 1959769 w 2200275"/>
                      <a:gd name="connsiteY4" fmla="*/ 245269 h 1914525"/>
                      <a:gd name="connsiteX5" fmla="*/ 1959769 w 2200275"/>
                      <a:gd name="connsiteY5" fmla="*/ 1674019 h 1914525"/>
                      <a:gd name="connsiteX6" fmla="*/ 245269 w 2200275"/>
                      <a:gd name="connsiteY6" fmla="*/ 1674019 h 1914525"/>
                      <a:gd name="connsiteX7" fmla="*/ 245269 w 2200275"/>
                      <a:gd name="connsiteY7" fmla="*/ 350044 h 1914525"/>
                      <a:gd name="connsiteX8" fmla="*/ 7144 w 2200275"/>
                      <a:gd name="connsiteY8" fmla="*/ 350044 h 1914525"/>
                      <a:gd name="connsiteX9" fmla="*/ 7144 w 2200275"/>
                      <a:gd name="connsiteY9" fmla="*/ 1912144 h 1914525"/>
                      <a:gd name="connsiteX10" fmla="*/ 2197894 w 2200275"/>
                      <a:gd name="connsiteY10" fmla="*/ 1912144 h 1914525"/>
                      <a:gd name="connsiteX11" fmla="*/ 2197894 w 2200275"/>
                      <a:gd name="connsiteY11" fmla="*/ 7144 h 1914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0275" h="1914525">
                        <a:moveTo>
                          <a:pt x="7144" y="7144"/>
                        </a:moveTo>
                        <a:lnTo>
                          <a:pt x="7144" y="245269"/>
                        </a:lnTo>
                        <a:lnTo>
                          <a:pt x="432911" y="245269"/>
                        </a:lnTo>
                        <a:lnTo>
                          <a:pt x="432911" y="245269"/>
                        </a:lnTo>
                        <a:lnTo>
                          <a:pt x="1959769" y="245269"/>
                        </a:lnTo>
                        <a:lnTo>
                          <a:pt x="1959769" y="1674019"/>
                        </a:lnTo>
                        <a:lnTo>
                          <a:pt x="245269" y="1674019"/>
                        </a:lnTo>
                        <a:lnTo>
                          <a:pt x="245269" y="350044"/>
                        </a:lnTo>
                        <a:lnTo>
                          <a:pt x="7144" y="350044"/>
                        </a:lnTo>
                        <a:lnTo>
                          <a:pt x="7144" y="1912144"/>
                        </a:lnTo>
                        <a:lnTo>
                          <a:pt x="2197894" y="1912144"/>
                        </a:lnTo>
                        <a:lnTo>
                          <a:pt x="2197894" y="7144"/>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sp>
                <p:nvSpPr>
                  <p:cNvPr id="33" name="Vrije vorm: vorm 32">
                    <a:extLst>
                      <a:ext uri="{FF2B5EF4-FFF2-40B4-BE49-F238E27FC236}">
                        <a16:creationId xmlns:a16="http://schemas.microsoft.com/office/drawing/2014/main" id="{228AE0C0-4720-B79B-2A72-A4C9EAD28A6F}"/>
                      </a:ext>
                    </a:extLst>
                  </p:cNvPr>
                  <p:cNvSpPr/>
                  <p:nvPr/>
                </p:nvSpPr>
                <p:spPr>
                  <a:xfrm>
                    <a:off x="9362668" y="1953652"/>
                    <a:ext cx="1438273" cy="885828"/>
                  </a:xfrm>
                  <a:custGeom>
                    <a:avLst/>
                    <a:gdLst>
                      <a:gd name="connsiteX0" fmla="*/ 1070134 w 1438275"/>
                      <a:gd name="connsiteY0" fmla="*/ 7144 h 885825"/>
                      <a:gd name="connsiteX1" fmla="*/ 801529 w 1438275"/>
                      <a:gd name="connsiteY1" fmla="*/ 275749 h 885825"/>
                      <a:gd name="connsiteX2" fmla="*/ 662464 w 1438275"/>
                      <a:gd name="connsiteY2" fmla="*/ 137636 h 885825"/>
                      <a:gd name="connsiteX3" fmla="*/ 7144 w 1438275"/>
                      <a:gd name="connsiteY3" fmla="*/ 784384 h 885825"/>
                      <a:gd name="connsiteX4" fmla="*/ 108109 w 1438275"/>
                      <a:gd name="connsiteY4" fmla="*/ 885349 h 885825"/>
                      <a:gd name="connsiteX5" fmla="*/ 662464 w 1438275"/>
                      <a:gd name="connsiteY5" fmla="*/ 338614 h 885825"/>
                      <a:gd name="connsiteX6" fmla="*/ 928211 w 1438275"/>
                      <a:gd name="connsiteY6" fmla="*/ 605314 h 885825"/>
                      <a:gd name="connsiteX7" fmla="*/ 1029176 w 1438275"/>
                      <a:gd name="connsiteY7" fmla="*/ 503396 h 885825"/>
                      <a:gd name="connsiteX8" fmla="*/ 902494 w 1438275"/>
                      <a:gd name="connsiteY8" fmla="*/ 376714 h 885825"/>
                      <a:gd name="connsiteX9" fmla="*/ 1070134 w 1438275"/>
                      <a:gd name="connsiteY9" fmla="*/ 209074 h 885825"/>
                      <a:gd name="connsiteX10" fmla="*/ 1337786 w 1438275"/>
                      <a:gd name="connsiteY10" fmla="*/ 480536 h 885825"/>
                      <a:gd name="connsiteX11" fmla="*/ 1438751 w 1438275"/>
                      <a:gd name="connsiteY11" fmla="*/ 378619 h 885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38275" h="885825">
                        <a:moveTo>
                          <a:pt x="1070134" y="7144"/>
                        </a:moveTo>
                        <a:lnTo>
                          <a:pt x="801529" y="275749"/>
                        </a:lnTo>
                        <a:lnTo>
                          <a:pt x="662464" y="137636"/>
                        </a:lnTo>
                        <a:lnTo>
                          <a:pt x="7144" y="784384"/>
                        </a:lnTo>
                        <a:lnTo>
                          <a:pt x="108109" y="885349"/>
                        </a:lnTo>
                        <a:lnTo>
                          <a:pt x="662464" y="338614"/>
                        </a:lnTo>
                        <a:lnTo>
                          <a:pt x="928211" y="605314"/>
                        </a:lnTo>
                        <a:lnTo>
                          <a:pt x="1029176" y="503396"/>
                        </a:lnTo>
                        <a:lnTo>
                          <a:pt x="902494" y="376714"/>
                        </a:lnTo>
                        <a:lnTo>
                          <a:pt x="1070134" y="209074"/>
                        </a:lnTo>
                        <a:lnTo>
                          <a:pt x="1337786" y="480536"/>
                        </a:lnTo>
                        <a:lnTo>
                          <a:pt x="1438751" y="378619"/>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grpSp>
          </p:grpSp>
          <p:sp>
            <p:nvSpPr>
              <p:cNvPr id="29" name="Tekstvak 28">
                <a:extLst>
                  <a:ext uri="{FF2B5EF4-FFF2-40B4-BE49-F238E27FC236}">
                    <a16:creationId xmlns:a16="http://schemas.microsoft.com/office/drawing/2014/main" id="{E95F67C1-91F8-1589-A683-24D5B4E6B39A}"/>
                  </a:ext>
                </a:extLst>
              </p:cNvPr>
              <p:cNvSpPr txBox="1"/>
              <p:nvPr userDrawn="1"/>
            </p:nvSpPr>
            <p:spPr>
              <a:xfrm>
                <a:off x="-3563526" y="1617700"/>
                <a:ext cx="354190" cy="113727"/>
              </a:xfrm>
              <a:prstGeom prst="rect">
                <a:avLst/>
              </a:prstGeom>
              <a:noFill/>
            </p:spPr>
            <p:txBody>
              <a:bodyPr wrap="square" lIns="0" tIns="18000" rIns="0" bIns="0" rtlCol="0" anchor="t">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Images</a:t>
                </a:r>
              </a:p>
            </p:txBody>
          </p:sp>
        </p:grpSp>
      </p:grpSp>
      <p:sp>
        <p:nvSpPr>
          <p:cNvPr id="58" name="Rectangle 57">
            <a:extLst>
              <a:ext uri="{FF2B5EF4-FFF2-40B4-BE49-F238E27FC236}">
                <a16:creationId xmlns:a16="http://schemas.microsoft.com/office/drawing/2014/main" id="{864189B4-247B-1957-0D68-6EA9CFC05D2D}"/>
              </a:ext>
            </a:extLst>
          </p:cNvPr>
          <p:cNvSpPr/>
          <p:nvPr userDrawn="1"/>
        </p:nvSpPr>
        <p:spPr>
          <a:xfrm>
            <a:off x="718666" y="-1"/>
            <a:ext cx="10751096" cy="3736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r>
              <a:rPr lang="en-US" sz="1600" dirty="0"/>
              <a:t>Objective | Background | Methods | Results | Conclusions</a:t>
            </a:r>
            <a:endParaRPr lang="LID4096" sz="1600" dirty="0" err="1"/>
          </a:p>
        </p:txBody>
      </p:sp>
    </p:spTree>
    <p:extLst>
      <p:ext uri="{BB962C8B-B14F-4D97-AF65-F5344CB8AC3E}">
        <p14:creationId xmlns:p14="http://schemas.microsoft.com/office/powerpoint/2010/main" val="1693371762"/>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ustom #1">
    <p:bg>
      <p:bgPr>
        <a:solidFill>
          <a:schemeClr val="accent1"/>
        </a:solidFill>
        <a:effectLst/>
      </p:bgPr>
    </p:bg>
    <p:spTree>
      <p:nvGrpSpPr>
        <p:cNvPr id="1" name=""/>
        <p:cNvGrpSpPr/>
        <p:nvPr/>
      </p:nvGrpSpPr>
      <p:grpSpPr>
        <a:xfrm>
          <a:off x="0" y="0"/>
          <a:ext cx="0" cy="0"/>
          <a:chOff x="0" y="0"/>
          <a:chExt cx="0" cy="0"/>
        </a:xfrm>
      </p:grpSpPr>
      <p:sp>
        <p:nvSpPr>
          <p:cNvPr id="5" name="Vrije vorm: vorm 4">
            <a:extLst>
              <a:ext uri="{FF2B5EF4-FFF2-40B4-BE49-F238E27FC236}">
                <a16:creationId xmlns:a16="http://schemas.microsoft.com/office/drawing/2014/main" id="{17CC9AC3-D9AB-29D8-6FE9-89ABF562749F}"/>
              </a:ext>
            </a:extLst>
          </p:cNvPr>
          <p:cNvSpPr/>
          <p:nvPr userDrawn="1"/>
        </p:nvSpPr>
        <p:spPr>
          <a:xfrm>
            <a:off x="-10751" y="0"/>
            <a:ext cx="12202751" cy="6858000"/>
          </a:xfrm>
          <a:custGeom>
            <a:avLst/>
            <a:gdLst>
              <a:gd name="connsiteX0" fmla="*/ 9196825 w 12202751"/>
              <a:gd name="connsiteY0" fmla="*/ 6253791 h 6858000"/>
              <a:gd name="connsiteX1" fmla="*/ 9228283 w 12202751"/>
              <a:gd name="connsiteY1" fmla="*/ 6260764 h 6858000"/>
              <a:gd name="connsiteX2" fmla="*/ 9319129 w 12202751"/>
              <a:gd name="connsiteY2" fmla="*/ 6797771 h 6858000"/>
              <a:gd name="connsiteX3" fmla="*/ 9315062 w 12202751"/>
              <a:gd name="connsiteY3" fmla="*/ 6858000 h 6858000"/>
              <a:gd name="connsiteX4" fmla="*/ 8712780 w 12202751"/>
              <a:gd name="connsiteY4" fmla="*/ 6858000 h 6858000"/>
              <a:gd name="connsiteX5" fmla="*/ 8752852 w 12202751"/>
              <a:gd name="connsiteY5" fmla="*/ 6786092 h 6858000"/>
              <a:gd name="connsiteX6" fmla="*/ 9165949 w 12202751"/>
              <a:gd name="connsiteY6" fmla="*/ 6254507 h 6858000"/>
              <a:gd name="connsiteX7" fmla="*/ 9196825 w 12202751"/>
              <a:gd name="connsiteY7" fmla="*/ 6253791 h 6858000"/>
              <a:gd name="connsiteX8" fmla="*/ 6322661 w 12202751"/>
              <a:gd name="connsiteY8" fmla="*/ 860036 h 6858000"/>
              <a:gd name="connsiteX9" fmla="*/ 6406295 w 12202751"/>
              <a:gd name="connsiteY9" fmla="*/ 923793 h 6858000"/>
              <a:gd name="connsiteX10" fmla="*/ 6343263 w 12202751"/>
              <a:gd name="connsiteY10" fmla="*/ 1578190 h 6858000"/>
              <a:gd name="connsiteX11" fmla="*/ 3612233 w 12202751"/>
              <a:gd name="connsiteY11" fmla="*/ 6735009 h 6858000"/>
              <a:gd name="connsiteX12" fmla="*/ 3592717 w 12202751"/>
              <a:gd name="connsiteY12" fmla="*/ 6858000 h 6858000"/>
              <a:gd name="connsiteX13" fmla="*/ 0 w 12202751"/>
              <a:gd name="connsiteY13" fmla="*/ 6858000 h 6858000"/>
              <a:gd name="connsiteX14" fmla="*/ 0 w 12202751"/>
              <a:gd name="connsiteY14" fmla="*/ 6632489 h 6858000"/>
              <a:gd name="connsiteX15" fmla="*/ 339610 w 12202751"/>
              <a:gd name="connsiteY15" fmla="*/ 6322172 h 6858000"/>
              <a:gd name="connsiteX16" fmla="*/ 5674132 w 12202751"/>
              <a:gd name="connsiteY16" fmla="*/ 1607274 h 6858000"/>
              <a:gd name="connsiteX17" fmla="*/ 6322661 w 12202751"/>
              <a:gd name="connsiteY17" fmla="*/ 860036 h 6858000"/>
              <a:gd name="connsiteX18" fmla="*/ 11650950 w 12202751"/>
              <a:gd name="connsiteY18" fmla="*/ 0 h 6858000"/>
              <a:gd name="connsiteX19" fmla="*/ 12202751 w 12202751"/>
              <a:gd name="connsiteY19" fmla="*/ 0 h 6858000"/>
              <a:gd name="connsiteX20" fmla="*/ 12202751 w 12202751"/>
              <a:gd name="connsiteY20" fmla="*/ 4442690 h 6858000"/>
              <a:gd name="connsiteX21" fmla="*/ 12090669 w 12202751"/>
              <a:gd name="connsiteY21" fmla="*/ 4422014 h 6858000"/>
              <a:gd name="connsiteX22" fmla="*/ 10571396 w 12202751"/>
              <a:gd name="connsiteY22" fmla="*/ 2213198 h 6858000"/>
              <a:gd name="connsiteX23" fmla="*/ 11525799 w 12202751"/>
              <a:gd name="connsiteY23" fmla="*/ 135882 h 6858000"/>
              <a:gd name="connsiteX24" fmla="*/ 0 w 12202751"/>
              <a:gd name="connsiteY24" fmla="*/ 0 h 6858000"/>
              <a:gd name="connsiteX25" fmla="*/ 2054194 w 12202751"/>
              <a:gd name="connsiteY25" fmla="*/ 0 h 6858000"/>
              <a:gd name="connsiteX26" fmla="*/ 1941123 w 12202751"/>
              <a:gd name="connsiteY26" fmla="*/ 75811 h 6858000"/>
              <a:gd name="connsiteX27" fmla="*/ 206525 w 12202751"/>
              <a:gd name="connsiteY27" fmla="*/ 1437904 h 6858000"/>
              <a:gd name="connsiteX28" fmla="*/ 0 w 12202751"/>
              <a:gd name="connsiteY28" fmla="*/ 163234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2202751" h="6858000">
                <a:moveTo>
                  <a:pt x="9196825" y="6253791"/>
                </a:moveTo>
                <a:cubicBezTo>
                  <a:pt x="9207202" y="6254820"/>
                  <a:pt x="9217676" y="6257130"/>
                  <a:pt x="9228283" y="6260764"/>
                </a:cubicBezTo>
                <a:cubicBezTo>
                  <a:pt x="9307834" y="6289395"/>
                  <a:pt x="9333091" y="6516346"/>
                  <a:pt x="9319129" y="6797771"/>
                </a:cubicBezTo>
                <a:lnTo>
                  <a:pt x="9315062" y="6858000"/>
                </a:lnTo>
                <a:lnTo>
                  <a:pt x="8712780" y="6858000"/>
                </a:lnTo>
                <a:lnTo>
                  <a:pt x="8752852" y="6786092"/>
                </a:lnTo>
                <a:cubicBezTo>
                  <a:pt x="8924836" y="6476801"/>
                  <a:pt x="9040774" y="6272774"/>
                  <a:pt x="9165949" y="6254507"/>
                </a:cubicBezTo>
                <a:cubicBezTo>
                  <a:pt x="9176167" y="6253017"/>
                  <a:pt x="9186447" y="6252763"/>
                  <a:pt x="9196825" y="6253791"/>
                </a:cubicBezTo>
                <a:close/>
                <a:moveTo>
                  <a:pt x="6322661" y="860036"/>
                </a:moveTo>
                <a:cubicBezTo>
                  <a:pt x="6359190" y="857387"/>
                  <a:pt x="6388114" y="876530"/>
                  <a:pt x="6406295" y="923793"/>
                </a:cubicBezTo>
                <a:cubicBezTo>
                  <a:pt x="6454783" y="1049825"/>
                  <a:pt x="6420842" y="1229178"/>
                  <a:pt x="6343263" y="1578190"/>
                </a:cubicBezTo>
                <a:cubicBezTo>
                  <a:pt x="5856638" y="3709453"/>
                  <a:pt x="3958041" y="5234882"/>
                  <a:pt x="3612233" y="6735009"/>
                </a:cubicBezTo>
                <a:lnTo>
                  <a:pt x="3592717" y="6858000"/>
                </a:lnTo>
                <a:lnTo>
                  <a:pt x="0" y="6858000"/>
                </a:lnTo>
                <a:lnTo>
                  <a:pt x="0" y="6632489"/>
                </a:lnTo>
                <a:lnTo>
                  <a:pt x="339610" y="6322172"/>
                </a:lnTo>
                <a:cubicBezTo>
                  <a:pt x="2196386" y="4691797"/>
                  <a:pt x="4577580" y="3447091"/>
                  <a:pt x="5674132" y="1607274"/>
                </a:cubicBezTo>
                <a:cubicBezTo>
                  <a:pt x="5863234" y="1292194"/>
                  <a:pt x="6164370" y="871513"/>
                  <a:pt x="6322661" y="860036"/>
                </a:cubicBezTo>
                <a:close/>
                <a:moveTo>
                  <a:pt x="11650950" y="0"/>
                </a:moveTo>
                <a:lnTo>
                  <a:pt x="12202751" y="0"/>
                </a:lnTo>
                <a:lnTo>
                  <a:pt x="12202751" y="4442690"/>
                </a:lnTo>
                <a:lnTo>
                  <a:pt x="12090669" y="4422014"/>
                </a:lnTo>
                <a:cubicBezTo>
                  <a:pt x="11211465" y="4223417"/>
                  <a:pt x="10568413" y="3552240"/>
                  <a:pt x="10571396" y="2213198"/>
                </a:cubicBezTo>
                <a:cubicBezTo>
                  <a:pt x="10572439" y="1498198"/>
                  <a:pt x="10939503" y="807920"/>
                  <a:pt x="11525799" y="135882"/>
                </a:cubicBezTo>
                <a:close/>
                <a:moveTo>
                  <a:pt x="0" y="0"/>
                </a:moveTo>
                <a:lnTo>
                  <a:pt x="2054194" y="0"/>
                </a:lnTo>
                <a:lnTo>
                  <a:pt x="1941123" y="75811"/>
                </a:lnTo>
                <a:cubicBezTo>
                  <a:pt x="1355823" y="476321"/>
                  <a:pt x="767225" y="928929"/>
                  <a:pt x="206525" y="1437904"/>
                </a:cubicBezTo>
                <a:lnTo>
                  <a:pt x="0" y="1632346"/>
                </a:lnTo>
                <a:close/>
              </a:path>
            </a:pathLst>
          </a:custGeom>
          <a:solidFill>
            <a:srgbClr val="00B8C8"/>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ctr">
            <a:noAutofit/>
          </a:bodyPr>
          <a:lstStyle/>
          <a:p>
            <a:pPr algn="ctr">
              <a:lnSpc>
                <a:spcPct val="90000"/>
              </a:lnSpc>
              <a:spcBef>
                <a:spcPts val="200"/>
              </a:spcBef>
              <a:spcAft>
                <a:spcPts val="200"/>
              </a:spcAft>
            </a:pPr>
            <a:r>
              <a:rPr lang="en-GB" sz="1600"/>
              <a:t> </a:t>
            </a:r>
            <a:endParaRPr lang="en-GB" sz="1600" dirty="0"/>
          </a:p>
        </p:txBody>
      </p:sp>
      <p:sp>
        <p:nvSpPr>
          <p:cNvPr id="7" name="Titel 6">
            <a:extLst>
              <a:ext uri="{FF2B5EF4-FFF2-40B4-BE49-F238E27FC236}">
                <a16:creationId xmlns:a16="http://schemas.microsoft.com/office/drawing/2014/main" id="{B71070AA-35A3-CDB3-EFB2-1ACEEB90FBD9}"/>
              </a:ext>
            </a:extLst>
          </p:cNvPr>
          <p:cNvSpPr>
            <a:spLocks noGrp="1"/>
          </p:cNvSpPr>
          <p:nvPr>
            <p:ph type="title" hasCustomPrompt="1"/>
          </p:nvPr>
        </p:nvSpPr>
        <p:spPr>
          <a:xfrm>
            <a:off x="0" y="-429019"/>
            <a:ext cx="1179810" cy="276999"/>
          </a:xfr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lvl1pPr>
              <a:lnSpc>
                <a:spcPct val="100000"/>
              </a:lnSpc>
              <a:defRPr lang="nl-NL" sz="1800" b="1" cap="none" baseline="0">
                <a:solidFill>
                  <a:schemeClr val="accent1"/>
                </a:solidFill>
                <a:latin typeface="+mj-lt"/>
              </a:defRPr>
            </a:lvl1pPr>
          </a:lstStyle>
          <a:p>
            <a:pPr marL="0" lvl="0"/>
            <a:r>
              <a:rPr lang="en-GB" dirty="0"/>
              <a:t>Custom #1</a:t>
            </a:r>
          </a:p>
        </p:txBody>
      </p:sp>
      <p:sp>
        <p:nvSpPr>
          <p:cNvPr id="2" name="Tijdelijke aanduiding voor datum 1">
            <a:extLst>
              <a:ext uri="{FF2B5EF4-FFF2-40B4-BE49-F238E27FC236}">
                <a16:creationId xmlns:a16="http://schemas.microsoft.com/office/drawing/2014/main" id="{5BE7F3A9-9B9C-44B6-7E42-8A0C11D41246}"/>
              </a:ext>
            </a:extLst>
          </p:cNvPr>
          <p:cNvSpPr>
            <a:spLocks noGrp="1"/>
          </p:cNvSpPr>
          <p:nvPr>
            <p:ph type="dt" sz="half" idx="10"/>
          </p:nvPr>
        </p:nvSpPr>
        <p:spPr/>
        <p:txBody>
          <a:bodyPr/>
          <a:lstStyle>
            <a:lvl1pPr>
              <a:defRPr>
                <a:solidFill>
                  <a:schemeClr val="bg1"/>
                </a:solidFill>
              </a:defRPr>
            </a:lvl1pPr>
          </a:lstStyle>
          <a:p>
            <a:r>
              <a:rPr lang="LID4096"/>
              <a:t>08/30/2024</a:t>
            </a:r>
            <a:endParaRPr lang="en-GB" dirty="0"/>
          </a:p>
        </p:txBody>
      </p:sp>
      <p:sp>
        <p:nvSpPr>
          <p:cNvPr id="4" name="Tijdelijke aanduiding voor dianummer 3">
            <a:extLst>
              <a:ext uri="{FF2B5EF4-FFF2-40B4-BE49-F238E27FC236}">
                <a16:creationId xmlns:a16="http://schemas.microsoft.com/office/drawing/2014/main" id="{BFEA8D07-6C67-DB1E-355D-D56DB368413A}"/>
              </a:ext>
            </a:extLst>
          </p:cNvPr>
          <p:cNvSpPr>
            <a:spLocks noGrp="1"/>
          </p:cNvSpPr>
          <p:nvPr>
            <p:ph type="sldNum" sz="quarter" idx="12"/>
          </p:nvPr>
        </p:nvSpPr>
        <p:spPr/>
        <p:txBody>
          <a:bodyPr/>
          <a:lstStyle>
            <a:lvl1pPr>
              <a:defRPr>
                <a:solidFill>
                  <a:schemeClr val="bg1"/>
                </a:solidFill>
              </a:defRPr>
            </a:lvl1pPr>
          </a:lstStyle>
          <a:p>
            <a:fld id="{9E843DB9-9987-4157-AB9C-CEA8D7D910BB}" type="slidenum">
              <a:rPr lang="en-GB" smtClean="0"/>
              <a:pPr/>
              <a:t>‹#›</a:t>
            </a:fld>
            <a:endParaRPr lang="en-GB" dirty="0"/>
          </a:p>
        </p:txBody>
      </p:sp>
      <p:sp>
        <p:nvSpPr>
          <p:cNvPr id="3" name="Tijdelijke aanduiding voor afbeelding 16">
            <a:extLst>
              <a:ext uri="{FF2B5EF4-FFF2-40B4-BE49-F238E27FC236}">
                <a16:creationId xmlns:a16="http://schemas.microsoft.com/office/drawing/2014/main" id="{FB7B2255-55E9-265C-8D2D-CD4015864A01}"/>
              </a:ext>
            </a:extLst>
          </p:cNvPr>
          <p:cNvSpPr>
            <a:spLocks noGrp="1"/>
          </p:cNvSpPr>
          <p:nvPr>
            <p:ph type="pic" sz="quarter" idx="13" hasCustomPrompt="1"/>
          </p:nvPr>
        </p:nvSpPr>
        <p:spPr>
          <a:xfrm>
            <a:off x="0" y="0"/>
            <a:ext cx="4883643" cy="6858000"/>
          </a:xfrm>
          <a:prstGeom prst="rect">
            <a:avLst/>
          </a:prstGeom>
          <a:pattFill prst="pct60">
            <a:fgClr>
              <a:schemeClr val="bg1">
                <a:lumMod val="95000"/>
              </a:schemeClr>
            </a:fgClr>
            <a:bgClr>
              <a:schemeClr val="bg1">
                <a:lumMod val="85000"/>
              </a:schemeClr>
            </a:bgClr>
          </a:patt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the tab ‘</a:t>
            </a:r>
            <a:r>
              <a:rPr lang="en-GB" noProof="0" dirty="0" err="1"/>
              <a:t>Slidebuilder</a:t>
            </a:r>
            <a:r>
              <a:rPr lang="en-GB" noProof="0" dirty="0"/>
              <a:t>’, </a:t>
            </a:r>
            <a:br>
              <a:rPr lang="en-GB" noProof="0" dirty="0"/>
            </a:br>
            <a:r>
              <a:rPr lang="en-GB" noProof="0" dirty="0"/>
              <a:t>click on ‘Images’, select the preferred image </a:t>
            </a:r>
            <a:br>
              <a:rPr lang="en-GB" noProof="0" dirty="0"/>
            </a:br>
            <a:r>
              <a:rPr lang="en-GB" noProof="0" dirty="0"/>
              <a:t>and click on ‘Insert’.</a:t>
            </a:r>
          </a:p>
        </p:txBody>
      </p:sp>
      <p:sp>
        <p:nvSpPr>
          <p:cNvPr id="6" name="Tijdelijke aanduiding voor tekst 18">
            <a:extLst>
              <a:ext uri="{FF2B5EF4-FFF2-40B4-BE49-F238E27FC236}">
                <a16:creationId xmlns:a16="http://schemas.microsoft.com/office/drawing/2014/main" id="{07A92A2F-B28E-1AA4-B7E6-A22A1775AC6C}"/>
              </a:ext>
            </a:extLst>
          </p:cNvPr>
          <p:cNvSpPr>
            <a:spLocks noGrp="1"/>
          </p:cNvSpPr>
          <p:nvPr>
            <p:ph type="body" sz="quarter" idx="17" hasCustomPrompt="1"/>
          </p:nvPr>
        </p:nvSpPr>
        <p:spPr>
          <a:xfrm>
            <a:off x="720362" y="6216736"/>
            <a:ext cx="961200" cy="381600"/>
          </a:xfrm>
          <a:blipFill>
            <a:blip r:embed="rId2">
              <a:lum bright="100000"/>
              <a:extLst>
                <a:ext uri="{96DAC541-7B7A-43D3-8B79-37D633B846F1}">
                  <asvg:svgBlip xmlns:asvg="http://schemas.microsoft.com/office/drawing/2016/SVG/main" r:embed="rId3"/>
                </a:ext>
              </a:extLst>
            </a:blip>
            <a:srcRect/>
            <a:stretch>
              <a:fillRect t="53" b="53"/>
            </a:stretch>
          </a:blipFill>
        </p:spPr>
        <p:txBody>
          <a:bodyPr/>
          <a:lstStyle>
            <a:lvl1pPr marL="0" indent="0">
              <a:buNone/>
              <a:defRPr sz="100">
                <a:solidFill>
                  <a:schemeClr val="tx2">
                    <a:alpha val="0"/>
                  </a:schemeClr>
                </a:solidFill>
              </a:defRPr>
            </a:lvl1pPr>
          </a:lstStyle>
          <a:p>
            <a:pPr lvl="0"/>
            <a:r>
              <a:rPr lang="en-GB" dirty="0"/>
              <a:t> </a:t>
            </a:r>
          </a:p>
        </p:txBody>
      </p:sp>
      <p:grpSp>
        <p:nvGrpSpPr>
          <p:cNvPr id="8" name="INSTRUCTION">
            <a:extLst>
              <a:ext uri="{FF2B5EF4-FFF2-40B4-BE49-F238E27FC236}">
                <a16:creationId xmlns:a16="http://schemas.microsoft.com/office/drawing/2014/main" id="{133248AD-A0A6-2D3B-438C-304B5EF815A9}"/>
              </a:ext>
            </a:extLst>
          </p:cNvPr>
          <p:cNvGrpSpPr/>
          <p:nvPr userDrawn="1"/>
        </p:nvGrpSpPr>
        <p:grpSpPr>
          <a:xfrm>
            <a:off x="-3786165" y="-1"/>
            <a:ext cx="3693386" cy="6640349"/>
            <a:chOff x="-3786165" y="-1"/>
            <a:chExt cx="3693386" cy="6640349"/>
          </a:xfrm>
        </p:grpSpPr>
        <p:sp>
          <p:nvSpPr>
            <p:cNvPr id="9" name="Rechthoek 8">
              <a:extLst>
                <a:ext uri="{FF2B5EF4-FFF2-40B4-BE49-F238E27FC236}">
                  <a16:creationId xmlns:a16="http://schemas.microsoft.com/office/drawing/2014/main" id="{84B57176-6381-2658-EAC8-53F5B9AE3AB2}"/>
                </a:ext>
              </a:extLst>
            </p:cNvPr>
            <p:cNvSpPr/>
            <p:nvPr userDrawn="1"/>
          </p:nvSpPr>
          <p:spPr>
            <a:xfrm>
              <a:off x="-3786165" y="-1"/>
              <a:ext cx="3593091" cy="5991727"/>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Insert/edit an image</a:t>
              </a:r>
            </a:p>
          </p:txBody>
        </p:sp>
        <p:sp>
          <p:nvSpPr>
            <p:cNvPr id="10" name="Ovaal 9">
              <a:extLst>
                <a:ext uri="{FF2B5EF4-FFF2-40B4-BE49-F238E27FC236}">
                  <a16:creationId xmlns:a16="http://schemas.microsoft.com/office/drawing/2014/main" id="{D7A6116A-ED1E-3B64-4A50-CB00B8CBAA60}"/>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1" name="Rechthoek 10">
              <a:extLst>
                <a:ext uri="{FF2B5EF4-FFF2-40B4-BE49-F238E27FC236}">
                  <a16:creationId xmlns:a16="http://schemas.microsoft.com/office/drawing/2014/main" id="{CC547444-80ED-529A-5F0B-7AB4BAC6AEBB}"/>
                </a:ext>
              </a:extLst>
            </p:cNvPr>
            <p:cNvSpPr/>
            <p:nvPr userDrawn="1"/>
          </p:nvSpPr>
          <p:spPr>
            <a:xfrm>
              <a:off x="-3319415" y="465324"/>
              <a:ext cx="2962706" cy="668152"/>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If necessary, delete the existing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by using the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key’</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Select the placeholder,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1" i="0" u="none" strike="noStrike" kern="0" cap="none" spc="0" normalizeH="0" baseline="0" noProof="0" dirty="0" err="1">
                  <a:ln>
                    <a:noFill/>
                  </a:ln>
                  <a:solidFill>
                    <a:srgbClr val="000000"/>
                  </a:solidFill>
                  <a:effectLst/>
                  <a:uLnTx/>
                  <a:uFillTx/>
                  <a:latin typeface="Calibri" panose="020F0502020204030204" pitchFamily="34" charset="0"/>
                  <a:ea typeface="+mn-ea"/>
                  <a:cs typeface="Calibri" panose="020F0502020204030204" pitchFamily="34" charset="0"/>
                </a:rPr>
                <a:t>Slidebuilder</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 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‘Images’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endPar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12" name="Ovaal 11">
              <a:extLst>
                <a:ext uri="{FF2B5EF4-FFF2-40B4-BE49-F238E27FC236}">
                  <a16:creationId xmlns:a16="http://schemas.microsoft.com/office/drawing/2014/main" id="{554F99AC-DE0A-0C96-3C09-83A1F519C53E}"/>
                </a:ext>
              </a:extLst>
            </p:cNvPr>
            <p:cNvSpPr/>
            <p:nvPr userDrawn="1"/>
          </p:nvSpPr>
          <p:spPr>
            <a:xfrm>
              <a:off x="-3603587" y="2633935"/>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13" name="Rechthoek 12">
              <a:extLst>
                <a:ext uri="{FF2B5EF4-FFF2-40B4-BE49-F238E27FC236}">
                  <a16:creationId xmlns:a16="http://schemas.microsoft.com/office/drawing/2014/main" id="{EB62EF6E-3E46-BAF1-107C-4B52A9EBA7D1}"/>
                </a:ext>
              </a:extLst>
            </p:cNvPr>
            <p:cNvSpPr/>
            <p:nvPr userDrawn="1"/>
          </p:nvSpPr>
          <p:spPr>
            <a:xfrm>
              <a:off x="-3319416" y="2633936"/>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Click with the right mouse button on the thumbnail display of the slide on the left side </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of the screen and choose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‘Reset slide’</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14" name="Ovaal 13">
              <a:extLst>
                <a:ext uri="{FF2B5EF4-FFF2-40B4-BE49-F238E27FC236}">
                  <a16:creationId xmlns:a16="http://schemas.microsoft.com/office/drawing/2014/main" id="{63E8D66F-D464-1A68-F87A-623BB632C035}"/>
                </a:ext>
              </a:extLst>
            </p:cNvPr>
            <p:cNvSpPr/>
            <p:nvPr userDrawn="1"/>
          </p:nvSpPr>
          <p:spPr>
            <a:xfrm>
              <a:off x="-3603587" y="4226365"/>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15" name="Rechthoek 14">
              <a:extLst>
                <a:ext uri="{FF2B5EF4-FFF2-40B4-BE49-F238E27FC236}">
                  <a16:creationId xmlns:a16="http://schemas.microsoft.com/office/drawing/2014/main" id="{69481C4E-806D-6479-6F69-E6CD84F2ED1E}"/>
                </a:ext>
              </a:extLst>
            </p:cNvPr>
            <p:cNvSpPr/>
            <p:nvPr userDrawn="1"/>
          </p:nvSpPr>
          <p:spPr>
            <a:xfrm>
              <a:off x="-3319416" y="4226366"/>
              <a:ext cx="2944683" cy="820954"/>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To scale or drag the image,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‘Picture Tools - Format’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‘Crop’</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Scale the image itself with</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spheres and scale the image frame with the brackets.</a:t>
              </a:r>
            </a:p>
          </p:txBody>
        </p:sp>
        <p:sp>
          <p:nvSpPr>
            <p:cNvPr id="16" name="Rechthoek 15">
              <a:extLst>
                <a:ext uri="{FF2B5EF4-FFF2-40B4-BE49-F238E27FC236}">
                  <a16:creationId xmlns:a16="http://schemas.microsoft.com/office/drawing/2014/main" id="{4EA8BC04-D980-7068-7FE5-DA9973C62957}"/>
                </a:ext>
              </a:extLst>
            </p:cNvPr>
            <p:cNvSpPr/>
            <p:nvPr userDrawn="1"/>
          </p:nvSpPr>
          <p:spPr>
            <a:xfrm>
              <a:off x="-3316836" y="3200265"/>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en-GB" sz="1000" b="0" i="1" noProof="0" dirty="0">
                <a:solidFill>
                  <a:srgbClr val="211F26"/>
                </a:solidFill>
                <a:latin typeface="Calibri" panose="020F0502020204030204" pitchFamily="34" charset="0"/>
                <a:cs typeface="Calibri" panose="020F0502020204030204" pitchFamily="34" charset="0"/>
              </a:endParaRPr>
            </a:p>
          </p:txBody>
        </p:sp>
        <p:grpSp>
          <p:nvGrpSpPr>
            <p:cNvPr id="17" name="Groep 16">
              <a:extLst>
                <a:ext uri="{FF2B5EF4-FFF2-40B4-BE49-F238E27FC236}">
                  <a16:creationId xmlns:a16="http://schemas.microsoft.com/office/drawing/2014/main" id="{CB8E3829-1E33-57F5-F9BA-8BCF0A2592FD}"/>
                </a:ext>
              </a:extLst>
            </p:cNvPr>
            <p:cNvGrpSpPr/>
            <p:nvPr userDrawn="1"/>
          </p:nvGrpSpPr>
          <p:grpSpPr>
            <a:xfrm>
              <a:off x="-2485819" y="3479783"/>
              <a:ext cx="1222990" cy="563933"/>
              <a:chOff x="-2485819" y="3399207"/>
              <a:chExt cx="1222990" cy="563933"/>
            </a:xfrm>
          </p:grpSpPr>
          <p:sp>
            <p:nvSpPr>
              <p:cNvPr id="56" name="Rechthoek 55">
                <a:extLst>
                  <a:ext uri="{FF2B5EF4-FFF2-40B4-BE49-F238E27FC236}">
                    <a16:creationId xmlns:a16="http://schemas.microsoft.com/office/drawing/2014/main" id="{FB41667F-93A4-24C5-523D-482A73C650EB}"/>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57" name="Rechthoek 56">
                <a:extLst>
                  <a:ext uri="{FF2B5EF4-FFF2-40B4-BE49-F238E27FC236}">
                    <a16:creationId xmlns:a16="http://schemas.microsoft.com/office/drawing/2014/main" id="{C0AF4A3F-6B37-88A6-4CC8-22DA55E5DA60}"/>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nvGrpSpPr>
              <p:cNvPr id="58" name="Groep 57">
                <a:extLst>
                  <a:ext uri="{FF2B5EF4-FFF2-40B4-BE49-F238E27FC236}">
                    <a16:creationId xmlns:a16="http://schemas.microsoft.com/office/drawing/2014/main" id="{3AEF362C-E2AB-29A4-DFF0-CF9BB9AEFA31}"/>
                  </a:ext>
                </a:extLst>
              </p:cNvPr>
              <p:cNvGrpSpPr/>
              <p:nvPr userDrawn="1"/>
            </p:nvGrpSpPr>
            <p:grpSpPr>
              <a:xfrm>
                <a:off x="-2403869" y="3460544"/>
                <a:ext cx="155951" cy="131922"/>
                <a:chOff x="12968836" y="3354170"/>
                <a:chExt cx="404806" cy="342433"/>
              </a:xfrm>
            </p:grpSpPr>
            <p:sp>
              <p:nvSpPr>
                <p:cNvPr id="71" name="Rechthoek: afgeronde hoeken 70">
                  <a:extLst>
                    <a:ext uri="{FF2B5EF4-FFF2-40B4-BE49-F238E27FC236}">
                      <a16:creationId xmlns:a16="http://schemas.microsoft.com/office/drawing/2014/main" id="{7A7569BE-476B-D15D-1F04-6B9A5315F10D}"/>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72" name="Rechthoek 71">
                  <a:extLst>
                    <a:ext uri="{FF2B5EF4-FFF2-40B4-BE49-F238E27FC236}">
                      <a16:creationId xmlns:a16="http://schemas.microsoft.com/office/drawing/2014/main" id="{C7911B75-8C19-886B-41FC-0AB2981ADF45}"/>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73" name="Rechthoek 72">
                  <a:extLst>
                    <a:ext uri="{FF2B5EF4-FFF2-40B4-BE49-F238E27FC236}">
                      <a16:creationId xmlns:a16="http://schemas.microsoft.com/office/drawing/2014/main" id="{34512AB1-2B48-0756-A801-ABF43E269DAC}"/>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74" name="Rechthoek 73">
                  <a:extLst>
                    <a:ext uri="{FF2B5EF4-FFF2-40B4-BE49-F238E27FC236}">
                      <a16:creationId xmlns:a16="http://schemas.microsoft.com/office/drawing/2014/main" id="{B0383D3D-0F6A-8D49-FE9E-F623C63B4820}"/>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75" name="Rechthoek 74">
                  <a:extLst>
                    <a:ext uri="{FF2B5EF4-FFF2-40B4-BE49-F238E27FC236}">
                      <a16:creationId xmlns:a16="http://schemas.microsoft.com/office/drawing/2014/main" id="{58B368D1-F727-1163-7316-69040A0C4047}"/>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76" name="Rechthoek 75">
                  <a:extLst>
                    <a:ext uri="{FF2B5EF4-FFF2-40B4-BE49-F238E27FC236}">
                      <a16:creationId xmlns:a16="http://schemas.microsoft.com/office/drawing/2014/main" id="{23CEDC4C-0285-4631-02E3-E4561F8B26E5}"/>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59" name="Groep 58">
                <a:extLst>
                  <a:ext uri="{FF2B5EF4-FFF2-40B4-BE49-F238E27FC236}">
                    <a16:creationId xmlns:a16="http://schemas.microsoft.com/office/drawing/2014/main" id="{64827018-4DEE-07CC-0540-715F04C86007}"/>
                  </a:ext>
                </a:extLst>
              </p:cNvPr>
              <p:cNvGrpSpPr/>
              <p:nvPr userDrawn="1"/>
            </p:nvGrpSpPr>
            <p:grpSpPr>
              <a:xfrm>
                <a:off x="-2423424" y="3690208"/>
                <a:ext cx="166739" cy="218963"/>
                <a:chOff x="12940828" y="3950597"/>
                <a:chExt cx="432813" cy="568367"/>
              </a:xfrm>
            </p:grpSpPr>
            <p:grpSp>
              <p:nvGrpSpPr>
                <p:cNvPr id="63" name="Groep 62">
                  <a:extLst>
                    <a:ext uri="{FF2B5EF4-FFF2-40B4-BE49-F238E27FC236}">
                      <a16:creationId xmlns:a16="http://schemas.microsoft.com/office/drawing/2014/main" id="{276300A3-9ADC-B42D-DEDD-4875A5743A81}"/>
                    </a:ext>
                  </a:extLst>
                </p:cNvPr>
                <p:cNvGrpSpPr/>
                <p:nvPr userDrawn="1"/>
              </p:nvGrpSpPr>
              <p:grpSpPr>
                <a:xfrm>
                  <a:off x="13000382" y="4006891"/>
                  <a:ext cx="373259" cy="315747"/>
                  <a:chOff x="12968836" y="3354170"/>
                  <a:chExt cx="404806" cy="342433"/>
                </a:xfrm>
              </p:grpSpPr>
              <p:sp>
                <p:nvSpPr>
                  <p:cNvPr id="65" name="Rechthoek: afgeronde hoeken 64">
                    <a:extLst>
                      <a:ext uri="{FF2B5EF4-FFF2-40B4-BE49-F238E27FC236}">
                        <a16:creationId xmlns:a16="http://schemas.microsoft.com/office/drawing/2014/main" id="{E570D19C-E531-91C5-90FC-3928FB50A323}"/>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66" name="Rechthoek 65">
                    <a:extLst>
                      <a:ext uri="{FF2B5EF4-FFF2-40B4-BE49-F238E27FC236}">
                        <a16:creationId xmlns:a16="http://schemas.microsoft.com/office/drawing/2014/main" id="{AE74BC55-03C3-7B72-4866-367E98D6C833}"/>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67" name="Rechthoek 66">
                    <a:extLst>
                      <a:ext uri="{FF2B5EF4-FFF2-40B4-BE49-F238E27FC236}">
                        <a16:creationId xmlns:a16="http://schemas.microsoft.com/office/drawing/2014/main" id="{2630DA57-E337-D891-B33F-8E625E9E76DE}"/>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68" name="Rechthoek 67">
                    <a:extLst>
                      <a:ext uri="{FF2B5EF4-FFF2-40B4-BE49-F238E27FC236}">
                        <a16:creationId xmlns:a16="http://schemas.microsoft.com/office/drawing/2014/main" id="{F8555A2D-ABB9-D838-A024-040DE3F4E5D0}"/>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69" name="Rechthoek 68">
                    <a:extLst>
                      <a:ext uri="{FF2B5EF4-FFF2-40B4-BE49-F238E27FC236}">
                        <a16:creationId xmlns:a16="http://schemas.microsoft.com/office/drawing/2014/main" id="{E1E5EE0E-9881-331D-DF7B-2187570B64FF}"/>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70" name="Rechthoek 69">
                    <a:extLst>
                      <a:ext uri="{FF2B5EF4-FFF2-40B4-BE49-F238E27FC236}">
                        <a16:creationId xmlns:a16="http://schemas.microsoft.com/office/drawing/2014/main" id="{67138DF9-A551-A9D3-68B6-B54FAB78BC82}"/>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sp>
              <p:nvSpPr>
                <p:cNvPr id="64" name="Boog 63">
                  <a:extLst>
                    <a:ext uri="{FF2B5EF4-FFF2-40B4-BE49-F238E27FC236}">
                      <a16:creationId xmlns:a16="http://schemas.microsoft.com/office/drawing/2014/main" id="{E81D3D0A-8805-6A16-9BF6-A20E047254D0}"/>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en-GB" sz="2400" noProof="0" dirty="0">
                    <a:solidFill>
                      <a:srgbClr val="211F26"/>
                    </a:solidFill>
                    <a:latin typeface="Calibri" panose="020F0502020204030204" pitchFamily="34" charset="0"/>
                    <a:cs typeface="Calibri" panose="020F0502020204030204" pitchFamily="34" charset="0"/>
                  </a:endParaRPr>
                </a:p>
              </p:txBody>
            </p:sp>
          </p:grpSp>
          <p:sp>
            <p:nvSpPr>
              <p:cNvPr id="60" name="Tekstvak 59">
                <a:extLst>
                  <a:ext uri="{FF2B5EF4-FFF2-40B4-BE49-F238E27FC236}">
                    <a16:creationId xmlns:a16="http://schemas.microsoft.com/office/drawing/2014/main" id="{A9E0FAAC-8DD1-3D73-1CA9-5D2F3A00E227}"/>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Layout</a:t>
                </a:r>
              </a:p>
            </p:txBody>
          </p:sp>
          <p:sp>
            <p:nvSpPr>
              <p:cNvPr id="61" name="Tekstvak 60">
                <a:extLst>
                  <a:ext uri="{FF2B5EF4-FFF2-40B4-BE49-F238E27FC236}">
                    <a16:creationId xmlns:a16="http://schemas.microsoft.com/office/drawing/2014/main" id="{0976B0B1-25C0-BFF0-37D5-4EB32C9AC32D}"/>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Reset slide</a:t>
                </a:r>
              </a:p>
            </p:txBody>
          </p:sp>
          <p:sp>
            <p:nvSpPr>
              <p:cNvPr id="62" name="Vrije vorm: vorm 61">
                <a:extLst>
                  <a:ext uri="{FF2B5EF4-FFF2-40B4-BE49-F238E27FC236}">
                    <a16:creationId xmlns:a16="http://schemas.microsoft.com/office/drawing/2014/main" id="{232A06D6-54EE-9ED9-01F3-E91BE9F8E15B}"/>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grpSp>
        <p:grpSp>
          <p:nvGrpSpPr>
            <p:cNvPr id="18" name="Groep 17">
              <a:extLst>
                <a:ext uri="{FF2B5EF4-FFF2-40B4-BE49-F238E27FC236}">
                  <a16:creationId xmlns:a16="http://schemas.microsoft.com/office/drawing/2014/main" id="{98E1E616-7B5B-F74D-B980-985B2AA7C426}"/>
                </a:ext>
              </a:extLst>
            </p:cNvPr>
            <p:cNvGrpSpPr/>
            <p:nvPr userDrawn="1"/>
          </p:nvGrpSpPr>
          <p:grpSpPr>
            <a:xfrm>
              <a:off x="-3786165" y="5680652"/>
              <a:ext cx="3693386" cy="959696"/>
              <a:chOff x="-3786437" y="6163468"/>
              <a:chExt cx="3693386" cy="959696"/>
            </a:xfrm>
          </p:grpSpPr>
          <p:sp>
            <p:nvSpPr>
              <p:cNvPr id="46" name="Rechthoek 45">
                <a:extLst>
                  <a:ext uri="{FF2B5EF4-FFF2-40B4-BE49-F238E27FC236}">
                    <a16:creationId xmlns:a16="http://schemas.microsoft.com/office/drawing/2014/main" id="{98D9ED74-1AD5-5014-DF30-3D4842CA966F}"/>
                  </a:ext>
                </a:extLst>
              </p:cNvPr>
              <p:cNvSpPr/>
              <p:nvPr userDrawn="1"/>
            </p:nvSpPr>
            <p:spPr>
              <a:xfrm>
                <a:off x="-3786437" y="6295164"/>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grpSp>
            <p:nvGrpSpPr>
              <p:cNvPr id="47" name="ICOON_info">
                <a:extLst>
                  <a:ext uri="{FF2B5EF4-FFF2-40B4-BE49-F238E27FC236}">
                    <a16:creationId xmlns:a16="http://schemas.microsoft.com/office/drawing/2014/main" id="{9B88CCA6-5B35-458B-0E8A-63F5A9E1F54E}"/>
                  </a:ext>
                </a:extLst>
              </p:cNvPr>
              <p:cNvGrpSpPr/>
              <p:nvPr userDrawn="1"/>
            </p:nvGrpSpPr>
            <p:grpSpPr>
              <a:xfrm>
                <a:off x="-376736" y="6163468"/>
                <a:ext cx="283685" cy="283685"/>
                <a:chOff x="-510741" y="5913713"/>
                <a:chExt cx="267555" cy="267555"/>
              </a:xfrm>
            </p:grpSpPr>
            <p:sp>
              <p:nvSpPr>
                <p:cNvPr id="54" name="Ovaal 53">
                  <a:extLst>
                    <a:ext uri="{FF2B5EF4-FFF2-40B4-BE49-F238E27FC236}">
                      <a16:creationId xmlns:a16="http://schemas.microsoft.com/office/drawing/2014/main" id="{AD65FAE4-EC0E-A22F-AA95-55B638FAD1AF}"/>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55" name="Graphic 163" descr="Informatie">
                  <a:extLst>
                    <a:ext uri="{FF2B5EF4-FFF2-40B4-BE49-F238E27FC236}">
                      <a16:creationId xmlns:a16="http://schemas.microsoft.com/office/drawing/2014/main" id="{4233DE8C-3F14-C8DD-635A-9D426BAE8139}"/>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48" name="Groep 47">
                <a:extLst>
                  <a:ext uri="{FF2B5EF4-FFF2-40B4-BE49-F238E27FC236}">
                    <a16:creationId xmlns:a16="http://schemas.microsoft.com/office/drawing/2014/main" id="{FDA1C175-CECC-604D-3734-99E3964F5268}"/>
                  </a:ext>
                </a:extLst>
              </p:cNvPr>
              <p:cNvGrpSpPr/>
              <p:nvPr userDrawn="1"/>
            </p:nvGrpSpPr>
            <p:grpSpPr>
              <a:xfrm>
                <a:off x="-938434" y="6420818"/>
                <a:ext cx="627798" cy="576693"/>
                <a:chOff x="-938434" y="4570310"/>
                <a:chExt cx="627798" cy="576693"/>
              </a:xfrm>
            </p:grpSpPr>
            <p:grpSp>
              <p:nvGrpSpPr>
                <p:cNvPr id="49" name="Inspireren">
                  <a:extLst>
                    <a:ext uri="{FF2B5EF4-FFF2-40B4-BE49-F238E27FC236}">
                      <a16:creationId xmlns:a16="http://schemas.microsoft.com/office/drawing/2014/main" id="{E7765A71-94D8-CDE8-96C2-1CD685DDE61C}"/>
                    </a:ext>
                  </a:extLst>
                </p:cNvPr>
                <p:cNvGrpSpPr>
                  <a:grpSpLocks noChangeAspect="1"/>
                </p:cNvGrpSpPr>
                <p:nvPr userDrawn="1"/>
              </p:nvGrpSpPr>
              <p:grpSpPr bwMode="auto">
                <a:xfrm>
                  <a:off x="-716116" y="4570310"/>
                  <a:ext cx="169778" cy="242385"/>
                  <a:chOff x="4768" y="2783"/>
                  <a:chExt cx="788" cy="1125"/>
                </a:xfrm>
                <a:gradFill>
                  <a:gsLst>
                    <a:gs pos="0">
                      <a:srgbClr val="9D9FA1"/>
                    </a:gs>
                    <a:gs pos="70000">
                      <a:srgbClr val="211F26"/>
                    </a:gs>
                  </a:gsLst>
                  <a:lin ang="2700000" scaled="0"/>
                </a:gradFill>
              </p:grpSpPr>
              <p:sp>
                <p:nvSpPr>
                  <p:cNvPr id="51" name="Freeform 12">
                    <a:extLst>
                      <a:ext uri="{FF2B5EF4-FFF2-40B4-BE49-F238E27FC236}">
                        <a16:creationId xmlns:a16="http://schemas.microsoft.com/office/drawing/2014/main" id="{C20174A2-3C20-245C-1E00-6561A39EA20F}"/>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52" name="Freeform 13">
                    <a:extLst>
                      <a:ext uri="{FF2B5EF4-FFF2-40B4-BE49-F238E27FC236}">
                        <a16:creationId xmlns:a16="http://schemas.microsoft.com/office/drawing/2014/main" id="{FF1CE016-5CF4-C0F0-84BC-5C1A4E327FE6}"/>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53" name="Freeform 14">
                    <a:extLst>
                      <a:ext uri="{FF2B5EF4-FFF2-40B4-BE49-F238E27FC236}">
                        <a16:creationId xmlns:a16="http://schemas.microsoft.com/office/drawing/2014/main" id="{84345FED-FB36-DB21-33EA-41564C7DF3CB}"/>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50" name="Tekstvak 49">
                  <a:extLst>
                    <a:ext uri="{FF2B5EF4-FFF2-40B4-BE49-F238E27FC236}">
                      <a16:creationId xmlns:a16="http://schemas.microsoft.com/office/drawing/2014/main" id="{BE1E7670-35A1-6B6B-8583-A84BDD20458D}"/>
                    </a:ext>
                  </a:extLst>
                </p:cNvPr>
                <p:cNvSpPr txBox="1"/>
                <p:nvPr userDrawn="1"/>
              </p:nvSpPr>
              <p:spPr>
                <a:xfrm>
                  <a:off x="-938434" y="4824764"/>
                  <a:ext cx="627798" cy="32223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grpSp>
        <p:grpSp>
          <p:nvGrpSpPr>
            <p:cNvPr id="19" name="Groep 18">
              <a:extLst>
                <a:ext uri="{FF2B5EF4-FFF2-40B4-BE49-F238E27FC236}">
                  <a16:creationId xmlns:a16="http://schemas.microsoft.com/office/drawing/2014/main" id="{AF765724-9C66-95D7-6070-3B3B15783E9C}"/>
                </a:ext>
              </a:extLst>
            </p:cNvPr>
            <p:cNvGrpSpPr/>
            <p:nvPr userDrawn="1"/>
          </p:nvGrpSpPr>
          <p:grpSpPr>
            <a:xfrm>
              <a:off x="-3426806" y="5129582"/>
              <a:ext cx="514284" cy="506545"/>
              <a:chOff x="12617641" y="3403239"/>
              <a:chExt cx="752963" cy="741634"/>
            </a:xfrm>
          </p:grpSpPr>
          <p:grpSp>
            <p:nvGrpSpPr>
              <p:cNvPr id="30" name="Groep 29">
                <a:extLst>
                  <a:ext uri="{FF2B5EF4-FFF2-40B4-BE49-F238E27FC236}">
                    <a16:creationId xmlns:a16="http://schemas.microsoft.com/office/drawing/2014/main" id="{E93A3E43-818E-6CC3-3F7B-B0F337BB6902}"/>
                  </a:ext>
                </a:extLst>
              </p:cNvPr>
              <p:cNvGrpSpPr/>
              <p:nvPr userDrawn="1"/>
            </p:nvGrpSpPr>
            <p:grpSpPr>
              <a:xfrm>
                <a:off x="12771530" y="3403239"/>
                <a:ext cx="467176" cy="448491"/>
                <a:chOff x="12782157" y="3403239"/>
                <a:chExt cx="467176" cy="448491"/>
              </a:xfrm>
            </p:grpSpPr>
            <p:grpSp>
              <p:nvGrpSpPr>
                <p:cNvPr id="33" name="Groep 32">
                  <a:extLst>
                    <a:ext uri="{FF2B5EF4-FFF2-40B4-BE49-F238E27FC236}">
                      <a16:creationId xmlns:a16="http://schemas.microsoft.com/office/drawing/2014/main" id="{FF37F186-F0B9-EED9-B225-714846200964}"/>
                    </a:ext>
                  </a:extLst>
                </p:cNvPr>
                <p:cNvGrpSpPr/>
                <p:nvPr userDrawn="1"/>
              </p:nvGrpSpPr>
              <p:grpSpPr>
                <a:xfrm>
                  <a:off x="12782157" y="3403239"/>
                  <a:ext cx="412976" cy="396132"/>
                  <a:chOff x="13554906" y="3320109"/>
                  <a:chExt cx="443917" cy="425811"/>
                </a:xfrm>
              </p:grpSpPr>
              <p:grpSp>
                <p:nvGrpSpPr>
                  <p:cNvPr id="40" name="Groep 39">
                    <a:extLst>
                      <a:ext uri="{FF2B5EF4-FFF2-40B4-BE49-F238E27FC236}">
                        <a16:creationId xmlns:a16="http://schemas.microsoft.com/office/drawing/2014/main" id="{6BD11237-19B4-5185-FFF1-8C8A14FF8ECB}"/>
                      </a:ext>
                    </a:extLst>
                  </p:cNvPr>
                  <p:cNvGrpSpPr/>
                  <p:nvPr userDrawn="1"/>
                </p:nvGrpSpPr>
                <p:grpSpPr>
                  <a:xfrm>
                    <a:off x="13554906" y="3320109"/>
                    <a:ext cx="443917" cy="425811"/>
                    <a:chOff x="12909684" y="1276143"/>
                    <a:chExt cx="443917" cy="425811"/>
                  </a:xfrm>
                </p:grpSpPr>
                <p:sp>
                  <p:nvSpPr>
                    <p:cNvPr id="43" name="Rechthoek 42">
                      <a:extLst>
                        <a:ext uri="{FF2B5EF4-FFF2-40B4-BE49-F238E27FC236}">
                          <a16:creationId xmlns:a16="http://schemas.microsoft.com/office/drawing/2014/main" id="{3D83449F-FB8C-AF05-3B2C-42C87126BAB5}"/>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44" name="Rechthoek 43">
                      <a:extLst>
                        <a:ext uri="{FF2B5EF4-FFF2-40B4-BE49-F238E27FC236}">
                          <a16:creationId xmlns:a16="http://schemas.microsoft.com/office/drawing/2014/main" id="{9CDDDB78-4AAD-3638-2ED6-323D651F7FC6}"/>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45" name="Ovaal 44">
                      <a:extLst>
                        <a:ext uri="{FF2B5EF4-FFF2-40B4-BE49-F238E27FC236}">
                          <a16:creationId xmlns:a16="http://schemas.microsoft.com/office/drawing/2014/main" id="{F2B22B3D-1CBF-3344-FCD7-5518FFECBCAE}"/>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pic>
                <p:nvPicPr>
                  <p:cNvPr id="41" name="Afbeelding 40">
                    <a:extLst>
                      <a:ext uri="{FF2B5EF4-FFF2-40B4-BE49-F238E27FC236}">
                        <a16:creationId xmlns:a16="http://schemas.microsoft.com/office/drawing/2014/main" id="{190B7933-2492-FD86-F2EB-E8A5F51F6E71}"/>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a:off x="13567296" y="3424991"/>
                    <a:ext cx="173367" cy="140220"/>
                  </a:xfrm>
                  <a:prstGeom prst="rect">
                    <a:avLst/>
                  </a:prstGeom>
                </p:spPr>
              </p:pic>
              <p:pic>
                <p:nvPicPr>
                  <p:cNvPr id="42" name="Afbeelding 41">
                    <a:extLst>
                      <a:ext uri="{FF2B5EF4-FFF2-40B4-BE49-F238E27FC236}">
                        <a16:creationId xmlns:a16="http://schemas.microsoft.com/office/drawing/2014/main" id="{DEE37091-CE67-952C-4C95-C1956352AE5F}"/>
                      </a:ext>
                    </a:extLst>
                  </p:cNvPr>
                  <p:cNvPicPr>
                    <a:picLocks noChangeAspect="1"/>
                  </p:cNvPicPr>
                  <p:nvPr userDrawn="1"/>
                </p:nvPicPr>
                <p:blipFill>
                  <a:blip r:embed="rId4">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34" name="Groep 33">
                  <a:extLst>
                    <a:ext uri="{FF2B5EF4-FFF2-40B4-BE49-F238E27FC236}">
                      <a16:creationId xmlns:a16="http://schemas.microsoft.com/office/drawing/2014/main" id="{7A54D89E-DBB7-5416-47D7-56CE8C3AC54C}"/>
                    </a:ext>
                  </a:extLst>
                </p:cNvPr>
                <p:cNvGrpSpPr/>
                <p:nvPr userDrawn="1"/>
              </p:nvGrpSpPr>
              <p:grpSpPr>
                <a:xfrm>
                  <a:off x="13103513" y="3705268"/>
                  <a:ext cx="145820" cy="146462"/>
                  <a:chOff x="13096169" y="3602278"/>
                  <a:chExt cx="145820" cy="146462"/>
                </a:xfrm>
              </p:grpSpPr>
              <p:sp>
                <p:nvSpPr>
                  <p:cNvPr id="38" name="Rechthoek 37">
                    <a:extLst>
                      <a:ext uri="{FF2B5EF4-FFF2-40B4-BE49-F238E27FC236}">
                        <a16:creationId xmlns:a16="http://schemas.microsoft.com/office/drawing/2014/main" id="{3231722A-E3C0-BAEA-FD3E-D9671AEBFC4D}"/>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39" name="Rechthoek 38">
                    <a:extLst>
                      <a:ext uri="{FF2B5EF4-FFF2-40B4-BE49-F238E27FC236}">
                        <a16:creationId xmlns:a16="http://schemas.microsoft.com/office/drawing/2014/main" id="{35DC297C-69E0-021B-0180-64DBBCD5514F}"/>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35" name="Groep 34">
                  <a:extLst>
                    <a:ext uri="{FF2B5EF4-FFF2-40B4-BE49-F238E27FC236}">
                      <a16:creationId xmlns:a16="http://schemas.microsoft.com/office/drawing/2014/main" id="{4DB9BDF5-BDB5-6ADF-3FC7-B98825E7472C}"/>
                    </a:ext>
                  </a:extLst>
                </p:cNvPr>
                <p:cNvGrpSpPr/>
                <p:nvPr userDrawn="1"/>
              </p:nvGrpSpPr>
              <p:grpSpPr>
                <a:xfrm rot="10800000">
                  <a:off x="13061402" y="3665637"/>
                  <a:ext cx="145820" cy="146462"/>
                  <a:chOff x="13096169" y="3602278"/>
                  <a:chExt cx="145820" cy="146462"/>
                </a:xfrm>
              </p:grpSpPr>
              <p:sp>
                <p:nvSpPr>
                  <p:cNvPr id="36" name="Rechthoek 35">
                    <a:extLst>
                      <a:ext uri="{FF2B5EF4-FFF2-40B4-BE49-F238E27FC236}">
                        <a16:creationId xmlns:a16="http://schemas.microsoft.com/office/drawing/2014/main" id="{51F6AB17-4D72-AADE-4691-561D8FE7CD97}"/>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37" name="Rechthoek 36">
                    <a:extLst>
                      <a:ext uri="{FF2B5EF4-FFF2-40B4-BE49-F238E27FC236}">
                        <a16:creationId xmlns:a16="http://schemas.microsoft.com/office/drawing/2014/main" id="{E06707BD-8D58-4B7E-9FBD-873CBA4D9B41}"/>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sp>
            <p:nvSpPr>
              <p:cNvPr id="31" name="Rechthoek 30">
                <a:extLst>
                  <a:ext uri="{FF2B5EF4-FFF2-40B4-BE49-F238E27FC236}">
                    <a16:creationId xmlns:a16="http://schemas.microsoft.com/office/drawing/2014/main" id="{3FCBDD2E-52D0-C77E-9BC9-322056F973AE}"/>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900" b="0" noProof="0" dirty="0">
                    <a:solidFill>
                      <a:srgbClr val="211F26"/>
                    </a:solidFill>
                    <a:latin typeface="Calibri" panose="020F0502020204030204" pitchFamily="34" charset="0"/>
                    <a:cs typeface="Calibri" panose="020F0502020204030204" pitchFamily="34" charset="0"/>
                  </a:rPr>
                  <a:t>Crop</a:t>
                </a:r>
              </a:p>
            </p:txBody>
          </p:sp>
          <p:sp>
            <p:nvSpPr>
              <p:cNvPr id="32" name="Gelijkbenige driehoek 31">
                <a:extLst>
                  <a:ext uri="{FF2B5EF4-FFF2-40B4-BE49-F238E27FC236}">
                    <a16:creationId xmlns:a16="http://schemas.microsoft.com/office/drawing/2014/main" id="{B5A5A520-81D4-6646-B913-48ABF3062FA3}"/>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sp>
          <p:nvSpPr>
            <p:cNvPr id="20" name="Ovaal 19">
              <a:extLst>
                <a:ext uri="{FF2B5EF4-FFF2-40B4-BE49-F238E27FC236}">
                  <a16:creationId xmlns:a16="http://schemas.microsoft.com/office/drawing/2014/main" id="{639171F4-F349-A96C-AB4E-BA447DAF2C3B}"/>
                </a:ext>
              </a:extLst>
            </p:cNvPr>
            <p:cNvSpPr/>
            <p:nvPr userDrawn="1"/>
          </p:nvSpPr>
          <p:spPr>
            <a:xfrm>
              <a:off x="-3603587" y="18111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21" name="Rechthoek 20">
              <a:extLst>
                <a:ext uri="{FF2B5EF4-FFF2-40B4-BE49-F238E27FC236}">
                  <a16:creationId xmlns:a16="http://schemas.microsoft.com/office/drawing/2014/main" id="{0AA92F3A-EA27-C75D-0F6A-A66F373980AF}"/>
                </a:ext>
              </a:extLst>
            </p:cNvPr>
            <p:cNvSpPr/>
            <p:nvPr userDrawn="1"/>
          </p:nvSpPr>
          <p:spPr>
            <a:xfrm>
              <a:off x="-3319415" y="1811185"/>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 the preferred category and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and click 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‘Insert’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22" name="Rechthoek 21">
              <a:extLst>
                <a:ext uri="{FF2B5EF4-FFF2-40B4-BE49-F238E27FC236}">
                  <a16:creationId xmlns:a16="http://schemas.microsoft.com/office/drawing/2014/main" id="{1C8FD130-EB1E-A8E8-D3D1-EE0F312980ED}"/>
                </a:ext>
              </a:extLst>
            </p:cNvPr>
            <p:cNvSpPr/>
            <p:nvPr userDrawn="1"/>
          </p:nvSpPr>
          <p:spPr>
            <a:xfrm>
              <a:off x="-3319415" y="2245760"/>
              <a:ext cx="825500" cy="209550"/>
            </a:xfrm>
            <a:prstGeom prst="rect">
              <a:avLst/>
            </a:prstGeom>
            <a:solidFill>
              <a:srgbClr val="1FF52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1000" b="1" noProof="0" dirty="0">
                  <a:solidFill>
                    <a:srgbClr val="211F26"/>
                  </a:solidFill>
                  <a:latin typeface="Calibri" panose="020F0502020204030204" pitchFamily="34" charset="0"/>
                  <a:cs typeface="Calibri" panose="020F0502020204030204" pitchFamily="34" charset="0"/>
                </a:rPr>
                <a:t>Insert</a:t>
              </a:r>
            </a:p>
          </p:txBody>
        </p:sp>
        <p:grpSp>
          <p:nvGrpSpPr>
            <p:cNvPr id="23" name="Groep 22">
              <a:extLst>
                <a:ext uri="{FF2B5EF4-FFF2-40B4-BE49-F238E27FC236}">
                  <a16:creationId xmlns:a16="http://schemas.microsoft.com/office/drawing/2014/main" id="{021267EF-4526-4C7E-7E80-C111BC8FE00D}"/>
                </a:ext>
              </a:extLst>
            </p:cNvPr>
            <p:cNvGrpSpPr/>
            <p:nvPr userDrawn="1"/>
          </p:nvGrpSpPr>
          <p:grpSpPr>
            <a:xfrm>
              <a:off x="-3365484" y="1226982"/>
              <a:ext cx="446937" cy="406485"/>
              <a:chOff x="-3563526" y="1409294"/>
              <a:chExt cx="354190" cy="322133"/>
            </a:xfrm>
          </p:grpSpPr>
          <p:grpSp>
            <p:nvGrpSpPr>
              <p:cNvPr id="24" name="Groep 23">
                <a:extLst>
                  <a:ext uri="{FF2B5EF4-FFF2-40B4-BE49-F238E27FC236}">
                    <a16:creationId xmlns:a16="http://schemas.microsoft.com/office/drawing/2014/main" id="{9C99F11D-A747-1125-3BA5-AAE89C907FFE}"/>
                  </a:ext>
                </a:extLst>
              </p:cNvPr>
              <p:cNvGrpSpPr/>
              <p:nvPr userDrawn="1"/>
            </p:nvGrpSpPr>
            <p:grpSpPr>
              <a:xfrm>
                <a:off x="-3499992" y="1409294"/>
                <a:ext cx="225195" cy="195499"/>
                <a:chOff x="8987389" y="1361199"/>
                <a:chExt cx="2200275" cy="1914525"/>
              </a:xfrm>
            </p:grpSpPr>
            <p:sp>
              <p:nvSpPr>
                <p:cNvPr id="26" name="Vrije vorm: vorm 25">
                  <a:extLst>
                    <a:ext uri="{FF2B5EF4-FFF2-40B4-BE49-F238E27FC236}">
                      <a16:creationId xmlns:a16="http://schemas.microsoft.com/office/drawing/2014/main" id="{2A320BCF-281D-1D04-73A6-F3E8B18CD0A7}"/>
                    </a:ext>
                  </a:extLst>
                </p:cNvPr>
                <p:cNvSpPr/>
                <p:nvPr/>
              </p:nvSpPr>
              <p:spPr>
                <a:xfrm>
                  <a:off x="9363620" y="1831738"/>
                  <a:ext cx="371477" cy="371472"/>
                </a:xfrm>
                <a:custGeom>
                  <a:avLst/>
                  <a:gdLst>
                    <a:gd name="connsiteX0" fmla="*/ 369094 w 371475"/>
                    <a:gd name="connsiteY0" fmla="*/ 188119 h 371475"/>
                    <a:gd name="connsiteX1" fmla="*/ 188119 w 371475"/>
                    <a:gd name="connsiteY1" fmla="*/ 369094 h 371475"/>
                    <a:gd name="connsiteX2" fmla="*/ 7144 w 371475"/>
                    <a:gd name="connsiteY2" fmla="*/ 188119 h 371475"/>
                    <a:gd name="connsiteX3" fmla="*/ 188119 w 371475"/>
                    <a:gd name="connsiteY3" fmla="*/ 7144 h 371475"/>
                    <a:gd name="connsiteX4" fmla="*/ 369094 w 371475"/>
                    <a:gd name="connsiteY4" fmla="*/ 188119 h 371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 h="371475">
                      <a:moveTo>
                        <a:pt x="369094" y="188119"/>
                      </a:moveTo>
                      <a:cubicBezTo>
                        <a:pt x="369094" y="288068"/>
                        <a:pt x="288068" y="369094"/>
                        <a:pt x="188119" y="369094"/>
                      </a:cubicBezTo>
                      <a:cubicBezTo>
                        <a:pt x="88169" y="369094"/>
                        <a:pt x="7144" y="288068"/>
                        <a:pt x="7144" y="188119"/>
                      </a:cubicBezTo>
                      <a:cubicBezTo>
                        <a:pt x="7144" y="88169"/>
                        <a:pt x="88169" y="7144"/>
                        <a:pt x="188119" y="7144"/>
                      </a:cubicBezTo>
                      <a:cubicBezTo>
                        <a:pt x="288068" y="7144"/>
                        <a:pt x="369094" y="88169"/>
                        <a:pt x="369094" y="188119"/>
                      </a:cubicBezTo>
                      <a:close/>
                    </a:path>
                  </a:pathLst>
                </a:custGeom>
                <a:solidFill>
                  <a:srgbClr val="1FF524"/>
                </a:solidFill>
                <a:ln w="9525" cap="flat">
                  <a:noFill/>
                  <a:prstDash val="solid"/>
                  <a:miter/>
                </a:ln>
              </p:spPr>
              <p:txBody>
                <a:bodyPr rtlCol="0" anchor="ctr"/>
                <a:lstStyle/>
                <a:p>
                  <a:pPr defTabSz="995469"/>
                  <a:endParaRPr lang="en-GB" sz="7200" noProof="0" dirty="0">
                    <a:solidFill>
                      <a:srgbClr val="211F26"/>
                    </a:solidFill>
                    <a:latin typeface="+mn-lt"/>
                  </a:endParaRPr>
                </a:p>
              </p:txBody>
            </p:sp>
            <p:grpSp>
              <p:nvGrpSpPr>
                <p:cNvPr id="27" name="Groep 26">
                  <a:extLst>
                    <a:ext uri="{FF2B5EF4-FFF2-40B4-BE49-F238E27FC236}">
                      <a16:creationId xmlns:a16="http://schemas.microsoft.com/office/drawing/2014/main" id="{0DBFF3F2-CAF2-C5C4-B710-AB08E289527C}"/>
                    </a:ext>
                  </a:extLst>
                </p:cNvPr>
                <p:cNvGrpSpPr/>
                <p:nvPr/>
              </p:nvGrpSpPr>
              <p:grpSpPr>
                <a:xfrm>
                  <a:off x="8987389" y="1361199"/>
                  <a:ext cx="2200275" cy="1914525"/>
                  <a:chOff x="8987389" y="1361199"/>
                  <a:chExt cx="2200275" cy="1914525"/>
                </a:xfrm>
                <a:gradFill>
                  <a:gsLst>
                    <a:gs pos="0">
                      <a:srgbClr val="9D9FA1"/>
                    </a:gs>
                    <a:gs pos="70000">
                      <a:srgbClr val="211F26"/>
                    </a:gs>
                  </a:gsLst>
                  <a:lin ang="2700000" scaled="0"/>
                </a:gradFill>
              </p:grpSpPr>
              <p:sp>
                <p:nvSpPr>
                  <p:cNvPr id="28" name="Vrije vorm: vorm 27">
                    <a:extLst>
                      <a:ext uri="{FF2B5EF4-FFF2-40B4-BE49-F238E27FC236}">
                        <a16:creationId xmlns:a16="http://schemas.microsoft.com/office/drawing/2014/main" id="{2FC58FA6-B03C-87DE-F027-9E478190EA5A}"/>
                      </a:ext>
                    </a:extLst>
                  </p:cNvPr>
                  <p:cNvSpPr/>
                  <p:nvPr/>
                </p:nvSpPr>
                <p:spPr>
                  <a:xfrm>
                    <a:off x="8987389" y="1361199"/>
                    <a:ext cx="2200275" cy="1914525"/>
                  </a:xfrm>
                  <a:custGeom>
                    <a:avLst/>
                    <a:gdLst>
                      <a:gd name="connsiteX0" fmla="*/ 7144 w 2200275"/>
                      <a:gd name="connsiteY0" fmla="*/ 7144 h 1914525"/>
                      <a:gd name="connsiteX1" fmla="*/ 7144 w 2200275"/>
                      <a:gd name="connsiteY1" fmla="*/ 245269 h 1914525"/>
                      <a:gd name="connsiteX2" fmla="*/ 432911 w 2200275"/>
                      <a:gd name="connsiteY2" fmla="*/ 245269 h 1914525"/>
                      <a:gd name="connsiteX3" fmla="*/ 432911 w 2200275"/>
                      <a:gd name="connsiteY3" fmla="*/ 245269 h 1914525"/>
                      <a:gd name="connsiteX4" fmla="*/ 1959769 w 2200275"/>
                      <a:gd name="connsiteY4" fmla="*/ 245269 h 1914525"/>
                      <a:gd name="connsiteX5" fmla="*/ 1959769 w 2200275"/>
                      <a:gd name="connsiteY5" fmla="*/ 1674019 h 1914525"/>
                      <a:gd name="connsiteX6" fmla="*/ 245269 w 2200275"/>
                      <a:gd name="connsiteY6" fmla="*/ 1674019 h 1914525"/>
                      <a:gd name="connsiteX7" fmla="*/ 245269 w 2200275"/>
                      <a:gd name="connsiteY7" fmla="*/ 350044 h 1914525"/>
                      <a:gd name="connsiteX8" fmla="*/ 7144 w 2200275"/>
                      <a:gd name="connsiteY8" fmla="*/ 350044 h 1914525"/>
                      <a:gd name="connsiteX9" fmla="*/ 7144 w 2200275"/>
                      <a:gd name="connsiteY9" fmla="*/ 1912144 h 1914525"/>
                      <a:gd name="connsiteX10" fmla="*/ 2197894 w 2200275"/>
                      <a:gd name="connsiteY10" fmla="*/ 1912144 h 1914525"/>
                      <a:gd name="connsiteX11" fmla="*/ 2197894 w 2200275"/>
                      <a:gd name="connsiteY11" fmla="*/ 7144 h 1914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0275" h="1914525">
                        <a:moveTo>
                          <a:pt x="7144" y="7144"/>
                        </a:moveTo>
                        <a:lnTo>
                          <a:pt x="7144" y="245269"/>
                        </a:lnTo>
                        <a:lnTo>
                          <a:pt x="432911" y="245269"/>
                        </a:lnTo>
                        <a:lnTo>
                          <a:pt x="432911" y="245269"/>
                        </a:lnTo>
                        <a:lnTo>
                          <a:pt x="1959769" y="245269"/>
                        </a:lnTo>
                        <a:lnTo>
                          <a:pt x="1959769" y="1674019"/>
                        </a:lnTo>
                        <a:lnTo>
                          <a:pt x="245269" y="1674019"/>
                        </a:lnTo>
                        <a:lnTo>
                          <a:pt x="245269" y="350044"/>
                        </a:lnTo>
                        <a:lnTo>
                          <a:pt x="7144" y="350044"/>
                        </a:lnTo>
                        <a:lnTo>
                          <a:pt x="7144" y="1912144"/>
                        </a:lnTo>
                        <a:lnTo>
                          <a:pt x="2197894" y="1912144"/>
                        </a:lnTo>
                        <a:lnTo>
                          <a:pt x="2197894" y="7144"/>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sp>
                <p:nvSpPr>
                  <p:cNvPr id="29" name="Vrije vorm: vorm 28">
                    <a:extLst>
                      <a:ext uri="{FF2B5EF4-FFF2-40B4-BE49-F238E27FC236}">
                        <a16:creationId xmlns:a16="http://schemas.microsoft.com/office/drawing/2014/main" id="{7913F690-116B-4778-BE13-1AD2B05345D4}"/>
                      </a:ext>
                    </a:extLst>
                  </p:cNvPr>
                  <p:cNvSpPr/>
                  <p:nvPr/>
                </p:nvSpPr>
                <p:spPr>
                  <a:xfrm>
                    <a:off x="9362668" y="1953652"/>
                    <a:ext cx="1438273" cy="885828"/>
                  </a:xfrm>
                  <a:custGeom>
                    <a:avLst/>
                    <a:gdLst>
                      <a:gd name="connsiteX0" fmla="*/ 1070134 w 1438275"/>
                      <a:gd name="connsiteY0" fmla="*/ 7144 h 885825"/>
                      <a:gd name="connsiteX1" fmla="*/ 801529 w 1438275"/>
                      <a:gd name="connsiteY1" fmla="*/ 275749 h 885825"/>
                      <a:gd name="connsiteX2" fmla="*/ 662464 w 1438275"/>
                      <a:gd name="connsiteY2" fmla="*/ 137636 h 885825"/>
                      <a:gd name="connsiteX3" fmla="*/ 7144 w 1438275"/>
                      <a:gd name="connsiteY3" fmla="*/ 784384 h 885825"/>
                      <a:gd name="connsiteX4" fmla="*/ 108109 w 1438275"/>
                      <a:gd name="connsiteY4" fmla="*/ 885349 h 885825"/>
                      <a:gd name="connsiteX5" fmla="*/ 662464 w 1438275"/>
                      <a:gd name="connsiteY5" fmla="*/ 338614 h 885825"/>
                      <a:gd name="connsiteX6" fmla="*/ 928211 w 1438275"/>
                      <a:gd name="connsiteY6" fmla="*/ 605314 h 885825"/>
                      <a:gd name="connsiteX7" fmla="*/ 1029176 w 1438275"/>
                      <a:gd name="connsiteY7" fmla="*/ 503396 h 885825"/>
                      <a:gd name="connsiteX8" fmla="*/ 902494 w 1438275"/>
                      <a:gd name="connsiteY8" fmla="*/ 376714 h 885825"/>
                      <a:gd name="connsiteX9" fmla="*/ 1070134 w 1438275"/>
                      <a:gd name="connsiteY9" fmla="*/ 209074 h 885825"/>
                      <a:gd name="connsiteX10" fmla="*/ 1337786 w 1438275"/>
                      <a:gd name="connsiteY10" fmla="*/ 480536 h 885825"/>
                      <a:gd name="connsiteX11" fmla="*/ 1438751 w 1438275"/>
                      <a:gd name="connsiteY11" fmla="*/ 378619 h 885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38275" h="885825">
                        <a:moveTo>
                          <a:pt x="1070134" y="7144"/>
                        </a:moveTo>
                        <a:lnTo>
                          <a:pt x="801529" y="275749"/>
                        </a:lnTo>
                        <a:lnTo>
                          <a:pt x="662464" y="137636"/>
                        </a:lnTo>
                        <a:lnTo>
                          <a:pt x="7144" y="784384"/>
                        </a:lnTo>
                        <a:lnTo>
                          <a:pt x="108109" y="885349"/>
                        </a:lnTo>
                        <a:lnTo>
                          <a:pt x="662464" y="338614"/>
                        </a:lnTo>
                        <a:lnTo>
                          <a:pt x="928211" y="605314"/>
                        </a:lnTo>
                        <a:lnTo>
                          <a:pt x="1029176" y="503396"/>
                        </a:lnTo>
                        <a:lnTo>
                          <a:pt x="902494" y="376714"/>
                        </a:lnTo>
                        <a:lnTo>
                          <a:pt x="1070134" y="209074"/>
                        </a:lnTo>
                        <a:lnTo>
                          <a:pt x="1337786" y="480536"/>
                        </a:lnTo>
                        <a:lnTo>
                          <a:pt x="1438751" y="378619"/>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grpSp>
          </p:grpSp>
          <p:sp>
            <p:nvSpPr>
              <p:cNvPr id="25" name="Tekstvak 24">
                <a:extLst>
                  <a:ext uri="{FF2B5EF4-FFF2-40B4-BE49-F238E27FC236}">
                    <a16:creationId xmlns:a16="http://schemas.microsoft.com/office/drawing/2014/main" id="{E7A88F5A-AA24-CCF1-7B20-1908D65F2FEE}"/>
                  </a:ext>
                </a:extLst>
              </p:cNvPr>
              <p:cNvSpPr txBox="1"/>
              <p:nvPr userDrawn="1"/>
            </p:nvSpPr>
            <p:spPr>
              <a:xfrm>
                <a:off x="-3563526" y="1617700"/>
                <a:ext cx="354190" cy="113727"/>
              </a:xfrm>
              <a:prstGeom prst="rect">
                <a:avLst/>
              </a:prstGeom>
              <a:noFill/>
            </p:spPr>
            <p:txBody>
              <a:bodyPr wrap="square" lIns="0" tIns="18000" rIns="0" bIns="0" rtlCol="0" anchor="t">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Images</a:t>
                </a:r>
              </a:p>
            </p:txBody>
          </p:sp>
        </p:grpSp>
      </p:grpSp>
    </p:spTree>
    <p:extLst>
      <p:ext uri="{BB962C8B-B14F-4D97-AF65-F5344CB8AC3E}">
        <p14:creationId xmlns:p14="http://schemas.microsoft.com/office/powerpoint/2010/main" val="376783550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ustom #2">
    <p:bg>
      <p:bgPr>
        <a:solidFill>
          <a:schemeClr val="accent1"/>
        </a:solidFill>
        <a:effectLst/>
      </p:bgPr>
    </p:bg>
    <p:spTree>
      <p:nvGrpSpPr>
        <p:cNvPr id="1" name=""/>
        <p:cNvGrpSpPr/>
        <p:nvPr/>
      </p:nvGrpSpPr>
      <p:grpSpPr>
        <a:xfrm>
          <a:off x="0" y="0"/>
          <a:ext cx="0" cy="0"/>
          <a:chOff x="0" y="0"/>
          <a:chExt cx="0" cy="0"/>
        </a:xfrm>
      </p:grpSpPr>
      <p:sp>
        <p:nvSpPr>
          <p:cNvPr id="5" name="Vrije vorm: vorm 4">
            <a:extLst>
              <a:ext uri="{FF2B5EF4-FFF2-40B4-BE49-F238E27FC236}">
                <a16:creationId xmlns:a16="http://schemas.microsoft.com/office/drawing/2014/main" id="{40562B5D-4BCD-1D4E-BB65-7F5FCBABE005}"/>
              </a:ext>
            </a:extLst>
          </p:cNvPr>
          <p:cNvSpPr/>
          <p:nvPr userDrawn="1"/>
        </p:nvSpPr>
        <p:spPr>
          <a:xfrm>
            <a:off x="-10751" y="0"/>
            <a:ext cx="12202751" cy="6858000"/>
          </a:xfrm>
          <a:custGeom>
            <a:avLst/>
            <a:gdLst>
              <a:gd name="connsiteX0" fmla="*/ 9196825 w 12202751"/>
              <a:gd name="connsiteY0" fmla="*/ 6253791 h 6858000"/>
              <a:gd name="connsiteX1" fmla="*/ 9228283 w 12202751"/>
              <a:gd name="connsiteY1" fmla="*/ 6260764 h 6858000"/>
              <a:gd name="connsiteX2" fmla="*/ 9319129 w 12202751"/>
              <a:gd name="connsiteY2" fmla="*/ 6797771 h 6858000"/>
              <a:gd name="connsiteX3" fmla="*/ 9315062 w 12202751"/>
              <a:gd name="connsiteY3" fmla="*/ 6858000 h 6858000"/>
              <a:gd name="connsiteX4" fmla="*/ 8712780 w 12202751"/>
              <a:gd name="connsiteY4" fmla="*/ 6858000 h 6858000"/>
              <a:gd name="connsiteX5" fmla="*/ 8752852 w 12202751"/>
              <a:gd name="connsiteY5" fmla="*/ 6786092 h 6858000"/>
              <a:gd name="connsiteX6" fmla="*/ 9165949 w 12202751"/>
              <a:gd name="connsiteY6" fmla="*/ 6254507 h 6858000"/>
              <a:gd name="connsiteX7" fmla="*/ 9196825 w 12202751"/>
              <a:gd name="connsiteY7" fmla="*/ 6253791 h 6858000"/>
              <a:gd name="connsiteX8" fmla="*/ 6322661 w 12202751"/>
              <a:gd name="connsiteY8" fmla="*/ 860036 h 6858000"/>
              <a:gd name="connsiteX9" fmla="*/ 6406295 w 12202751"/>
              <a:gd name="connsiteY9" fmla="*/ 923793 h 6858000"/>
              <a:gd name="connsiteX10" fmla="*/ 6343263 w 12202751"/>
              <a:gd name="connsiteY10" fmla="*/ 1578190 h 6858000"/>
              <a:gd name="connsiteX11" fmla="*/ 3612233 w 12202751"/>
              <a:gd name="connsiteY11" fmla="*/ 6735009 h 6858000"/>
              <a:gd name="connsiteX12" fmla="*/ 3592717 w 12202751"/>
              <a:gd name="connsiteY12" fmla="*/ 6858000 h 6858000"/>
              <a:gd name="connsiteX13" fmla="*/ 0 w 12202751"/>
              <a:gd name="connsiteY13" fmla="*/ 6858000 h 6858000"/>
              <a:gd name="connsiteX14" fmla="*/ 0 w 12202751"/>
              <a:gd name="connsiteY14" fmla="*/ 6632489 h 6858000"/>
              <a:gd name="connsiteX15" fmla="*/ 339610 w 12202751"/>
              <a:gd name="connsiteY15" fmla="*/ 6322172 h 6858000"/>
              <a:gd name="connsiteX16" fmla="*/ 5674132 w 12202751"/>
              <a:gd name="connsiteY16" fmla="*/ 1607274 h 6858000"/>
              <a:gd name="connsiteX17" fmla="*/ 6322661 w 12202751"/>
              <a:gd name="connsiteY17" fmla="*/ 860036 h 6858000"/>
              <a:gd name="connsiteX18" fmla="*/ 11650950 w 12202751"/>
              <a:gd name="connsiteY18" fmla="*/ 0 h 6858000"/>
              <a:gd name="connsiteX19" fmla="*/ 12202751 w 12202751"/>
              <a:gd name="connsiteY19" fmla="*/ 0 h 6858000"/>
              <a:gd name="connsiteX20" fmla="*/ 12202751 w 12202751"/>
              <a:gd name="connsiteY20" fmla="*/ 4442690 h 6858000"/>
              <a:gd name="connsiteX21" fmla="*/ 12090669 w 12202751"/>
              <a:gd name="connsiteY21" fmla="*/ 4422014 h 6858000"/>
              <a:gd name="connsiteX22" fmla="*/ 10571396 w 12202751"/>
              <a:gd name="connsiteY22" fmla="*/ 2213198 h 6858000"/>
              <a:gd name="connsiteX23" fmla="*/ 11525799 w 12202751"/>
              <a:gd name="connsiteY23" fmla="*/ 135882 h 6858000"/>
              <a:gd name="connsiteX24" fmla="*/ 0 w 12202751"/>
              <a:gd name="connsiteY24" fmla="*/ 0 h 6858000"/>
              <a:gd name="connsiteX25" fmla="*/ 2054194 w 12202751"/>
              <a:gd name="connsiteY25" fmla="*/ 0 h 6858000"/>
              <a:gd name="connsiteX26" fmla="*/ 1941123 w 12202751"/>
              <a:gd name="connsiteY26" fmla="*/ 75811 h 6858000"/>
              <a:gd name="connsiteX27" fmla="*/ 206525 w 12202751"/>
              <a:gd name="connsiteY27" fmla="*/ 1437904 h 6858000"/>
              <a:gd name="connsiteX28" fmla="*/ 0 w 12202751"/>
              <a:gd name="connsiteY28" fmla="*/ 163234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2202751" h="6858000">
                <a:moveTo>
                  <a:pt x="9196825" y="6253791"/>
                </a:moveTo>
                <a:cubicBezTo>
                  <a:pt x="9207202" y="6254820"/>
                  <a:pt x="9217676" y="6257130"/>
                  <a:pt x="9228283" y="6260764"/>
                </a:cubicBezTo>
                <a:cubicBezTo>
                  <a:pt x="9307834" y="6289395"/>
                  <a:pt x="9333091" y="6516346"/>
                  <a:pt x="9319129" y="6797771"/>
                </a:cubicBezTo>
                <a:lnTo>
                  <a:pt x="9315062" y="6858000"/>
                </a:lnTo>
                <a:lnTo>
                  <a:pt x="8712780" y="6858000"/>
                </a:lnTo>
                <a:lnTo>
                  <a:pt x="8752852" y="6786092"/>
                </a:lnTo>
                <a:cubicBezTo>
                  <a:pt x="8924836" y="6476801"/>
                  <a:pt x="9040774" y="6272774"/>
                  <a:pt x="9165949" y="6254507"/>
                </a:cubicBezTo>
                <a:cubicBezTo>
                  <a:pt x="9176167" y="6253017"/>
                  <a:pt x="9186447" y="6252763"/>
                  <a:pt x="9196825" y="6253791"/>
                </a:cubicBezTo>
                <a:close/>
                <a:moveTo>
                  <a:pt x="6322661" y="860036"/>
                </a:moveTo>
                <a:cubicBezTo>
                  <a:pt x="6359190" y="857387"/>
                  <a:pt x="6388114" y="876530"/>
                  <a:pt x="6406295" y="923793"/>
                </a:cubicBezTo>
                <a:cubicBezTo>
                  <a:pt x="6454783" y="1049825"/>
                  <a:pt x="6420842" y="1229178"/>
                  <a:pt x="6343263" y="1578190"/>
                </a:cubicBezTo>
                <a:cubicBezTo>
                  <a:pt x="5856638" y="3709453"/>
                  <a:pt x="3958041" y="5234882"/>
                  <a:pt x="3612233" y="6735009"/>
                </a:cubicBezTo>
                <a:lnTo>
                  <a:pt x="3592717" y="6858000"/>
                </a:lnTo>
                <a:lnTo>
                  <a:pt x="0" y="6858000"/>
                </a:lnTo>
                <a:lnTo>
                  <a:pt x="0" y="6632489"/>
                </a:lnTo>
                <a:lnTo>
                  <a:pt x="339610" y="6322172"/>
                </a:lnTo>
                <a:cubicBezTo>
                  <a:pt x="2196386" y="4691797"/>
                  <a:pt x="4577580" y="3447091"/>
                  <a:pt x="5674132" y="1607274"/>
                </a:cubicBezTo>
                <a:cubicBezTo>
                  <a:pt x="5863234" y="1292194"/>
                  <a:pt x="6164370" y="871513"/>
                  <a:pt x="6322661" y="860036"/>
                </a:cubicBezTo>
                <a:close/>
                <a:moveTo>
                  <a:pt x="11650950" y="0"/>
                </a:moveTo>
                <a:lnTo>
                  <a:pt x="12202751" y="0"/>
                </a:lnTo>
                <a:lnTo>
                  <a:pt x="12202751" y="4442690"/>
                </a:lnTo>
                <a:lnTo>
                  <a:pt x="12090669" y="4422014"/>
                </a:lnTo>
                <a:cubicBezTo>
                  <a:pt x="11211465" y="4223417"/>
                  <a:pt x="10568413" y="3552240"/>
                  <a:pt x="10571396" y="2213198"/>
                </a:cubicBezTo>
                <a:cubicBezTo>
                  <a:pt x="10572439" y="1498198"/>
                  <a:pt x="10939503" y="807920"/>
                  <a:pt x="11525799" y="135882"/>
                </a:cubicBezTo>
                <a:close/>
                <a:moveTo>
                  <a:pt x="0" y="0"/>
                </a:moveTo>
                <a:lnTo>
                  <a:pt x="2054194" y="0"/>
                </a:lnTo>
                <a:lnTo>
                  <a:pt x="1941123" y="75811"/>
                </a:lnTo>
                <a:cubicBezTo>
                  <a:pt x="1355823" y="476321"/>
                  <a:pt x="767225" y="928929"/>
                  <a:pt x="206525" y="1437904"/>
                </a:cubicBezTo>
                <a:lnTo>
                  <a:pt x="0" y="1632346"/>
                </a:lnTo>
                <a:close/>
              </a:path>
            </a:pathLst>
          </a:custGeom>
          <a:solidFill>
            <a:srgbClr val="00B8C8"/>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ctr">
            <a:noAutofit/>
          </a:bodyPr>
          <a:lstStyle/>
          <a:p>
            <a:pPr algn="ctr">
              <a:lnSpc>
                <a:spcPct val="90000"/>
              </a:lnSpc>
              <a:spcBef>
                <a:spcPts val="200"/>
              </a:spcBef>
              <a:spcAft>
                <a:spcPts val="200"/>
              </a:spcAft>
            </a:pPr>
            <a:r>
              <a:rPr lang="en-GB" sz="1600"/>
              <a:t> </a:t>
            </a:r>
            <a:endParaRPr lang="en-GB" sz="1600" dirty="0"/>
          </a:p>
        </p:txBody>
      </p:sp>
      <p:sp>
        <p:nvSpPr>
          <p:cNvPr id="7" name="Titel 6">
            <a:extLst>
              <a:ext uri="{FF2B5EF4-FFF2-40B4-BE49-F238E27FC236}">
                <a16:creationId xmlns:a16="http://schemas.microsoft.com/office/drawing/2014/main" id="{B71070AA-35A3-CDB3-EFB2-1ACEEB90FBD9}"/>
              </a:ext>
            </a:extLst>
          </p:cNvPr>
          <p:cNvSpPr>
            <a:spLocks noGrp="1"/>
          </p:cNvSpPr>
          <p:nvPr>
            <p:ph type="title" hasCustomPrompt="1"/>
          </p:nvPr>
        </p:nvSpPr>
        <p:spPr>
          <a:xfrm>
            <a:off x="0" y="-429019"/>
            <a:ext cx="1179810" cy="276999"/>
          </a:xfr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lvl1pPr>
              <a:lnSpc>
                <a:spcPct val="100000"/>
              </a:lnSpc>
              <a:defRPr lang="nl-NL" sz="1800" b="1" cap="none" baseline="0">
                <a:solidFill>
                  <a:schemeClr val="accent1"/>
                </a:solidFill>
                <a:latin typeface="+mj-lt"/>
              </a:defRPr>
            </a:lvl1pPr>
          </a:lstStyle>
          <a:p>
            <a:pPr marL="0" lvl="0"/>
            <a:r>
              <a:rPr lang="en-GB" dirty="0"/>
              <a:t>Custom #2</a:t>
            </a:r>
          </a:p>
        </p:txBody>
      </p:sp>
      <p:sp>
        <p:nvSpPr>
          <p:cNvPr id="2" name="Tijdelijke aanduiding voor datum 1">
            <a:extLst>
              <a:ext uri="{FF2B5EF4-FFF2-40B4-BE49-F238E27FC236}">
                <a16:creationId xmlns:a16="http://schemas.microsoft.com/office/drawing/2014/main" id="{5BE7F3A9-9B9C-44B6-7E42-8A0C11D41246}"/>
              </a:ext>
            </a:extLst>
          </p:cNvPr>
          <p:cNvSpPr>
            <a:spLocks noGrp="1"/>
          </p:cNvSpPr>
          <p:nvPr>
            <p:ph type="dt" sz="half" idx="10"/>
          </p:nvPr>
        </p:nvSpPr>
        <p:spPr/>
        <p:txBody>
          <a:bodyPr/>
          <a:lstStyle/>
          <a:p>
            <a:r>
              <a:rPr lang="LID4096"/>
              <a:t>08/30/2024</a:t>
            </a:r>
            <a:endParaRPr lang="en-GB" dirty="0"/>
          </a:p>
        </p:txBody>
      </p:sp>
      <p:sp>
        <p:nvSpPr>
          <p:cNvPr id="4" name="Tijdelijke aanduiding voor dianummer 3">
            <a:extLst>
              <a:ext uri="{FF2B5EF4-FFF2-40B4-BE49-F238E27FC236}">
                <a16:creationId xmlns:a16="http://schemas.microsoft.com/office/drawing/2014/main" id="{BFEA8D07-6C67-DB1E-355D-D56DB368413A}"/>
              </a:ext>
            </a:extLst>
          </p:cNvPr>
          <p:cNvSpPr>
            <a:spLocks noGrp="1"/>
          </p:cNvSpPr>
          <p:nvPr>
            <p:ph type="sldNum" sz="quarter" idx="12"/>
          </p:nvPr>
        </p:nvSpPr>
        <p:spPr/>
        <p:txBody>
          <a:bodyPr/>
          <a:lstStyle/>
          <a:p>
            <a:fld id="{9E843DB9-9987-4157-AB9C-CEA8D7D910BB}" type="slidenum">
              <a:rPr lang="en-GB" smtClean="0"/>
              <a:pPr/>
              <a:t>‹#›</a:t>
            </a:fld>
            <a:endParaRPr lang="en-GB" dirty="0"/>
          </a:p>
        </p:txBody>
      </p:sp>
      <p:sp>
        <p:nvSpPr>
          <p:cNvPr id="3" name="Rechthoek 2">
            <a:extLst>
              <a:ext uri="{FF2B5EF4-FFF2-40B4-BE49-F238E27FC236}">
                <a16:creationId xmlns:a16="http://schemas.microsoft.com/office/drawing/2014/main" id="{2B460069-16B0-DE5C-7C45-BAB07D3C0B9F}"/>
              </a:ext>
            </a:extLst>
          </p:cNvPr>
          <p:cNvSpPr/>
          <p:nvPr userDrawn="1"/>
        </p:nvSpPr>
        <p:spPr>
          <a:xfrm>
            <a:off x="-10751" y="3282846"/>
            <a:ext cx="12192000" cy="35751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sp>
        <p:nvSpPr>
          <p:cNvPr id="25" name="Tijdelijke aanduiding voor afbeelding 16">
            <a:extLst>
              <a:ext uri="{FF2B5EF4-FFF2-40B4-BE49-F238E27FC236}">
                <a16:creationId xmlns:a16="http://schemas.microsoft.com/office/drawing/2014/main" id="{2BDB1DBC-B9F0-84CD-43BD-7C1A120AAC41}"/>
              </a:ext>
            </a:extLst>
          </p:cNvPr>
          <p:cNvSpPr>
            <a:spLocks noGrp="1"/>
          </p:cNvSpPr>
          <p:nvPr>
            <p:ph type="pic" sz="quarter" idx="13" hasCustomPrompt="1"/>
          </p:nvPr>
        </p:nvSpPr>
        <p:spPr>
          <a:xfrm>
            <a:off x="721079" y="719138"/>
            <a:ext cx="3318867" cy="5281612"/>
          </a:xfrm>
          <a:prstGeom prst="rect">
            <a:avLst/>
          </a:prstGeom>
          <a:pattFill prst="pct60">
            <a:fgClr>
              <a:schemeClr val="bg1">
                <a:lumMod val="95000"/>
              </a:schemeClr>
            </a:fgClr>
            <a:bgClr>
              <a:schemeClr val="bg1">
                <a:lumMod val="85000"/>
              </a:schemeClr>
            </a:bgClr>
          </a:patt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the tab ‘</a:t>
            </a:r>
            <a:r>
              <a:rPr lang="en-GB" noProof="0" dirty="0" err="1"/>
              <a:t>Slidebuilder</a:t>
            </a:r>
            <a:r>
              <a:rPr lang="en-GB" noProof="0" dirty="0"/>
              <a:t>’, click on ‘Images’, select the preferred image and click on ‘Insert’.</a:t>
            </a:r>
          </a:p>
        </p:txBody>
      </p:sp>
      <p:grpSp>
        <p:nvGrpSpPr>
          <p:cNvPr id="77" name="INSTRUCTION">
            <a:extLst>
              <a:ext uri="{FF2B5EF4-FFF2-40B4-BE49-F238E27FC236}">
                <a16:creationId xmlns:a16="http://schemas.microsoft.com/office/drawing/2014/main" id="{6727D08B-166C-E220-C65A-4C6CF286CBC0}"/>
              </a:ext>
            </a:extLst>
          </p:cNvPr>
          <p:cNvGrpSpPr/>
          <p:nvPr userDrawn="1"/>
        </p:nvGrpSpPr>
        <p:grpSpPr>
          <a:xfrm>
            <a:off x="-3786164" y="0"/>
            <a:ext cx="3693113" cy="5054643"/>
            <a:chOff x="-3786164" y="0"/>
            <a:chExt cx="3693113" cy="5054643"/>
          </a:xfrm>
        </p:grpSpPr>
        <p:sp>
          <p:nvSpPr>
            <p:cNvPr id="78" name="Rechthoek 77">
              <a:extLst>
                <a:ext uri="{FF2B5EF4-FFF2-40B4-BE49-F238E27FC236}">
                  <a16:creationId xmlns:a16="http://schemas.microsoft.com/office/drawing/2014/main" id="{982C114D-4EFE-C875-84BD-A1CE7AD31CBE}"/>
                </a:ext>
              </a:extLst>
            </p:cNvPr>
            <p:cNvSpPr/>
            <p:nvPr userDrawn="1"/>
          </p:nvSpPr>
          <p:spPr>
            <a:xfrm>
              <a:off x="-3786164" y="0"/>
              <a:ext cx="3593091" cy="4391599"/>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Insert/edit an image</a:t>
              </a:r>
            </a:p>
          </p:txBody>
        </p:sp>
        <p:sp>
          <p:nvSpPr>
            <p:cNvPr id="79" name="Rechthoek 78">
              <a:extLst>
                <a:ext uri="{FF2B5EF4-FFF2-40B4-BE49-F238E27FC236}">
                  <a16:creationId xmlns:a16="http://schemas.microsoft.com/office/drawing/2014/main" id="{F5F23281-7424-FD20-47C9-D062D2185EB2}"/>
                </a:ext>
              </a:extLst>
            </p:cNvPr>
            <p:cNvSpPr/>
            <p:nvPr userDrawn="1"/>
          </p:nvSpPr>
          <p:spPr>
            <a:xfrm>
              <a:off x="-3786164" y="4226643"/>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sp>
          <p:nvSpPr>
            <p:cNvPr id="80" name="Ovaal 79">
              <a:extLst>
                <a:ext uri="{FF2B5EF4-FFF2-40B4-BE49-F238E27FC236}">
                  <a16:creationId xmlns:a16="http://schemas.microsoft.com/office/drawing/2014/main" id="{4C243F47-F3A7-733B-E9A3-262CD6642BF2}"/>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81" name="Rechthoek 80">
              <a:extLst>
                <a:ext uri="{FF2B5EF4-FFF2-40B4-BE49-F238E27FC236}">
                  <a16:creationId xmlns:a16="http://schemas.microsoft.com/office/drawing/2014/main" id="{089F710C-E487-E596-3890-24CEF5FCE9D0}"/>
                </a:ext>
              </a:extLst>
            </p:cNvPr>
            <p:cNvSpPr/>
            <p:nvPr userDrawn="1"/>
          </p:nvSpPr>
          <p:spPr>
            <a:xfrm>
              <a:off x="-3319416" y="465323"/>
              <a:ext cx="3008779" cy="661851"/>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If necessary, delete the existing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by using the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key’</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Select the placeholder,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1" i="0" u="none" strike="noStrike" kern="0" cap="none" spc="0" normalizeH="0" baseline="0" noProof="0" dirty="0" err="1">
                  <a:ln>
                    <a:noFill/>
                  </a:ln>
                  <a:solidFill>
                    <a:srgbClr val="000000"/>
                  </a:solidFill>
                  <a:effectLst/>
                  <a:uLnTx/>
                  <a:uFillTx/>
                  <a:latin typeface="Calibri" panose="020F0502020204030204" pitchFamily="34" charset="0"/>
                  <a:ea typeface="+mn-ea"/>
                  <a:cs typeface="Calibri" panose="020F0502020204030204" pitchFamily="34" charset="0"/>
                </a:rPr>
                <a:t>Slidebuilder</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 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‘Images’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endPar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82" name="Ovaal 81">
              <a:extLst>
                <a:ext uri="{FF2B5EF4-FFF2-40B4-BE49-F238E27FC236}">
                  <a16:creationId xmlns:a16="http://schemas.microsoft.com/office/drawing/2014/main" id="{BB4E3693-18B2-F2AE-2B86-4D729CD8ED61}"/>
                </a:ext>
              </a:extLst>
            </p:cNvPr>
            <p:cNvSpPr/>
            <p:nvPr userDrawn="1"/>
          </p:nvSpPr>
          <p:spPr>
            <a:xfrm>
              <a:off x="-3603587" y="18111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83" name="Rechthoek 82">
              <a:extLst>
                <a:ext uri="{FF2B5EF4-FFF2-40B4-BE49-F238E27FC236}">
                  <a16:creationId xmlns:a16="http://schemas.microsoft.com/office/drawing/2014/main" id="{9DDB2448-43DC-D522-A2AF-2F7F78AA844E}"/>
                </a:ext>
              </a:extLst>
            </p:cNvPr>
            <p:cNvSpPr/>
            <p:nvPr userDrawn="1"/>
          </p:nvSpPr>
          <p:spPr>
            <a:xfrm>
              <a:off x="-3319415" y="1811185"/>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 the preferred category and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and click 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‘Insert’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84" name="Rechthoek 83">
              <a:extLst>
                <a:ext uri="{FF2B5EF4-FFF2-40B4-BE49-F238E27FC236}">
                  <a16:creationId xmlns:a16="http://schemas.microsoft.com/office/drawing/2014/main" id="{94F7C7F5-84EE-08A5-C2A8-D40863C44DF7}"/>
                </a:ext>
              </a:extLst>
            </p:cNvPr>
            <p:cNvSpPr/>
            <p:nvPr userDrawn="1"/>
          </p:nvSpPr>
          <p:spPr>
            <a:xfrm>
              <a:off x="-3319415" y="2245760"/>
              <a:ext cx="825500" cy="209550"/>
            </a:xfrm>
            <a:prstGeom prst="rect">
              <a:avLst/>
            </a:prstGeom>
            <a:solidFill>
              <a:srgbClr val="1FF52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1000" b="1" noProof="0" dirty="0">
                  <a:solidFill>
                    <a:srgbClr val="211F26"/>
                  </a:solidFill>
                  <a:latin typeface="Calibri" panose="020F0502020204030204" pitchFamily="34" charset="0"/>
                  <a:cs typeface="Calibri" panose="020F0502020204030204" pitchFamily="34" charset="0"/>
                </a:rPr>
                <a:t>Insert</a:t>
              </a:r>
            </a:p>
          </p:txBody>
        </p:sp>
        <p:sp>
          <p:nvSpPr>
            <p:cNvPr id="85" name="Ovaal 84">
              <a:extLst>
                <a:ext uri="{FF2B5EF4-FFF2-40B4-BE49-F238E27FC236}">
                  <a16:creationId xmlns:a16="http://schemas.microsoft.com/office/drawing/2014/main" id="{36C87FE6-659D-FB5D-2B4D-4C68F02586CD}"/>
                </a:ext>
              </a:extLst>
            </p:cNvPr>
            <p:cNvSpPr/>
            <p:nvPr userDrawn="1"/>
          </p:nvSpPr>
          <p:spPr>
            <a:xfrm>
              <a:off x="-3603587" y="263483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86" name="Rechthoek 85">
              <a:extLst>
                <a:ext uri="{FF2B5EF4-FFF2-40B4-BE49-F238E27FC236}">
                  <a16:creationId xmlns:a16="http://schemas.microsoft.com/office/drawing/2014/main" id="{8D0654E8-0407-3E0C-07B6-54D13B858C44}"/>
                </a:ext>
              </a:extLst>
            </p:cNvPr>
            <p:cNvSpPr/>
            <p:nvPr userDrawn="1"/>
          </p:nvSpPr>
          <p:spPr>
            <a:xfrm>
              <a:off x="-3319415" y="2634835"/>
              <a:ext cx="2944682" cy="794165"/>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To scale or drag the image,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‘Picture Tools - Format’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‘Crop’</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Scale the image itself with</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spheres and scale the image frame with the brackets.</a:t>
              </a:r>
            </a:p>
          </p:txBody>
        </p:sp>
        <p:grpSp>
          <p:nvGrpSpPr>
            <p:cNvPr id="87" name="Groep 86">
              <a:extLst>
                <a:ext uri="{FF2B5EF4-FFF2-40B4-BE49-F238E27FC236}">
                  <a16:creationId xmlns:a16="http://schemas.microsoft.com/office/drawing/2014/main" id="{1B77EC59-F841-70DB-26E5-CE9B30D388B6}"/>
                </a:ext>
              </a:extLst>
            </p:cNvPr>
            <p:cNvGrpSpPr/>
            <p:nvPr userDrawn="1"/>
          </p:nvGrpSpPr>
          <p:grpSpPr>
            <a:xfrm>
              <a:off x="-3414453" y="3534339"/>
              <a:ext cx="514284" cy="506545"/>
              <a:chOff x="12617641" y="3403239"/>
              <a:chExt cx="752963" cy="741634"/>
            </a:xfrm>
          </p:grpSpPr>
          <p:grpSp>
            <p:nvGrpSpPr>
              <p:cNvPr id="104" name="Groep 103">
                <a:extLst>
                  <a:ext uri="{FF2B5EF4-FFF2-40B4-BE49-F238E27FC236}">
                    <a16:creationId xmlns:a16="http://schemas.microsoft.com/office/drawing/2014/main" id="{D601E5B5-6A3C-925D-B3DA-0F098B5634F2}"/>
                  </a:ext>
                </a:extLst>
              </p:cNvPr>
              <p:cNvGrpSpPr/>
              <p:nvPr userDrawn="1"/>
            </p:nvGrpSpPr>
            <p:grpSpPr>
              <a:xfrm>
                <a:off x="12771530" y="3403239"/>
                <a:ext cx="467176" cy="448491"/>
                <a:chOff x="12782157" y="3403239"/>
                <a:chExt cx="467176" cy="448491"/>
              </a:xfrm>
            </p:grpSpPr>
            <p:grpSp>
              <p:nvGrpSpPr>
                <p:cNvPr id="107" name="Groep 106">
                  <a:extLst>
                    <a:ext uri="{FF2B5EF4-FFF2-40B4-BE49-F238E27FC236}">
                      <a16:creationId xmlns:a16="http://schemas.microsoft.com/office/drawing/2014/main" id="{484B9510-A7DE-3DD7-A80D-8A0B0B0C4EB8}"/>
                    </a:ext>
                  </a:extLst>
                </p:cNvPr>
                <p:cNvGrpSpPr/>
                <p:nvPr userDrawn="1"/>
              </p:nvGrpSpPr>
              <p:grpSpPr>
                <a:xfrm>
                  <a:off x="12782157" y="3403239"/>
                  <a:ext cx="412976" cy="396132"/>
                  <a:chOff x="13554906" y="3320109"/>
                  <a:chExt cx="443917" cy="425811"/>
                </a:xfrm>
              </p:grpSpPr>
              <p:grpSp>
                <p:nvGrpSpPr>
                  <p:cNvPr id="114" name="Groep 113">
                    <a:extLst>
                      <a:ext uri="{FF2B5EF4-FFF2-40B4-BE49-F238E27FC236}">
                        <a16:creationId xmlns:a16="http://schemas.microsoft.com/office/drawing/2014/main" id="{12DEEEF7-AEB5-09F8-5822-3D8484867157}"/>
                      </a:ext>
                    </a:extLst>
                  </p:cNvPr>
                  <p:cNvGrpSpPr/>
                  <p:nvPr userDrawn="1"/>
                </p:nvGrpSpPr>
                <p:grpSpPr>
                  <a:xfrm>
                    <a:off x="13554906" y="3320109"/>
                    <a:ext cx="443917" cy="425811"/>
                    <a:chOff x="12909684" y="1276143"/>
                    <a:chExt cx="443917" cy="425811"/>
                  </a:xfrm>
                </p:grpSpPr>
                <p:sp>
                  <p:nvSpPr>
                    <p:cNvPr id="117" name="Rechthoek 116">
                      <a:extLst>
                        <a:ext uri="{FF2B5EF4-FFF2-40B4-BE49-F238E27FC236}">
                          <a16:creationId xmlns:a16="http://schemas.microsoft.com/office/drawing/2014/main" id="{A4017AF6-03CB-3D6B-8B14-379F8B682779}"/>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118" name="Rechthoek 117">
                      <a:extLst>
                        <a:ext uri="{FF2B5EF4-FFF2-40B4-BE49-F238E27FC236}">
                          <a16:creationId xmlns:a16="http://schemas.microsoft.com/office/drawing/2014/main" id="{3495504B-7940-4E65-5F69-67711EE31286}"/>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119" name="Ovaal 118">
                      <a:extLst>
                        <a:ext uri="{FF2B5EF4-FFF2-40B4-BE49-F238E27FC236}">
                          <a16:creationId xmlns:a16="http://schemas.microsoft.com/office/drawing/2014/main" id="{1898BC6E-051E-9288-F6FD-986FC16B60FB}"/>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pic>
                <p:nvPicPr>
                  <p:cNvPr id="115" name="Afbeelding 114">
                    <a:extLst>
                      <a:ext uri="{FF2B5EF4-FFF2-40B4-BE49-F238E27FC236}">
                        <a16:creationId xmlns:a16="http://schemas.microsoft.com/office/drawing/2014/main" id="{A3070010-4F72-D403-7D2F-FCFA79910464}"/>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a:off x="13567296" y="3424991"/>
                    <a:ext cx="173367" cy="140220"/>
                  </a:xfrm>
                  <a:prstGeom prst="rect">
                    <a:avLst/>
                  </a:prstGeom>
                </p:spPr>
              </p:pic>
              <p:pic>
                <p:nvPicPr>
                  <p:cNvPr id="116" name="Afbeelding 115">
                    <a:extLst>
                      <a:ext uri="{FF2B5EF4-FFF2-40B4-BE49-F238E27FC236}">
                        <a16:creationId xmlns:a16="http://schemas.microsoft.com/office/drawing/2014/main" id="{60E55EC3-343D-AD8D-76DF-3702E8AD9045}"/>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108" name="Groep 107">
                  <a:extLst>
                    <a:ext uri="{FF2B5EF4-FFF2-40B4-BE49-F238E27FC236}">
                      <a16:creationId xmlns:a16="http://schemas.microsoft.com/office/drawing/2014/main" id="{E55E20E0-3758-7265-9512-AA24D5A025D0}"/>
                    </a:ext>
                  </a:extLst>
                </p:cNvPr>
                <p:cNvGrpSpPr/>
                <p:nvPr userDrawn="1"/>
              </p:nvGrpSpPr>
              <p:grpSpPr>
                <a:xfrm>
                  <a:off x="13103513" y="3705268"/>
                  <a:ext cx="145820" cy="146462"/>
                  <a:chOff x="13096169" y="3602278"/>
                  <a:chExt cx="145820" cy="146462"/>
                </a:xfrm>
              </p:grpSpPr>
              <p:sp>
                <p:nvSpPr>
                  <p:cNvPr id="112" name="Rechthoek 111">
                    <a:extLst>
                      <a:ext uri="{FF2B5EF4-FFF2-40B4-BE49-F238E27FC236}">
                        <a16:creationId xmlns:a16="http://schemas.microsoft.com/office/drawing/2014/main" id="{68DC690D-6824-D7CF-CB6F-51B7434679A2}"/>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13" name="Rechthoek 112">
                    <a:extLst>
                      <a:ext uri="{FF2B5EF4-FFF2-40B4-BE49-F238E27FC236}">
                        <a16:creationId xmlns:a16="http://schemas.microsoft.com/office/drawing/2014/main" id="{A54E62A1-E56D-AE7D-96FC-C4D19C33B98A}"/>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109" name="Groep 108">
                  <a:extLst>
                    <a:ext uri="{FF2B5EF4-FFF2-40B4-BE49-F238E27FC236}">
                      <a16:creationId xmlns:a16="http://schemas.microsoft.com/office/drawing/2014/main" id="{708CA9C1-69AF-1E21-0D5E-D6DCEBC337FD}"/>
                    </a:ext>
                  </a:extLst>
                </p:cNvPr>
                <p:cNvGrpSpPr/>
                <p:nvPr userDrawn="1"/>
              </p:nvGrpSpPr>
              <p:grpSpPr>
                <a:xfrm rot="10800000">
                  <a:off x="13061402" y="3665637"/>
                  <a:ext cx="145820" cy="146462"/>
                  <a:chOff x="13096169" y="3602278"/>
                  <a:chExt cx="145820" cy="146462"/>
                </a:xfrm>
              </p:grpSpPr>
              <p:sp>
                <p:nvSpPr>
                  <p:cNvPr id="110" name="Rechthoek 109">
                    <a:extLst>
                      <a:ext uri="{FF2B5EF4-FFF2-40B4-BE49-F238E27FC236}">
                        <a16:creationId xmlns:a16="http://schemas.microsoft.com/office/drawing/2014/main" id="{93115381-446F-4BCA-F0E0-EB297ABCA563}"/>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111" name="Rechthoek 110">
                    <a:extLst>
                      <a:ext uri="{FF2B5EF4-FFF2-40B4-BE49-F238E27FC236}">
                        <a16:creationId xmlns:a16="http://schemas.microsoft.com/office/drawing/2014/main" id="{BC0E1C64-7500-6EA8-C9C9-0965D8919106}"/>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sp>
            <p:nvSpPr>
              <p:cNvPr id="105" name="Rechthoek 104">
                <a:extLst>
                  <a:ext uri="{FF2B5EF4-FFF2-40B4-BE49-F238E27FC236}">
                    <a16:creationId xmlns:a16="http://schemas.microsoft.com/office/drawing/2014/main" id="{62656C27-C3C4-3986-70C6-DD93E1924325}"/>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900" b="0" noProof="0" dirty="0">
                    <a:solidFill>
                      <a:srgbClr val="211F26"/>
                    </a:solidFill>
                    <a:latin typeface="Calibri" panose="020F0502020204030204" pitchFamily="34" charset="0"/>
                    <a:cs typeface="Calibri" panose="020F0502020204030204" pitchFamily="34" charset="0"/>
                  </a:rPr>
                  <a:t>Crop</a:t>
                </a:r>
              </a:p>
            </p:txBody>
          </p:sp>
          <p:sp>
            <p:nvSpPr>
              <p:cNvPr id="106" name="Gelijkbenige driehoek 105">
                <a:extLst>
                  <a:ext uri="{FF2B5EF4-FFF2-40B4-BE49-F238E27FC236}">
                    <a16:creationId xmlns:a16="http://schemas.microsoft.com/office/drawing/2014/main" id="{51CE933D-DBFC-7BD3-4475-6C5C7788017D}"/>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88" name="ICOON_info">
              <a:extLst>
                <a:ext uri="{FF2B5EF4-FFF2-40B4-BE49-F238E27FC236}">
                  <a16:creationId xmlns:a16="http://schemas.microsoft.com/office/drawing/2014/main" id="{C38AF839-02B0-B463-4B31-ABCCD3D0BD26}"/>
                </a:ext>
              </a:extLst>
            </p:cNvPr>
            <p:cNvGrpSpPr/>
            <p:nvPr userDrawn="1"/>
          </p:nvGrpSpPr>
          <p:grpSpPr>
            <a:xfrm>
              <a:off x="-376736" y="4055594"/>
              <a:ext cx="283685" cy="283685"/>
              <a:chOff x="-510741" y="5913713"/>
              <a:chExt cx="267555" cy="267555"/>
            </a:xfrm>
          </p:grpSpPr>
          <p:sp>
            <p:nvSpPr>
              <p:cNvPr id="102" name="Ovaal 101">
                <a:extLst>
                  <a:ext uri="{FF2B5EF4-FFF2-40B4-BE49-F238E27FC236}">
                    <a16:creationId xmlns:a16="http://schemas.microsoft.com/office/drawing/2014/main" id="{7D5D1986-BAAE-9314-F7AD-47D03D8282EC}"/>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103" name="Graphic 163" descr="Informatie">
                <a:extLst>
                  <a:ext uri="{FF2B5EF4-FFF2-40B4-BE49-F238E27FC236}">
                    <a16:creationId xmlns:a16="http://schemas.microsoft.com/office/drawing/2014/main" id="{B2BAC2C0-C711-77EF-73CB-035DD8B57B8F}"/>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89" name="Groep 88">
              <a:extLst>
                <a:ext uri="{FF2B5EF4-FFF2-40B4-BE49-F238E27FC236}">
                  <a16:creationId xmlns:a16="http://schemas.microsoft.com/office/drawing/2014/main" id="{D4E706EA-4885-65F8-12D4-2DF68C3F7074}"/>
                </a:ext>
              </a:extLst>
            </p:cNvPr>
            <p:cNvGrpSpPr/>
            <p:nvPr userDrawn="1"/>
          </p:nvGrpSpPr>
          <p:grpSpPr>
            <a:xfrm>
              <a:off x="-938434" y="4364020"/>
              <a:ext cx="627798" cy="576693"/>
              <a:chOff x="-938434" y="4570310"/>
              <a:chExt cx="627798" cy="576693"/>
            </a:xfrm>
          </p:grpSpPr>
          <p:grpSp>
            <p:nvGrpSpPr>
              <p:cNvPr id="97" name="Inspireren">
                <a:extLst>
                  <a:ext uri="{FF2B5EF4-FFF2-40B4-BE49-F238E27FC236}">
                    <a16:creationId xmlns:a16="http://schemas.microsoft.com/office/drawing/2014/main" id="{5339DD9A-85F2-94EE-5BCC-071F283B9E4E}"/>
                  </a:ext>
                </a:extLst>
              </p:cNvPr>
              <p:cNvGrpSpPr>
                <a:grpSpLocks noChangeAspect="1"/>
              </p:cNvGrpSpPr>
              <p:nvPr userDrawn="1"/>
            </p:nvGrpSpPr>
            <p:grpSpPr bwMode="auto">
              <a:xfrm>
                <a:off x="-716116" y="4570310"/>
                <a:ext cx="169778" cy="242385"/>
                <a:chOff x="4768" y="2783"/>
                <a:chExt cx="788" cy="1125"/>
              </a:xfrm>
              <a:gradFill>
                <a:gsLst>
                  <a:gs pos="0">
                    <a:srgbClr val="9D9FA1"/>
                  </a:gs>
                  <a:gs pos="70000">
                    <a:srgbClr val="211F26"/>
                  </a:gs>
                </a:gsLst>
                <a:lin ang="2700000" scaled="0"/>
              </a:gradFill>
            </p:grpSpPr>
            <p:sp>
              <p:nvSpPr>
                <p:cNvPr id="99" name="Freeform 12">
                  <a:extLst>
                    <a:ext uri="{FF2B5EF4-FFF2-40B4-BE49-F238E27FC236}">
                      <a16:creationId xmlns:a16="http://schemas.microsoft.com/office/drawing/2014/main" id="{B75CC60E-C9CD-959A-331E-93A944BFDA80}"/>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100" name="Freeform 13">
                  <a:extLst>
                    <a:ext uri="{FF2B5EF4-FFF2-40B4-BE49-F238E27FC236}">
                      <a16:creationId xmlns:a16="http://schemas.microsoft.com/office/drawing/2014/main" id="{5F1712B6-19E1-0828-C287-151DF8A7805E}"/>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101" name="Freeform 14">
                  <a:extLst>
                    <a:ext uri="{FF2B5EF4-FFF2-40B4-BE49-F238E27FC236}">
                      <a16:creationId xmlns:a16="http://schemas.microsoft.com/office/drawing/2014/main" id="{3A2561F4-9F85-5A87-463A-7A2A07993872}"/>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98" name="Tekstvak 97">
                <a:extLst>
                  <a:ext uri="{FF2B5EF4-FFF2-40B4-BE49-F238E27FC236}">
                    <a16:creationId xmlns:a16="http://schemas.microsoft.com/office/drawing/2014/main" id="{D8BBD7EF-A3E0-DA7E-5462-D6E918B1B8B5}"/>
                  </a:ext>
                </a:extLst>
              </p:cNvPr>
              <p:cNvSpPr txBox="1"/>
              <p:nvPr userDrawn="1"/>
            </p:nvSpPr>
            <p:spPr>
              <a:xfrm>
                <a:off x="-938434" y="4824764"/>
                <a:ext cx="627798" cy="32223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grpSp>
          <p:nvGrpSpPr>
            <p:cNvPr id="90" name="Groep 89">
              <a:extLst>
                <a:ext uri="{FF2B5EF4-FFF2-40B4-BE49-F238E27FC236}">
                  <a16:creationId xmlns:a16="http://schemas.microsoft.com/office/drawing/2014/main" id="{BBED0169-CBA1-01B4-9D3C-4ACF33C8A4FB}"/>
                </a:ext>
              </a:extLst>
            </p:cNvPr>
            <p:cNvGrpSpPr/>
            <p:nvPr userDrawn="1"/>
          </p:nvGrpSpPr>
          <p:grpSpPr>
            <a:xfrm>
              <a:off x="-3365484" y="1226982"/>
              <a:ext cx="446937" cy="406485"/>
              <a:chOff x="-3563526" y="1409294"/>
              <a:chExt cx="354190" cy="322133"/>
            </a:xfrm>
          </p:grpSpPr>
          <p:grpSp>
            <p:nvGrpSpPr>
              <p:cNvPr id="91" name="Groep 90">
                <a:extLst>
                  <a:ext uri="{FF2B5EF4-FFF2-40B4-BE49-F238E27FC236}">
                    <a16:creationId xmlns:a16="http://schemas.microsoft.com/office/drawing/2014/main" id="{8B41351A-A077-08EB-1C6B-CAF91E68BC5A}"/>
                  </a:ext>
                </a:extLst>
              </p:cNvPr>
              <p:cNvGrpSpPr/>
              <p:nvPr userDrawn="1"/>
            </p:nvGrpSpPr>
            <p:grpSpPr>
              <a:xfrm>
                <a:off x="-3499992" y="1409294"/>
                <a:ext cx="225195" cy="195499"/>
                <a:chOff x="8987389" y="1361199"/>
                <a:chExt cx="2200275" cy="1914525"/>
              </a:xfrm>
            </p:grpSpPr>
            <p:sp>
              <p:nvSpPr>
                <p:cNvPr id="93" name="Vrije vorm: vorm 92">
                  <a:extLst>
                    <a:ext uri="{FF2B5EF4-FFF2-40B4-BE49-F238E27FC236}">
                      <a16:creationId xmlns:a16="http://schemas.microsoft.com/office/drawing/2014/main" id="{EE0EF60D-874E-8208-480B-DD484BBF4432}"/>
                    </a:ext>
                  </a:extLst>
                </p:cNvPr>
                <p:cNvSpPr/>
                <p:nvPr/>
              </p:nvSpPr>
              <p:spPr>
                <a:xfrm>
                  <a:off x="9363620" y="1831738"/>
                  <a:ext cx="371477" cy="371472"/>
                </a:xfrm>
                <a:custGeom>
                  <a:avLst/>
                  <a:gdLst>
                    <a:gd name="connsiteX0" fmla="*/ 369094 w 371475"/>
                    <a:gd name="connsiteY0" fmla="*/ 188119 h 371475"/>
                    <a:gd name="connsiteX1" fmla="*/ 188119 w 371475"/>
                    <a:gd name="connsiteY1" fmla="*/ 369094 h 371475"/>
                    <a:gd name="connsiteX2" fmla="*/ 7144 w 371475"/>
                    <a:gd name="connsiteY2" fmla="*/ 188119 h 371475"/>
                    <a:gd name="connsiteX3" fmla="*/ 188119 w 371475"/>
                    <a:gd name="connsiteY3" fmla="*/ 7144 h 371475"/>
                    <a:gd name="connsiteX4" fmla="*/ 369094 w 371475"/>
                    <a:gd name="connsiteY4" fmla="*/ 188119 h 371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 h="371475">
                      <a:moveTo>
                        <a:pt x="369094" y="188119"/>
                      </a:moveTo>
                      <a:cubicBezTo>
                        <a:pt x="369094" y="288068"/>
                        <a:pt x="288068" y="369094"/>
                        <a:pt x="188119" y="369094"/>
                      </a:cubicBezTo>
                      <a:cubicBezTo>
                        <a:pt x="88169" y="369094"/>
                        <a:pt x="7144" y="288068"/>
                        <a:pt x="7144" y="188119"/>
                      </a:cubicBezTo>
                      <a:cubicBezTo>
                        <a:pt x="7144" y="88169"/>
                        <a:pt x="88169" y="7144"/>
                        <a:pt x="188119" y="7144"/>
                      </a:cubicBezTo>
                      <a:cubicBezTo>
                        <a:pt x="288068" y="7144"/>
                        <a:pt x="369094" y="88169"/>
                        <a:pt x="369094" y="188119"/>
                      </a:cubicBezTo>
                      <a:close/>
                    </a:path>
                  </a:pathLst>
                </a:custGeom>
                <a:solidFill>
                  <a:srgbClr val="1FF524"/>
                </a:solidFill>
                <a:ln w="9525" cap="flat">
                  <a:noFill/>
                  <a:prstDash val="solid"/>
                  <a:miter/>
                </a:ln>
              </p:spPr>
              <p:txBody>
                <a:bodyPr rtlCol="0" anchor="ctr"/>
                <a:lstStyle/>
                <a:p>
                  <a:pPr defTabSz="995469"/>
                  <a:endParaRPr lang="en-GB" sz="7200" noProof="0" dirty="0">
                    <a:solidFill>
                      <a:srgbClr val="211F26"/>
                    </a:solidFill>
                    <a:latin typeface="+mn-lt"/>
                  </a:endParaRPr>
                </a:p>
              </p:txBody>
            </p:sp>
            <p:grpSp>
              <p:nvGrpSpPr>
                <p:cNvPr id="94" name="Groep 93">
                  <a:extLst>
                    <a:ext uri="{FF2B5EF4-FFF2-40B4-BE49-F238E27FC236}">
                      <a16:creationId xmlns:a16="http://schemas.microsoft.com/office/drawing/2014/main" id="{2C51480B-00EB-CBA7-F51F-4B07FFCE0947}"/>
                    </a:ext>
                  </a:extLst>
                </p:cNvPr>
                <p:cNvGrpSpPr/>
                <p:nvPr/>
              </p:nvGrpSpPr>
              <p:grpSpPr>
                <a:xfrm>
                  <a:off x="8987389" y="1361199"/>
                  <a:ext cx="2200275" cy="1914525"/>
                  <a:chOff x="8987389" y="1361199"/>
                  <a:chExt cx="2200275" cy="1914525"/>
                </a:xfrm>
                <a:gradFill>
                  <a:gsLst>
                    <a:gs pos="0">
                      <a:srgbClr val="9D9FA1"/>
                    </a:gs>
                    <a:gs pos="70000">
                      <a:srgbClr val="211F26"/>
                    </a:gs>
                  </a:gsLst>
                  <a:lin ang="2700000" scaled="0"/>
                </a:gradFill>
              </p:grpSpPr>
              <p:sp>
                <p:nvSpPr>
                  <p:cNvPr id="95" name="Vrije vorm: vorm 94">
                    <a:extLst>
                      <a:ext uri="{FF2B5EF4-FFF2-40B4-BE49-F238E27FC236}">
                        <a16:creationId xmlns:a16="http://schemas.microsoft.com/office/drawing/2014/main" id="{DB05D42B-D730-A5EE-3228-DC4E98A9D95D}"/>
                      </a:ext>
                    </a:extLst>
                  </p:cNvPr>
                  <p:cNvSpPr/>
                  <p:nvPr/>
                </p:nvSpPr>
                <p:spPr>
                  <a:xfrm>
                    <a:off x="8987389" y="1361199"/>
                    <a:ext cx="2200275" cy="1914525"/>
                  </a:xfrm>
                  <a:custGeom>
                    <a:avLst/>
                    <a:gdLst>
                      <a:gd name="connsiteX0" fmla="*/ 7144 w 2200275"/>
                      <a:gd name="connsiteY0" fmla="*/ 7144 h 1914525"/>
                      <a:gd name="connsiteX1" fmla="*/ 7144 w 2200275"/>
                      <a:gd name="connsiteY1" fmla="*/ 245269 h 1914525"/>
                      <a:gd name="connsiteX2" fmla="*/ 432911 w 2200275"/>
                      <a:gd name="connsiteY2" fmla="*/ 245269 h 1914525"/>
                      <a:gd name="connsiteX3" fmla="*/ 432911 w 2200275"/>
                      <a:gd name="connsiteY3" fmla="*/ 245269 h 1914525"/>
                      <a:gd name="connsiteX4" fmla="*/ 1959769 w 2200275"/>
                      <a:gd name="connsiteY4" fmla="*/ 245269 h 1914525"/>
                      <a:gd name="connsiteX5" fmla="*/ 1959769 w 2200275"/>
                      <a:gd name="connsiteY5" fmla="*/ 1674019 h 1914525"/>
                      <a:gd name="connsiteX6" fmla="*/ 245269 w 2200275"/>
                      <a:gd name="connsiteY6" fmla="*/ 1674019 h 1914525"/>
                      <a:gd name="connsiteX7" fmla="*/ 245269 w 2200275"/>
                      <a:gd name="connsiteY7" fmla="*/ 350044 h 1914525"/>
                      <a:gd name="connsiteX8" fmla="*/ 7144 w 2200275"/>
                      <a:gd name="connsiteY8" fmla="*/ 350044 h 1914525"/>
                      <a:gd name="connsiteX9" fmla="*/ 7144 w 2200275"/>
                      <a:gd name="connsiteY9" fmla="*/ 1912144 h 1914525"/>
                      <a:gd name="connsiteX10" fmla="*/ 2197894 w 2200275"/>
                      <a:gd name="connsiteY10" fmla="*/ 1912144 h 1914525"/>
                      <a:gd name="connsiteX11" fmla="*/ 2197894 w 2200275"/>
                      <a:gd name="connsiteY11" fmla="*/ 7144 h 1914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0275" h="1914525">
                        <a:moveTo>
                          <a:pt x="7144" y="7144"/>
                        </a:moveTo>
                        <a:lnTo>
                          <a:pt x="7144" y="245269"/>
                        </a:lnTo>
                        <a:lnTo>
                          <a:pt x="432911" y="245269"/>
                        </a:lnTo>
                        <a:lnTo>
                          <a:pt x="432911" y="245269"/>
                        </a:lnTo>
                        <a:lnTo>
                          <a:pt x="1959769" y="245269"/>
                        </a:lnTo>
                        <a:lnTo>
                          <a:pt x="1959769" y="1674019"/>
                        </a:lnTo>
                        <a:lnTo>
                          <a:pt x="245269" y="1674019"/>
                        </a:lnTo>
                        <a:lnTo>
                          <a:pt x="245269" y="350044"/>
                        </a:lnTo>
                        <a:lnTo>
                          <a:pt x="7144" y="350044"/>
                        </a:lnTo>
                        <a:lnTo>
                          <a:pt x="7144" y="1912144"/>
                        </a:lnTo>
                        <a:lnTo>
                          <a:pt x="2197894" y="1912144"/>
                        </a:lnTo>
                        <a:lnTo>
                          <a:pt x="2197894" y="7144"/>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sp>
                <p:nvSpPr>
                  <p:cNvPr id="96" name="Vrije vorm: vorm 95">
                    <a:extLst>
                      <a:ext uri="{FF2B5EF4-FFF2-40B4-BE49-F238E27FC236}">
                        <a16:creationId xmlns:a16="http://schemas.microsoft.com/office/drawing/2014/main" id="{B755D216-ABA2-6F82-0A6F-AA0E941971EE}"/>
                      </a:ext>
                    </a:extLst>
                  </p:cNvPr>
                  <p:cNvSpPr/>
                  <p:nvPr/>
                </p:nvSpPr>
                <p:spPr>
                  <a:xfrm>
                    <a:off x="9362668" y="1953652"/>
                    <a:ext cx="1438273" cy="885828"/>
                  </a:xfrm>
                  <a:custGeom>
                    <a:avLst/>
                    <a:gdLst>
                      <a:gd name="connsiteX0" fmla="*/ 1070134 w 1438275"/>
                      <a:gd name="connsiteY0" fmla="*/ 7144 h 885825"/>
                      <a:gd name="connsiteX1" fmla="*/ 801529 w 1438275"/>
                      <a:gd name="connsiteY1" fmla="*/ 275749 h 885825"/>
                      <a:gd name="connsiteX2" fmla="*/ 662464 w 1438275"/>
                      <a:gd name="connsiteY2" fmla="*/ 137636 h 885825"/>
                      <a:gd name="connsiteX3" fmla="*/ 7144 w 1438275"/>
                      <a:gd name="connsiteY3" fmla="*/ 784384 h 885825"/>
                      <a:gd name="connsiteX4" fmla="*/ 108109 w 1438275"/>
                      <a:gd name="connsiteY4" fmla="*/ 885349 h 885825"/>
                      <a:gd name="connsiteX5" fmla="*/ 662464 w 1438275"/>
                      <a:gd name="connsiteY5" fmla="*/ 338614 h 885825"/>
                      <a:gd name="connsiteX6" fmla="*/ 928211 w 1438275"/>
                      <a:gd name="connsiteY6" fmla="*/ 605314 h 885825"/>
                      <a:gd name="connsiteX7" fmla="*/ 1029176 w 1438275"/>
                      <a:gd name="connsiteY7" fmla="*/ 503396 h 885825"/>
                      <a:gd name="connsiteX8" fmla="*/ 902494 w 1438275"/>
                      <a:gd name="connsiteY8" fmla="*/ 376714 h 885825"/>
                      <a:gd name="connsiteX9" fmla="*/ 1070134 w 1438275"/>
                      <a:gd name="connsiteY9" fmla="*/ 209074 h 885825"/>
                      <a:gd name="connsiteX10" fmla="*/ 1337786 w 1438275"/>
                      <a:gd name="connsiteY10" fmla="*/ 480536 h 885825"/>
                      <a:gd name="connsiteX11" fmla="*/ 1438751 w 1438275"/>
                      <a:gd name="connsiteY11" fmla="*/ 378619 h 885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38275" h="885825">
                        <a:moveTo>
                          <a:pt x="1070134" y="7144"/>
                        </a:moveTo>
                        <a:lnTo>
                          <a:pt x="801529" y="275749"/>
                        </a:lnTo>
                        <a:lnTo>
                          <a:pt x="662464" y="137636"/>
                        </a:lnTo>
                        <a:lnTo>
                          <a:pt x="7144" y="784384"/>
                        </a:lnTo>
                        <a:lnTo>
                          <a:pt x="108109" y="885349"/>
                        </a:lnTo>
                        <a:lnTo>
                          <a:pt x="662464" y="338614"/>
                        </a:lnTo>
                        <a:lnTo>
                          <a:pt x="928211" y="605314"/>
                        </a:lnTo>
                        <a:lnTo>
                          <a:pt x="1029176" y="503396"/>
                        </a:lnTo>
                        <a:lnTo>
                          <a:pt x="902494" y="376714"/>
                        </a:lnTo>
                        <a:lnTo>
                          <a:pt x="1070134" y="209074"/>
                        </a:lnTo>
                        <a:lnTo>
                          <a:pt x="1337786" y="480536"/>
                        </a:lnTo>
                        <a:lnTo>
                          <a:pt x="1438751" y="378619"/>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grpSp>
          </p:grpSp>
          <p:sp>
            <p:nvSpPr>
              <p:cNvPr id="92" name="Tekstvak 91">
                <a:extLst>
                  <a:ext uri="{FF2B5EF4-FFF2-40B4-BE49-F238E27FC236}">
                    <a16:creationId xmlns:a16="http://schemas.microsoft.com/office/drawing/2014/main" id="{0D9230C9-C94F-50B9-217C-348BF10D06CD}"/>
                  </a:ext>
                </a:extLst>
              </p:cNvPr>
              <p:cNvSpPr txBox="1"/>
              <p:nvPr userDrawn="1"/>
            </p:nvSpPr>
            <p:spPr>
              <a:xfrm>
                <a:off x="-3563526" y="1617700"/>
                <a:ext cx="354190" cy="113727"/>
              </a:xfrm>
              <a:prstGeom prst="rect">
                <a:avLst/>
              </a:prstGeom>
              <a:noFill/>
            </p:spPr>
            <p:txBody>
              <a:bodyPr wrap="square" lIns="0" tIns="18000" rIns="0" bIns="0" rtlCol="0" anchor="t">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Images</a:t>
                </a:r>
              </a:p>
            </p:txBody>
          </p:sp>
        </p:grpSp>
      </p:grpSp>
    </p:spTree>
    <p:extLst>
      <p:ext uri="{BB962C8B-B14F-4D97-AF65-F5344CB8AC3E}">
        <p14:creationId xmlns:p14="http://schemas.microsoft.com/office/powerpoint/2010/main" val="148603313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ustom #3">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B71070AA-35A3-CDB3-EFB2-1ACEEB90FBD9}"/>
              </a:ext>
            </a:extLst>
          </p:cNvPr>
          <p:cNvSpPr>
            <a:spLocks noGrp="1"/>
          </p:cNvSpPr>
          <p:nvPr>
            <p:ph type="title" hasCustomPrompt="1"/>
          </p:nvPr>
        </p:nvSpPr>
        <p:spPr>
          <a:xfrm>
            <a:off x="0" y="-429019"/>
            <a:ext cx="1179810" cy="276999"/>
          </a:xfr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lvl1pPr>
              <a:lnSpc>
                <a:spcPct val="100000"/>
              </a:lnSpc>
              <a:defRPr lang="nl-NL" sz="1800" b="1" cap="none" baseline="0">
                <a:solidFill>
                  <a:schemeClr val="accent1"/>
                </a:solidFill>
                <a:latin typeface="+mj-lt"/>
              </a:defRPr>
            </a:lvl1pPr>
          </a:lstStyle>
          <a:p>
            <a:pPr marL="0" lvl="0"/>
            <a:r>
              <a:rPr lang="en-GB" dirty="0"/>
              <a:t>Custom #3</a:t>
            </a:r>
          </a:p>
        </p:txBody>
      </p:sp>
      <p:sp>
        <p:nvSpPr>
          <p:cNvPr id="2" name="Tijdelijke aanduiding voor datum 1">
            <a:extLst>
              <a:ext uri="{FF2B5EF4-FFF2-40B4-BE49-F238E27FC236}">
                <a16:creationId xmlns:a16="http://schemas.microsoft.com/office/drawing/2014/main" id="{5BE7F3A9-9B9C-44B6-7E42-8A0C11D41246}"/>
              </a:ext>
            </a:extLst>
          </p:cNvPr>
          <p:cNvSpPr>
            <a:spLocks noGrp="1"/>
          </p:cNvSpPr>
          <p:nvPr>
            <p:ph type="dt" sz="half" idx="10"/>
          </p:nvPr>
        </p:nvSpPr>
        <p:spPr/>
        <p:txBody>
          <a:bodyPr/>
          <a:lstStyle/>
          <a:p>
            <a:r>
              <a:rPr lang="LID4096"/>
              <a:t>08/30/2024</a:t>
            </a:r>
            <a:endParaRPr lang="en-GB" dirty="0"/>
          </a:p>
        </p:txBody>
      </p:sp>
      <p:sp>
        <p:nvSpPr>
          <p:cNvPr id="4" name="Tijdelijke aanduiding voor dianummer 3">
            <a:extLst>
              <a:ext uri="{FF2B5EF4-FFF2-40B4-BE49-F238E27FC236}">
                <a16:creationId xmlns:a16="http://schemas.microsoft.com/office/drawing/2014/main" id="{BFEA8D07-6C67-DB1E-355D-D56DB368413A}"/>
              </a:ext>
            </a:extLst>
          </p:cNvPr>
          <p:cNvSpPr>
            <a:spLocks noGrp="1"/>
          </p:cNvSpPr>
          <p:nvPr>
            <p:ph type="sldNum" sz="quarter" idx="12"/>
          </p:nvPr>
        </p:nvSpPr>
        <p:spPr/>
        <p:txBody>
          <a:bodyPr/>
          <a:lstStyle/>
          <a:p>
            <a:fld id="{9E843DB9-9987-4157-AB9C-CEA8D7D910BB}" type="slidenum">
              <a:rPr lang="en-GB" smtClean="0"/>
              <a:pPr/>
              <a:t>‹#›</a:t>
            </a:fld>
            <a:endParaRPr lang="en-GB" dirty="0"/>
          </a:p>
        </p:txBody>
      </p:sp>
      <p:sp>
        <p:nvSpPr>
          <p:cNvPr id="5" name="Tijdelijke aanduiding voor afbeelding 16">
            <a:extLst>
              <a:ext uri="{FF2B5EF4-FFF2-40B4-BE49-F238E27FC236}">
                <a16:creationId xmlns:a16="http://schemas.microsoft.com/office/drawing/2014/main" id="{87611670-58DA-B79F-CA76-4F57F88930B5}"/>
              </a:ext>
            </a:extLst>
          </p:cNvPr>
          <p:cNvSpPr>
            <a:spLocks noGrp="1"/>
          </p:cNvSpPr>
          <p:nvPr>
            <p:ph type="pic" sz="quarter" idx="13" hasCustomPrompt="1"/>
          </p:nvPr>
        </p:nvSpPr>
        <p:spPr>
          <a:xfrm>
            <a:off x="3818238" y="719138"/>
            <a:ext cx="7651524" cy="5281612"/>
          </a:xfrm>
          <a:prstGeom prst="rect">
            <a:avLst/>
          </a:prstGeom>
          <a:pattFill prst="pct60">
            <a:fgClr>
              <a:schemeClr val="bg1">
                <a:lumMod val="95000"/>
              </a:schemeClr>
            </a:fgClr>
            <a:bgClr>
              <a:schemeClr val="bg1">
                <a:lumMod val="85000"/>
              </a:schemeClr>
            </a:bgClr>
          </a:patt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the tab ‘</a:t>
            </a:r>
            <a:r>
              <a:rPr lang="en-GB" noProof="0" dirty="0" err="1"/>
              <a:t>Slidebuilder</a:t>
            </a:r>
            <a:r>
              <a:rPr lang="en-GB" noProof="0" dirty="0"/>
              <a:t>’, click on ‘Images’, </a:t>
            </a:r>
            <a:br>
              <a:rPr lang="en-GB" noProof="0" dirty="0"/>
            </a:br>
            <a:r>
              <a:rPr lang="en-GB" noProof="0" dirty="0"/>
              <a:t>select the preferred image and click on ‘Insert’.</a:t>
            </a:r>
          </a:p>
        </p:txBody>
      </p:sp>
      <p:grpSp>
        <p:nvGrpSpPr>
          <p:cNvPr id="3" name="INSTRUCTION">
            <a:extLst>
              <a:ext uri="{FF2B5EF4-FFF2-40B4-BE49-F238E27FC236}">
                <a16:creationId xmlns:a16="http://schemas.microsoft.com/office/drawing/2014/main" id="{EC2C8F9D-7B0D-9FDE-26A1-FD90378B3D8A}"/>
              </a:ext>
            </a:extLst>
          </p:cNvPr>
          <p:cNvGrpSpPr/>
          <p:nvPr userDrawn="1"/>
        </p:nvGrpSpPr>
        <p:grpSpPr>
          <a:xfrm>
            <a:off x="12377595" y="0"/>
            <a:ext cx="3693113" cy="5054643"/>
            <a:chOff x="-3786164" y="0"/>
            <a:chExt cx="3693113" cy="5054643"/>
          </a:xfrm>
        </p:grpSpPr>
        <p:sp>
          <p:nvSpPr>
            <p:cNvPr id="6" name="Rechthoek 5">
              <a:extLst>
                <a:ext uri="{FF2B5EF4-FFF2-40B4-BE49-F238E27FC236}">
                  <a16:creationId xmlns:a16="http://schemas.microsoft.com/office/drawing/2014/main" id="{978FB479-8A76-1C9D-5023-FA566C503C79}"/>
                </a:ext>
              </a:extLst>
            </p:cNvPr>
            <p:cNvSpPr/>
            <p:nvPr userDrawn="1"/>
          </p:nvSpPr>
          <p:spPr>
            <a:xfrm>
              <a:off x="-3786164" y="0"/>
              <a:ext cx="3593091" cy="4391599"/>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Insert/edit an image</a:t>
              </a:r>
            </a:p>
          </p:txBody>
        </p:sp>
        <p:sp>
          <p:nvSpPr>
            <p:cNvPr id="8" name="Rechthoek 7">
              <a:extLst>
                <a:ext uri="{FF2B5EF4-FFF2-40B4-BE49-F238E27FC236}">
                  <a16:creationId xmlns:a16="http://schemas.microsoft.com/office/drawing/2014/main" id="{5CF71405-DC9F-7B52-1C87-32135C663688}"/>
                </a:ext>
              </a:extLst>
            </p:cNvPr>
            <p:cNvSpPr/>
            <p:nvPr userDrawn="1"/>
          </p:nvSpPr>
          <p:spPr>
            <a:xfrm>
              <a:off x="-3786164" y="4226643"/>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sp>
          <p:nvSpPr>
            <p:cNvPr id="9" name="Ovaal 8">
              <a:extLst>
                <a:ext uri="{FF2B5EF4-FFF2-40B4-BE49-F238E27FC236}">
                  <a16:creationId xmlns:a16="http://schemas.microsoft.com/office/drawing/2014/main" id="{6E40A625-2D49-F59E-4DCA-60B46DA3B65F}"/>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0" name="Rechthoek 9">
              <a:extLst>
                <a:ext uri="{FF2B5EF4-FFF2-40B4-BE49-F238E27FC236}">
                  <a16:creationId xmlns:a16="http://schemas.microsoft.com/office/drawing/2014/main" id="{72E59A89-BDFB-77A0-0B5C-BC3122FC65BA}"/>
                </a:ext>
              </a:extLst>
            </p:cNvPr>
            <p:cNvSpPr/>
            <p:nvPr userDrawn="1"/>
          </p:nvSpPr>
          <p:spPr>
            <a:xfrm>
              <a:off x="-3319416" y="465323"/>
              <a:ext cx="3008779" cy="661851"/>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If necessary, delete the existing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by using the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key’</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Select the placeholder,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1" i="0" u="none" strike="noStrike" kern="0" cap="none" spc="0" normalizeH="0" baseline="0" noProof="0" dirty="0" err="1">
                  <a:ln>
                    <a:noFill/>
                  </a:ln>
                  <a:solidFill>
                    <a:srgbClr val="000000"/>
                  </a:solidFill>
                  <a:effectLst/>
                  <a:uLnTx/>
                  <a:uFillTx/>
                  <a:latin typeface="Calibri" panose="020F0502020204030204" pitchFamily="34" charset="0"/>
                  <a:ea typeface="+mn-ea"/>
                  <a:cs typeface="Calibri" panose="020F0502020204030204" pitchFamily="34" charset="0"/>
                </a:rPr>
                <a:t>Slidebuilder</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 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‘Images’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endPar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11" name="Ovaal 10">
              <a:extLst>
                <a:ext uri="{FF2B5EF4-FFF2-40B4-BE49-F238E27FC236}">
                  <a16:creationId xmlns:a16="http://schemas.microsoft.com/office/drawing/2014/main" id="{6E206292-8A2B-5D74-7AAF-DA77D592B283}"/>
                </a:ext>
              </a:extLst>
            </p:cNvPr>
            <p:cNvSpPr/>
            <p:nvPr userDrawn="1"/>
          </p:nvSpPr>
          <p:spPr>
            <a:xfrm>
              <a:off x="-3603587" y="18111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2" name="Rechthoek 11">
              <a:extLst>
                <a:ext uri="{FF2B5EF4-FFF2-40B4-BE49-F238E27FC236}">
                  <a16:creationId xmlns:a16="http://schemas.microsoft.com/office/drawing/2014/main" id="{18C8DF89-B5D7-AF37-C2C6-3E9123D4D97A}"/>
                </a:ext>
              </a:extLst>
            </p:cNvPr>
            <p:cNvSpPr/>
            <p:nvPr userDrawn="1"/>
          </p:nvSpPr>
          <p:spPr>
            <a:xfrm>
              <a:off x="-3319415" y="1811185"/>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 the preferred category and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and click 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‘Insert’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13" name="Rechthoek 12">
              <a:extLst>
                <a:ext uri="{FF2B5EF4-FFF2-40B4-BE49-F238E27FC236}">
                  <a16:creationId xmlns:a16="http://schemas.microsoft.com/office/drawing/2014/main" id="{4F465291-34CB-2150-E4F6-3F17AAC02421}"/>
                </a:ext>
              </a:extLst>
            </p:cNvPr>
            <p:cNvSpPr/>
            <p:nvPr userDrawn="1"/>
          </p:nvSpPr>
          <p:spPr>
            <a:xfrm>
              <a:off x="-3319415" y="2245760"/>
              <a:ext cx="825500" cy="209550"/>
            </a:xfrm>
            <a:prstGeom prst="rect">
              <a:avLst/>
            </a:prstGeom>
            <a:solidFill>
              <a:srgbClr val="1FF52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1000" b="1" noProof="0" dirty="0">
                  <a:solidFill>
                    <a:srgbClr val="211F26"/>
                  </a:solidFill>
                  <a:latin typeface="Calibri" panose="020F0502020204030204" pitchFamily="34" charset="0"/>
                  <a:cs typeface="Calibri" panose="020F0502020204030204" pitchFamily="34" charset="0"/>
                </a:rPr>
                <a:t>Insert</a:t>
              </a:r>
            </a:p>
          </p:txBody>
        </p:sp>
        <p:sp>
          <p:nvSpPr>
            <p:cNvPr id="14" name="Ovaal 13">
              <a:extLst>
                <a:ext uri="{FF2B5EF4-FFF2-40B4-BE49-F238E27FC236}">
                  <a16:creationId xmlns:a16="http://schemas.microsoft.com/office/drawing/2014/main" id="{A32ADE78-9D33-8D97-B074-951FCED8DB99}"/>
                </a:ext>
              </a:extLst>
            </p:cNvPr>
            <p:cNvSpPr/>
            <p:nvPr userDrawn="1"/>
          </p:nvSpPr>
          <p:spPr>
            <a:xfrm>
              <a:off x="-3603587" y="263483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15" name="Rechthoek 14">
              <a:extLst>
                <a:ext uri="{FF2B5EF4-FFF2-40B4-BE49-F238E27FC236}">
                  <a16:creationId xmlns:a16="http://schemas.microsoft.com/office/drawing/2014/main" id="{B8BA398F-BD5B-9CCE-7366-8401706989A4}"/>
                </a:ext>
              </a:extLst>
            </p:cNvPr>
            <p:cNvSpPr/>
            <p:nvPr userDrawn="1"/>
          </p:nvSpPr>
          <p:spPr>
            <a:xfrm>
              <a:off x="-3319415" y="2634835"/>
              <a:ext cx="2944682" cy="794165"/>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To scale or drag the image,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‘Picture Tools - Format’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‘Crop’</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Scale the image itself with</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spheres and scale the image frame with the brackets.</a:t>
              </a:r>
            </a:p>
          </p:txBody>
        </p:sp>
        <p:grpSp>
          <p:nvGrpSpPr>
            <p:cNvPr id="16" name="Groep 15">
              <a:extLst>
                <a:ext uri="{FF2B5EF4-FFF2-40B4-BE49-F238E27FC236}">
                  <a16:creationId xmlns:a16="http://schemas.microsoft.com/office/drawing/2014/main" id="{CDC505D3-7713-3FFF-8D72-E7C0B389DE59}"/>
                </a:ext>
              </a:extLst>
            </p:cNvPr>
            <p:cNvGrpSpPr/>
            <p:nvPr userDrawn="1"/>
          </p:nvGrpSpPr>
          <p:grpSpPr>
            <a:xfrm>
              <a:off x="-3414453" y="3534339"/>
              <a:ext cx="514284" cy="506545"/>
              <a:chOff x="12617641" y="3403239"/>
              <a:chExt cx="752963" cy="741634"/>
            </a:xfrm>
          </p:grpSpPr>
          <p:grpSp>
            <p:nvGrpSpPr>
              <p:cNvPr id="33" name="Groep 32">
                <a:extLst>
                  <a:ext uri="{FF2B5EF4-FFF2-40B4-BE49-F238E27FC236}">
                    <a16:creationId xmlns:a16="http://schemas.microsoft.com/office/drawing/2014/main" id="{FB827EDC-B331-1ED5-DE8E-E14A84DD673A}"/>
                  </a:ext>
                </a:extLst>
              </p:cNvPr>
              <p:cNvGrpSpPr/>
              <p:nvPr userDrawn="1"/>
            </p:nvGrpSpPr>
            <p:grpSpPr>
              <a:xfrm>
                <a:off x="12771530" y="3403239"/>
                <a:ext cx="467176" cy="448491"/>
                <a:chOff x="12782157" y="3403239"/>
                <a:chExt cx="467176" cy="448491"/>
              </a:xfrm>
            </p:grpSpPr>
            <p:grpSp>
              <p:nvGrpSpPr>
                <p:cNvPr id="36" name="Groep 35">
                  <a:extLst>
                    <a:ext uri="{FF2B5EF4-FFF2-40B4-BE49-F238E27FC236}">
                      <a16:creationId xmlns:a16="http://schemas.microsoft.com/office/drawing/2014/main" id="{3FF31C92-EC27-50E2-4D86-4E19F9883997}"/>
                    </a:ext>
                  </a:extLst>
                </p:cNvPr>
                <p:cNvGrpSpPr/>
                <p:nvPr userDrawn="1"/>
              </p:nvGrpSpPr>
              <p:grpSpPr>
                <a:xfrm>
                  <a:off x="12782157" y="3403239"/>
                  <a:ext cx="412976" cy="396132"/>
                  <a:chOff x="13554906" y="3320109"/>
                  <a:chExt cx="443917" cy="425811"/>
                </a:xfrm>
              </p:grpSpPr>
              <p:grpSp>
                <p:nvGrpSpPr>
                  <p:cNvPr id="43" name="Groep 42">
                    <a:extLst>
                      <a:ext uri="{FF2B5EF4-FFF2-40B4-BE49-F238E27FC236}">
                        <a16:creationId xmlns:a16="http://schemas.microsoft.com/office/drawing/2014/main" id="{BF8C4EB6-B737-A181-D87A-30791E9B96CA}"/>
                      </a:ext>
                    </a:extLst>
                  </p:cNvPr>
                  <p:cNvGrpSpPr/>
                  <p:nvPr userDrawn="1"/>
                </p:nvGrpSpPr>
                <p:grpSpPr>
                  <a:xfrm>
                    <a:off x="13554906" y="3320109"/>
                    <a:ext cx="443917" cy="425811"/>
                    <a:chOff x="12909684" y="1276143"/>
                    <a:chExt cx="443917" cy="425811"/>
                  </a:xfrm>
                </p:grpSpPr>
                <p:sp>
                  <p:nvSpPr>
                    <p:cNvPr id="46" name="Rechthoek 45">
                      <a:extLst>
                        <a:ext uri="{FF2B5EF4-FFF2-40B4-BE49-F238E27FC236}">
                          <a16:creationId xmlns:a16="http://schemas.microsoft.com/office/drawing/2014/main" id="{93F0B661-D7F0-2DFD-EF6F-DFCA7E60DD50}"/>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47" name="Rechthoek 46">
                      <a:extLst>
                        <a:ext uri="{FF2B5EF4-FFF2-40B4-BE49-F238E27FC236}">
                          <a16:creationId xmlns:a16="http://schemas.microsoft.com/office/drawing/2014/main" id="{2332BAE2-9F34-2559-B4C9-FD5BDDB2B239}"/>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48" name="Ovaal 47">
                      <a:extLst>
                        <a:ext uri="{FF2B5EF4-FFF2-40B4-BE49-F238E27FC236}">
                          <a16:creationId xmlns:a16="http://schemas.microsoft.com/office/drawing/2014/main" id="{6CDDF950-0EBF-0B86-2078-43036B879148}"/>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pic>
                <p:nvPicPr>
                  <p:cNvPr id="44" name="Afbeelding 43">
                    <a:extLst>
                      <a:ext uri="{FF2B5EF4-FFF2-40B4-BE49-F238E27FC236}">
                        <a16:creationId xmlns:a16="http://schemas.microsoft.com/office/drawing/2014/main" id="{2D8A04A6-4492-C8F8-E611-421B0E5F8F11}"/>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a:off x="13567296" y="3424991"/>
                    <a:ext cx="173367" cy="140220"/>
                  </a:xfrm>
                  <a:prstGeom prst="rect">
                    <a:avLst/>
                  </a:prstGeom>
                </p:spPr>
              </p:pic>
              <p:pic>
                <p:nvPicPr>
                  <p:cNvPr id="45" name="Afbeelding 44">
                    <a:extLst>
                      <a:ext uri="{FF2B5EF4-FFF2-40B4-BE49-F238E27FC236}">
                        <a16:creationId xmlns:a16="http://schemas.microsoft.com/office/drawing/2014/main" id="{CA16BBFD-31DB-C954-34B0-CEB3DAC460F9}"/>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37" name="Groep 36">
                  <a:extLst>
                    <a:ext uri="{FF2B5EF4-FFF2-40B4-BE49-F238E27FC236}">
                      <a16:creationId xmlns:a16="http://schemas.microsoft.com/office/drawing/2014/main" id="{919A039E-3D01-ECFD-6439-822EF143DAB1}"/>
                    </a:ext>
                  </a:extLst>
                </p:cNvPr>
                <p:cNvGrpSpPr/>
                <p:nvPr userDrawn="1"/>
              </p:nvGrpSpPr>
              <p:grpSpPr>
                <a:xfrm>
                  <a:off x="13103513" y="3705268"/>
                  <a:ext cx="145820" cy="146462"/>
                  <a:chOff x="13096169" y="3602278"/>
                  <a:chExt cx="145820" cy="146462"/>
                </a:xfrm>
              </p:grpSpPr>
              <p:sp>
                <p:nvSpPr>
                  <p:cNvPr id="41" name="Rechthoek 40">
                    <a:extLst>
                      <a:ext uri="{FF2B5EF4-FFF2-40B4-BE49-F238E27FC236}">
                        <a16:creationId xmlns:a16="http://schemas.microsoft.com/office/drawing/2014/main" id="{2B3626F2-D44F-1275-7CEF-4457D18D05DA}"/>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42" name="Rechthoek 41">
                    <a:extLst>
                      <a:ext uri="{FF2B5EF4-FFF2-40B4-BE49-F238E27FC236}">
                        <a16:creationId xmlns:a16="http://schemas.microsoft.com/office/drawing/2014/main" id="{5051741A-C949-09C0-55E4-55C0D39A0F56}"/>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38" name="Groep 37">
                  <a:extLst>
                    <a:ext uri="{FF2B5EF4-FFF2-40B4-BE49-F238E27FC236}">
                      <a16:creationId xmlns:a16="http://schemas.microsoft.com/office/drawing/2014/main" id="{66AB9058-C084-AC82-3AF9-3637F00B5EE5}"/>
                    </a:ext>
                  </a:extLst>
                </p:cNvPr>
                <p:cNvGrpSpPr/>
                <p:nvPr userDrawn="1"/>
              </p:nvGrpSpPr>
              <p:grpSpPr>
                <a:xfrm rot="10800000">
                  <a:off x="13061402" y="3665637"/>
                  <a:ext cx="145820" cy="146462"/>
                  <a:chOff x="13096169" y="3602278"/>
                  <a:chExt cx="145820" cy="146462"/>
                </a:xfrm>
              </p:grpSpPr>
              <p:sp>
                <p:nvSpPr>
                  <p:cNvPr id="39" name="Rechthoek 38">
                    <a:extLst>
                      <a:ext uri="{FF2B5EF4-FFF2-40B4-BE49-F238E27FC236}">
                        <a16:creationId xmlns:a16="http://schemas.microsoft.com/office/drawing/2014/main" id="{F84CB722-6F8C-D7AB-A828-838A37389B14}"/>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40" name="Rechthoek 39">
                    <a:extLst>
                      <a:ext uri="{FF2B5EF4-FFF2-40B4-BE49-F238E27FC236}">
                        <a16:creationId xmlns:a16="http://schemas.microsoft.com/office/drawing/2014/main" id="{A144ADDA-6DC2-F2F7-7F91-43C0850BFE72}"/>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sp>
            <p:nvSpPr>
              <p:cNvPr id="34" name="Rechthoek 33">
                <a:extLst>
                  <a:ext uri="{FF2B5EF4-FFF2-40B4-BE49-F238E27FC236}">
                    <a16:creationId xmlns:a16="http://schemas.microsoft.com/office/drawing/2014/main" id="{1DBA312D-EC97-889F-D4C5-B9200205BF91}"/>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900" b="0" noProof="0" dirty="0">
                    <a:solidFill>
                      <a:srgbClr val="211F26"/>
                    </a:solidFill>
                    <a:latin typeface="Calibri" panose="020F0502020204030204" pitchFamily="34" charset="0"/>
                    <a:cs typeface="Calibri" panose="020F0502020204030204" pitchFamily="34" charset="0"/>
                  </a:rPr>
                  <a:t>Crop</a:t>
                </a:r>
              </a:p>
            </p:txBody>
          </p:sp>
          <p:sp>
            <p:nvSpPr>
              <p:cNvPr id="35" name="Gelijkbenige driehoek 34">
                <a:extLst>
                  <a:ext uri="{FF2B5EF4-FFF2-40B4-BE49-F238E27FC236}">
                    <a16:creationId xmlns:a16="http://schemas.microsoft.com/office/drawing/2014/main" id="{09A15732-BDE8-542D-5863-316C755C92B7}"/>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17" name="ICOON_info">
              <a:extLst>
                <a:ext uri="{FF2B5EF4-FFF2-40B4-BE49-F238E27FC236}">
                  <a16:creationId xmlns:a16="http://schemas.microsoft.com/office/drawing/2014/main" id="{5F28FCA8-57DD-0197-93A4-84AFCD5EE482}"/>
                </a:ext>
              </a:extLst>
            </p:cNvPr>
            <p:cNvGrpSpPr/>
            <p:nvPr userDrawn="1"/>
          </p:nvGrpSpPr>
          <p:grpSpPr>
            <a:xfrm>
              <a:off x="-376736" y="4055594"/>
              <a:ext cx="283685" cy="283685"/>
              <a:chOff x="-510741" y="5913713"/>
              <a:chExt cx="267555" cy="267555"/>
            </a:xfrm>
          </p:grpSpPr>
          <p:sp>
            <p:nvSpPr>
              <p:cNvPr id="31" name="Ovaal 30">
                <a:extLst>
                  <a:ext uri="{FF2B5EF4-FFF2-40B4-BE49-F238E27FC236}">
                    <a16:creationId xmlns:a16="http://schemas.microsoft.com/office/drawing/2014/main" id="{49AF1E89-FCE1-D59C-6D39-7A08E0D23ADF}"/>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32" name="Graphic 163" descr="Informatie">
                <a:extLst>
                  <a:ext uri="{FF2B5EF4-FFF2-40B4-BE49-F238E27FC236}">
                    <a16:creationId xmlns:a16="http://schemas.microsoft.com/office/drawing/2014/main" id="{540B2A05-F9AC-7D19-C7C7-DE0BEF7CCDDF}"/>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18" name="Groep 17">
              <a:extLst>
                <a:ext uri="{FF2B5EF4-FFF2-40B4-BE49-F238E27FC236}">
                  <a16:creationId xmlns:a16="http://schemas.microsoft.com/office/drawing/2014/main" id="{C03A1CCB-33FB-0D14-6F44-E3A9704533F7}"/>
                </a:ext>
              </a:extLst>
            </p:cNvPr>
            <p:cNvGrpSpPr/>
            <p:nvPr userDrawn="1"/>
          </p:nvGrpSpPr>
          <p:grpSpPr>
            <a:xfrm>
              <a:off x="-938434" y="4364020"/>
              <a:ext cx="627798" cy="576693"/>
              <a:chOff x="-938434" y="4570310"/>
              <a:chExt cx="627798" cy="576693"/>
            </a:xfrm>
          </p:grpSpPr>
          <p:grpSp>
            <p:nvGrpSpPr>
              <p:cNvPr id="26" name="Inspireren">
                <a:extLst>
                  <a:ext uri="{FF2B5EF4-FFF2-40B4-BE49-F238E27FC236}">
                    <a16:creationId xmlns:a16="http://schemas.microsoft.com/office/drawing/2014/main" id="{5202B4B5-D03A-6A4F-130F-687E22D4B163}"/>
                  </a:ext>
                </a:extLst>
              </p:cNvPr>
              <p:cNvGrpSpPr>
                <a:grpSpLocks noChangeAspect="1"/>
              </p:cNvGrpSpPr>
              <p:nvPr userDrawn="1"/>
            </p:nvGrpSpPr>
            <p:grpSpPr bwMode="auto">
              <a:xfrm>
                <a:off x="-716116" y="4570310"/>
                <a:ext cx="169778" cy="242385"/>
                <a:chOff x="4768" y="2783"/>
                <a:chExt cx="788" cy="1125"/>
              </a:xfrm>
              <a:gradFill>
                <a:gsLst>
                  <a:gs pos="0">
                    <a:srgbClr val="9D9FA1"/>
                  </a:gs>
                  <a:gs pos="70000">
                    <a:srgbClr val="211F26"/>
                  </a:gs>
                </a:gsLst>
                <a:lin ang="2700000" scaled="0"/>
              </a:gradFill>
            </p:grpSpPr>
            <p:sp>
              <p:nvSpPr>
                <p:cNvPr id="28" name="Freeform 12">
                  <a:extLst>
                    <a:ext uri="{FF2B5EF4-FFF2-40B4-BE49-F238E27FC236}">
                      <a16:creationId xmlns:a16="http://schemas.microsoft.com/office/drawing/2014/main" id="{BC546C31-F5B8-F00D-920A-7E308F668E51}"/>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29" name="Freeform 13">
                  <a:extLst>
                    <a:ext uri="{FF2B5EF4-FFF2-40B4-BE49-F238E27FC236}">
                      <a16:creationId xmlns:a16="http://schemas.microsoft.com/office/drawing/2014/main" id="{42CD2A26-4A3D-0A9E-6C94-FADFA142843E}"/>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30" name="Freeform 14">
                  <a:extLst>
                    <a:ext uri="{FF2B5EF4-FFF2-40B4-BE49-F238E27FC236}">
                      <a16:creationId xmlns:a16="http://schemas.microsoft.com/office/drawing/2014/main" id="{D398C350-960B-03E2-ABA1-A85D931A1A8A}"/>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27" name="Tekstvak 26">
                <a:extLst>
                  <a:ext uri="{FF2B5EF4-FFF2-40B4-BE49-F238E27FC236}">
                    <a16:creationId xmlns:a16="http://schemas.microsoft.com/office/drawing/2014/main" id="{90EE85A7-9A15-E82D-7576-416C83AF37AC}"/>
                  </a:ext>
                </a:extLst>
              </p:cNvPr>
              <p:cNvSpPr txBox="1"/>
              <p:nvPr userDrawn="1"/>
            </p:nvSpPr>
            <p:spPr>
              <a:xfrm>
                <a:off x="-938434" y="4824764"/>
                <a:ext cx="627798" cy="32223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grpSp>
          <p:nvGrpSpPr>
            <p:cNvPr id="19" name="Groep 18">
              <a:extLst>
                <a:ext uri="{FF2B5EF4-FFF2-40B4-BE49-F238E27FC236}">
                  <a16:creationId xmlns:a16="http://schemas.microsoft.com/office/drawing/2014/main" id="{58360425-34BB-7D4E-B0EF-D56C36FC9766}"/>
                </a:ext>
              </a:extLst>
            </p:cNvPr>
            <p:cNvGrpSpPr/>
            <p:nvPr userDrawn="1"/>
          </p:nvGrpSpPr>
          <p:grpSpPr>
            <a:xfrm>
              <a:off x="-3365484" y="1226982"/>
              <a:ext cx="446937" cy="406485"/>
              <a:chOff x="-3563526" y="1409294"/>
              <a:chExt cx="354190" cy="322133"/>
            </a:xfrm>
          </p:grpSpPr>
          <p:grpSp>
            <p:nvGrpSpPr>
              <p:cNvPr id="20" name="Groep 19">
                <a:extLst>
                  <a:ext uri="{FF2B5EF4-FFF2-40B4-BE49-F238E27FC236}">
                    <a16:creationId xmlns:a16="http://schemas.microsoft.com/office/drawing/2014/main" id="{D0D8D8EA-1FFA-DC03-0677-7B12ADBF2FD6}"/>
                  </a:ext>
                </a:extLst>
              </p:cNvPr>
              <p:cNvGrpSpPr/>
              <p:nvPr userDrawn="1"/>
            </p:nvGrpSpPr>
            <p:grpSpPr>
              <a:xfrm>
                <a:off x="-3499992" y="1409294"/>
                <a:ext cx="225195" cy="195499"/>
                <a:chOff x="8987389" y="1361199"/>
                <a:chExt cx="2200275" cy="1914525"/>
              </a:xfrm>
            </p:grpSpPr>
            <p:sp>
              <p:nvSpPr>
                <p:cNvPr id="22" name="Vrije vorm: vorm 21">
                  <a:extLst>
                    <a:ext uri="{FF2B5EF4-FFF2-40B4-BE49-F238E27FC236}">
                      <a16:creationId xmlns:a16="http://schemas.microsoft.com/office/drawing/2014/main" id="{305D4A91-0C36-8B95-B019-10AD9F87D53E}"/>
                    </a:ext>
                  </a:extLst>
                </p:cNvPr>
                <p:cNvSpPr/>
                <p:nvPr/>
              </p:nvSpPr>
              <p:spPr>
                <a:xfrm>
                  <a:off x="9363620" y="1831738"/>
                  <a:ext cx="371477" cy="371472"/>
                </a:xfrm>
                <a:custGeom>
                  <a:avLst/>
                  <a:gdLst>
                    <a:gd name="connsiteX0" fmla="*/ 369094 w 371475"/>
                    <a:gd name="connsiteY0" fmla="*/ 188119 h 371475"/>
                    <a:gd name="connsiteX1" fmla="*/ 188119 w 371475"/>
                    <a:gd name="connsiteY1" fmla="*/ 369094 h 371475"/>
                    <a:gd name="connsiteX2" fmla="*/ 7144 w 371475"/>
                    <a:gd name="connsiteY2" fmla="*/ 188119 h 371475"/>
                    <a:gd name="connsiteX3" fmla="*/ 188119 w 371475"/>
                    <a:gd name="connsiteY3" fmla="*/ 7144 h 371475"/>
                    <a:gd name="connsiteX4" fmla="*/ 369094 w 371475"/>
                    <a:gd name="connsiteY4" fmla="*/ 188119 h 371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 h="371475">
                      <a:moveTo>
                        <a:pt x="369094" y="188119"/>
                      </a:moveTo>
                      <a:cubicBezTo>
                        <a:pt x="369094" y="288068"/>
                        <a:pt x="288068" y="369094"/>
                        <a:pt x="188119" y="369094"/>
                      </a:cubicBezTo>
                      <a:cubicBezTo>
                        <a:pt x="88169" y="369094"/>
                        <a:pt x="7144" y="288068"/>
                        <a:pt x="7144" y="188119"/>
                      </a:cubicBezTo>
                      <a:cubicBezTo>
                        <a:pt x="7144" y="88169"/>
                        <a:pt x="88169" y="7144"/>
                        <a:pt x="188119" y="7144"/>
                      </a:cubicBezTo>
                      <a:cubicBezTo>
                        <a:pt x="288068" y="7144"/>
                        <a:pt x="369094" y="88169"/>
                        <a:pt x="369094" y="188119"/>
                      </a:cubicBezTo>
                      <a:close/>
                    </a:path>
                  </a:pathLst>
                </a:custGeom>
                <a:solidFill>
                  <a:srgbClr val="1FF524"/>
                </a:solidFill>
                <a:ln w="9525" cap="flat">
                  <a:noFill/>
                  <a:prstDash val="solid"/>
                  <a:miter/>
                </a:ln>
              </p:spPr>
              <p:txBody>
                <a:bodyPr rtlCol="0" anchor="ctr"/>
                <a:lstStyle/>
                <a:p>
                  <a:pPr defTabSz="995469"/>
                  <a:endParaRPr lang="en-GB" sz="7200" noProof="0" dirty="0">
                    <a:solidFill>
                      <a:srgbClr val="211F26"/>
                    </a:solidFill>
                    <a:latin typeface="+mn-lt"/>
                  </a:endParaRPr>
                </a:p>
              </p:txBody>
            </p:sp>
            <p:grpSp>
              <p:nvGrpSpPr>
                <p:cNvPr id="23" name="Groep 22">
                  <a:extLst>
                    <a:ext uri="{FF2B5EF4-FFF2-40B4-BE49-F238E27FC236}">
                      <a16:creationId xmlns:a16="http://schemas.microsoft.com/office/drawing/2014/main" id="{368CC647-2084-DC74-39C7-3472C3D59441}"/>
                    </a:ext>
                  </a:extLst>
                </p:cNvPr>
                <p:cNvGrpSpPr/>
                <p:nvPr/>
              </p:nvGrpSpPr>
              <p:grpSpPr>
                <a:xfrm>
                  <a:off x="8987389" y="1361199"/>
                  <a:ext cx="2200275" cy="1914525"/>
                  <a:chOff x="8987389" y="1361199"/>
                  <a:chExt cx="2200275" cy="1914525"/>
                </a:xfrm>
                <a:gradFill>
                  <a:gsLst>
                    <a:gs pos="0">
                      <a:srgbClr val="9D9FA1"/>
                    </a:gs>
                    <a:gs pos="70000">
                      <a:srgbClr val="211F26"/>
                    </a:gs>
                  </a:gsLst>
                  <a:lin ang="2700000" scaled="0"/>
                </a:gradFill>
              </p:grpSpPr>
              <p:sp>
                <p:nvSpPr>
                  <p:cNvPr id="24" name="Vrije vorm: vorm 23">
                    <a:extLst>
                      <a:ext uri="{FF2B5EF4-FFF2-40B4-BE49-F238E27FC236}">
                        <a16:creationId xmlns:a16="http://schemas.microsoft.com/office/drawing/2014/main" id="{789CE6E4-DDE0-7703-952A-785709CD61DB}"/>
                      </a:ext>
                    </a:extLst>
                  </p:cNvPr>
                  <p:cNvSpPr/>
                  <p:nvPr/>
                </p:nvSpPr>
                <p:spPr>
                  <a:xfrm>
                    <a:off x="8987389" y="1361199"/>
                    <a:ext cx="2200275" cy="1914525"/>
                  </a:xfrm>
                  <a:custGeom>
                    <a:avLst/>
                    <a:gdLst>
                      <a:gd name="connsiteX0" fmla="*/ 7144 w 2200275"/>
                      <a:gd name="connsiteY0" fmla="*/ 7144 h 1914525"/>
                      <a:gd name="connsiteX1" fmla="*/ 7144 w 2200275"/>
                      <a:gd name="connsiteY1" fmla="*/ 245269 h 1914525"/>
                      <a:gd name="connsiteX2" fmla="*/ 432911 w 2200275"/>
                      <a:gd name="connsiteY2" fmla="*/ 245269 h 1914525"/>
                      <a:gd name="connsiteX3" fmla="*/ 432911 w 2200275"/>
                      <a:gd name="connsiteY3" fmla="*/ 245269 h 1914525"/>
                      <a:gd name="connsiteX4" fmla="*/ 1959769 w 2200275"/>
                      <a:gd name="connsiteY4" fmla="*/ 245269 h 1914525"/>
                      <a:gd name="connsiteX5" fmla="*/ 1959769 w 2200275"/>
                      <a:gd name="connsiteY5" fmla="*/ 1674019 h 1914525"/>
                      <a:gd name="connsiteX6" fmla="*/ 245269 w 2200275"/>
                      <a:gd name="connsiteY6" fmla="*/ 1674019 h 1914525"/>
                      <a:gd name="connsiteX7" fmla="*/ 245269 w 2200275"/>
                      <a:gd name="connsiteY7" fmla="*/ 350044 h 1914525"/>
                      <a:gd name="connsiteX8" fmla="*/ 7144 w 2200275"/>
                      <a:gd name="connsiteY8" fmla="*/ 350044 h 1914525"/>
                      <a:gd name="connsiteX9" fmla="*/ 7144 w 2200275"/>
                      <a:gd name="connsiteY9" fmla="*/ 1912144 h 1914525"/>
                      <a:gd name="connsiteX10" fmla="*/ 2197894 w 2200275"/>
                      <a:gd name="connsiteY10" fmla="*/ 1912144 h 1914525"/>
                      <a:gd name="connsiteX11" fmla="*/ 2197894 w 2200275"/>
                      <a:gd name="connsiteY11" fmla="*/ 7144 h 1914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0275" h="1914525">
                        <a:moveTo>
                          <a:pt x="7144" y="7144"/>
                        </a:moveTo>
                        <a:lnTo>
                          <a:pt x="7144" y="245269"/>
                        </a:lnTo>
                        <a:lnTo>
                          <a:pt x="432911" y="245269"/>
                        </a:lnTo>
                        <a:lnTo>
                          <a:pt x="432911" y="245269"/>
                        </a:lnTo>
                        <a:lnTo>
                          <a:pt x="1959769" y="245269"/>
                        </a:lnTo>
                        <a:lnTo>
                          <a:pt x="1959769" y="1674019"/>
                        </a:lnTo>
                        <a:lnTo>
                          <a:pt x="245269" y="1674019"/>
                        </a:lnTo>
                        <a:lnTo>
                          <a:pt x="245269" y="350044"/>
                        </a:lnTo>
                        <a:lnTo>
                          <a:pt x="7144" y="350044"/>
                        </a:lnTo>
                        <a:lnTo>
                          <a:pt x="7144" y="1912144"/>
                        </a:lnTo>
                        <a:lnTo>
                          <a:pt x="2197894" y="1912144"/>
                        </a:lnTo>
                        <a:lnTo>
                          <a:pt x="2197894" y="7144"/>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sp>
                <p:nvSpPr>
                  <p:cNvPr id="25" name="Vrije vorm: vorm 24">
                    <a:extLst>
                      <a:ext uri="{FF2B5EF4-FFF2-40B4-BE49-F238E27FC236}">
                        <a16:creationId xmlns:a16="http://schemas.microsoft.com/office/drawing/2014/main" id="{5E232362-C8EC-E5D3-F552-0E8E1F88041E}"/>
                      </a:ext>
                    </a:extLst>
                  </p:cNvPr>
                  <p:cNvSpPr/>
                  <p:nvPr/>
                </p:nvSpPr>
                <p:spPr>
                  <a:xfrm>
                    <a:off x="9362668" y="1953652"/>
                    <a:ext cx="1438273" cy="885828"/>
                  </a:xfrm>
                  <a:custGeom>
                    <a:avLst/>
                    <a:gdLst>
                      <a:gd name="connsiteX0" fmla="*/ 1070134 w 1438275"/>
                      <a:gd name="connsiteY0" fmla="*/ 7144 h 885825"/>
                      <a:gd name="connsiteX1" fmla="*/ 801529 w 1438275"/>
                      <a:gd name="connsiteY1" fmla="*/ 275749 h 885825"/>
                      <a:gd name="connsiteX2" fmla="*/ 662464 w 1438275"/>
                      <a:gd name="connsiteY2" fmla="*/ 137636 h 885825"/>
                      <a:gd name="connsiteX3" fmla="*/ 7144 w 1438275"/>
                      <a:gd name="connsiteY3" fmla="*/ 784384 h 885825"/>
                      <a:gd name="connsiteX4" fmla="*/ 108109 w 1438275"/>
                      <a:gd name="connsiteY4" fmla="*/ 885349 h 885825"/>
                      <a:gd name="connsiteX5" fmla="*/ 662464 w 1438275"/>
                      <a:gd name="connsiteY5" fmla="*/ 338614 h 885825"/>
                      <a:gd name="connsiteX6" fmla="*/ 928211 w 1438275"/>
                      <a:gd name="connsiteY6" fmla="*/ 605314 h 885825"/>
                      <a:gd name="connsiteX7" fmla="*/ 1029176 w 1438275"/>
                      <a:gd name="connsiteY7" fmla="*/ 503396 h 885825"/>
                      <a:gd name="connsiteX8" fmla="*/ 902494 w 1438275"/>
                      <a:gd name="connsiteY8" fmla="*/ 376714 h 885825"/>
                      <a:gd name="connsiteX9" fmla="*/ 1070134 w 1438275"/>
                      <a:gd name="connsiteY9" fmla="*/ 209074 h 885825"/>
                      <a:gd name="connsiteX10" fmla="*/ 1337786 w 1438275"/>
                      <a:gd name="connsiteY10" fmla="*/ 480536 h 885825"/>
                      <a:gd name="connsiteX11" fmla="*/ 1438751 w 1438275"/>
                      <a:gd name="connsiteY11" fmla="*/ 378619 h 885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38275" h="885825">
                        <a:moveTo>
                          <a:pt x="1070134" y="7144"/>
                        </a:moveTo>
                        <a:lnTo>
                          <a:pt x="801529" y="275749"/>
                        </a:lnTo>
                        <a:lnTo>
                          <a:pt x="662464" y="137636"/>
                        </a:lnTo>
                        <a:lnTo>
                          <a:pt x="7144" y="784384"/>
                        </a:lnTo>
                        <a:lnTo>
                          <a:pt x="108109" y="885349"/>
                        </a:lnTo>
                        <a:lnTo>
                          <a:pt x="662464" y="338614"/>
                        </a:lnTo>
                        <a:lnTo>
                          <a:pt x="928211" y="605314"/>
                        </a:lnTo>
                        <a:lnTo>
                          <a:pt x="1029176" y="503396"/>
                        </a:lnTo>
                        <a:lnTo>
                          <a:pt x="902494" y="376714"/>
                        </a:lnTo>
                        <a:lnTo>
                          <a:pt x="1070134" y="209074"/>
                        </a:lnTo>
                        <a:lnTo>
                          <a:pt x="1337786" y="480536"/>
                        </a:lnTo>
                        <a:lnTo>
                          <a:pt x="1438751" y="378619"/>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grpSp>
          </p:grpSp>
          <p:sp>
            <p:nvSpPr>
              <p:cNvPr id="21" name="Tekstvak 20">
                <a:extLst>
                  <a:ext uri="{FF2B5EF4-FFF2-40B4-BE49-F238E27FC236}">
                    <a16:creationId xmlns:a16="http://schemas.microsoft.com/office/drawing/2014/main" id="{CE3D5211-797B-ABF8-8A93-B51A97078072}"/>
                  </a:ext>
                </a:extLst>
              </p:cNvPr>
              <p:cNvSpPr txBox="1"/>
              <p:nvPr userDrawn="1"/>
            </p:nvSpPr>
            <p:spPr>
              <a:xfrm>
                <a:off x="-3563526" y="1617700"/>
                <a:ext cx="354190" cy="113727"/>
              </a:xfrm>
              <a:prstGeom prst="rect">
                <a:avLst/>
              </a:prstGeom>
              <a:noFill/>
            </p:spPr>
            <p:txBody>
              <a:bodyPr wrap="square" lIns="0" tIns="18000" rIns="0" bIns="0" rtlCol="0" anchor="t">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Images</a:t>
                </a:r>
              </a:p>
            </p:txBody>
          </p:sp>
        </p:grpSp>
      </p:grpSp>
    </p:spTree>
    <p:extLst>
      <p:ext uri="{BB962C8B-B14F-4D97-AF65-F5344CB8AC3E}">
        <p14:creationId xmlns:p14="http://schemas.microsoft.com/office/powerpoint/2010/main" val="231349645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ustom #4">
    <p:spTree>
      <p:nvGrpSpPr>
        <p:cNvPr id="1" name=""/>
        <p:cNvGrpSpPr/>
        <p:nvPr/>
      </p:nvGrpSpPr>
      <p:grpSpPr>
        <a:xfrm>
          <a:off x="0" y="0"/>
          <a:ext cx="0" cy="0"/>
          <a:chOff x="0" y="0"/>
          <a:chExt cx="0" cy="0"/>
        </a:xfrm>
      </p:grpSpPr>
      <p:sp>
        <p:nvSpPr>
          <p:cNvPr id="7" name="Tijdelijke aanduiding voor afbeelding 16">
            <a:extLst>
              <a:ext uri="{FF2B5EF4-FFF2-40B4-BE49-F238E27FC236}">
                <a16:creationId xmlns:a16="http://schemas.microsoft.com/office/drawing/2014/main" id="{345EB16D-6C07-A3A7-C8EF-77B6EB08CFCA}"/>
              </a:ext>
            </a:extLst>
          </p:cNvPr>
          <p:cNvSpPr>
            <a:spLocks noGrp="1"/>
          </p:cNvSpPr>
          <p:nvPr>
            <p:ph type="pic" sz="quarter" idx="13" hasCustomPrompt="1"/>
          </p:nvPr>
        </p:nvSpPr>
        <p:spPr>
          <a:xfrm>
            <a:off x="1204687" y="1814286"/>
            <a:ext cx="5863770" cy="3643085"/>
          </a:xfrm>
          <a:prstGeom prst="rect">
            <a:avLst/>
          </a:prstGeom>
          <a:pattFill prst="pct60">
            <a:fgClr>
              <a:schemeClr val="bg1">
                <a:lumMod val="95000"/>
              </a:schemeClr>
            </a:fgClr>
            <a:bgClr>
              <a:schemeClr val="bg1">
                <a:lumMod val="85000"/>
              </a:schemeClr>
            </a:bgClr>
          </a:patt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the tab ‘</a:t>
            </a:r>
            <a:r>
              <a:rPr lang="en-GB" noProof="0" dirty="0" err="1"/>
              <a:t>Slidebuilder</a:t>
            </a:r>
            <a:r>
              <a:rPr lang="en-GB" noProof="0" dirty="0"/>
              <a:t>’, click on ‘Images’, </a:t>
            </a:r>
            <a:br>
              <a:rPr lang="en-GB" noProof="0" dirty="0"/>
            </a:br>
            <a:r>
              <a:rPr lang="en-GB" noProof="0" dirty="0"/>
              <a:t>select the preferred image and click on ‘Insert’.</a:t>
            </a:r>
          </a:p>
        </p:txBody>
      </p:sp>
      <p:sp>
        <p:nvSpPr>
          <p:cNvPr id="2" name="Titel 1">
            <a:extLst>
              <a:ext uri="{FF2B5EF4-FFF2-40B4-BE49-F238E27FC236}">
                <a16:creationId xmlns:a16="http://schemas.microsoft.com/office/drawing/2014/main" id="{9E30336D-2F34-A61D-B23F-AF6C3F3EB77A}"/>
              </a:ext>
            </a:extLst>
          </p:cNvPr>
          <p:cNvSpPr>
            <a:spLocks noGrp="1"/>
          </p:cNvSpPr>
          <p:nvPr>
            <p:ph type="title" hasCustomPrompt="1"/>
          </p:nvPr>
        </p:nvSpPr>
        <p:spPr/>
        <p:txBody>
          <a:bodyPr/>
          <a:lstStyle>
            <a:lvl1pPr>
              <a:defRPr/>
            </a:lvl1pPr>
          </a:lstStyle>
          <a:p>
            <a:r>
              <a:rPr lang="nl-NL" dirty="0"/>
              <a:t>Title </a:t>
            </a:r>
            <a:r>
              <a:rPr lang="nl-NL" dirty="0" err="1"/>
              <a:t>goes</a:t>
            </a:r>
            <a:r>
              <a:rPr lang="nl-NL" dirty="0"/>
              <a:t> here</a:t>
            </a:r>
            <a:endParaRPr lang="en-GB" dirty="0"/>
          </a:p>
        </p:txBody>
      </p:sp>
      <p:sp>
        <p:nvSpPr>
          <p:cNvPr id="3" name="Tijdelijke aanduiding voor datum 2">
            <a:extLst>
              <a:ext uri="{FF2B5EF4-FFF2-40B4-BE49-F238E27FC236}">
                <a16:creationId xmlns:a16="http://schemas.microsoft.com/office/drawing/2014/main" id="{7768E1F9-FEEB-CCB7-4F62-7C98C8131074}"/>
              </a:ext>
            </a:extLst>
          </p:cNvPr>
          <p:cNvSpPr>
            <a:spLocks noGrp="1"/>
          </p:cNvSpPr>
          <p:nvPr>
            <p:ph type="dt" sz="half" idx="10"/>
          </p:nvPr>
        </p:nvSpPr>
        <p:spPr/>
        <p:txBody>
          <a:bodyPr/>
          <a:lstStyle/>
          <a:p>
            <a:r>
              <a:rPr lang="LID4096"/>
              <a:t>08/30/2024</a:t>
            </a:r>
            <a:endParaRPr lang="en-GB" dirty="0"/>
          </a:p>
        </p:txBody>
      </p:sp>
      <p:sp>
        <p:nvSpPr>
          <p:cNvPr id="4" name="Tijdelijke aanduiding voor dianummer 3">
            <a:extLst>
              <a:ext uri="{FF2B5EF4-FFF2-40B4-BE49-F238E27FC236}">
                <a16:creationId xmlns:a16="http://schemas.microsoft.com/office/drawing/2014/main" id="{E8656451-C5C9-2CE5-920F-3C2F6717E8E6}"/>
              </a:ext>
            </a:extLst>
          </p:cNvPr>
          <p:cNvSpPr>
            <a:spLocks noGrp="1"/>
          </p:cNvSpPr>
          <p:nvPr>
            <p:ph type="sldNum" sz="quarter" idx="11"/>
          </p:nvPr>
        </p:nvSpPr>
        <p:spPr/>
        <p:txBody>
          <a:bodyPr/>
          <a:lstStyle/>
          <a:p>
            <a:fld id="{9E843DB9-9987-4157-AB9C-CEA8D7D910BB}" type="slidenum">
              <a:rPr lang="en-GB" smtClean="0"/>
              <a:pPr/>
              <a:t>‹#›</a:t>
            </a:fld>
            <a:endParaRPr lang="en-GB" dirty="0"/>
          </a:p>
        </p:txBody>
      </p:sp>
      <p:sp>
        <p:nvSpPr>
          <p:cNvPr id="11" name="Rechthoek 10">
            <a:extLst>
              <a:ext uri="{FF2B5EF4-FFF2-40B4-BE49-F238E27FC236}">
                <a16:creationId xmlns:a16="http://schemas.microsoft.com/office/drawing/2014/main" id="{398A574D-2AAC-1474-75FB-38865F36BFDE}"/>
              </a:ext>
            </a:extLst>
          </p:cNvPr>
          <p:cNvSpPr/>
          <p:nvPr userDrawn="1"/>
        </p:nvSpPr>
        <p:spPr>
          <a:xfrm>
            <a:off x="0" y="-441330"/>
            <a:ext cx="1179810"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en-GB" sz="1800" b="1" cap="none" baseline="0" noProof="0" dirty="0">
                <a:solidFill>
                  <a:schemeClr val="accent1"/>
                </a:solidFill>
                <a:latin typeface="+mj-lt"/>
              </a:rPr>
              <a:t>Custom #4</a:t>
            </a:r>
          </a:p>
        </p:txBody>
      </p:sp>
      <p:grpSp>
        <p:nvGrpSpPr>
          <p:cNvPr id="5" name="INSTRUCTION">
            <a:extLst>
              <a:ext uri="{FF2B5EF4-FFF2-40B4-BE49-F238E27FC236}">
                <a16:creationId xmlns:a16="http://schemas.microsoft.com/office/drawing/2014/main" id="{B363B4BC-660F-1009-3438-1B55FDF3B068}"/>
              </a:ext>
            </a:extLst>
          </p:cNvPr>
          <p:cNvGrpSpPr/>
          <p:nvPr userDrawn="1"/>
        </p:nvGrpSpPr>
        <p:grpSpPr>
          <a:xfrm>
            <a:off x="-3786164" y="0"/>
            <a:ext cx="3693113" cy="5054643"/>
            <a:chOff x="-3786164" y="0"/>
            <a:chExt cx="3693113" cy="5054643"/>
          </a:xfrm>
        </p:grpSpPr>
        <p:sp>
          <p:nvSpPr>
            <p:cNvPr id="6" name="Rechthoek 5">
              <a:extLst>
                <a:ext uri="{FF2B5EF4-FFF2-40B4-BE49-F238E27FC236}">
                  <a16:creationId xmlns:a16="http://schemas.microsoft.com/office/drawing/2014/main" id="{DFAF34E6-1AA3-BCFC-9137-2FF3ADFFE044}"/>
                </a:ext>
              </a:extLst>
            </p:cNvPr>
            <p:cNvSpPr/>
            <p:nvPr userDrawn="1"/>
          </p:nvSpPr>
          <p:spPr>
            <a:xfrm>
              <a:off x="-3786164" y="0"/>
              <a:ext cx="3593091" cy="4391599"/>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Insert/edit an image</a:t>
              </a:r>
            </a:p>
          </p:txBody>
        </p:sp>
        <p:sp>
          <p:nvSpPr>
            <p:cNvPr id="8" name="Rechthoek 7">
              <a:extLst>
                <a:ext uri="{FF2B5EF4-FFF2-40B4-BE49-F238E27FC236}">
                  <a16:creationId xmlns:a16="http://schemas.microsoft.com/office/drawing/2014/main" id="{E704BC09-1D9B-D092-E6F9-6FE2DED28C7C}"/>
                </a:ext>
              </a:extLst>
            </p:cNvPr>
            <p:cNvSpPr/>
            <p:nvPr userDrawn="1"/>
          </p:nvSpPr>
          <p:spPr>
            <a:xfrm>
              <a:off x="-3786164" y="4226643"/>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sp>
          <p:nvSpPr>
            <p:cNvPr id="9" name="Ovaal 8">
              <a:extLst>
                <a:ext uri="{FF2B5EF4-FFF2-40B4-BE49-F238E27FC236}">
                  <a16:creationId xmlns:a16="http://schemas.microsoft.com/office/drawing/2014/main" id="{A7F8C2B0-F4D2-617E-A9EA-637C20EA98F0}"/>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0" name="Rechthoek 9">
              <a:extLst>
                <a:ext uri="{FF2B5EF4-FFF2-40B4-BE49-F238E27FC236}">
                  <a16:creationId xmlns:a16="http://schemas.microsoft.com/office/drawing/2014/main" id="{D4A22585-9B16-848E-03FD-55DE9D7CF1E2}"/>
                </a:ext>
              </a:extLst>
            </p:cNvPr>
            <p:cNvSpPr/>
            <p:nvPr userDrawn="1"/>
          </p:nvSpPr>
          <p:spPr>
            <a:xfrm>
              <a:off x="-3319416" y="465323"/>
              <a:ext cx="3008779" cy="661851"/>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If necessary, delete the existing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by using the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key’</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Select the placeholder,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1" i="0" u="none" strike="noStrike" kern="0" cap="none" spc="0" normalizeH="0" baseline="0" noProof="0" dirty="0" err="1">
                  <a:ln>
                    <a:noFill/>
                  </a:ln>
                  <a:solidFill>
                    <a:srgbClr val="000000"/>
                  </a:solidFill>
                  <a:effectLst/>
                  <a:uLnTx/>
                  <a:uFillTx/>
                  <a:latin typeface="Calibri" panose="020F0502020204030204" pitchFamily="34" charset="0"/>
                  <a:ea typeface="+mn-ea"/>
                  <a:cs typeface="Calibri" panose="020F0502020204030204" pitchFamily="34" charset="0"/>
                </a:rPr>
                <a:t>Slidebuilder</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 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‘Images’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endPar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12" name="Ovaal 11">
              <a:extLst>
                <a:ext uri="{FF2B5EF4-FFF2-40B4-BE49-F238E27FC236}">
                  <a16:creationId xmlns:a16="http://schemas.microsoft.com/office/drawing/2014/main" id="{BAC1470C-9968-0128-1046-E5819ABC52AF}"/>
                </a:ext>
              </a:extLst>
            </p:cNvPr>
            <p:cNvSpPr/>
            <p:nvPr userDrawn="1"/>
          </p:nvSpPr>
          <p:spPr>
            <a:xfrm>
              <a:off x="-3603587" y="18111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3" name="Rechthoek 12">
              <a:extLst>
                <a:ext uri="{FF2B5EF4-FFF2-40B4-BE49-F238E27FC236}">
                  <a16:creationId xmlns:a16="http://schemas.microsoft.com/office/drawing/2014/main" id="{755D5E45-0893-B0B4-CD07-A88BFFFC71A9}"/>
                </a:ext>
              </a:extLst>
            </p:cNvPr>
            <p:cNvSpPr/>
            <p:nvPr userDrawn="1"/>
          </p:nvSpPr>
          <p:spPr>
            <a:xfrm>
              <a:off x="-3319415" y="1811185"/>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 the preferred category and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and click 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‘Insert’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14" name="Rechthoek 13">
              <a:extLst>
                <a:ext uri="{FF2B5EF4-FFF2-40B4-BE49-F238E27FC236}">
                  <a16:creationId xmlns:a16="http://schemas.microsoft.com/office/drawing/2014/main" id="{A80811B9-36F7-DDDE-B671-34DFC153B08A}"/>
                </a:ext>
              </a:extLst>
            </p:cNvPr>
            <p:cNvSpPr/>
            <p:nvPr userDrawn="1"/>
          </p:nvSpPr>
          <p:spPr>
            <a:xfrm>
              <a:off x="-3319415" y="2245760"/>
              <a:ext cx="825500" cy="209550"/>
            </a:xfrm>
            <a:prstGeom prst="rect">
              <a:avLst/>
            </a:prstGeom>
            <a:solidFill>
              <a:srgbClr val="1FF52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1000" b="1" noProof="0" dirty="0">
                  <a:solidFill>
                    <a:srgbClr val="211F26"/>
                  </a:solidFill>
                  <a:latin typeface="Calibri" panose="020F0502020204030204" pitchFamily="34" charset="0"/>
                  <a:cs typeface="Calibri" panose="020F0502020204030204" pitchFamily="34" charset="0"/>
                </a:rPr>
                <a:t>Insert</a:t>
              </a:r>
            </a:p>
          </p:txBody>
        </p:sp>
        <p:sp>
          <p:nvSpPr>
            <p:cNvPr id="15" name="Ovaal 14">
              <a:extLst>
                <a:ext uri="{FF2B5EF4-FFF2-40B4-BE49-F238E27FC236}">
                  <a16:creationId xmlns:a16="http://schemas.microsoft.com/office/drawing/2014/main" id="{6A1B1C9B-0982-912E-4346-576967CC7E20}"/>
                </a:ext>
              </a:extLst>
            </p:cNvPr>
            <p:cNvSpPr/>
            <p:nvPr userDrawn="1"/>
          </p:nvSpPr>
          <p:spPr>
            <a:xfrm>
              <a:off x="-3603587" y="263483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16" name="Rechthoek 15">
              <a:extLst>
                <a:ext uri="{FF2B5EF4-FFF2-40B4-BE49-F238E27FC236}">
                  <a16:creationId xmlns:a16="http://schemas.microsoft.com/office/drawing/2014/main" id="{7CE0C77D-5AEF-CB17-2396-E24DC62B6DA0}"/>
                </a:ext>
              </a:extLst>
            </p:cNvPr>
            <p:cNvSpPr/>
            <p:nvPr userDrawn="1"/>
          </p:nvSpPr>
          <p:spPr>
            <a:xfrm>
              <a:off x="-3319415" y="2634835"/>
              <a:ext cx="2944682" cy="794165"/>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To scale or drag the image,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‘Picture Tools - Format’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‘Crop’</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Scale the image itself with</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spheres and scale the image frame with the brackets.</a:t>
              </a:r>
            </a:p>
          </p:txBody>
        </p:sp>
        <p:grpSp>
          <p:nvGrpSpPr>
            <p:cNvPr id="17" name="Groep 16">
              <a:extLst>
                <a:ext uri="{FF2B5EF4-FFF2-40B4-BE49-F238E27FC236}">
                  <a16:creationId xmlns:a16="http://schemas.microsoft.com/office/drawing/2014/main" id="{480C35BB-83B3-A5E6-E7B3-40DCA33A0859}"/>
                </a:ext>
              </a:extLst>
            </p:cNvPr>
            <p:cNvGrpSpPr/>
            <p:nvPr userDrawn="1"/>
          </p:nvGrpSpPr>
          <p:grpSpPr>
            <a:xfrm>
              <a:off x="-3414453" y="3534339"/>
              <a:ext cx="514284" cy="506545"/>
              <a:chOff x="12617641" y="3403239"/>
              <a:chExt cx="752963" cy="741634"/>
            </a:xfrm>
          </p:grpSpPr>
          <p:grpSp>
            <p:nvGrpSpPr>
              <p:cNvPr id="34" name="Groep 33">
                <a:extLst>
                  <a:ext uri="{FF2B5EF4-FFF2-40B4-BE49-F238E27FC236}">
                    <a16:creationId xmlns:a16="http://schemas.microsoft.com/office/drawing/2014/main" id="{3BA383B2-11F7-2AD9-A22B-8634DF84DC7D}"/>
                  </a:ext>
                </a:extLst>
              </p:cNvPr>
              <p:cNvGrpSpPr/>
              <p:nvPr userDrawn="1"/>
            </p:nvGrpSpPr>
            <p:grpSpPr>
              <a:xfrm>
                <a:off x="12771530" y="3403239"/>
                <a:ext cx="467176" cy="448491"/>
                <a:chOff x="12782157" y="3403239"/>
                <a:chExt cx="467176" cy="448491"/>
              </a:xfrm>
            </p:grpSpPr>
            <p:grpSp>
              <p:nvGrpSpPr>
                <p:cNvPr id="37" name="Groep 36">
                  <a:extLst>
                    <a:ext uri="{FF2B5EF4-FFF2-40B4-BE49-F238E27FC236}">
                      <a16:creationId xmlns:a16="http://schemas.microsoft.com/office/drawing/2014/main" id="{AD78E440-34A8-0D9D-0A2E-0BB5698A01E8}"/>
                    </a:ext>
                  </a:extLst>
                </p:cNvPr>
                <p:cNvGrpSpPr/>
                <p:nvPr userDrawn="1"/>
              </p:nvGrpSpPr>
              <p:grpSpPr>
                <a:xfrm>
                  <a:off x="12782157" y="3403239"/>
                  <a:ext cx="412976" cy="396132"/>
                  <a:chOff x="13554906" y="3320109"/>
                  <a:chExt cx="443917" cy="425811"/>
                </a:xfrm>
              </p:grpSpPr>
              <p:grpSp>
                <p:nvGrpSpPr>
                  <p:cNvPr id="44" name="Groep 43">
                    <a:extLst>
                      <a:ext uri="{FF2B5EF4-FFF2-40B4-BE49-F238E27FC236}">
                        <a16:creationId xmlns:a16="http://schemas.microsoft.com/office/drawing/2014/main" id="{075C3B1D-0444-E93A-0DC9-B32800B1C295}"/>
                      </a:ext>
                    </a:extLst>
                  </p:cNvPr>
                  <p:cNvGrpSpPr/>
                  <p:nvPr userDrawn="1"/>
                </p:nvGrpSpPr>
                <p:grpSpPr>
                  <a:xfrm>
                    <a:off x="13554906" y="3320109"/>
                    <a:ext cx="443917" cy="425811"/>
                    <a:chOff x="12909684" y="1276143"/>
                    <a:chExt cx="443917" cy="425811"/>
                  </a:xfrm>
                </p:grpSpPr>
                <p:sp>
                  <p:nvSpPr>
                    <p:cNvPr id="47" name="Rechthoek 46">
                      <a:extLst>
                        <a:ext uri="{FF2B5EF4-FFF2-40B4-BE49-F238E27FC236}">
                          <a16:creationId xmlns:a16="http://schemas.microsoft.com/office/drawing/2014/main" id="{411236DF-7524-CFCB-3476-23A187B8D444}"/>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48" name="Rechthoek 47">
                      <a:extLst>
                        <a:ext uri="{FF2B5EF4-FFF2-40B4-BE49-F238E27FC236}">
                          <a16:creationId xmlns:a16="http://schemas.microsoft.com/office/drawing/2014/main" id="{DBB99C89-658C-0DEE-DBAB-F6DF7898E8AD}"/>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49" name="Ovaal 48">
                      <a:extLst>
                        <a:ext uri="{FF2B5EF4-FFF2-40B4-BE49-F238E27FC236}">
                          <a16:creationId xmlns:a16="http://schemas.microsoft.com/office/drawing/2014/main" id="{05D6F6A9-7824-28A5-3544-35E60F77E25B}"/>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pic>
                <p:nvPicPr>
                  <p:cNvPr id="45" name="Afbeelding 44">
                    <a:extLst>
                      <a:ext uri="{FF2B5EF4-FFF2-40B4-BE49-F238E27FC236}">
                        <a16:creationId xmlns:a16="http://schemas.microsoft.com/office/drawing/2014/main" id="{D82A12A5-8BC4-B727-83B4-DD46F1139F59}"/>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a:off x="13567296" y="3424991"/>
                    <a:ext cx="173367" cy="140220"/>
                  </a:xfrm>
                  <a:prstGeom prst="rect">
                    <a:avLst/>
                  </a:prstGeom>
                </p:spPr>
              </p:pic>
              <p:pic>
                <p:nvPicPr>
                  <p:cNvPr id="46" name="Afbeelding 45">
                    <a:extLst>
                      <a:ext uri="{FF2B5EF4-FFF2-40B4-BE49-F238E27FC236}">
                        <a16:creationId xmlns:a16="http://schemas.microsoft.com/office/drawing/2014/main" id="{F6C6E924-76EC-652B-BF00-2A0082096A3A}"/>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38" name="Groep 37">
                  <a:extLst>
                    <a:ext uri="{FF2B5EF4-FFF2-40B4-BE49-F238E27FC236}">
                      <a16:creationId xmlns:a16="http://schemas.microsoft.com/office/drawing/2014/main" id="{AC64C1A5-1051-2CF4-0848-169A3E70C455}"/>
                    </a:ext>
                  </a:extLst>
                </p:cNvPr>
                <p:cNvGrpSpPr/>
                <p:nvPr userDrawn="1"/>
              </p:nvGrpSpPr>
              <p:grpSpPr>
                <a:xfrm>
                  <a:off x="13103513" y="3705268"/>
                  <a:ext cx="145820" cy="146462"/>
                  <a:chOff x="13096169" y="3602278"/>
                  <a:chExt cx="145820" cy="146462"/>
                </a:xfrm>
              </p:grpSpPr>
              <p:sp>
                <p:nvSpPr>
                  <p:cNvPr id="42" name="Rechthoek 41">
                    <a:extLst>
                      <a:ext uri="{FF2B5EF4-FFF2-40B4-BE49-F238E27FC236}">
                        <a16:creationId xmlns:a16="http://schemas.microsoft.com/office/drawing/2014/main" id="{322D296E-B234-EBD7-90A6-59EED8D32E4B}"/>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43" name="Rechthoek 42">
                    <a:extLst>
                      <a:ext uri="{FF2B5EF4-FFF2-40B4-BE49-F238E27FC236}">
                        <a16:creationId xmlns:a16="http://schemas.microsoft.com/office/drawing/2014/main" id="{56916F65-0C15-0270-FDBC-984AB0D5434E}"/>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39" name="Groep 38">
                  <a:extLst>
                    <a:ext uri="{FF2B5EF4-FFF2-40B4-BE49-F238E27FC236}">
                      <a16:creationId xmlns:a16="http://schemas.microsoft.com/office/drawing/2014/main" id="{2DEEAE6B-90C4-1A11-2F35-FAC7B069769F}"/>
                    </a:ext>
                  </a:extLst>
                </p:cNvPr>
                <p:cNvGrpSpPr/>
                <p:nvPr userDrawn="1"/>
              </p:nvGrpSpPr>
              <p:grpSpPr>
                <a:xfrm rot="10800000">
                  <a:off x="13061402" y="3665637"/>
                  <a:ext cx="145820" cy="146462"/>
                  <a:chOff x="13096169" y="3602278"/>
                  <a:chExt cx="145820" cy="146462"/>
                </a:xfrm>
              </p:grpSpPr>
              <p:sp>
                <p:nvSpPr>
                  <p:cNvPr id="40" name="Rechthoek 39">
                    <a:extLst>
                      <a:ext uri="{FF2B5EF4-FFF2-40B4-BE49-F238E27FC236}">
                        <a16:creationId xmlns:a16="http://schemas.microsoft.com/office/drawing/2014/main" id="{3A8118F3-F514-0179-2B82-B62EEF71C131}"/>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41" name="Rechthoek 40">
                    <a:extLst>
                      <a:ext uri="{FF2B5EF4-FFF2-40B4-BE49-F238E27FC236}">
                        <a16:creationId xmlns:a16="http://schemas.microsoft.com/office/drawing/2014/main" id="{BBB96390-779B-2462-3C1D-18131C252131}"/>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sp>
            <p:nvSpPr>
              <p:cNvPr id="35" name="Rechthoek 34">
                <a:extLst>
                  <a:ext uri="{FF2B5EF4-FFF2-40B4-BE49-F238E27FC236}">
                    <a16:creationId xmlns:a16="http://schemas.microsoft.com/office/drawing/2014/main" id="{19A85CDD-2CFA-571C-EB57-DD934FCD602C}"/>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900" b="0" noProof="0" dirty="0">
                    <a:solidFill>
                      <a:srgbClr val="211F26"/>
                    </a:solidFill>
                    <a:latin typeface="Calibri" panose="020F0502020204030204" pitchFamily="34" charset="0"/>
                    <a:cs typeface="Calibri" panose="020F0502020204030204" pitchFamily="34" charset="0"/>
                  </a:rPr>
                  <a:t>Crop</a:t>
                </a:r>
              </a:p>
            </p:txBody>
          </p:sp>
          <p:sp>
            <p:nvSpPr>
              <p:cNvPr id="36" name="Gelijkbenige driehoek 35">
                <a:extLst>
                  <a:ext uri="{FF2B5EF4-FFF2-40B4-BE49-F238E27FC236}">
                    <a16:creationId xmlns:a16="http://schemas.microsoft.com/office/drawing/2014/main" id="{9D5A31E1-ECFA-F2FB-2686-020348684FA6}"/>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18" name="ICOON_info">
              <a:extLst>
                <a:ext uri="{FF2B5EF4-FFF2-40B4-BE49-F238E27FC236}">
                  <a16:creationId xmlns:a16="http://schemas.microsoft.com/office/drawing/2014/main" id="{0EE35539-F4F0-C67D-26BD-D7DC9F990210}"/>
                </a:ext>
              </a:extLst>
            </p:cNvPr>
            <p:cNvGrpSpPr/>
            <p:nvPr userDrawn="1"/>
          </p:nvGrpSpPr>
          <p:grpSpPr>
            <a:xfrm>
              <a:off x="-376736" y="4055594"/>
              <a:ext cx="283685" cy="283685"/>
              <a:chOff x="-510741" y="5913713"/>
              <a:chExt cx="267555" cy="267555"/>
            </a:xfrm>
          </p:grpSpPr>
          <p:sp>
            <p:nvSpPr>
              <p:cNvPr id="32" name="Ovaal 31">
                <a:extLst>
                  <a:ext uri="{FF2B5EF4-FFF2-40B4-BE49-F238E27FC236}">
                    <a16:creationId xmlns:a16="http://schemas.microsoft.com/office/drawing/2014/main" id="{93F83CE2-389E-329A-9BE1-50FA7B02C084}"/>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33" name="Graphic 163" descr="Informatie">
                <a:extLst>
                  <a:ext uri="{FF2B5EF4-FFF2-40B4-BE49-F238E27FC236}">
                    <a16:creationId xmlns:a16="http://schemas.microsoft.com/office/drawing/2014/main" id="{5923D4E0-D396-469C-6B8E-31DCEA24EF3F}"/>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19" name="Groep 18">
              <a:extLst>
                <a:ext uri="{FF2B5EF4-FFF2-40B4-BE49-F238E27FC236}">
                  <a16:creationId xmlns:a16="http://schemas.microsoft.com/office/drawing/2014/main" id="{B2DF9228-1C68-0571-9843-7278A8480AB9}"/>
                </a:ext>
              </a:extLst>
            </p:cNvPr>
            <p:cNvGrpSpPr/>
            <p:nvPr userDrawn="1"/>
          </p:nvGrpSpPr>
          <p:grpSpPr>
            <a:xfrm>
              <a:off x="-938434" y="4364020"/>
              <a:ext cx="627798" cy="576693"/>
              <a:chOff x="-938434" y="4570310"/>
              <a:chExt cx="627798" cy="576693"/>
            </a:xfrm>
          </p:grpSpPr>
          <p:grpSp>
            <p:nvGrpSpPr>
              <p:cNvPr id="27" name="Inspireren">
                <a:extLst>
                  <a:ext uri="{FF2B5EF4-FFF2-40B4-BE49-F238E27FC236}">
                    <a16:creationId xmlns:a16="http://schemas.microsoft.com/office/drawing/2014/main" id="{D309083F-00DA-B9E5-8236-D5042FB5377A}"/>
                  </a:ext>
                </a:extLst>
              </p:cNvPr>
              <p:cNvGrpSpPr>
                <a:grpSpLocks noChangeAspect="1"/>
              </p:cNvGrpSpPr>
              <p:nvPr userDrawn="1"/>
            </p:nvGrpSpPr>
            <p:grpSpPr bwMode="auto">
              <a:xfrm>
                <a:off x="-716116" y="4570310"/>
                <a:ext cx="169778" cy="242385"/>
                <a:chOff x="4768" y="2783"/>
                <a:chExt cx="788" cy="1125"/>
              </a:xfrm>
              <a:gradFill>
                <a:gsLst>
                  <a:gs pos="0">
                    <a:srgbClr val="9D9FA1"/>
                  </a:gs>
                  <a:gs pos="70000">
                    <a:srgbClr val="211F26"/>
                  </a:gs>
                </a:gsLst>
                <a:lin ang="2700000" scaled="0"/>
              </a:gradFill>
            </p:grpSpPr>
            <p:sp>
              <p:nvSpPr>
                <p:cNvPr id="29" name="Freeform 12">
                  <a:extLst>
                    <a:ext uri="{FF2B5EF4-FFF2-40B4-BE49-F238E27FC236}">
                      <a16:creationId xmlns:a16="http://schemas.microsoft.com/office/drawing/2014/main" id="{6AB84804-07E6-59E4-70CE-B877F125C9B5}"/>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30" name="Freeform 13">
                  <a:extLst>
                    <a:ext uri="{FF2B5EF4-FFF2-40B4-BE49-F238E27FC236}">
                      <a16:creationId xmlns:a16="http://schemas.microsoft.com/office/drawing/2014/main" id="{1A30D9F0-2E34-3C10-BF44-3CF7455EFA2D}"/>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31" name="Freeform 14">
                  <a:extLst>
                    <a:ext uri="{FF2B5EF4-FFF2-40B4-BE49-F238E27FC236}">
                      <a16:creationId xmlns:a16="http://schemas.microsoft.com/office/drawing/2014/main" id="{05B598AE-F4F7-C756-2036-7AE12D52D764}"/>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28" name="Tekstvak 27">
                <a:extLst>
                  <a:ext uri="{FF2B5EF4-FFF2-40B4-BE49-F238E27FC236}">
                    <a16:creationId xmlns:a16="http://schemas.microsoft.com/office/drawing/2014/main" id="{D6C305F2-3BFB-928F-082E-23E37A4D1A4A}"/>
                  </a:ext>
                </a:extLst>
              </p:cNvPr>
              <p:cNvSpPr txBox="1"/>
              <p:nvPr userDrawn="1"/>
            </p:nvSpPr>
            <p:spPr>
              <a:xfrm>
                <a:off x="-938434" y="4824764"/>
                <a:ext cx="627798" cy="32223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grpSp>
          <p:nvGrpSpPr>
            <p:cNvPr id="20" name="Groep 19">
              <a:extLst>
                <a:ext uri="{FF2B5EF4-FFF2-40B4-BE49-F238E27FC236}">
                  <a16:creationId xmlns:a16="http://schemas.microsoft.com/office/drawing/2014/main" id="{F8DFEDCC-E904-5DFC-1ECD-9A44E436373F}"/>
                </a:ext>
              </a:extLst>
            </p:cNvPr>
            <p:cNvGrpSpPr/>
            <p:nvPr userDrawn="1"/>
          </p:nvGrpSpPr>
          <p:grpSpPr>
            <a:xfrm>
              <a:off x="-3365484" y="1226982"/>
              <a:ext cx="446937" cy="406485"/>
              <a:chOff x="-3563526" y="1409294"/>
              <a:chExt cx="354190" cy="322133"/>
            </a:xfrm>
          </p:grpSpPr>
          <p:grpSp>
            <p:nvGrpSpPr>
              <p:cNvPr id="21" name="Groep 20">
                <a:extLst>
                  <a:ext uri="{FF2B5EF4-FFF2-40B4-BE49-F238E27FC236}">
                    <a16:creationId xmlns:a16="http://schemas.microsoft.com/office/drawing/2014/main" id="{DA4DA024-7465-20A0-E5D1-8FC0324988E0}"/>
                  </a:ext>
                </a:extLst>
              </p:cNvPr>
              <p:cNvGrpSpPr/>
              <p:nvPr userDrawn="1"/>
            </p:nvGrpSpPr>
            <p:grpSpPr>
              <a:xfrm>
                <a:off x="-3499992" y="1409294"/>
                <a:ext cx="225195" cy="195499"/>
                <a:chOff x="8987389" y="1361199"/>
                <a:chExt cx="2200275" cy="1914525"/>
              </a:xfrm>
            </p:grpSpPr>
            <p:sp>
              <p:nvSpPr>
                <p:cNvPr id="23" name="Vrije vorm: vorm 22">
                  <a:extLst>
                    <a:ext uri="{FF2B5EF4-FFF2-40B4-BE49-F238E27FC236}">
                      <a16:creationId xmlns:a16="http://schemas.microsoft.com/office/drawing/2014/main" id="{249612A2-2B03-C417-BD46-A5B59216D30C}"/>
                    </a:ext>
                  </a:extLst>
                </p:cNvPr>
                <p:cNvSpPr/>
                <p:nvPr/>
              </p:nvSpPr>
              <p:spPr>
                <a:xfrm>
                  <a:off x="9363620" y="1831738"/>
                  <a:ext cx="371477" cy="371472"/>
                </a:xfrm>
                <a:custGeom>
                  <a:avLst/>
                  <a:gdLst>
                    <a:gd name="connsiteX0" fmla="*/ 369094 w 371475"/>
                    <a:gd name="connsiteY0" fmla="*/ 188119 h 371475"/>
                    <a:gd name="connsiteX1" fmla="*/ 188119 w 371475"/>
                    <a:gd name="connsiteY1" fmla="*/ 369094 h 371475"/>
                    <a:gd name="connsiteX2" fmla="*/ 7144 w 371475"/>
                    <a:gd name="connsiteY2" fmla="*/ 188119 h 371475"/>
                    <a:gd name="connsiteX3" fmla="*/ 188119 w 371475"/>
                    <a:gd name="connsiteY3" fmla="*/ 7144 h 371475"/>
                    <a:gd name="connsiteX4" fmla="*/ 369094 w 371475"/>
                    <a:gd name="connsiteY4" fmla="*/ 188119 h 371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 h="371475">
                      <a:moveTo>
                        <a:pt x="369094" y="188119"/>
                      </a:moveTo>
                      <a:cubicBezTo>
                        <a:pt x="369094" y="288068"/>
                        <a:pt x="288068" y="369094"/>
                        <a:pt x="188119" y="369094"/>
                      </a:cubicBezTo>
                      <a:cubicBezTo>
                        <a:pt x="88169" y="369094"/>
                        <a:pt x="7144" y="288068"/>
                        <a:pt x="7144" y="188119"/>
                      </a:cubicBezTo>
                      <a:cubicBezTo>
                        <a:pt x="7144" y="88169"/>
                        <a:pt x="88169" y="7144"/>
                        <a:pt x="188119" y="7144"/>
                      </a:cubicBezTo>
                      <a:cubicBezTo>
                        <a:pt x="288068" y="7144"/>
                        <a:pt x="369094" y="88169"/>
                        <a:pt x="369094" y="188119"/>
                      </a:cubicBezTo>
                      <a:close/>
                    </a:path>
                  </a:pathLst>
                </a:custGeom>
                <a:solidFill>
                  <a:srgbClr val="1FF524"/>
                </a:solidFill>
                <a:ln w="9525" cap="flat">
                  <a:noFill/>
                  <a:prstDash val="solid"/>
                  <a:miter/>
                </a:ln>
              </p:spPr>
              <p:txBody>
                <a:bodyPr rtlCol="0" anchor="ctr"/>
                <a:lstStyle/>
                <a:p>
                  <a:pPr defTabSz="995469"/>
                  <a:endParaRPr lang="en-GB" sz="7200" noProof="0" dirty="0">
                    <a:solidFill>
                      <a:srgbClr val="211F26"/>
                    </a:solidFill>
                    <a:latin typeface="+mn-lt"/>
                  </a:endParaRPr>
                </a:p>
              </p:txBody>
            </p:sp>
            <p:grpSp>
              <p:nvGrpSpPr>
                <p:cNvPr id="24" name="Groep 23">
                  <a:extLst>
                    <a:ext uri="{FF2B5EF4-FFF2-40B4-BE49-F238E27FC236}">
                      <a16:creationId xmlns:a16="http://schemas.microsoft.com/office/drawing/2014/main" id="{C34B0607-D71B-E547-FB7B-7B87EACB156C}"/>
                    </a:ext>
                  </a:extLst>
                </p:cNvPr>
                <p:cNvGrpSpPr/>
                <p:nvPr/>
              </p:nvGrpSpPr>
              <p:grpSpPr>
                <a:xfrm>
                  <a:off x="8987389" y="1361199"/>
                  <a:ext cx="2200275" cy="1914525"/>
                  <a:chOff x="8987389" y="1361199"/>
                  <a:chExt cx="2200275" cy="1914525"/>
                </a:xfrm>
                <a:gradFill>
                  <a:gsLst>
                    <a:gs pos="0">
                      <a:srgbClr val="9D9FA1"/>
                    </a:gs>
                    <a:gs pos="70000">
                      <a:srgbClr val="211F26"/>
                    </a:gs>
                  </a:gsLst>
                  <a:lin ang="2700000" scaled="0"/>
                </a:gradFill>
              </p:grpSpPr>
              <p:sp>
                <p:nvSpPr>
                  <p:cNvPr id="25" name="Vrije vorm: vorm 24">
                    <a:extLst>
                      <a:ext uri="{FF2B5EF4-FFF2-40B4-BE49-F238E27FC236}">
                        <a16:creationId xmlns:a16="http://schemas.microsoft.com/office/drawing/2014/main" id="{D8BF9584-2FE5-2C1D-EA1B-B29ACBD20A47}"/>
                      </a:ext>
                    </a:extLst>
                  </p:cNvPr>
                  <p:cNvSpPr/>
                  <p:nvPr/>
                </p:nvSpPr>
                <p:spPr>
                  <a:xfrm>
                    <a:off x="8987389" y="1361199"/>
                    <a:ext cx="2200275" cy="1914525"/>
                  </a:xfrm>
                  <a:custGeom>
                    <a:avLst/>
                    <a:gdLst>
                      <a:gd name="connsiteX0" fmla="*/ 7144 w 2200275"/>
                      <a:gd name="connsiteY0" fmla="*/ 7144 h 1914525"/>
                      <a:gd name="connsiteX1" fmla="*/ 7144 w 2200275"/>
                      <a:gd name="connsiteY1" fmla="*/ 245269 h 1914525"/>
                      <a:gd name="connsiteX2" fmla="*/ 432911 w 2200275"/>
                      <a:gd name="connsiteY2" fmla="*/ 245269 h 1914525"/>
                      <a:gd name="connsiteX3" fmla="*/ 432911 w 2200275"/>
                      <a:gd name="connsiteY3" fmla="*/ 245269 h 1914525"/>
                      <a:gd name="connsiteX4" fmla="*/ 1959769 w 2200275"/>
                      <a:gd name="connsiteY4" fmla="*/ 245269 h 1914525"/>
                      <a:gd name="connsiteX5" fmla="*/ 1959769 w 2200275"/>
                      <a:gd name="connsiteY5" fmla="*/ 1674019 h 1914525"/>
                      <a:gd name="connsiteX6" fmla="*/ 245269 w 2200275"/>
                      <a:gd name="connsiteY6" fmla="*/ 1674019 h 1914525"/>
                      <a:gd name="connsiteX7" fmla="*/ 245269 w 2200275"/>
                      <a:gd name="connsiteY7" fmla="*/ 350044 h 1914525"/>
                      <a:gd name="connsiteX8" fmla="*/ 7144 w 2200275"/>
                      <a:gd name="connsiteY8" fmla="*/ 350044 h 1914525"/>
                      <a:gd name="connsiteX9" fmla="*/ 7144 w 2200275"/>
                      <a:gd name="connsiteY9" fmla="*/ 1912144 h 1914525"/>
                      <a:gd name="connsiteX10" fmla="*/ 2197894 w 2200275"/>
                      <a:gd name="connsiteY10" fmla="*/ 1912144 h 1914525"/>
                      <a:gd name="connsiteX11" fmla="*/ 2197894 w 2200275"/>
                      <a:gd name="connsiteY11" fmla="*/ 7144 h 1914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0275" h="1914525">
                        <a:moveTo>
                          <a:pt x="7144" y="7144"/>
                        </a:moveTo>
                        <a:lnTo>
                          <a:pt x="7144" y="245269"/>
                        </a:lnTo>
                        <a:lnTo>
                          <a:pt x="432911" y="245269"/>
                        </a:lnTo>
                        <a:lnTo>
                          <a:pt x="432911" y="245269"/>
                        </a:lnTo>
                        <a:lnTo>
                          <a:pt x="1959769" y="245269"/>
                        </a:lnTo>
                        <a:lnTo>
                          <a:pt x="1959769" y="1674019"/>
                        </a:lnTo>
                        <a:lnTo>
                          <a:pt x="245269" y="1674019"/>
                        </a:lnTo>
                        <a:lnTo>
                          <a:pt x="245269" y="350044"/>
                        </a:lnTo>
                        <a:lnTo>
                          <a:pt x="7144" y="350044"/>
                        </a:lnTo>
                        <a:lnTo>
                          <a:pt x="7144" y="1912144"/>
                        </a:lnTo>
                        <a:lnTo>
                          <a:pt x="2197894" y="1912144"/>
                        </a:lnTo>
                        <a:lnTo>
                          <a:pt x="2197894" y="7144"/>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sp>
                <p:nvSpPr>
                  <p:cNvPr id="26" name="Vrije vorm: vorm 25">
                    <a:extLst>
                      <a:ext uri="{FF2B5EF4-FFF2-40B4-BE49-F238E27FC236}">
                        <a16:creationId xmlns:a16="http://schemas.microsoft.com/office/drawing/2014/main" id="{86D9B74A-CD58-7A0B-E988-F7028EC94141}"/>
                      </a:ext>
                    </a:extLst>
                  </p:cNvPr>
                  <p:cNvSpPr/>
                  <p:nvPr/>
                </p:nvSpPr>
                <p:spPr>
                  <a:xfrm>
                    <a:off x="9362668" y="1953652"/>
                    <a:ext cx="1438273" cy="885828"/>
                  </a:xfrm>
                  <a:custGeom>
                    <a:avLst/>
                    <a:gdLst>
                      <a:gd name="connsiteX0" fmla="*/ 1070134 w 1438275"/>
                      <a:gd name="connsiteY0" fmla="*/ 7144 h 885825"/>
                      <a:gd name="connsiteX1" fmla="*/ 801529 w 1438275"/>
                      <a:gd name="connsiteY1" fmla="*/ 275749 h 885825"/>
                      <a:gd name="connsiteX2" fmla="*/ 662464 w 1438275"/>
                      <a:gd name="connsiteY2" fmla="*/ 137636 h 885825"/>
                      <a:gd name="connsiteX3" fmla="*/ 7144 w 1438275"/>
                      <a:gd name="connsiteY3" fmla="*/ 784384 h 885825"/>
                      <a:gd name="connsiteX4" fmla="*/ 108109 w 1438275"/>
                      <a:gd name="connsiteY4" fmla="*/ 885349 h 885825"/>
                      <a:gd name="connsiteX5" fmla="*/ 662464 w 1438275"/>
                      <a:gd name="connsiteY5" fmla="*/ 338614 h 885825"/>
                      <a:gd name="connsiteX6" fmla="*/ 928211 w 1438275"/>
                      <a:gd name="connsiteY6" fmla="*/ 605314 h 885825"/>
                      <a:gd name="connsiteX7" fmla="*/ 1029176 w 1438275"/>
                      <a:gd name="connsiteY7" fmla="*/ 503396 h 885825"/>
                      <a:gd name="connsiteX8" fmla="*/ 902494 w 1438275"/>
                      <a:gd name="connsiteY8" fmla="*/ 376714 h 885825"/>
                      <a:gd name="connsiteX9" fmla="*/ 1070134 w 1438275"/>
                      <a:gd name="connsiteY9" fmla="*/ 209074 h 885825"/>
                      <a:gd name="connsiteX10" fmla="*/ 1337786 w 1438275"/>
                      <a:gd name="connsiteY10" fmla="*/ 480536 h 885825"/>
                      <a:gd name="connsiteX11" fmla="*/ 1438751 w 1438275"/>
                      <a:gd name="connsiteY11" fmla="*/ 378619 h 885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38275" h="885825">
                        <a:moveTo>
                          <a:pt x="1070134" y="7144"/>
                        </a:moveTo>
                        <a:lnTo>
                          <a:pt x="801529" y="275749"/>
                        </a:lnTo>
                        <a:lnTo>
                          <a:pt x="662464" y="137636"/>
                        </a:lnTo>
                        <a:lnTo>
                          <a:pt x="7144" y="784384"/>
                        </a:lnTo>
                        <a:lnTo>
                          <a:pt x="108109" y="885349"/>
                        </a:lnTo>
                        <a:lnTo>
                          <a:pt x="662464" y="338614"/>
                        </a:lnTo>
                        <a:lnTo>
                          <a:pt x="928211" y="605314"/>
                        </a:lnTo>
                        <a:lnTo>
                          <a:pt x="1029176" y="503396"/>
                        </a:lnTo>
                        <a:lnTo>
                          <a:pt x="902494" y="376714"/>
                        </a:lnTo>
                        <a:lnTo>
                          <a:pt x="1070134" y="209074"/>
                        </a:lnTo>
                        <a:lnTo>
                          <a:pt x="1337786" y="480536"/>
                        </a:lnTo>
                        <a:lnTo>
                          <a:pt x="1438751" y="378619"/>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grpSp>
          </p:grpSp>
          <p:sp>
            <p:nvSpPr>
              <p:cNvPr id="22" name="Tekstvak 21">
                <a:extLst>
                  <a:ext uri="{FF2B5EF4-FFF2-40B4-BE49-F238E27FC236}">
                    <a16:creationId xmlns:a16="http://schemas.microsoft.com/office/drawing/2014/main" id="{810385CB-2139-23B5-B218-14378207763A}"/>
                  </a:ext>
                </a:extLst>
              </p:cNvPr>
              <p:cNvSpPr txBox="1"/>
              <p:nvPr userDrawn="1"/>
            </p:nvSpPr>
            <p:spPr>
              <a:xfrm>
                <a:off x="-3563526" y="1617700"/>
                <a:ext cx="354190" cy="113727"/>
              </a:xfrm>
              <a:prstGeom prst="rect">
                <a:avLst/>
              </a:prstGeom>
              <a:noFill/>
            </p:spPr>
            <p:txBody>
              <a:bodyPr wrap="square" lIns="0" tIns="18000" rIns="0" bIns="0" rtlCol="0" anchor="t">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Images</a:t>
                </a:r>
              </a:p>
            </p:txBody>
          </p:sp>
        </p:grpSp>
      </p:grpSp>
    </p:spTree>
    <p:extLst>
      <p:ext uri="{BB962C8B-B14F-4D97-AF65-F5344CB8AC3E}">
        <p14:creationId xmlns:p14="http://schemas.microsoft.com/office/powerpoint/2010/main" val="404197750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ustom #5">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E30336D-2F34-A61D-B23F-AF6C3F3EB77A}"/>
              </a:ext>
            </a:extLst>
          </p:cNvPr>
          <p:cNvSpPr>
            <a:spLocks noGrp="1"/>
          </p:cNvSpPr>
          <p:nvPr>
            <p:ph type="title" hasCustomPrompt="1"/>
          </p:nvPr>
        </p:nvSpPr>
        <p:spPr/>
        <p:txBody>
          <a:bodyPr/>
          <a:lstStyle/>
          <a:p>
            <a:r>
              <a:rPr lang="nl-NL"/>
              <a:t>Title goes here</a:t>
            </a:r>
            <a:endParaRPr lang="en-GB" dirty="0"/>
          </a:p>
        </p:txBody>
      </p:sp>
      <p:sp>
        <p:nvSpPr>
          <p:cNvPr id="3" name="Tijdelijke aanduiding voor datum 2">
            <a:extLst>
              <a:ext uri="{FF2B5EF4-FFF2-40B4-BE49-F238E27FC236}">
                <a16:creationId xmlns:a16="http://schemas.microsoft.com/office/drawing/2014/main" id="{7768E1F9-FEEB-CCB7-4F62-7C98C8131074}"/>
              </a:ext>
            </a:extLst>
          </p:cNvPr>
          <p:cNvSpPr>
            <a:spLocks noGrp="1"/>
          </p:cNvSpPr>
          <p:nvPr>
            <p:ph type="dt" sz="half" idx="10"/>
          </p:nvPr>
        </p:nvSpPr>
        <p:spPr/>
        <p:txBody>
          <a:bodyPr/>
          <a:lstStyle/>
          <a:p>
            <a:r>
              <a:rPr lang="LID4096"/>
              <a:t>08/30/2024</a:t>
            </a:r>
            <a:endParaRPr lang="en-GB" dirty="0"/>
          </a:p>
        </p:txBody>
      </p:sp>
      <p:sp>
        <p:nvSpPr>
          <p:cNvPr id="4" name="Tijdelijke aanduiding voor dianummer 3">
            <a:extLst>
              <a:ext uri="{FF2B5EF4-FFF2-40B4-BE49-F238E27FC236}">
                <a16:creationId xmlns:a16="http://schemas.microsoft.com/office/drawing/2014/main" id="{E8656451-C5C9-2CE5-920F-3C2F6717E8E6}"/>
              </a:ext>
            </a:extLst>
          </p:cNvPr>
          <p:cNvSpPr>
            <a:spLocks noGrp="1"/>
          </p:cNvSpPr>
          <p:nvPr>
            <p:ph type="sldNum" sz="quarter" idx="11"/>
          </p:nvPr>
        </p:nvSpPr>
        <p:spPr/>
        <p:txBody>
          <a:bodyPr/>
          <a:lstStyle/>
          <a:p>
            <a:fld id="{9E843DB9-9987-4157-AB9C-CEA8D7D910BB}" type="slidenum">
              <a:rPr lang="en-GB" smtClean="0"/>
              <a:pPr/>
              <a:t>‹#›</a:t>
            </a:fld>
            <a:endParaRPr lang="en-GB" dirty="0"/>
          </a:p>
        </p:txBody>
      </p:sp>
      <p:sp>
        <p:nvSpPr>
          <p:cNvPr id="11" name="Rechthoek 10">
            <a:extLst>
              <a:ext uri="{FF2B5EF4-FFF2-40B4-BE49-F238E27FC236}">
                <a16:creationId xmlns:a16="http://schemas.microsoft.com/office/drawing/2014/main" id="{398A574D-2AAC-1474-75FB-38865F36BFDE}"/>
              </a:ext>
            </a:extLst>
          </p:cNvPr>
          <p:cNvSpPr/>
          <p:nvPr userDrawn="1"/>
        </p:nvSpPr>
        <p:spPr>
          <a:xfrm>
            <a:off x="0" y="-441330"/>
            <a:ext cx="1179810"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en-GB" sz="1800" b="1" cap="none" baseline="0" noProof="0" dirty="0">
                <a:solidFill>
                  <a:schemeClr val="accent1"/>
                </a:solidFill>
                <a:latin typeface="+mj-lt"/>
              </a:rPr>
              <a:t>Custom #5</a:t>
            </a:r>
          </a:p>
        </p:txBody>
      </p:sp>
      <p:sp>
        <p:nvSpPr>
          <p:cNvPr id="5" name="Tijdelijke aanduiding voor afbeelding 16">
            <a:extLst>
              <a:ext uri="{FF2B5EF4-FFF2-40B4-BE49-F238E27FC236}">
                <a16:creationId xmlns:a16="http://schemas.microsoft.com/office/drawing/2014/main" id="{097D3568-BED0-E753-083E-C86FFB3B280D}"/>
              </a:ext>
            </a:extLst>
          </p:cNvPr>
          <p:cNvSpPr>
            <a:spLocks noGrp="1"/>
          </p:cNvSpPr>
          <p:nvPr>
            <p:ph type="pic" sz="quarter" idx="14" hasCustomPrompt="1"/>
          </p:nvPr>
        </p:nvSpPr>
        <p:spPr>
          <a:xfrm>
            <a:off x="5123543" y="1814286"/>
            <a:ext cx="5863770" cy="3643085"/>
          </a:xfrm>
          <a:prstGeom prst="rect">
            <a:avLst/>
          </a:prstGeom>
          <a:pattFill prst="pct60">
            <a:fgClr>
              <a:schemeClr val="bg1">
                <a:lumMod val="95000"/>
              </a:schemeClr>
            </a:fgClr>
            <a:bgClr>
              <a:schemeClr val="bg1">
                <a:lumMod val="85000"/>
              </a:schemeClr>
            </a:bgClr>
          </a:patt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the tab ‘</a:t>
            </a:r>
            <a:r>
              <a:rPr lang="en-GB" noProof="0" dirty="0" err="1"/>
              <a:t>Slidebuilder</a:t>
            </a:r>
            <a:r>
              <a:rPr lang="en-GB" noProof="0" dirty="0"/>
              <a:t>’, click on ‘Images’, </a:t>
            </a:r>
            <a:br>
              <a:rPr lang="en-GB" noProof="0" dirty="0"/>
            </a:br>
            <a:r>
              <a:rPr lang="en-GB" noProof="0" dirty="0"/>
              <a:t>select the preferred image and click on ‘Insert’.</a:t>
            </a:r>
          </a:p>
        </p:txBody>
      </p:sp>
      <p:grpSp>
        <p:nvGrpSpPr>
          <p:cNvPr id="6" name="INSTRUCTION">
            <a:extLst>
              <a:ext uri="{FF2B5EF4-FFF2-40B4-BE49-F238E27FC236}">
                <a16:creationId xmlns:a16="http://schemas.microsoft.com/office/drawing/2014/main" id="{5D5AB300-4DA9-FD86-33AE-B47C1A7E3C0C}"/>
              </a:ext>
            </a:extLst>
          </p:cNvPr>
          <p:cNvGrpSpPr/>
          <p:nvPr userDrawn="1"/>
        </p:nvGrpSpPr>
        <p:grpSpPr>
          <a:xfrm>
            <a:off x="12377595" y="0"/>
            <a:ext cx="3693113" cy="5054643"/>
            <a:chOff x="-3786164" y="0"/>
            <a:chExt cx="3693113" cy="5054643"/>
          </a:xfrm>
        </p:grpSpPr>
        <p:sp>
          <p:nvSpPr>
            <p:cNvPr id="7" name="Rechthoek 6">
              <a:extLst>
                <a:ext uri="{FF2B5EF4-FFF2-40B4-BE49-F238E27FC236}">
                  <a16:creationId xmlns:a16="http://schemas.microsoft.com/office/drawing/2014/main" id="{DB286456-4F71-17CE-AB3B-8F2303243695}"/>
                </a:ext>
              </a:extLst>
            </p:cNvPr>
            <p:cNvSpPr/>
            <p:nvPr userDrawn="1"/>
          </p:nvSpPr>
          <p:spPr>
            <a:xfrm>
              <a:off x="-3786164" y="0"/>
              <a:ext cx="3593091" cy="4391599"/>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Insert/edit an image</a:t>
              </a:r>
            </a:p>
          </p:txBody>
        </p:sp>
        <p:sp>
          <p:nvSpPr>
            <p:cNvPr id="8" name="Rechthoek 7">
              <a:extLst>
                <a:ext uri="{FF2B5EF4-FFF2-40B4-BE49-F238E27FC236}">
                  <a16:creationId xmlns:a16="http://schemas.microsoft.com/office/drawing/2014/main" id="{0730A949-EDF9-97EC-7EBA-646F8FA1EB13}"/>
                </a:ext>
              </a:extLst>
            </p:cNvPr>
            <p:cNvSpPr/>
            <p:nvPr userDrawn="1"/>
          </p:nvSpPr>
          <p:spPr>
            <a:xfrm>
              <a:off x="-3786164" y="4226643"/>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sp>
          <p:nvSpPr>
            <p:cNvPr id="9" name="Ovaal 8">
              <a:extLst>
                <a:ext uri="{FF2B5EF4-FFF2-40B4-BE49-F238E27FC236}">
                  <a16:creationId xmlns:a16="http://schemas.microsoft.com/office/drawing/2014/main" id="{29C6FDBA-7DF7-A3D8-776F-AD9C08426504}"/>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0" name="Rechthoek 9">
              <a:extLst>
                <a:ext uri="{FF2B5EF4-FFF2-40B4-BE49-F238E27FC236}">
                  <a16:creationId xmlns:a16="http://schemas.microsoft.com/office/drawing/2014/main" id="{223BD816-294B-6061-87EE-4414B13A1452}"/>
                </a:ext>
              </a:extLst>
            </p:cNvPr>
            <p:cNvSpPr/>
            <p:nvPr userDrawn="1"/>
          </p:nvSpPr>
          <p:spPr>
            <a:xfrm>
              <a:off x="-3319416" y="465323"/>
              <a:ext cx="3008779" cy="661851"/>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If necessary, delete the existing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by using the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key’</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Select the placeholder,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1" i="0" u="none" strike="noStrike" kern="0" cap="none" spc="0" normalizeH="0" baseline="0" noProof="0" dirty="0" err="1">
                  <a:ln>
                    <a:noFill/>
                  </a:ln>
                  <a:solidFill>
                    <a:srgbClr val="000000"/>
                  </a:solidFill>
                  <a:effectLst/>
                  <a:uLnTx/>
                  <a:uFillTx/>
                  <a:latin typeface="Calibri" panose="020F0502020204030204" pitchFamily="34" charset="0"/>
                  <a:ea typeface="+mn-ea"/>
                  <a:cs typeface="Calibri" panose="020F0502020204030204" pitchFamily="34" charset="0"/>
                </a:rPr>
                <a:t>Slidebuilder</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 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‘Images’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endPar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12" name="Ovaal 11">
              <a:extLst>
                <a:ext uri="{FF2B5EF4-FFF2-40B4-BE49-F238E27FC236}">
                  <a16:creationId xmlns:a16="http://schemas.microsoft.com/office/drawing/2014/main" id="{22FDCDF5-46AC-2034-FBD8-2662FFB6795C}"/>
                </a:ext>
              </a:extLst>
            </p:cNvPr>
            <p:cNvSpPr/>
            <p:nvPr userDrawn="1"/>
          </p:nvSpPr>
          <p:spPr>
            <a:xfrm>
              <a:off x="-3603587" y="18111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3" name="Rechthoek 12">
              <a:extLst>
                <a:ext uri="{FF2B5EF4-FFF2-40B4-BE49-F238E27FC236}">
                  <a16:creationId xmlns:a16="http://schemas.microsoft.com/office/drawing/2014/main" id="{A39336E4-7981-247F-C6F1-21EB05BDAF91}"/>
                </a:ext>
              </a:extLst>
            </p:cNvPr>
            <p:cNvSpPr/>
            <p:nvPr userDrawn="1"/>
          </p:nvSpPr>
          <p:spPr>
            <a:xfrm>
              <a:off x="-3319415" y="1811185"/>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 the preferred category and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and click 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‘Insert’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14" name="Rechthoek 13">
              <a:extLst>
                <a:ext uri="{FF2B5EF4-FFF2-40B4-BE49-F238E27FC236}">
                  <a16:creationId xmlns:a16="http://schemas.microsoft.com/office/drawing/2014/main" id="{FD885712-AFA0-8A34-1854-54A57FD9B172}"/>
                </a:ext>
              </a:extLst>
            </p:cNvPr>
            <p:cNvSpPr/>
            <p:nvPr userDrawn="1"/>
          </p:nvSpPr>
          <p:spPr>
            <a:xfrm>
              <a:off x="-3319415" y="2245760"/>
              <a:ext cx="825500" cy="209550"/>
            </a:xfrm>
            <a:prstGeom prst="rect">
              <a:avLst/>
            </a:prstGeom>
            <a:solidFill>
              <a:srgbClr val="1FF52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1000" b="1" noProof="0" dirty="0">
                  <a:solidFill>
                    <a:srgbClr val="211F26"/>
                  </a:solidFill>
                  <a:latin typeface="Calibri" panose="020F0502020204030204" pitchFamily="34" charset="0"/>
                  <a:cs typeface="Calibri" panose="020F0502020204030204" pitchFamily="34" charset="0"/>
                </a:rPr>
                <a:t>Insert</a:t>
              </a:r>
            </a:p>
          </p:txBody>
        </p:sp>
        <p:sp>
          <p:nvSpPr>
            <p:cNvPr id="15" name="Ovaal 14">
              <a:extLst>
                <a:ext uri="{FF2B5EF4-FFF2-40B4-BE49-F238E27FC236}">
                  <a16:creationId xmlns:a16="http://schemas.microsoft.com/office/drawing/2014/main" id="{008C34EF-72AF-1F36-AABF-806E55A8CCBE}"/>
                </a:ext>
              </a:extLst>
            </p:cNvPr>
            <p:cNvSpPr/>
            <p:nvPr userDrawn="1"/>
          </p:nvSpPr>
          <p:spPr>
            <a:xfrm>
              <a:off x="-3603587" y="263483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16" name="Rechthoek 15">
              <a:extLst>
                <a:ext uri="{FF2B5EF4-FFF2-40B4-BE49-F238E27FC236}">
                  <a16:creationId xmlns:a16="http://schemas.microsoft.com/office/drawing/2014/main" id="{575222EC-36CC-0394-144F-604580963B0E}"/>
                </a:ext>
              </a:extLst>
            </p:cNvPr>
            <p:cNvSpPr/>
            <p:nvPr userDrawn="1"/>
          </p:nvSpPr>
          <p:spPr>
            <a:xfrm>
              <a:off x="-3319415" y="2634835"/>
              <a:ext cx="2944682" cy="794165"/>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To scale or drag the image,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‘Picture Tools - Format’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‘Crop’</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Scale the image itself with</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spheres and scale the image frame with the brackets.</a:t>
              </a:r>
            </a:p>
          </p:txBody>
        </p:sp>
        <p:grpSp>
          <p:nvGrpSpPr>
            <p:cNvPr id="17" name="Groep 16">
              <a:extLst>
                <a:ext uri="{FF2B5EF4-FFF2-40B4-BE49-F238E27FC236}">
                  <a16:creationId xmlns:a16="http://schemas.microsoft.com/office/drawing/2014/main" id="{03B92EB2-074A-F0B2-4284-205FAD938F7F}"/>
                </a:ext>
              </a:extLst>
            </p:cNvPr>
            <p:cNvGrpSpPr/>
            <p:nvPr userDrawn="1"/>
          </p:nvGrpSpPr>
          <p:grpSpPr>
            <a:xfrm>
              <a:off x="-3414453" y="3534339"/>
              <a:ext cx="514284" cy="506545"/>
              <a:chOff x="12617641" y="3403239"/>
              <a:chExt cx="752963" cy="741634"/>
            </a:xfrm>
          </p:grpSpPr>
          <p:grpSp>
            <p:nvGrpSpPr>
              <p:cNvPr id="34" name="Groep 33">
                <a:extLst>
                  <a:ext uri="{FF2B5EF4-FFF2-40B4-BE49-F238E27FC236}">
                    <a16:creationId xmlns:a16="http://schemas.microsoft.com/office/drawing/2014/main" id="{D96186F1-4444-7CDA-48D0-36B200FDBA57}"/>
                  </a:ext>
                </a:extLst>
              </p:cNvPr>
              <p:cNvGrpSpPr/>
              <p:nvPr userDrawn="1"/>
            </p:nvGrpSpPr>
            <p:grpSpPr>
              <a:xfrm>
                <a:off x="12771530" y="3403239"/>
                <a:ext cx="467176" cy="448491"/>
                <a:chOff x="12782157" y="3403239"/>
                <a:chExt cx="467176" cy="448491"/>
              </a:xfrm>
            </p:grpSpPr>
            <p:grpSp>
              <p:nvGrpSpPr>
                <p:cNvPr id="37" name="Groep 36">
                  <a:extLst>
                    <a:ext uri="{FF2B5EF4-FFF2-40B4-BE49-F238E27FC236}">
                      <a16:creationId xmlns:a16="http://schemas.microsoft.com/office/drawing/2014/main" id="{FF078E09-72EA-D5E3-241F-D80E9C2261CA}"/>
                    </a:ext>
                  </a:extLst>
                </p:cNvPr>
                <p:cNvGrpSpPr/>
                <p:nvPr userDrawn="1"/>
              </p:nvGrpSpPr>
              <p:grpSpPr>
                <a:xfrm>
                  <a:off x="12782157" y="3403239"/>
                  <a:ext cx="412976" cy="396132"/>
                  <a:chOff x="13554906" y="3320109"/>
                  <a:chExt cx="443917" cy="425811"/>
                </a:xfrm>
              </p:grpSpPr>
              <p:grpSp>
                <p:nvGrpSpPr>
                  <p:cNvPr id="44" name="Groep 43">
                    <a:extLst>
                      <a:ext uri="{FF2B5EF4-FFF2-40B4-BE49-F238E27FC236}">
                        <a16:creationId xmlns:a16="http://schemas.microsoft.com/office/drawing/2014/main" id="{C83AF6C7-8092-A6AB-C0C5-77B9E2CE1D08}"/>
                      </a:ext>
                    </a:extLst>
                  </p:cNvPr>
                  <p:cNvGrpSpPr/>
                  <p:nvPr userDrawn="1"/>
                </p:nvGrpSpPr>
                <p:grpSpPr>
                  <a:xfrm>
                    <a:off x="13554906" y="3320109"/>
                    <a:ext cx="443917" cy="425811"/>
                    <a:chOff x="12909684" y="1276143"/>
                    <a:chExt cx="443917" cy="425811"/>
                  </a:xfrm>
                </p:grpSpPr>
                <p:sp>
                  <p:nvSpPr>
                    <p:cNvPr id="47" name="Rechthoek 46">
                      <a:extLst>
                        <a:ext uri="{FF2B5EF4-FFF2-40B4-BE49-F238E27FC236}">
                          <a16:creationId xmlns:a16="http://schemas.microsoft.com/office/drawing/2014/main" id="{FF5C9E9E-F8B0-B277-AF4C-BFC9C501E72D}"/>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48" name="Rechthoek 47">
                      <a:extLst>
                        <a:ext uri="{FF2B5EF4-FFF2-40B4-BE49-F238E27FC236}">
                          <a16:creationId xmlns:a16="http://schemas.microsoft.com/office/drawing/2014/main" id="{4F1098A8-26DD-06E6-E641-D839AD0323C0}"/>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49" name="Ovaal 48">
                      <a:extLst>
                        <a:ext uri="{FF2B5EF4-FFF2-40B4-BE49-F238E27FC236}">
                          <a16:creationId xmlns:a16="http://schemas.microsoft.com/office/drawing/2014/main" id="{C17A3A52-8EFD-8048-45EA-7564869CC426}"/>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pic>
                <p:nvPicPr>
                  <p:cNvPr id="45" name="Afbeelding 44">
                    <a:extLst>
                      <a:ext uri="{FF2B5EF4-FFF2-40B4-BE49-F238E27FC236}">
                        <a16:creationId xmlns:a16="http://schemas.microsoft.com/office/drawing/2014/main" id="{1D3D8E8A-5D88-5469-6E57-75C21DAAB060}"/>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a:off x="13567296" y="3424991"/>
                    <a:ext cx="173367" cy="140220"/>
                  </a:xfrm>
                  <a:prstGeom prst="rect">
                    <a:avLst/>
                  </a:prstGeom>
                </p:spPr>
              </p:pic>
              <p:pic>
                <p:nvPicPr>
                  <p:cNvPr id="46" name="Afbeelding 45">
                    <a:extLst>
                      <a:ext uri="{FF2B5EF4-FFF2-40B4-BE49-F238E27FC236}">
                        <a16:creationId xmlns:a16="http://schemas.microsoft.com/office/drawing/2014/main" id="{75DDE359-E0A6-B364-C024-7311A00F75AD}"/>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38" name="Groep 37">
                  <a:extLst>
                    <a:ext uri="{FF2B5EF4-FFF2-40B4-BE49-F238E27FC236}">
                      <a16:creationId xmlns:a16="http://schemas.microsoft.com/office/drawing/2014/main" id="{B6311CE7-A21C-092D-7C9D-4F5A2A508B3E}"/>
                    </a:ext>
                  </a:extLst>
                </p:cNvPr>
                <p:cNvGrpSpPr/>
                <p:nvPr userDrawn="1"/>
              </p:nvGrpSpPr>
              <p:grpSpPr>
                <a:xfrm>
                  <a:off x="13103513" y="3705268"/>
                  <a:ext cx="145820" cy="146462"/>
                  <a:chOff x="13096169" y="3602278"/>
                  <a:chExt cx="145820" cy="146462"/>
                </a:xfrm>
              </p:grpSpPr>
              <p:sp>
                <p:nvSpPr>
                  <p:cNvPr id="42" name="Rechthoek 41">
                    <a:extLst>
                      <a:ext uri="{FF2B5EF4-FFF2-40B4-BE49-F238E27FC236}">
                        <a16:creationId xmlns:a16="http://schemas.microsoft.com/office/drawing/2014/main" id="{E3970E51-0459-5EA3-075D-9F851ABB73FF}"/>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43" name="Rechthoek 42">
                    <a:extLst>
                      <a:ext uri="{FF2B5EF4-FFF2-40B4-BE49-F238E27FC236}">
                        <a16:creationId xmlns:a16="http://schemas.microsoft.com/office/drawing/2014/main" id="{B6041FAB-B4CA-8BF7-5114-19AC090DAEFA}"/>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39" name="Groep 38">
                  <a:extLst>
                    <a:ext uri="{FF2B5EF4-FFF2-40B4-BE49-F238E27FC236}">
                      <a16:creationId xmlns:a16="http://schemas.microsoft.com/office/drawing/2014/main" id="{DDB4A2CF-2910-E114-AC1B-A38A186A0DDD}"/>
                    </a:ext>
                  </a:extLst>
                </p:cNvPr>
                <p:cNvGrpSpPr/>
                <p:nvPr userDrawn="1"/>
              </p:nvGrpSpPr>
              <p:grpSpPr>
                <a:xfrm rot="10800000">
                  <a:off x="13061402" y="3665637"/>
                  <a:ext cx="145820" cy="146462"/>
                  <a:chOff x="13096169" y="3602278"/>
                  <a:chExt cx="145820" cy="146462"/>
                </a:xfrm>
              </p:grpSpPr>
              <p:sp>
                <p:nvSpPr>
                  <p:cNvPr id="40" name="Rechthoek 39">
                    <a:extLst>
                      <a:ext uri="{FF2B5EF4-FFF2-40B4-BE49-F238E27FC236}">
                        <a16:creationId xmlns:a16="http://schemas.microsoft.com/office/drawing/2014/main" id="{CB7EB5C3-B27C-1374-AB1A-0F9008265B04}"/>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41" name="Rechthoek 40">
                    <a:extLst>
                      <a:ext uri="{FF2B5EF4-FFF2-40B4-BE49-F238E27FC236}">
                        <a16:creationId xmlns:a16="http://schemas.microsoft.com/office/drawing/2014/main" id="{D05622B2-F0B7-0B27-552A-9B18BF9B7F09}"/>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sp>
            <p:nvSpPr>
              <p:cNvPr id="35" name="Rechthoek 34">
                <a:extLst>
                  <a:ext uri="{FF2B5EF4-FFF2-40B4-BE49-F238E27FC236}">
                    <a16:creationId xmlns:a16="http://schemas.microsoft.com/office/drawing/2014/main" id="{0E39195F-DC9B-C19D-7442-066D0E3D13BE}"/>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900" b="0" noProof="0" dirty="0">
                    <a:solidFill>
                      <a:srgbClr val="211F26"/>
                    </a:solidFill>
                    <a:latin typeface="Calibri" panose="020F0502020204030204" pitchFamily="34" charset="0"/>
                    <a:cs typeface="Calibri" panose="020F0502020204030204" pitchFamily="34" charset="0"/>
                  </a:rPr>
                  <a:t>Crop</a:t>
                </a:r>
              </a:p>
            </p:txBody>
          </p:sp>
          <p:sp>
            <p:nvSpPr>
              <p:cNvPr id="36" name="Gelijkbenige driehoek 35">
                <a:extLst>
                  <a:ext uri="{FF2B5EF4-FFF2-40B4-BE49-F238E27FC236}">
                    <a16:creationId xmlns:a16="http://schemas.microsoft.com/office/drawing/2014/main" id="{87F7F1DE-5960-178D-9957-C22D9B1853F8}"/>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18" name="ICOON_info">
              <a:extLst>
                <a:ext uri="{FF2B5EF4-FFF2-40B4-BE49-F238E27FC236}">
                  <a16:creationId xmlns:a16="http://schemas.microsoft.com/office/drawing/2014/main" id="{73E9B773-3672-8B03-9C29-67B85B77C4E7}"/>
                </a:ext>
              </a:extLst>
            </p:cNvPr>
            <p:cNvGrpSpPr/>
            <p:nvPr userDrawn="1"/>
          </p:nvGrpSpPr>
          <p:grpSpPr>
            <a:xfrm>
              <a:off x="-376736" y="4055594"/>
              <a:ext cx="283685" cy="283685"/>
              <a:chOff x="-510741" y="5913713"/>
              <a:chExt cx="267555" cy="267555"/>
            </a:xfrm>
          </p:grpSpPr>
          <p:sp>
            <p:nvSpPr>
              <p:cNvPr id="32" name="Ovaal 31">
                <a:extLst>
                  <a:ext uri="{FF2B5EF4-FFF2-40B4-BE49-F238E27FC236}">
                    <a16:creationId xmlns:a16="http://schemas.microsoft.com/office/drawing/2014/main" id="{3AD2260C-5899-1869-384D-F3CE067C2E8B}"/>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33" name="Graphic 163" descr="Informatie">
                <a:extLst>
                  <a:ext uri="{FF2B5EF4-FFF2-40B4-BE49-F238E27FC236}">
                    <a16:creationId xmlns:a16="http://schemas.microsoft.com/office/drawing/2014/main" id="{FAF743CB-30F6-587C-85BC-FB9BFF2A5960}"/>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19" name="Groep 18">
              <a:extLst>
                <a:ext uri="{FF2B5EF4-FFF2-40B4-BE49-F238E27FC236}">
                  <a16:creationId xmlns:a16="http://schemas.microsoft.com/office/drawing/2014/main" id="{D61C68B6-F436-A129-0103-A3E6E372ADF9}"/>
                </a:ext>
              </a:extLst>
            </p:cNvPr>
            <p:cNvGrpSpPr/>
            <p:nvPr userDrawn="1"/>
          </p:nvGrpSpPr>
          <p:grpSpPr>
            <a:xfrm>
              <a:off x="-938434" y="4364020"/>
              <a:ext cx="627798" cy="576693"/>
              <a:chOff x="-938434" y="4570310"/>
              <a:chExt cx="627798" cy="576693"/>
            </a:xfrm>
          </p:grpSpPr>
          <p:grpSp>
            <p:nvGrpSpPr>
              <p:cNvPr id="27" name="Inspireren">
                <a:extLst>
                  <a:ext uri="{FF2B5EF4-FFF2-40B4-BE49-F238E27FC236}">
                    <a16:creationId xmlns:a16="http://schemas.microsoft.com/office/drawing/2014/main" id="{B79D49FB-C297-FF16-CC00-4DD48870E598}"/>
                  </a:ext>
                </a:extLst>
              </p:cNvPr>
              <p:cNvGrpSpPr>
                <a:grpSpLocks noChangeAspect="1"/>
              </p:cNvGrpSpPr>
              <p:nvPr userDrawn="1"/>
            </p:nvGrpSpPr>
            <p:grpSpPr bwMode="auto">
              <a:xfrm>
                <a:off x="-716116" y="4570310"/>
                <a:ext cx="169778" cy="242385"/>
                <a:chOff x="4768" y="2783"/>
                <a:chExt cx="788" cy="1125"/>
              </a:xfrm>
              <a:gradFill>
                <a:gsLst>
                  <a:gs pos="0">
                    <a:srgbClr val="9D9FA1"/>
                  </a:gs>
                  <a:gs pos="70000">
                    <a:srgbClr val="211F26"/>
                  </a:gs>
                </a:gsLst>
                <a:lin ang="2700000" scaled="0"/>
              </a:gradFill>
            </p:grpSpPr>
            <p:sp>
              <p:nvSpPr>
                <p:cNvPr id="29" name="Freeform 12">
                  <a:extLst>
                    <a:ext uri="{FF2B5EF4-FFF2-40B4-BE49-F238E27FC236}">
                      <a16:creationId xmlns:a16="http://schemas.microsoft.com/office/drawing/2014/main" id="{2F25B28A-CD31-3F03-C3F3-F5532CE7D76B}"/>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30" name="Freeform 13">
                  <a:extLst>
                    <a:ext uri="{FF2B5EF4-FFF2-40B4-BE49-F238E27FC236}">
                      <a16:creationId xmlns:a16="http://schemas.microsoft.com/office/drawing/2014/main" id="{DDB34996-3328-1226-48ED-B020DB49AD31}"/>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31" name="Freeform 14">
                  <a:extLst>
                    <a:ext uri="{FF2B5EF4-FFF2-40B4-BE49-F238E27FC236}">
                      <a16:creationId xmlns:a16="http://schemas.microsoft.com/office/drawing/2014/main" id="{9050C5E1-C70E-9C68-D9FA-02CAB6510BDD}"/>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28" name="Tekstvak 27">
                <a:extLst>
                  <a:ext uri="{FF2B5EF4-FFF2-40B4-BE49-F238E27FC236}">
                    <a16:creationId xmlns:a16="http://schemas.microsoft.com/office/drawing/2014/main" id="{A5E1CD04-5FD7-9767-41A6-FDE233D0C2C1}"/>
                  </a:ext>
                </a:extLst>
              </p:cNvPr>
              <p:cNvSpPr txBox="1"/>
              <p:nvPr userDrawn="1"/>
            </p:nvSpPr>
            <p:spPr>
              <a:xfrm>
                <a:off x="-938434" y="4824764"/>
                <a:ext cx="627798" cy="32223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grpSp>
          <p:nvGrpSpPr>
            <p:cNvPr id="20" name="Groep 19">
              <a:extLst>
                <a:ext uri="{FF2B5EF4-FFF2-40B4-BE49-F238E27FC236}">
                  <a16:creationId xmlns:a16="http://schemas.microsoft.com/office/drawing/2014/main" id="{C242BDAC-55B2-14E8-B5FF-814AEEA40C3D}"/>
                </a:ext>
              </a:extLst>
            </p:cNvPr>
            <p:cNvGrpSpPr/>
            <p:nvPr userDrawn="1"/>
          </p:nvGrpSpPr>
          <p:grpSpPr>
            <a:xfrm>
              <a:off x="-3365484" y="1226982"/>
              <a:ext cx="446937" cy="406485"/>
              <a:chOff x="-3563526" y="1409294"/>
              <a:chExt cx="354190" cy="322133"/>
            </a:xfrm>
          </p:grpSpPr>
          <p:grpSp>
            <p:nvGrpSpPr>
              <p:cNvPr id="21" name="Groep 20">
                <a:extLst>
                  <a:ext uri="{FF2B5EF4-FFF2-40B4-BE49-F238E27FC236}">
                    <a16:creationId xmlns:a16="http://schemas.microsoft.com/office/drawing/2014/main" id="{0C7C8A08-3E2A-1162-8DD8-A5A8B53A898B}"/>
                  </a:ext>
                </a:extLst>
              </p:cNvPr>
              <p:cNvGrpSpPr/>
              <p:nvPr userDrawn="1"/>
            </p:nvGrpSpPr>
            <p:grpSpPr>
              <a:xfrm>
                <a:off x="-3499992" y="1409294"/>
                <a:ext cx="225195" cy="195499"/>
                <a:chOff x="8987389" y="1361199"/>
                <a:chExt cx="2200275" cy="1914525"/>
              </a:xfrm>
            </p:grpSpPr>
            <p:sp>
              <p:nvSpPr>
                <p:cNvPr id="23" name="Vrije vorm: vorm 22">
                  <a:extLst>
                    <a:ext uri="{FF2B5EF4-FFF2-40B4-BE49-F238E27FC236}">
                      <a16:creationId xmlns:a16="http://schemas.microsoft.com/office/drawing/2014/main" id="{590A9B62-F552-8744-9B80-6BDF69A3BD43}"/>
                    </a:ext>
                  </a:extLst>
                </p:cNvPr>
                <p:cNvSpPr/>
                <p:nvPr/>
              </p:nvSpPr>
              <p:spPr>
                <a:xfrm>
                  <a:off x="9363620" y="1831738"/>
                  <a:ext cx="371477" cy="371472"/>
                </a:xfrm>
                <a:custGeom>
                  <a:avLst/>
                  <a:gdLst>
                    <a:gd name="connsiteX0" fmla="*/ 369094 w 371475"/>
                    <a:gd name="connsiteY0" fmla="*/ 188119 h 371475"/>
                    <a:gd name="connsiteX1" fmla="*/ 188119 w 371475"/>
                    <a:gd name="connsiteY1" fmla="*/ 369094 h 371475"/>
                    <a:gd name="connsiteX2" fmla="*/ 7144 w 371475"/>
                    <a:gd name="connsiteY2" fmla="*/ 188119 h 371475"/>
                    <a:gd name="connsiteX3" fmla="*/ 188119 w 371475"/>
                    <a:gd name="connsiteY3" fmla="*/ 7144 h 371475"/>
                    <a:gd name="connsiteX4" fmla="*/ 369094 w 371475"/>
                    <a:gd name="connsiteY4" fmla="*/ 188119 h 371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 h="371475">
                      <a:moveTo>
                        <a:pt x="369094" y="188119"/>
                      </a:moveTo>
                      <a:cubicBezTo>
                        <a:pt x="369094" y="288068"/>
                        <a:pt x="288068" y="369094"/>
                        <a:pt x="188119" y="369094"/>
                      </a:cubicBezTo>
                      <a:cubicBezTo>
                        <a:pt x="88169" y="369094"/>
                        <a:pt x="7144" y="288068"/>
                        <a:pt x="7144" y="188119"/>
                      </a:cubicBezTo>
                      <a:cubicBezTo>
                        <a:pt x="7144" y="88169"/>
                        <a:pt x="88169" y="7144"/>
                        <a:pt x="188119" y="7144"/>
                      </a:cubicBezTo>
                      <a:cubicBezTo>
                        <a:pt x="288068" y="7144"/>
                        <a:pt x="369094" y="88169"/>
                        <a:pt x="369094" y="188119"/>
                      </a:cubicBezTo>
                      <a:close/>
                    </a:path>
                  </a:pathLst>
                </a:custGeom>
                <a:solidFill>
                  <a:srgbClr val="1FF524"/>
                </a:solidFill>
                <a:ln w="9525" cap="flat">
                  <a:noFill/>
                  <a:prstDash val="solid"/>
                  <a:miter/>
                </a:ln>
              </p:spPr>
              <p:txBody>
                <a:bodyPr rtlCol="0" anchor="ctr"/>
                <a:lstStyle/>
                <a:p>
                  <a:pPr defTabSz="995469"/>
                  <a:endParaRPr lang="en-GB" sz="7200" noProof="0" dirty="0">
                    <a:solidFill>
                      <a:srgbClr val="211F26"/>
                    </a:solidFill>
                    <a:latin typeface="+mn-lt"/>
                  </a:endParaRPr>
                </a:p>
              </p:txBody>
            </p:sp>
            <p:grpSp>
              <p:nvGrpSpPr>
                <p:cNvPr id="24" name="Groep 23">
                  <a:extLst>
                    <a:ext uri="{FF2B5EF4-FFF2-40B4-BE49-F238E27FC236}">
                      <a16:creationId xmlns:a16="http://schemas.microsoft.com/office/drawing/2014/main" id="{DB96C67F-35F7-27F7-8C32-20350747A33E}"/>
                    </a:ext>
                  </a:extLst>
                </p:cNvPr>
                <p:cNvGrpSpPr/>
                <p:nvPr/>
              </p:nvGrpSpPr>
              <p:grpSpPr>
                <a:xfrm>
                  <a:off x="8987389" y="1361199"/>
                  <a:ext cx="2200275" cy="1914525"/>
                  <a:chOff x="8987389" y="1361199"/>
                  <a:chExt cx="2200275" cy="1914525"/>
                </a:xfrm>
                <a:gradFill>
                  <a:gsLst>
                    <a:gs pos="0">
                      <a:srgbClr val="9D9FA1"/>
                    </a:gs>
                    <a:gs pos="70000">
                      <a:srgbClr val="211F26"/>
                    </a:gs>
                  </a:gsLst>
                  <a:lin ang="2700000" scaled="0"/>
                </a:gradFill>
              </p:grpSpPr>
              <p:sp>
                <p:nvSpPr>
                  <p:cNvPr id="25" name="Vrije vorm: vorm 24">
                    <a:extLst>
                      <a:ext uri="{FF2B5EF4-FFF2-40B4-BE49-F238E27FC236}">
                        <a16:creationId xmlns:a16="http://schemas.microsoft.com/office/drawing/2014/main" id="{A9517932-4071-E718-FE16-55CBE7058F7F}"/>
                      </a:ext>
                    </a:extLst>
                  </p:cNvPr>
                  <p:cNvSpPr/>
                  <p:nvPr/>
                </p:nvSpPr>
                <p:spPr>
                  <a:xfrm>
                    <a:off x="8987389" y="1361199"/>
                    <a:ext cx="2200275" cy="1914525"/>
                  </a:xfrm>
                  <a:custGeom>
                    <a:avLst/>
                    <a:gdLst>
                      <a:gd name="connsiteX0" fmla="*/ 7144 w 2200275"/>
                      <a:gd name="connsiteY0" fmla="*/ 7144 h 1914525"/>
                      <a:gd name="connsiteX1" fmla="*/ 7144 w 2200275"/>
                      <a:gd name="connsiteY1" fmla="*/ 245269 h 1914525"/>
                      <a:gd name="connsiteX2" fmla="*/ 432911 w 2200275"/>
                      <a:gd name="connsiteY2" fmla="*/ 245269 h 1914525"/>
                      <a:gd name="connsiteX3" fmla="*/ 432911 w 2200275"/>
                      <a:gd name="connsiteY3" fmla="*/ 245269 h 1914525"/>
                      <a:gd name="connsiteX4" fmla="*/ 1959769 w 2200275"/>
                      <a:gd name="connsiteY4" fmla="*/ 245269 h 1914525"/>
                      <a:gd name="connsiteX5" fmla="*/ 1959769 w 2200275"/>
                      <a:gd name="connsiteY5" fmla="*/ 1674019 h 1914525"/>
                      <a:gd name="connsiteX6" fmla="*/ 245269 w 2200275"/>
                      <a:gd name="connsiteY6" fmla="*/ 1674019 h 1914525"/>
                      <a:gd name="connsiteX7" fmla="*/ 245269 w 2200275"/>
                      <a:gd name="connsiteY7" fmla="*/ 350044 h 1914525"/>
                      <a:gd name="connsiteX8" fmla="*/ 7144 w 2200275"/>
                      <a:gd name="connsiteY8" fmla="*/ 350044 h 1914525"/>
                      <a:gd name="connsiteX9" fmla="*/ 7144 w 2200275"/>
                      <a:gd name="connsiteY9" fmla="*/ 1912144 h 1914525"/>
                      <a:gd name="connsiteX10" fmla="*/ 2197894 w 2200275"/>
                      <a:gd name="connsiteY10" fmla="*/ 1912144 h 1914525"/>
                      <a:gd name="connsiteX11" fmla="*/ 2197894 w 2200275"/>
                      <a:gd name="connsiteY11" fmla="*/ 7144 h 1914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0275" h="1914525">
                        <a:moveTo>
                          <a:pt x="7144" y="7144"/>
                        </a:moveTo>
                        <a:lnTo>
                          <a:pt x="7144" y="245269"/>
                        </a:lnTo>
                        <a:lnTo>
                          <a:pt x="432911" y="245269"/>
                        </a:lnTo>
                        <a:lnTo>
                          <a:pt x="432911" y="245269"/>
                        </a:lnTo>
                        <a:lnTo>
                          <a:pt x="1959769" y="245269"/>
                        </a:lnTo>
                        <a:lnTo>
                          <a:pt x="1959769" y="1674019"/>
                        </a:lnTo>
                        <a:lnTo>
                          <a:pt x="245269" y="1674019"/>
                        </a:lnTo>
                        <a:lnTo>
                          <a:pt x="245269" y="350044"/>
                        </a:lnTo>
                        <a:lnTo>
                          <a:pt x="7144" y="350044"/>
                        </a:lnTo>
                        <a:lnTo>
                          <a:pt x="7144" y="1912144"/>
                        </a:lnTo>
                        <a:lnTo>
                          <a:pt x="2197894" y="1912144"/>
                        </a:lnTo>
                        <a:lnTo>
                          <a:pt x="2197894" y="7144"/>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sp>
                <p:nvSpPr>
                  <p:cNvPr id="26" name="Vrije vorm: vorm 25">
                    <a:extLst>
                      <a:ext uri="{FF2B5EF4-FFF2-40B4-BE49-F238E27FC236}">
                        <a16:creationId xmlns:a16="http://schemas.microsoft.com/office/drawing/2014/main" id="{EC814FDF-6D01-FCC3-B0EE-84F3A8E7151E}"/>
                      </a:ext>
                    </a:extLst>
                  </p:cNvPr>
                  <p:cNvSpPr/>
                  <p:nvPr/>
                </p:nvSpPr>
                <p:spPr>
                  <a:xfrm>
                    <a:off x="9362668" y="1953652"/>
                    <a:ext cx="1438273" cy="885828"/>
                  </a:xfrm>
                  <a:custGeom>
                    <a:avLst/>
                    <a:gdLst>
                      <a:gd name="connsiteX0" fmla="*/ 1070134 w 1438275"/>
                      <a:gd name="connsiteY0" fmla="*/ 7144 h 885825"/>
                      <a:gd name="connsiteX1" fmla="*/ 801529 w 1438275"/>
                      <a:gd name="connsiteY1" fmla="*/ 275749 h 885825"/>
                      <a:gd name="connsiteX2" fmla="*/ 662464 w 1438275"/>
                      <a:gd name="connsiteY2" fmla="*/ 137636 h 885825"/>
                      <a:gd name="connsiteX3" fmla="*/ 7144 w 1438275"/>
                      <a:gd name="connsiteY3" fmla="*/ 784384 h 885825"/>
                      <a:gd name="connsiteX4" fmla="*/ 108109 w 1438275"/>
                      <a:gd name="connsiteY4" fmla="*/ 885349 h 885825"/>
                      <a:gd name="connsiteX5" fmla="*/ 662464 w 1438275"/>
                      <a:gd name="connsiteY5" fmla="*/ 338614 h 885825"/>
                      <a:gd name="connsiteX6" fmla="*/ 928211 w 1438275"/>
                      <a:gd name="connsiteY6" fmla="*/ 605314 h 885825"/>
                      <a:gd name="connsiteX7" fmla="*/ 1029176 w 1438275"/>
                      <a:gd name="connsiteY7" fmla="*/ 503396 h 885825"/>
                      <a:gd name="connsiteX8" fmla="*/ 902494 w 1438275"/>
                      <a:gd name="connsiteY8" fmla="*/ 376714 h 885825"/>
                      <a:gd name="connsiteX9" fmla="*/ 1070134 w 1438275"/>
                      <a:gd name="connsiteY9" fmla="*/ 209074 h 885825"/>
                      <a:gd name="connsiteX10" fmla="*/ 1337786 w 1438275"/>
                      <a:gd name="connsiteY10" fmla="*/ 480536 h 885825"/>
                      <a:gd name="connsiteX11" fmla="*/ 1438751 w 1438275"/>
                      <a:gd name="connsiteY11" fmla="*/ 378619 h 885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38275" h="885825">
                        <a:moveTo>
                          <a:pt x="1070134" y="7144"/>
                        </a:moveTo>
                        <a:lnTo>
                          <a:pt x="801529" y="275749"/>
                        </a:lnTo>
                        <a:lnTo>
                          <a:pt x="662464" y="137636"/>
                        </a:lnTo>
                        <a:lnTo>
                          <a:pt x="7144" y="784384"/>
                        </a:lnTo>
                        <a:lnTo>
                          <a:pt x="108109" y="885349"/>
                        </a:lnTo>
                        <a:lnTo>
                          <a:pt x="662464" y="338614"/>
                        </a:lnTo>
                        <a:lnTo>
                          <a:pt x="928211" y="605314"/>
                        </a:lnTo>
                        <a:lnTo>
                          <a:pt x="1029176" y="503396"/>
                        </a:lnTo>
                        <a:lnTo>
                          <a:pt x="902494" y="376714"/>
                        </a:lnTo>
                        <a:lnTo>
                          <a:pt x="1070134" y="209074"/>
                        </a:lnTo>
                        <a:lnTo>
                          <a:pt x="1337786" y="480536"/>
                        </a:lnTo>
                        <a:lnTo>
                          <a:pt x="1438751" y="378619"/>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grpSp>
          </p:grpSp>
          <p:sp>
            <p:nvSpPr>
              <p:cNvPr id="22" name="Tekstvak 21">
                <a:extLst>
                  <a:ext uri="{FF2B5EF4-FFF2-40B4-BE49-F238E27FC236}">
                    <a16:creationId xmlns:a16="http://schemas.microsoft.com/office/drawing/2014/main" id="{06E580C5-AC4F-7D21-11CE-48A2A215B219}"/>
                  </a:ext>
                </a:extLst>
              </p:cNvPr>
              <p:cNvSpPr txBox="1"/>
              <p:nvPr userDrawn="1"/>
            </p:nvSpPr>
            <p:spPr>
              <a:xfrm>
                <a:off x="-3563526" y="1617700"/>
                <a:ext cx="354190" cy="113727"/>
              </a:xfrm>
              <a:prstGeom prst="rect">
                <a:avLst/>
              </a:prstGeom>
              <a:noFill/>
            </p:spPr>
            <p:txBody>
              <a:bodyPr wrap="square" lIns="0" tIns="18000" rIns="0" bIns="0" rtlCol="0" anchor="t">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Images</a:t>
                </a:r>
              </a:p>
            </p:txBody>
          </p:sp>
        </p:grpSp>
      </p:grpSp>
    </p:spTree>
    <p:extLst>
      <p:ext uri="{BB962C8B-B14F-4D97-AF65-F5344CB8AC3E}">
        <p14:creationId xmlns:p14="http://schemas.microsoft.com/office/powerpoint/2010/main" val="311189619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ustom #6">
    <p:bg>
      <p:bgPr>
        <a:solidFill>
          <a:srgbClr val="FFFFFF"/>
        </a:solidFill>
        <a:effectLst/>
      </p:bgPr>
    </p:bg>
    <p:spTree>
      <p:nvGrpSpPr>
        <p:cNvPr id="1" name=""/>
        <p:cNvGrpSpPr/>
        <p:nvPr/>
      </p:nvGrpSpPr>
      <p:grpSpPr>
        <a:xfrm>
          <a:off x="0" y="0"/>
          <a:ext cx="0" cy="0"/>
          <a:chOff x="0" y="0"/>
          <a:chExt cx="0" cy="0"/>
        </a:xfrm>
      </p:grpSpPr>
      <p:pic>
        <p:nvPicPr>
          <p:cNvPr id="76" name="Afbeelding 75">
            <a:extLst>
              <a:ext uri="{FF2B5EF4-FFF2-40B4-BE49-F238E27FC236}">
                <a16:creationId xmlns:a16="http://schemas.microsoft.com/office/drawing/2014/main" id="{F11C090B-A315-5C91-5D8F-993589E67F1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035029" y="591602"/>
            <a:ext cx="4964492" cy="6266397"/>
          </a:xfrm>
          <a:prstGeom prst="rect">
            <a:avLst/>
          </a:prstGeom>
        </p:spPr>
      </p:pic>
      <p:sp>
        <p:nvSpPr>
          <p:cNvPr id="2" name="Titel 1">
            <a:extLst>
              <a:ext uri="{FF2B5EF4-FFF2-40B4-BE49-F238E27FC236}">
                <a16:creationId xmlns:a16="http://schemas.microsoft.com/office/drawing/2014/main" id="{9E30336D-2F34-A61D-B23F-AF6C3F3EB77A}"/>
              </a:ext>
            </a:extLst>
          </p:cNvPr>
          <p:cNvSpPr>
            <a:spLocks noGrp="1"/>
          </p:cNvSpPr>
          <p:nvPr>
            <p:ph type="title" hasCustomPrompt="1"/>
          </p:nvPr>
        </p:nvSpPr>
        <p:spPr/>
        <p:txBody>
          <a:bodyPr/>
          <a:lstStyle/>
          <a:p>
            <a:r>
              <a:rPr lang="nl-NL"/>
              <a:t>Title goes here</a:t>
            </a:r>
            <a:endParaRPr lang="en-GB" dirty="0"/>
          </a:p>
        </p:txBody>
      </p:sp>
      <p:sp>
        <p:nvSpPr>
          <p:cNvPr id="3" name="Tijdelijke aanduiding voor datum 2">
            <a:extLst>
              <a:ext uri="{FF2B5EF4-FFF2-40B4-BE49-F238E27FC236}">
                <a16:creationId xmlns:a16="http://schemas.microsoft.com/office/drawing/2014/main" id="{7768E1F9-FEEB-CCB7-4F62-7C98C8131074}"/>
              </a:ext>
            </a:extLst>
          </p:cNvPr>
          <p:cNvSpPr>
            <a:spLocks noGrp="1"/>
          </p:cNvSpPr>
          <p:nvPr>
            <p:ph type="dt" sz="half" idx="10"/>
          </p:nvPr>
        </p:nvSpPr>
        <p:spPr/>
        <p:txBody>
          <a:bodyPr/>
          <a:lstStyle/>
          <a:p>
            <a:r>
              <a:rPr lang="LID4096"/>
              <a:t>08/30/2024</a:t>
            </a:r>
            <a:endParaRPr lang="en-GB" dirty="0"/>
          </a:p>
        </p:txBody>
      </p:sp>
      <p:sp>
        <p:nvSpPr>
          <p:cNvPr id="4" name="Tijdelijke aanduiding voor dianummer 3">
            <a:extLst>
              <a:ext uri="{FF2B5EF4-FFF2-40B4-BE49-F238E27FC236}">
                <a16:creationId xmlns:a16="http://schemas.microsoft.com/office/drawing/2014/main" id="{E8656451-C5C9-2CE5-920F-3C2F6717E8E6}"/>
              </a:ext>
            </a:extLst>
          </p:cNvPr>
          <p:cNvSpPr>
            <a:spLocks noGrp="1"/>
          </p:cNvSpPr>
          <p:nvPr>
            <p:ph type="sldNum" sz="quarter" idx="11"/>
          </p:nvPr>
        </p:nvSpPr>
        <p:spPr/>
        <p:txBody>
          <a:bodyPr/>
          <a:lstStyle/>
          <a:p>
            <a:fld id="{9E843DB9-9987-4157-AB9C-CEA8D7D910BB}" type="slidenum">
              <a:rPr lang="en-GB" smtClean="0"/>
              <a:pPr/>
              <a:t>‹#›</a:t>
            </a:fld>
            <a:endParaRPr lang="en-GB" dirty="0"/>
          </a:p>
        </p:txBody>
      </p:sp>
      <p:sp>
        <p:nvSpPr>
          <p:cNvPr id="11" name="Rechthoek 10">
            <a:extLst>
              <a:ext uri="{FF2B5EF4-FFF2-40B4-BE49-F238E27FC236}">
                <a16:creationId xmlns:a16="http://schemas.microsoft.com/office/drawing/2014/main" id="{398A574D-2AAC-1474-75FB-38865F36BFDE}"/>
              </a:ext>
            </a:extLst>
          </p:cNvPr>
          <p:cNvSpPr/>
          <p:nvPr userDrawn="1"/>
        </p:nvSpPr>
        <p:spPr>
          <a:xfrm>
            <a:off x="0" y="-441330"/>
            <a:ext cx="1179810"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lvl="0"/>
            <a:r>
              <a:rPr lang="en-GB" sz="1800" b="1" cap="none" baseline="0" noProof="0" dirty="0">
                <a:solidFill>
                  <a:schemeClr val="accent1"/>
                </a:solidFill>
                <a:latin typeface="+mj-lt"/>
              </a:rPr>
              <a:t>Custom #6</a:t>
            </a:r>
          </a:p>
        </p:txBody>
      </p:sp>
      <p:grpSp>
        <p:nvGrpSpPr>
          <p:cNvPr id="5" name="INSTRUCTION">
            <a:extLst>
              <a:ext uri="{FF2B5EF4-FFF2-40B4-BE49-F238E27FC236}">
                <a16:creationId xmlns:a16="http://schemas.microsoft.com/office/drawing/2014/main" id="{75DD9D33-202B-6899-A7F7-99913987FBDD}"/>
              </a:ext>
            </a:extLst>
          </p:cNvPr>
          <p:cNvGrpSpPr/>
          <p:nvPr userDrawn="1"/>
        </p:nvGrpSpPr>
        <p:grpSpPr>
          <a:xfrm>
            <a:off x="12377595" y="-1"/>
            <a:ext cx="3693386" cy="6640349"/>
            <a:chOff x="-3786165" y="-1"/>
            <a:chExt cx="3693386" cy="6640349"/>
          </a:xfrm>
        </p:grpSpPr>
        <p:sp>
          <p:nvSpPr>
            <p:cNvPr id="6" name="Rechthoek 5">
              <a:extLst>
                <a:ext uri="{FF2B5EF4-FFF2-40B4-BE49-F238E27FC236}">
                  <a16:creationId xmlns:a16="http://schemas.microsoft.com/office/drawing/2014/main" id="{09585C01-523D-AC04-63B7-8CB8F02AE763}"/>
                </a:ext>
              </a:extLst>
            </p:cNvPr>
            <p:cNvSpPr/>
            <p:nvPr userDrawn="1"/>
          </p:nvSpPr>
          <p:spPr>
            <a:xfrm>
              <a:off x="-3786165" y="-1"/>
              <a:ext cx="3593091" cy="5991727"/>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Insert/edit an image</a:t>
              </a:r>
            </a:p>
          </p:txBody>
        </p:sp>
        <p:sp>
          <p:nvSpPr>
            <p:cNvPr id="7" name="Ovaal 6">
              <a:extLst>
                <a:ext uri="{FF2B5EF4-FFF2-40B4-BE49-F238E27FC236}">
                  <a16:creationId xmlns:a16="http://schemas.microsoft.com/office/drawing/2014/main" id="{20984A5A-F131-4BF4-9869-C353E9114EE0}"/>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8" name="Rechthoek 7">
              <a:extLst>
                <a:ext uri="{FF2B5EF4-FFF2-40B4-BE49-F238E27FC236}">
                  <a16:creationId xmlns:a16="http://schemas.microsoft.com/office/drawing/2014/main" id="{D7E20B74-7D5D-049B-ED65-9FF3094E4ADE}"/>
                </a:ext>
              </a:extLst>
            </p:cNvPr>
            <p:cNvSpPr/>
            <p:nvPr userDrawn="1"/>
          </p:nvSpPr>
          <p:spPr>
            <a:xfrm>
              <a:off x="-3319415" y="465324"/>
              <a:ext cx="2962706" cy="668152"/>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If necessary, delete the existing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by using the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key’</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Select the placeholder,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1" i="0" u="none" strike="noStrike" kern="0" cap="none" spc="0" normalizeH="0" baseline="0" noProof="0" dirty="0" err="1">
                  <a:ln>
                    <a:noFill/>
                  </a:ln>
                  <a:solidFill>
                    <a:srgbClr val="000000"/>
                  </a:solidFill>
                  <a:effectLst/>
                  <a:uLnTx/>
                  <a:uFillTx/>
                  <a:latin typeface="Calibri" panose="020F0502020204030204" pitchFamily="34" charset="0"/>
                  <a:ea typeface="+mn-ea"/>
                  <a:cs typeface="Calibri" panose="020F0502020204030204" pitchFamily="34" charset="0"/>
                </a:rPr>
                <a:t>Slidebuilder</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 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‘Images’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endPar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9" name="Ovaal 8">
              <a:extLst>
                <a:ext uri="{FF2B5EF4-FFF2-40B4-BE49-F238E27FC236}">
                  <a16:creationId xmlns:a16="http://schemas.microsoft.com/office/drawing/2014/main" id="{69398259-8233-7941-9853-2CF3D5CF0A1D}"/>
                </a:ext>
              </a:extLst>
            </p:cNvPr>
            <p:cNvSpPr/>
            <p:nvPr userDrawn="1"/>
          </p:nvSpPr>
          <p:spPr>
            <a:xfrm>
              <a:off x="-3603587" y="2633935"/>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10" name="Rechthoek 9">
              <a:extLst>
                <a:ext uri="{FF2B5EF4-FFF2-40B4-BE49-F238E27FC236}">
                  <a16:creationId xmlns:a16="http://schemas.microsoft.com/office/drawing/2014/main" id="{26A06B40-5451-1B08-78DD-7126CE7858F0}"/>
                </a:ext>
              </a:extLst>
            </p:cNvPr>
            <p:cNvSpPr/>
            <p:nvPr userDrawn="1"/>
          </p:nvSpPr>
          <p:spPr>
            <a:xfrm>
              <a:off x="-3319416" y="2633936"/>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Click with the right mouse button on the thumbnail display of the slide on the left side </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of the screen and choose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‘Reset slide’</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12" name="Ovaal 11">
              <a:extLst>
                <a:ext uri="{FF2B5EF4-FFF2-40B4-BE49-F238E27FC236}">
                  <a16:creationId xmlns:a16="http://schemas.microsoft.com/office/drawing/2014/main" id="{4EABD929-8916-8FEB-7233-950346FCD1A6}"/>
                </a:ext>
              </a:extLst>
            </p:cNvPr>
            <p:cNvSpPr/>
            <p:nvPr userDrawn="1"/>
          </p:nvSpPr>
          <p:spPr>
            <a:xfrm>
              <a:off x="-3603587" y="4226365"/>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13" name="Rechthoek 12">
              <a:extLst>
                <a:ext uri="{FF2B5EF4-FFF2-40B4-BE49-F238E27FC236}">
                  <a16:creationId xmlns:a16="http://schemas.microsoft.com/office/drawing/2014/main" id="{154CCF5F-EDEB-2427-15DF-D4758954864C}"/>
                </a:ext>
              </a:extLst>
            </p:cNvPr>
            <p:cNvSpPr/>
            <p:nvPr userDrawn="1"/>
          </p:nvSpPr>
          <p:spPr>
            <a:xfrm>
              <a:off x="-3319416" y="4226366"/>
              <a:ext cx="2944683" cy="820954"/>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To scale or drag the image,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‘Picture Tools - Format’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‘Crop’</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Scale the image itself with</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spheres and scale the image frame with the brackets.</a:t>
              </a:r>
            </a:p>
          </p:txBody>
        </p:sp>
        <p:sp>
          <p:nvSpPr>
            <p:cNvPr id="14" name="Rechthoek 13">
              <a:extLst>
                <a:ext uri="{FF2B5EF4-FFF2-40B4-BE49-F238E27FC236}">
                  <a16:creationId xmlns:a16="http://schemas.microsoft.com/office/drawing/2014/main" id="{F428C417-C3C0-810F-98D7-D0E3E4DC3B14}"/>
                </a:ext>
              </a:extLst>
            </p:cNvPr>
            <p:cNvSpPr/>
            <p:nvPr userDrawn="1"/>
          </p:nvSpPr>
          <p:spPr>
            <a:xfrm>
              <a:off x="-3316836" y="3200265"/>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en-GB" sz="1000" b="0" i="1" noProof="0" dirty="0">
                <a:solidFill>
                  <a:srgbClr val="211F26"/>
                </a:solidFill>
                <a:latin typeface="Calibri" panose="020F0502020204030204" pitchFamily="34" charset="0"/>
                <a:cs typeface="Calibri" panose="020F0502020204030204" pitchFamily="34" charset="0"/>
              </a:endParaRPr>
            </a:p>
          </p:txBody>
        </p:sp>
        <p:grpSp>
          <p:nvGrpSpPr>
            <p:cNvPr id="15" name="Groep 14">
              <a:extLst>
                <a:ext uri="{FF2B5EF4-FFF2-40B4-BE49-F238E27FC236}">
                  <a16:creationId xmlns:a16="http://schemas.microsoft.com/office/drawing/2014/main" id="{D9FEC2EE-FAD3-4FD3-FA2D-958C9AA42FD7}"/>
                </a:ext>
              </a:extLst>
            </p:cNvPr>
            <p:cNvGrpSpPr/>
            <p:nvPr userDrawn="1"/>
          </p:nvGrpSpPr>
          <p:grpSpPr>
            <a:xfrm>
              <a:off x="-2485819" y="3479783"/>
              <a:ext cx="1222990" cy="563933"/>
              <a:chOff x="-2485819" y="3399207"/>
              <a:chExt cx="1222990" cy="563933"/>
            </a:xfrm>
          </p:grpSpPr>
          <p:sp>
            <p:nvSpPr>
              <p:cNvPr id="55" name="Rechthoek 54">
                <a:extLst>
                  <a:ext uri="{FF2B5EF4-FFF2-40B4-BE49-F238E27FC236}">
                    <a16:creationId xmlns:a16="http://schemas.microsoft.com/office/drawing/2014/main" id="{93D4046F-6CF2-87BE-79E3-F9E7061A9F14}"/>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56" name="Rechthoek 55">
                <a:extLst>
                  <a:ext uri="{FF2B5EF4-FFF2-40B4-BE49-F238E27FC236}">
                    <a16:creationId xmlns:a16="http://schemas.microsoft.com/office/drawing/2014/main" id="{8493541F-5996-56F2-83D8-3225B54AE9FD}"/>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nvGrpSpPr>
              <p:cNvPr id="57" name="Groep 56">
                <a:extLst>
                  <a:ext uri="{FF2B5EF4-FFF2-40B4-BE49-F238E27FC236}">
                    <a16:creationId xmlns:a16="http://schemas.microsoft.com/office/drawing/2014/main" id="{43F18F60-B241-351F-536D-5DC389F3E42C}"/>
                  </a:ext>
                </a:extLst>
              </p:cNvPr>
              <p:cNvGrpSpPr/>
              <p:nvPr userDrawn="1"/>
            </p:nvGrpSpPr>
            <p:grpSpPr>
              <a:xfrm>
                <a:off x="-2403869" y="3460544"/>
                <a:ext cx="155951" cy="131922"/>
                <a:chOff x="12968836" y="3354170"/>
                <a:chExt cx="404806" cy="342433"/>
              </a:xfrm>
            </p:grpSpPr>
            <p:sp>
              <p:nvSpPr>
                <p:cNvPr id="70" name="Rechthoek: afgeronde hoeken 69">
                  <a:extLst>
                    <a:ext uri="{FF2B5EF4-FFF2-40B4-BE49-F238E27FC236}">
                      <a16:creationId xmlns:a16="http://schemas.microsoft.com/office/drawing/2014/main" id="{43E107B2-D1A2-72A2-41FA-7467CB318E2B}"/>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71" name="Rechthoek 70">
                  <a:extLst>
                    <a:ext uri="{FF2B5EF4-FFF2-40B4-BE49-F238E27FC236}">
                      <a16:creationId xmlns:a16="http://schemas.microsoft.com/office/drawing/2014/main" id="{BAA2188E-DAC5-C72A-AEB0-BDBF92BF80F2}"/>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72" name="Rechthoek 71">
                  <a:extLst>
                    <a:ext uri="{FF2B5EF4-FFF2-40B4-BE49-F238E27FC236}">
                      <a16:creationId xmlns:a16="http://schemas.microsoft.com/office/drawing/2014/main" id="{F9088517-F43A-EBE0-0169-FA0ABE7F39FF}"/>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73" name="Rechthoek 72">
                  <a:extLst>
                    <a:ext uri="{FF2B5EF4-FFF2-40B4-BE49-F238E27FC236}">
                      <a16:creationId xmlns:a16="http://schemas.microsoft.com/office/drawing/2014/main" id="{BA646467-598B-F5AE-AEB4-D7A0270F6190}"/>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74" name="Rechthoek 73">
                  <a:extLst>
                    <a:ext uri="{FF2B5EF4-FFF2-40B4-BE49-F238E27FC236}">
                      <a16:creationId xmlns:a16="http://schemas.microsoft.com/office/drawing/2014/main" id="{982B8980-029E-EA8E-2FA3-9492245BBD88}"/>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75" name="Rechthoek 74">
                  <a:extLst>
                    <a:ext uri="{FF2B5EF4-FFF2-40B4-BE49-F238E27FC236}">
                      <a16:creationId xmlns:a16="http://schemas.microsoft.com/office/drawing/2014/main" id="{2D77F7AC-C8E7-9EFA-A319-AECB566BDE9C}"/>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58" name="Groep 57">
                <a:extLst>
                  <a:ext uri="{FF2B5EF4-FFF2-40B4-BE49-F238E27FC236}">
                    <a16:creationId xmlns:a16="http://schemas.microsoft.com/office/drawing/2014/main" id="{C90CA8E9-94F8-C7D8-181E-D8FC4076A584}"/>
                  </a:ext>
                </a:extLst>
              </p:cNvPr>
              <p:cNvGrpSpPr/>
              <p:nvPr userDrawn="1"/>
            </p:nvGrpSpPr>
            <p:grpSpPr>
              <a:xfrm>
                <a:off x="-2423424" y="3690208"/>
                <a:ext cx="166739" cy="218963"/>
                <a:chOff x="12940828" y="3950597"/>
                <a:chExt cx="432813" cy="568367"/>
              </a:xfrm>
            </p:grpSpPr>
            <p:grpSp>
              <p:nvGrpSpPr>
                <p:cNvPr id="62" name="Groep 61">
                  <a:extLst>
                    <a:ext uri="{FF2B5EF4-FFF2-40B4-BE49-F238E27FC236}">
                      <a16:creationId xmlns:a16="http://schemas.microsoft.com/office/drawing/2014/main" id="{E8EC30BF-EE1B-B7F8-E9E8-F1C65AD1B1DC}"/>
                    </a:ext>
                  </a:extLst>
                </p:cNvPr>
                <p:cNvGrpSpPr/>
                <p:nvPr userDrawn="1"/>
              </p:nvGrpSpPr>
              <p:grpSpPr>
                <a:xfrm>
                  <a:off x="13000382" y="4006891"/>
                  <a:ext cx="373259" cy="315747"/>
                  <a:chOff x="12968836" y="3354170"/>
                  <a:chExt cx="404806" cy="342433"/>
                </a:xfrm>
              </p:grpSpPr>
              <p:sp>
                <p:nvSpPr>
                  <p:cNvPr id="64" name="Rechthoek: afgeronde hoeken 63">
                    <a:extLst>
                      <a:ext uri="{FF2B5EF4-FFF2-40B4-BE49-F238E27FC236}">
                        <a16:creationId xmlns:a16="http://schemas.microsoft.com/office/drawing/2014/main" id="{3E91DEF0-22C9-3507-8EEC-F96DEA9D6EE7}"/>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65" name="Rechthoek 64">
                    <a:extLst>
                      <a:ext uri="{FF2B5EF4-FFF2-40B4-BE49-F238E27FC236}">
                        <a16:creationId xmlns:a16="http://schemas.microsoft.com/office/drawing/2014/main" id="{81CD2612-9A39-2732-2A19-88B1D2DA01B6}"/>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66" name="Rechthoek 65">
                    <a:extLst>
                      <a:ext uri="{FF2B5EF4-FFF2-40B4-BE49-F238E27FC236}">
                        <a16:creationId xmlns:a16="http://schemas.microsoft.com/office/drawing/2014/main" id="{F2665B27-322A-2DD8-E363-48A1F0D1BF56}"/>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67" name="Rechthoek 66">
                    <a:extLst>
                      <a:ext uri="{FF2B5EF4-FFF2-40B4-BE49-F238E27FC236}">
                        <a16:creationId xmlns:a16="http://schemas.microsoft.com/office/drawing/2014/main" id="{50E7AFE9-86BF-8477-257F-D3C2EDC827A0}"/>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68" name="Rechthoek 67">
                    <a:extLst>
                      <a:ext uri="{FF2B5EF4-FFF2-40B4-BE49-F238E27FC236}">
                        <a16:creationId xmlns:a16="http://schemas.microsoft.com/office/drawing/2014/main" id="{ADDF5FF3-7DE8-6BF9-BCF0-30C51CDF7075}"/>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69" name="Rechthoek 68">
                    <a:extLst>
                      <a:ext uri="{FF2B5EF4-FFF2-40B4-BE49-F238E27FC236}">
                        <a16:creationId xmlns:a16="http://schemas.microsoft.com/office/drawing/2014/main" id="{F50E6A79-EEA0-6F66-B93E-7DBDF7EE96E2}"/>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sp>
              <p:nvSpPr>
                <p:cNvPr id="63" name="Boog 62">
                  <a:extLst>
                    <a:ext uri="{FF2B5EF4-FFF2-40B4-BE49-F238E27FC236}">
                      <a16:creationId xmlns:a16="http://schemas.microsoft.com/office/drawing/2014/main" id="{79CF4826-97D7-DE67-8C81-07C65798E571}"/>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en-GB" sz="2400" noProof="0" dirty="0">
                    <a:solidFill>
                      <a:srgbClr val="211F26"/>
                    </a:solidFill>
                    <a:latin typeface="Calibri" panose="020F0502020204030204" pitchFamily="34" charset="0"/>
                    <a:cs typeface="Calibri" panose="020F0502020204030204" pitchFamily="34" charset="0"/>
                  </a:endParaRPr>
                </a:p>
              </p:txBody>
            </p:sp>
          </p:grpSp>
          <p:sp>
            <p:nvSpPr>
              <p:cNvPr id="59" name="Tekstvak 58">
                <a:extLst>
                  <a:ext uri="{FF2B5EF4-FFF2-40B4-BE49-F238E27FC236}">
                    <a16:creationId xmlns:a16="http://schemas.microsoft.com/office/drawing/2014/main" id="{489AE3B1-DFAE-1F1D-8504-2F7CB8B273A6}"/>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Layout</a:t>
                </a:r>
              </a:p>
            </p:txBody>
          </p:sp>
          <p:sp>
            <p:nvSpPr>
              <p:cNvPr id="60" name="Tekstvak 59">
                <a:extLst>
                  <a:ext uri="{FF2B5EF4-FFF2-40B4-BE49-F238E27FC236}">
                    <a16:creationId xmlns:a16="http://schemas.microsoft.com/office/drawing/2014/main" id="{D200B1A1-330F-59C4-ECD3-1D269F3AA865}"/>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Reset slide</a:t>
                </a:r>
              </a:p>
            </p:txBody>
          </p:sp>
          <p:sp>
            <p:nvSpPr>
              <p:cNvPr id="61" name="Vrije vorm: vorm 60">
                <a:extLst>
                  <a:ext uri="{FF2B5EF4-FFF2-40B4-BE49-F238E27FC236}">
                    <a16:creationId xmlns:a16="http://schemas.microsoft.com/office/drawing/2014/main" id="{27DFBA19-E9A4-0373-374B-CD458E33EC93}"/>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grpSp>
        <p:grpSp>
          <p:nvGrpSpPr>
            <p:cNvPr id="17" name="Groep 16">
              <a:extLst>
                <a:ext uri="{FF2B5EF4-FFF2-40B4-BE49-F238E27FC236}">
                  <a16:creationId xmlns:a16="http://schemas.microsoft.com/office/drawing/2014/main" id="{0EB07808-AC7D-3D1E-1233-58039BE5E06D}"/>
                </a:ext>
              </a:extLst>
            </p:cNvPr>
            <p:cNvGrpSpPr/>
            <p:nvPr userDrawn="1"/>
          </p:nvGrpSpPr>
          <p:grpSpPr>
            <a:xfrm>
              <a:off x="-3786165" y="5680652"/>
              <a:ext cx="3693386" cy="959696"/>
              <a:chOff x="-3786437" y="6163468"/>
              <a:chExt cx="3693386" cy="959696"/>
            </a:xfrm>
          </p:grpSpPr>
          <p:sp>
            <p:nvSpPr>
              <p:cNvPr id="45" name="Rechthoek 44">
                <a:extLst>
                  <a:ext uri="{FF2B5EF4-FFF2-40B4-BE49-F238E27FC236}">
                    <a16:creationId xmlns:a16="http://schemas.microsoft.com/office/drawing/2014/main" id="{D2ED2937-F1D7-B2B0-176A-13B9EE25E0A6}"/>
                  </a:ext>
                </a:extLst>
              </p:cNvPr>
              <p:cNvSpPr/>
              <p:nvPr userDrawn="1"/>
            </p:nvSpPr>
            <p:spPr>
              <a:xfrm>
                <a:off x="-3786437" y="6295164"/>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grpSp>
            <p:nvGrpSpPr>
              <p:cNvPr id="46" name="ICOON_info">
                <a:extLst>
                  <a:ext uri="{FF2B5EF4-FFF2-40B4-BE49-F238E27FC236}">
                    <a16:creationId xmlns:a16="http://schemas.microsoft.com/office/drawing/2014/main" id="{82047AF5-CB56-D93C-0369-7D22A862F5BE}"/>
                  </a:ext>
                </a:extLst>
              </p:cNvPr>
              <p:cNvGrpSpPr/>
              <p:nvPr userDrawn="1"/>
            </p:nvGrpSpPr>
            <p:grpSpPr>
              <a:xfrm>
                <a:off x="-376736" y="6163468"/>
                <a:ext cx="283685" cy="283685"/>
                <a:chOff x="-510741" y="5913713"/>
                <a:chExt cx="267555" cy="267555"/>
              </a:xfrm>
            </p:grpSpPr>
            <p:sp>
              <p:nvSpPr>
                <p:cNvPr id="53" name="Ovaal 52">
                  <a:extLst>
                    <a:ext uri="{FF2B5EF4-FFF2-40B4-BE49-F238E27FC236}">
                      <a16:creationId xmlns:a16="http://schemas.microsoft.com/office/drawing/2014/main" id="{5C389F78-2591-5655-15F0-8FAF053F9759}"/>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54" name="Graphic 163" descr="Informatie">
                  <a:extLst>
                    <a:ext uri="{FF2B5EF4-FFF2-40B4-BE49-F238E27FC236}">
                      <a16:creationId xmlns:a16="http://schemas.microsoft.com/office/drawing/2014/main" id="{8D4B8379-3D07-3E2B-2C8A-3164E78D0119}"/>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47" name="Groep 46">
                <a:extLst>
                  <a:ext uri="{FF2B5EF4-FFF2-40B4-BE49-F238E27FC236}">
                    <a16:creationId xmlns:a16="http://schemas.microsoft.com/office/drawing/2014/main" id="{B79EB739-0EEB-E1A2-AEBE-DF356768B77E}"/>
                  </a:ext>
                </a:extLst>
              </p:cNvPr>
              <p:cNvGrpSpPr/>
              <p:nvPr userDrawn="1"/>
            </p:nvGrpSpPr>
            <p:grpSpPr>
              <a:xfrm>
                <a:off x="-938434" y="6420818"/>
                <a:ext cx="627798" cy="576693"/>
                <a:chOff x="-938434" y="4570310"/>
                <a:chExt cx="627798" cy="576693"/>
              </a:xfrm>
            </p:grpSpPr>
            <p:grpSp>
              <p:nvGrpSpPr>
                <p:cNvPr id="48" name="Inspireren">
                  <a:extLst>
                    <a:ext uri="{FF2B5EF4-FFF2-40B4-BE49-F238E27FC236}">
                      <a16:creationId xmlns:a16="http://schemas.microsoft.com/office/drawing/2014/main" id="{54AF5229-376C-9D3D-7F25-A0E522C23A76}"/>
                    </a:ext>
                  </a:extLst>
                </p:cNvPr>
                <p:cNvGrpSpPr>
                  <a:grpSpLocks noChangeAspect="1"/>
                </p:cNvGrpSpPr>
                <p:nvPr userDrawn="1"/>
              </p:nvGrpSpPr>
              <p:grpSpPr bwMode="auto">
                <a:xfrm>
                  <a:off x="-716116" y="4570310"/>
                  <a:ext cx="169778" cy="242385"/>
                  <a:chOff x="4768" y="2783"/>
                  <a:chExt cx="788" cy="1125"/>
                </a:xfrm>
                <a:gradFill>
                  <a:gsLst>
                    <a:gs pos="0">
                      <a:srgbClr val="9D9FA1"/>
                    </a:gs>
                    <a:gs pos="70000">
                      <a:srgbClr val="211F26"/>
                    </a:gs>
                  </a:gsLst>
                  <a:lin ang="2700000" scaled="0"/>
                </a:gradFill>
              </p:grpSpPr>
              <p:sp>
                <p:nvSpPr>
                  <p:cNvPr id="50" name="Freeform 12">
                    <a:extLst>
                      <a:ext uri="{FF2B5EF4-FFF2-40B4-BE49-F238E27FC236}">
                        <a16:creationId xmlns:a16="http://schemas.microsoft.com/office/drawing/2014/main" id="{5C081ADA-60D1-0C6A-9CAF-DAAD1A7D58E8}"/>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51" name="Freeform 13">
                    <a:extLst>
                      <a:ext uri="{FF2B5EF4-FFF2-40B4-BE49-F238E27FC236}">
                        <a16:creationId xmlns:a16="http://schemas.microsoft.com/office/drawing/2014/main" id="{A6D9AAE5-F352-4EB1-B8F4-0D0997C44C13}"/>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52" name="Freeform 14">
                    <a:extLst>
                      <a:ext uri="{FF2B5EF4-FFF2-40B4-BE49-F238E27FC236}">
                        <a16:creationId xmlns:a16="http://schemas.microsoft.com/office/drawing/2014/main" id="{D4FD9B01-A4B1-72D9-13A7-C9EDD4493EE2}"/>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49" name="Tekstvak 48">
                  <a:extLst>
                    <a:ext uri="{FF2B5EF4-FFF2-40B4-BE49-F238E27FC236}">
                      <a16:creationId xmlns:a16="http://schemas.microsoft.com/office/drawing/2014/main" id="{D7DCB898-CF0F-D429-3EB5-BE3141AFA24C}"/>
                    </a:ext>
                  </a:extLst>
                </p:cNvPr>
                <p:cNvSpPr txBox="1"/>
                <p:nvPr userDrawn="1"/>
              </p:nvSpPr>
              <p:spPr>
                <a:xfrm>
                  <a:off x="-938434" y="4824764"/>
                  <a:ext cx="627798" cy="32223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grpSp>
        <p:grpSp>
          <p:nvGrpSpPr>
            <p:cNvPr id="18" name="Groep 17">
              <a:extLst>
                <a:ext uri="{FF2B5EF4-FFF2-40B4-BE49-F238E27FC236}">
                  <a16:creationId xmlns:a16="http://schemas.microsoft.com/office/drawing/2014/main" id="{CF8451A8-3CF8-E424-9E34-A86C9A8A62B7}"/>
                </a:ext>
              </a:extLst>
            </p:cNvPr>
            <p:cNvGrpSpPr/>
            <p:nvPr userDrawn="1"/>
          </p:nvGrpSpPr>
          <p:grpSpPr>
            <a:xfrm>
              <a:off x="-3426806" y="5129582"/>
              <a:ext cx="514284" cy="506545"/>
              <a:chOff x="12617641" y="3403239"/>
              <a:chExt cx="752963" cy="741634"/>
            </a:xfrm>
          </p:grpSpPr>
          <p:grpSp>
            <p:nvGrpSpPr>
              <p:cNvPr id="29" name="Groep 28">
                <a:extLst>
                  <a:ext uri="{FF2B5EF4-FFF2-40B4-BE49-F238E27FC236}">
                    <a16:creationId xmlns:a16="http://schemas.microsoft.com/office/drawing/2014/main" id="{6A9BC0C4-8269-9130-7ECB-5C7D1FDFB22D}"/>
                  </a:ext>
                </a:extLst>
              </p:cNvPr>
              <p:cNvGrpSpPr/>
              <p:nvPr userDrawn="1"/>
            </p:nvGrpSpPr>
            <p:grpSpPr>
              <a:xfrm>
                <a:off x="12771530" y="3403239"/>
                <a:ext cx="467176" cy="448491"/>
                <a:chOff x="12782157" y="3403239"/>
                <a:chExt cx="467176" cy="448491"/>
              </a:xfrm>
            </p:grpSpPr>
            <p:grpSp>
              <p:nvGrpSpPr>
                <p:cNvPr id="32" name="Groep 31">
                  <a:extLst>
                    <a:ext uri="{FF2B5EF4-FFF2-40B4-BE49-F238E27FC236}">
                      <a16:creationId xmlns:a16="http://schemas.microsoft.com/office/drawing/2014/main" id="{62D36D3B-0BE5-5340-8AD4-4484C9AFE844}"/>
                    </a:ext>
                  </a:extLst>
                </p:cNvPr>
                <p:cNvGrpSpPr/>
                <p:nvPr userDrawn="1"/>
              </p:nvGrpSpPr>
              <p:grpSpPr>
                <a:xfrm>
                  <a:off x="12782157" y="3403239"/>
                  <a:ext cx="412976" cy="396132"/>
                  <a:chOff x="13554906" y="3320109"/>
                  <a:chExt cx="443917" cy="425811"/>
                </a:xfrm>
              </p:grpSpPr>
              <p:grpSp>
                <p:nvGrpSpPr>
                  <p:cNvPr id="39" name="Groep 38">
                    <a:extLst>
                      <a:ext uri="{FF2B5EF4-FFF2-40B4-BE49-F238E27FC236}">
                        <a16:creationId xmlns:a16="http://schemas.microsoft.com/office/drawing/2014/main" id="{D34084E2-F642-4DE3-B4BF-023CBC040294}"/>
                      </a:ext>
                    </a:extLst>
                  </p:cNvPr>
                  <p:cNvGrpSpPr/>
                  <p:nvPr userDrawn="1"/>
                </p:nvGrpSpPr>
                <p:grpSpPr>
                  <a:xfrm>
                    <a:off x="13554906" y="3320109"/>
                    <a:ext cx="443917" cy="425811"/>
                    <a:chOff x="12909684" y="1276143"/>
                    <a:chExt cx="443917" cy="425811"/>
                  </a:xfrm>
                </p:grpSpPr>
                <p:sp>
                  <p:nvSpPr>
                    <p:cNvPr id="42" name="Rechthoek 41">
                      <a:extLst>
                        <a:ext uri="{FF2B5EF4-FFF2-40B4-BE49-F238E27FC236}">
                          <a16:creationId xmlns:a16="http://schemas.microsoft.com/office/drawing/2014/main" id="{CB1B463F-F2BF-EE8A-D0FB-3197153F2852}"/>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43" name="Rechthoek 42">
                      <a:extLst>
                        <a:ext uri="{FF2B5EF4-FFF2-40B4-BE49-F238E27FC236}">
                          <a16:creationId xmlns:a16="http://schemas.microsoft.com/office/drawing/2014/main" id="{09B0EF92-436D-C3AC-78B9-FC4EECBDF5F9}"/>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44" name="Ovaal 43">
                      <a:extLst>
                        <a:ext uri="{FF2B5EF4-FFF2-40B4-BE49-F238E27FC236}">
                          <a16:creationId xmlns:a16="http://schemas.microsoft.com/office/drawing/2014/main" id="{F2D29199-EA5F-DF38-41ED-F356F5DA8E99}"/>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pic>
                <p:nvPicPr>
                  <p:cNvPr id="40" name="Afbeelding 39">
                    <a:extLst>
                      <a:ext uri="{FF2B5EF4-FFF2-40B4-BE49-F238E27FC236}">
                        <a16:creationId xmlns:a16="http://schemas.microsoft.com/office/drawing/2014/main" id="{96223DF4-2561-3476-1B30-10EDF7B00926}"/>
                      </a:ext>
                    </a:extLst>
                  </p:cNvPr>
                  <p:cNvPicPr>
                    <a:picLocks noChangeAspect="1"/>
                  </p:cNvPicPr>
                  <p:nvPr userDrawn="1"/>
                </p:nvPicPr>
                <p:blipFill>
                  <a:blip r:embed="rId3">
                    <a:duotone>
                      <a:prstClr val="black"/>
                      <a:srgbClr val="4D82B8">
                        <a:tint val="45000"/>
                        <a:satMod val="400000"/>
                      </a:srgbClr>
                    </a:duotone>
                    <a:extLst>
                      <a:ext uri="{BEBA8EAE-BF5A-486C-A8C5-ECC9F3942E4B}">
                        <a14:imgProps xmlns:a14="http://schemas.microsoft.com/office/drawing/2010/main">
                          <a14:imgLayer r:embed="rId4">
                            <a14:imgEffect>
                              <a14:brightnessContrast contrast="-40000"/>
                            </a14:imgEffect>
                          </a14:imgLayer>
                        </a14:imgProps>
                      </a:ext>
                    </a:extLst>
                  </a:blip>
                  <a:stretch>
                    <a:fillRect/>
                  </a:stretch>
                </p:blipFill>
                <p:spPr>
                  <a:xfrm>
                    <a:off x="13567296" y="3424991"/>
                    <a:ext cx="173367" cy="140220"/>
                  </a:xfrm>
                  <a:prstGeom prst="rect">
                    <a:avLst/>
                  </a:prstGeom>
                </p:spPr>
              </p:pic>
              <p:pic>
                <p:nvPicPr>
                  <p:cNvPr id="41" name="Afbeelding 40">
                    <a:extLst>
                      <a:ext uri="{FF2B5EF4-FFF2-40B4-BE49-F238E27FC236}">
                        <a16:creationId xmlns:a16="http://schemas.microsoft.com/office/drawing/2014/main" id="{CEF42391-6825-A42F-1181-83AEFCB4F437}"/>
                      </a:ext>
                    </a:extLst>
                  </p:cNvPr>
                  <p:cNvPicPr>
                    <a:picLocks noChangeAspect="1"/>
                  </p:cNvPicPr>
                  <p:nvPr userDrawn="1"/>
                </p:nvPicPr>
                <p:blipFill>
                  <a:blip r:embed="rId3">
                    <a:duotone>
                      <a:prstClr val="black"/>
                      <a:srgbClr val="4D82B8">
                        <a:tint val="45000"/>
                        <a:satMod val="400000"/>
                      </a:srgbClr>
                    </a:duotone>
                    <a:extLst>
                      <a:ext uri="{BEBA8EAE-BF5A-486C-A8C5-ECC9F3942E4B}">
                        <a14:imgProps xmlns:a14="http://schemas.microsoft.com/office/drawing/2010/main">
                          <a14:imgLayer r:embed="rId4">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33" name="Groep 32">
                  <a:extLst>
                    <a:ext uri="{FF2B5EF4-FFF2-40B4-BE49-F238E27FC236}">
                      <a16:creationId xmlns:a16="http://schemas.microsoft.com/office/drawing/2014/main" id="{20FFB9EE-E5FF-B480-E4B5-EE55A6A00211}"/>
                    </a:ext>
                  </a:extLst>
                </p:cNvPr>
                <p:cNvGrpSpPr/>
                <p:nvPr userDrawn="1"/>
              </p:nvGrpSpPr>
              <p:grpSpPr>
                <a:xfrm>
                  <a:off x="13103513" y="3705268"/>
                  <a:ext cx="145820" cy="146462"/>
                  <a:chOff x="13096169" y="3602278"/>
                  <a:chExt cx="145820" cy="146462"/>
                </a:xfrm>
              </p:grpSpPr>
              <p:sp>
                <p:nvSpPr>
                  <p:cNvPr id="37" name="Rechthoek 36">
                    <a:extLst>
                      <a:ext uri="{FF2B5EF4-FFF2-40B4-BE49-F238E27FC236}">
                        <a16:creationId xmlns:a16="http://schemas.microsoft.com/office/drawing/2014/main" id="{0FFF6592-BDC8-C371-516F-E416B0F304FE}"/>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38" name="Rechthoek 37">
                    <a:extLst>
                      <a:ext uri="{FF2B5EF4-FFF2-40B4-BE49-F238E27FC236}">
                        <a16:creationId xmlns:a16="http://schemas.microsoft.com/office/drawing/2014/main" id="{A96F141D-2307-45E9-402A-D7429EBFA55B}"/>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34" name="Groep 33">
                  <a:extLst>
                    <a:ext uri="{FF2B5EF4-FFF2-40B4-BE49-F238E27FC236}">
                      <a16:creationId xmlns:a16="http://schemas.microsoft.com/office/drawing/2014/main" id="{C721246E-C1D7-4929-023A-0CFA385A5251}"/>
                    </a:ext>
                  </a:extLst>
                </p:cNvPr>
                <p:cNvGrpSpPr/>
                <p:nvPr userDrawn="1"/>
              </p:nvGrpSpPr>
              <p:grpSpPr>
                <a:xfrm rot="10800000">
                  <a:off x="13061402" y="3665637"/>
                  <a:ext cx="145820" cy="146462"/>
                  <a:chOff x="13096169" y="3602278"/>
                  <a:chExt cx="145820" cy="146462"/>
                </a:xfrm>
              </p:grpSpPr>
              <p:sp>
                <p:nvSpPr>
                  <p:cNvPr id="35" name="Rechthoek 34">
                    <a:extLst>
                      <a:ext uri="{FF2B5EF4-FFF2-40B4-BE49-F238E27FC236}">
                        <a16:creationId xmlns:a16="http://schemas.microsoft.com/office/drawing/2014/main" id="{7037DD3F-3595-AD11-C08C-2A51EEEE34FF}"/>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36" name="Rechthoek 35">
                    <a:extLst>
                      <a:ext uri="{FF2B5EF4-FFF2-40B4-BE49-F238E27FC236}">
                        <a16:creationId xmlns:a16="http://schemas.microsoft.com/office/drawing/2014/main" id="{D6074542-5A8F-F8DB-3147-A68CF99CFE88}"/>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sp>
            <p:nvSpPr>
              <p:cNvPr id="30" name="Rechthoek 29">
                <a:extLst>
                  <a:ext uri="{FF2B5EF4-FFF2-40B4-BE49-F238E27FC236}">
                    <a16:creationId xmlns:a16="http://schemas.microsoft.com/office/drawing/2014/main" id="{78CA011E-E98B-9DB2-9347-D3141FD9738F}"/>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900" b="0" noProof="0" dirty="0">
                    <a:solidFill>
                      <a:srgbClr val="211F26"/>
                    </a:solidFill>
                    <a:latin typeface="Calibri" panose="020F0502020204030204" pitchFamily="34" charset="0"/>
                    <a:cs typeface="Calibri" panose="020F0502020204030204" pitchFamily="34" charset="0"/>
                  </a:rPr>
                  <a:t>Crop</a:t>
                </a:r>
              </a:p>
            </p:txBody>
          </p:sp>
          <p:sp>
            <p:nvSpPr>
              <p:cNvPr id="31" name="Gelijkbenige driehoek 30">
                <a:extLst>
                  <a:ext uri="{FF2B5EF4-FFF2-40B4-BE49-F238E27FC236}">
                    <a16:creationId xmlns:a16="http://schemas.microsoft.com/office/drawing/2014/main" id="{64B4346D-4A88-8576-AE70-911C53E1658D}"/>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sp>
          <p:nvSpPr>
            <p:cNvPr id="19" name="Ovaal 18">
              <a:extLst>
                <a:ext uri="{FF2B5EF4-FFF2-40B4-BE49-F238E27FC236}">
                  <a16:creationId xmlns:a16="http://schemas.microsoft.com/office/drawing/2014/main" id="{DE2E95A3-75B5-6C23-DDC3-BC26AD0B4CDF}"/>
                </a:ext>
              </a:extLst>
            </p:cNvPr>
            <p:cNvSpPr/>
            <p:nvPr userDrawn="1"/>
          </p:nvSpPr>
          <p:spPr>
            <a:xfrm>
              <a:off x="-3603587" y="18111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20" name="Rechthoek 19">
              <a:extLst>
                <a:ext uri="{FF2B5EF4-FFF2-40B4-BE49-F238E27FC236}">
                  <a16:creationId xmlns:a16="http://schemas.microsoft.com/office/drawing/2014/main" id="{62326430-5A79-56D4-4666-582CBE337DE5}"/>
                </a:ext>
              </a:extLst>
            </p:cNvPr>
            <p:cNvSpPr/>
            <p:nvPr userDrawn="1"/>
          </p:nvSpPr>
          <p:spPr>
            <a:xfrm>
              <a:off x="-3319415" y="1811185"/>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 the preferred category and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and click 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‘Insert’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21" name="Rechthoek 20">
              <a:extLst>
                <a:ext uri="{FF2B5EF4-FFF2-40B4-BE49-F238E27FC236}">
                  <a16:creationId xmlns:a16="http://schemas.microsoft.com/office/drawing/2014/main" id="{A6DC167B-8273-BD7B-7F02-C340DA9874C4}"/>
                </a:ext>
              </a:extLst>
            </p:cNvPr>
            <p:cNvSpPr/>
            <p:nvPr userDrawn="1"/>
          </p:nvSpPr>
          <p:spPr>
            <a:xfrm>
              <a:off x="-3319415" y="2245760"/>
              <a:ext cx="825500" cy="209550"/>
            </a:xfrm>
            <a:prstGeom prst="rect">
              <a:avLst/>
            </a:prstGeom>
            <a:solidFill>
              <a:srgbClr val="1FF52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1000" b="1" noProof="0" dirty="0">
                  <a:solidFill>
                    <a:srgbClr val="211F26"/>
                  </a:solidFill>
                  <a:latin typeface="Calibri" panose="020F0502020204030204" pitchFamily="34" charset="0"/>
                  <a:cs typeface="Calibri" panose="020F0502020204030204" pitchFamily="34" charset="0"/>
                </a:rPr>
                <a:t>Insert</a:t>
              </a:r>
            </a:p>
          </p:txBody>
        </p:sp>
        <p:grpSp>
          <p:nvGrpSpPr>
            <p:cNvPr id="22" name="Groep 21">
              <a:extLst>
                <a:ext uri="{FF2B5EF4-FFF2-40B4-BE49-F238E27FC236}">
                  <a16:creationId xmlns:a16="http://schemas.microsoft.com/office/drawing/2014/main" id="{B853C7C4-0D13-558B-DB63-FAD961B27DB5}"/>
                </a:ext>
              </a:extLst>
            </p:cNvPr>
            <p:cNvGrpSpPr/>
            <p:nvPr userDrawn="1"/>
          </p:nvGrpSpPr>
          <p:grpSpPr>
            <a:xfrm>
              <a:off x="-3365484" y="1226982"/>
              <a:ext cx="446937" cy="406485"/>
              <a:chOff x="-3563526" y="1409294"/>
              <a:chExt cx="354190" cy="322133"/>
            </a:xfrm>
          </p:grpSpPr>
          <p:grpSp>
            <p:nvGrpSpPr>
              <p:cNvPr id="23" name="Groep 22">
                <a:extLst>
                  <a:ext uri="{FF2B5EF4-FFF2-40B4-BE49-F238E27FC236}">
                    <a16:creationId xmlns:a16="http://schemas.microsoft.com/office/drawing/2014/main" id="{F6AACDE6-A411-4487-4D44-FAE94A3EAD55}"/>
                  </a:ext>
                </a:extLst>
              </p:cNvPr>
              <p:cNvGrpSpPr/>
              <p:nvPr userDrawn="1"/>
            </p:nvGrpSpPr>
            <p:grpSpPr>
              <a:xfrm>
                <a:off x="-3499992" y="1409294"/>
                <a:ext cx="225195" cy="195499"/>
                <a:chOff x="8987389" y="1361199"/>
                <a:chExt cx="2200275" cy="1914525"/>
              </a:xfrm>
            </p:grpSpPr>
            <p:sp>
              <p:nvSpPr>
                <p:cNvPr id="25" name="Vrije vorm: vorm 24">
                  <a:extLst>
                    <a:ext uri="{FF2B5EF4-FFF2-40B4-BE49-F238E27FC236}">
                      <a16:creationId xmlns:a16="http://schemas.microsoft.com/office/drawing/2014/main" id="{A3C2117B-1D03-F4B3-C481-D36BBAA4B7B3}"/>
                    </a:ext>
                  </a:extLst>
                </p:cNvPr>
                <p:cNvSpPr/>
                <p:nvPr/>
              </p:nvSpPr>
              <p:spPr>
                <a:xfrm>
                  <a:off x="9363620" y="1831738"/>
                  <a:ext cx="371477" cy="371472"/>
                </a:xfrm>
                <a:custGeom>
                  <a:avLst/>
                  <a:gdLst>
                    <a:gd name="connsiteX0" fmla="*/ 369094 w 371475"/>
                    <a:gd name="connsiteY0" fmla="*/ 188119 h 371475"/>
                    <a:gd name="connsiteX1" fmla="*/ 188119 w 371475"/>
                    <a:gd name="connsiteY1" fmla="*/ 369094 h 371475"/>
                    <a:gd name="connsiteX2" fmla="*/ 7144 w 371475"/>
                    <a:gd name="connsiteY2" fmla="*/ 188119 h 371475"/>
                    <a:gd name="connsiteX3" fmla="*/ 188119 w 371475"/>
                    <a:gd name="connsiteY3" fmla="*/ 7144 h 371475"/>
                    <a:gd name="connsiteX4" fmla="*/ 369094 w 371475"/>
                    <a:gd name="connsiteY4" fmla="*/ 188119 h 371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 h="371475">
                      <a:moveTo>
                        <a:pt x="369094" y="188119"/>
                      </a:moveTo>
                      <a:cubicBezTo>
                        <a:pt x="369094" y="288068"/>
                        <a:pt x="288068" y="369094"/>
                        <a:pt x="188119" y="369094"/>
                      </a:cubicBezTo>
                      <a:cubicBezTo>
                        <a:pt x="88169" y="369094"/>
                        <a:pt x="7144" y="288068"/>
                        <a:pt x="7144" y="188119"/>
                      </a:cubicBezTo>
                      <a:cubicBezTo>
                        <a:pt x="7144" y="88169"/>
                        <a:pt x="88169" y="7144"/>
                        <a:pt x="188119" y="7144"/>
                      </a:cubicBezTo>
                      <a:cubicBezTo>
                        <a:pt x="288068" y="7144"/>
                        <a:pt x="369094" y="88169"/>
                        <a:pt x="369094" y="188119"/>
                      </a:cubicBezTo>
                      <a:close/>
                    </a:path>
                  </a:pathLst>
                </a:custGeom>
                <a:solidFill>
                  <a:srgbClr val="1FF524"/>
                </a:solidFill>
                <a:ln w="9525" cap="flat">
                  <a:noFill/>
                  <a:prstDash val="solid"/>
                  <a:miter/>
                </a:ln>
              </p:spPr>
              <p:txBody>
                <a:bodyPr rtlCol="0" anchor="ctr"/>
                <a:lstStyle/>
                <a:p>
                  <a:pPr defTabSz="995469"/>
                  <a:endParaRPr lang="en-GB" sz="7200" noProof="0" dirty="0">
                    <a:solidFill>
                      <a:srgbClr val="211F26"/>
                    </a:solidFill>
                    <a:latin typeface="+mn-lt"/>
                  </a:endParaRPr>
                </a:p>
              </p:txBody>
            </p:sp>
            <p:grpSp>
              <p:nvGrpSpPr>
                <p:cNvPr id="26" name="Groep 25">
                  <a:extLst>
                    <a:ext uri="{FF2B5EF4-FFF2-40B4-BE49-F238E27FC236}">
                      <a16:creationId xmlns:a16="http://schemas.microsoft.com/office/drawing/2014/main" id="{411EF59D-B20F-CC37-095E-82AC6B78D746}"/>
                    </a:ext>
                  </a:extLst>
                </p:cNvPr>
                <p:cNvGrpSpPr/>
                <p:nvPr/>
              </p:nvGrpSpPr>
              <p:grpSpPr>
                <a:xfrm>
                  <a:off x="8987389" y="1361199"/>
                  <a:ext cx="2200275" cy="1914525"/>
                  <a:chOff x="8987389" y="1361199"/>
                  <a:chExt cx="2200275" cy="1914525"/>
                </a:xfrm>
                <a:gradFill>
                  <a:gsLst>
                    <a:gs pos="0">
                      <a:srgbClr val="9D9FA1"/>
                    </a:gs>
                    <a:gs pos="70000">
                      <a:srgbClr val="211F26"/>
                    </a:gs>
                  </a:gsLst>
                  <a:lin ang="2700000" scaled="0"/>
                </a:gradFill>
              </p:grpSpPr>
              <p:sp>
                <p:nvSpPr>
                  <p:cNvPr id="27" name="Vrije vorm: vorm 26">
                    <a:extLst>
                      <a:ext uri="{FF2B5EF4-FFF2-40B4-BE49-F238E27FC236}">
                        <a16:creationId xmlns:a16="http://schemas.microsoft.com/office/drawing/2014/main" id="{662E67D3-F576-606E-F8EB-215307737419}"/>
                      </a:ext>
                    </a:extLst>
                  </p:cNvPr>
                  <p:cNvSpPr/>
                  <p:nvPr/>
                </p:nvSpPr>
                <p:spPr>
                  <a:xfrm>
                    <a:off x="8987389" y="1361199"/>
                    <a:ext cx="2200275" cy="1914525"/>
                  </a:xfrm>
                  <a:custGeom>
                    <a:avLst/>
                    <a:gdLst>
                      <a:gd name="connsiteX0" fmla="*/ 7144 w 2200275"/>
                      <a:gd name="connsiteY0" fmla="*/ 7144 h 1914525"/>
                      <a:gd name="connsiteX1" fmla="*/ 7144 w 2200275"/>
                      <a:gd name="connsiteY1" fmla="*/ 245269 h 1914525"/>
                      <a:gd name="connsiteX2" fmla="*/ 432911 w 2200275"/>
                      <a:gd name="connsiteY2" fmla="*/ 245269 h 1914525"/>
                      <a:gd name="connsiteX3" fmla="*/ 432911 w 2200275"/>
                      <a:gd name="connsiteY3" fmla="*/ 245269 h 1914525"/>
                      <a:gd name="connsiteX4" fmla="*/ 1959769 w 2200275"/>
                      <a:gd name="connsiteY4" fmla="*/ 245269 h 1914525"/>
                      <a:gd name="connsiteX5" fmla="*/ 1959769 w 2200275"/>
                      <a:gd name="connsiteY5" fmla="*/ 1674019 h 1914525"/>
                      <a:gd name="connsiteX6" fmla="*/ 245269 w 2200275"/>
                      <a:gd name="connsiteY6" fmla="*/ 1674019 h 1914525"/>
                      <a:gd name="connsiteX7" fmla="*/ 245269 w 2200275"/>
                      <a:gd name="connsiteY7" fmla="*/ 350044 h 1914525"/>
                      <a:gd name="connsiteX8" fmla="*/ 7144 w 2200275"/>
                      <a:gd name="connsiteY8" fmla="*/ 350044 h 1914525"/>
                      <a:gd name="connsiteX9" fmla="*/ 7144 w 2200275"/>
                      <a:gd name="connsiteY9" fmla="*/ 1912144 h 1914525"/>
                      <a:gd name="connsiteX10" fmla="*/ 2197894 w 2200275"/>
                      <a:gd name="connsiteY10" fmla="*/ 1912144 h 1914525"/>
                      <a:gd name="connsiteX11" fmla="*/ 2197894 w 2200275"/>
                      <a:gd name="connsiteY11" fmla="*/ 7144 h 1914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0275" h="1914525">
                        <a:moveTo>
                          <a:pt x="7144" y="7144"/>
                        </a:moveTo>
                        <a:lnTo>
                          <a:pt x="7144" y="245269"/>
                        </a:lnTo>
                        <a:lnTo>
                          <a:pt x="432911" y="245269"/>
                        </a:lnTo>
                        <a:lnTo>
                          <a:pt x="432911" y="245269"/>
                        </a:lnTo>
                        <a:lnTo>
                          <a:pt x="1959769" y="245269"/>
                        </a:lnTo>
                        <a:lnTo>
                          <a:pt x="1959769" y="1674019"/>
                        </a:lnTo>
                        <a:lnTo>
                          <a:pt x="245269" y="1674019"/>
                        </a:lnTo>
                        <a:lnTo>
                          <a:pt x="245269" y="350044"/>
                        </a:lnTo>
                        <a:lnTo>
                          <a:pt x="7144" y="350044"/>
                        </a:lnTo>
                        <a:lnTo>
                          <a:pt x="7144" y="1912144"/>
                        </a:lnTo>
                        <a:lnTo>
                          <a:pt x="2197894" y="1912144"/>
                        </a:lnTo>
                        <a:lnTo>
                          <a:pt x="2197894" y="7144"/>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sp>
                <p:nvSpPr>
                  <p:cNvPr id="28" name="Vrije vorm: vorm 27">
                    <a:extLst>
                      <a:ext uri="{FF2B5EF4-FFF2-40B4-BE49-F238E27FC236}">
                        <a16:creationId xmlns:a16="http://schemas.microsoft.com/office/drawing/2014/main" id="{C13AD0C7-E49C-BD03-2900-4B852A928423}"/>
                      </a:ext>
                    </a:extLst>
                  </p:cNvPr>
                  <p:cNvSpPr/>
                  <p:nvPr/>
                </p:nvSpPr>
                <p:spPr>
                  <a:xfrm>
                    <a:off x="9362668" y="1953652"/>
                    <a:ext cx="1438273" cy="885828"/>
                  </a:xfrm>
                  <a:custGeom>
                    <a:avLst/>
                    <a:gdLst>
                      <a:gd name="connsiteX0" fmla="*/ 1070134 w 1438275"/>
                      <a:gd name="connsiteY0" fmla="*/ 7144 h 885825"/>
                      <a:gd name="connsiteX1" fmla="*/ 801529 w 1438275"/>
                      <a:gd name="connsiteY1" fmla="*/ 275749 h 885825"/>
                      <a:gd name="connsiteX2" fmla="*/ 662464 w 1438275"/>
                      <a:gd name="connsiteY2" fmla="*/ 137636 h 885825"/>
                      <a:gd name="connsiteX3" fmla="*/ 7144 w 1438275"/>
                      <a:gd name="connsiteY3" fmla="*/ 784384 h 885825"/>
                      <a:gd name="connsiteX4" fmla="*/ 108109 w 1438275"/>
                      <a:gd name="connsiteY4" fmla="*/ 885349 h 885825"/>
                      <a:gd name="connsiteX5" fmla="*/ 662464 w 1438275"/>
                      <a:gd name="connsiteY5" fmla="*/ 338614 h 885825"/>
                      <a:gd name="connsiteX6" fmla="*/ 928211 w 1438275"/>
                      <a:gd name="connsiteY6" fmla="*/ 605314 h 885825"/>
                      <a:gd name="connsiteX7" fmla="*/ 1029176 w 1438275"/>
                      <a:gd name="connsiteY7" fmla="*/ 503396 h 885825"/>
                      <a:gd name="connsiteX8" fmla="*/ 902494 w 1438275"/>
                      <a:gd name="connsiteY8" fmla="*/ 376714 h 885825"/>
                      <a:gd name="connsiteX9" fmla="*/ 1070134 w 1438275"/>
                      <a:gd name="connsiteY9" fmla="*/ 209074 h 885825"/>
                      <a:gd name="connsiteX10" fmla="*/ 1337786 w 1438275"/>
                      <a:gd name="connsiteY10" fmla="*/ 480536 h 885825"/>
                      <a:gd name="connsiteX11" fmla="*/ 1438751 w 1438275"/>
                      <a:gd name="connsiteY11" fmla="*/ 378619 h 885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38275" h="885825">
                        <a:moveTo>
                          <a:pt x="1070134" y="7144"/>
                        </a:moveTo>
                        <a:lnTo>
                          <a:pt x="801529" y="275749"/>
                        </a:lnTo>
                        <a:lnTo>
                          <a:pt x="662464" y="137636"/>
                        </a:lnTo>
                        <a:lnTo>
                          <a:pt x="7144" y="784384"/>
                        </a:lnTo>
                        <a:lnTo>
                          <a:pt x="108109" y="885349"/>
                        </a:lnTo>
                        <a:lnTo>
                          <a:pt x="662464" y="338614"/>
                        </a:lnTo>
                        <a:lnTo>
                          <a:pt x="928211" y="605314"/>
                        </a:lnTo>
                        <a:lnTo>
                          <a:pt x="1029176" y="503396"/>
                        </a:lnTo>
                        <a:lnTo>
                          <a:pt x="902494" y="376714"/>
                        </a:lnTo>
                        <a:lnTo>
                          <a:pt x="1070134" y="209074"/>
                        </a:lnTo>
                        <a:lnTo>
                          <a:pt x="1337786" y="480536"/>
                        </a:lnTo>
                        <a:lnTo>
                          <a:pt x="1438751" y="378619"/>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grpSp>
          </p:grpSp>
          <p:sp>
            <p:nvSpPr>
              <p:cNvPr id="24" name="Tekstvak 23">
                <a:extLst>
                  <a:ext uri="{FF2B5EF4-FFF2-40B4-BE49-F238E27FC236}">
                    <a16:creationId xmlns:a16="http://schemas.microsoft.com/office/drawing/2014/main" id="{23982F7B-B12A-8A68-CEB8-8BFE6CBA356B}"/>
                  </a:ext>
                </a:extLst>
              </p:cNvPr>
              <p:cNvSpPr txBox="1"/>
              <p:nvPr userDrawn="1"/>
            </p:nvSpPr>
            <p:spPr>
              <a:xfrm>
                <a:off x="-3563526" y="1617700"/>
                <a:ext cx="354190" cy="113727"/>
              </a:xfrm>
              <a:prstGeom prst="rect">
                <a:avLst/>
              </a:prstGeom>
              <a:noFill/>
            </p:spPr>
            <p:txBody>
              <a:bodyPr wrap="square" lIns="0" tIns="18000" rIns="0" bIns="0" rtlCol="0" anchor="t">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Images</a:t>
                </a:r>
              </a:p>
            </p:txBody>
          </p:sp>
        </p:grpSp>
      </p:grpSp>
      <p:sp>
        <p:nvSpPr>
          <p:cNvPr id="78" name="Tijdelijke aanduiding voor afbeelding 77">
            <a:extLst>
              <a:ext uri="{FF2B5EF4-FFF2-40B4-BE49-F238E27FC236}">
                <a16:creationId xmlns:a16="http://schemas.microsoft.com/office/drawing/2014/main" id="{B73FE5B2-4BA7-E720-C6FA-DA399F2460E1}"/>
              </a:ext>
            </a:extLst>
          </p:cNvPr>
          <p:cNvSpPr>
            <a:spLocks noGrp="1"/>
          </p:cNvSpPr>
          <p:nvPr>
            <p:ph type="pic" sz="quarter" idx="14" hasCustomPrompt="1"/>
          </p:nvPr>
        </p:nvSpPr>
        <p:spPr>
          <a:xfrm>
            <a:off x="7841304" y="904637"/>
            <a:ext cx="2426050" cy="5267563"/>
          </a:xfrm>
          <a:custGeom>
            <a:avLst/>
            <a:gdLst>
              <a:gd name="connsiteX0" fmla="*/ 243624 w 2426050"/>
              <a:gd name="connsiteY0" fmla="*/ 0 h 5267563"/>
              <a:gd name="connsiteX1" fmla="*/ 541127 w 2426050"/>
              <a:gd name="connsiteY1" fmla="*/ 0 h 5267563"/>
              <a:gd name="connsiteX2" fmla="*/ 541127 w 2426050"/>
              <a:gd name="connsiteY2" fmla="*/ 57271 h 5267563"/>
              <a:gd name="connsiteX3" fmla="*/ 678732 w 2426050"/>
              <a:gd name="connsiteY3" fmla="*/ 195049 h 5267563"/>
              <a:gd name="connsiteX4" fmla="*/ 1744312 w 2426050"/>
              <a:gd name="connsiteY4" fmla="*/ 195049 h 5267563"/>
              <a:gd name="connsiteX5" fmla="*/ 1881918 w 2426050"/>
              <a:gd name="connsiteY5" fmla="*/ 57271 h 5267563"/>
              <a:gd name="connsiteX6" fmla="*/ 1881918 w 2426050"/>
              <a:gd name="connsiteY6" fmla="*/ 0 h 5267563"/>
              <a:gd name="connsiteX7" fmla="*/ 2182426 w 2426050"/>
              <a:gd name="connsiteY7" fmla="*/ 0 h 5267563"/>
              <a:gd name="connsiteX8" fmla="*/ 2426050 w 2426050"/>
              <a:gd name="connsiteY8" fmla="*/ 243930 h 5267563"/>
              <a:gd name="connsiteX9" fmla="*/ 2426050 w 2426050"/>
              <a:gd name="connsiteY9" fmla="*/ 5023633 h 5267563"/>
              <a:gd name="connsiteX10" fmla="*/ 2182426 w 2426050"/>
              <a:gd name="connsiteY10" fmla="*/ 5267563 h 5267563"/>
              <a:gd name="connsiteX11" fmla="*/ 243624 w 2426050"/>
              <a:gd name="connsiteY11" fmla="*/ 5267563 h 5267563"/>
              <a:gd name="connsiteX12" fmla="*/ 0 w 2426050"/>
              <a:gd name="connsiteY12" fmla="*/ 5023633 h 5267563"/>
              <a:gd name="connsiteX13" fmla="*/ 0 w 2426050"/>
              <a:gd name="connsiteY13" fmla="*/ 243930 h 5267563"/>
              <a:gd name="connsiteX14" fmla="*/ 243624 w 2426050"/>
              <a:gd name="connsiteY14" fmla="*/ 0 h 5267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426050" h="5267563">
                <a:moveTo>
                  <a:pt x="243624" y="0"/>
                </a:moveTo>
                <a:lnTo>
                  <a:pt x="541127" y="0"/>
                </a:lnTo>
                <a:lnTo>
                  <a:pt x="541127" y="57271"/>
                </a:lnTo>
                <a:cubicBezTo>
                  <a:pt x="541127" y="133363"/>
                  <a:pt x="602735" y="195049"/>
                  <a:pt x="678732" y="195049"/>
                </a:cubicBezTo>
                <a:lnTo>
                  <a:pt x="1744312" y="195049"/>
                </a:lnTo>
                <a:cubicBezTo>
                  <a:pt x="1820309" y="195049"/>
                  <a:pt x="1881918" y="133363"/>
                  <a:pt x="1881918" y="57271"/>
                </a:cubicBezTo>
                <a:lnTo>
                  <a:pt x="1881918" y="0"/>
                </a:lnTo>
                <a:lnTo>
                  <a:pt x="2182426" y="0"/>
                </a:lnTo>
                <a:cubicBezTo>
                  <a:pt x="2316976" y="0"/>
                  <a:pt x="2426050" y="109211"/>
                  <a:pt x="2426050" y="243930"/>
                </a:cubicBezTo>
                <a:lnTo>
                  <a:pt x="2426050" y="5023633"/>
                </a:lnTo>
                <a:cubicBezTo>
                  <a:pt x="2426050" y="5158352"/>
                  <a:pt x="2316976" y="5267563"/>
                  <a:pt x="2182426" y="5267563"/>
                </a:cubicBezTo>
                <a:lnTo>
                  <a:pt x="243624" y="5267563"/>
                </a:lnTo>
                <a:cubicBezTo>
                  <a:pt x="109074" y="5267563"/>
                  <a:pt x="0" y="5158352"/>
                  <a:pt x="0" y="5023633"/>
                </a:cubicBezTo>
                <a:lnTo>
                  <a:pt x="0" y="243930"/>
                </a:lnTo>
                <a:cubicBezTo>
                  <a:pt x="0" y="109211"/>
                  <a:pt x="109074" y="0"/>
                  <a:pt x="243624" y="0"/>
                </a:cubicBezTo>
                <a:close/>
              </a:path>
            </a:pathLst>
          </a:custGeom>
          <a:pattFill prst="pct60">
            <a:fgClr>
              <a:schemeClr val="bg1">
                <a:lumMod val="95000"/>
              </a:schemeClr>
            </a:fgClr>
            <a:bgClr>
              <a:schemeClr val="bg1">
                <a:lumMod val="85000"/>
              </a:schemeClr>
            </a:bgClr>
          </a:pattFill>
        </p:spPr>
        <p:txBody>
          <a:bodyPr wrap="square" tIns="0" bIns="1260000" anchor="ctr" anchorCtr="0">
            <a:noAutofit/>
          </a:bodyPr>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the tab ‘</a:t>
            </a:r>
            <a:r>
              <a:rPr lang="en-GB" noProof="0" dirty="0" err="1"/>
              <a:t>Slidebuilder</a:t>
            </a:r>
            <a:r>
              <a:rPr lang="en-GB" noProof="0" dirty="0"/>
              <a:t>’, click on ‘Images’, </a:t>
            </a:r>
            <a:br>
              <a:rPr lang="en-GB" noProof="0" dirty="0"/>
            </a:br>
            <a:r>
              <a:rPr lang="en-GB" noProof="0" dirty="0"/>
              <a:t>select the preferred image </a:t>
            </a:r>
            <a:br>
              <a:rPr lang="en-GB" noProof="0" dirty="0"/>
            </a:br>
            <a:r>
              <a:rPr lang="en-GB" noProof="0" dirty="0"/>
              <a:t>and click on ‘Insert’.</a:t>
            </a:r>
          </a:p>
        </p:txBody>
      </p:sp>
    </p:spTree>
    <p:extLst>
      <p:ext uri="{BB962C8B-B14F-4D97-AF65-F5344CB8AC3E}">
        <p14:creationId xmlns:p14="http://schemas.microsoft.com/office/powerpoint/2010/main" val="67700617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ustom #1">
    <p:bg>
      <p:bgPr>
        <a:solidFill>
          <a:schemeClr val="accent1"/>
        </a:solidFill>
        <a:effectLst/>
      </p:bgPr>
    </p:bg>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B71070AA-35A3-CDB3-EFB2-1ACEEB90FBD9}"/>
              </a:ext>
            </a:extLst>
          </p:cNvPr>
          <p:cNvSpPr>
            <a:spLocks noGrp="1"/>
          </p:cNvSpPr>
          <p:nvPr>
            <p:ph type="title" hasCustomPrompt="1"/>
          </p:nvPr>
        </p:nvSpPr>
        <p:spPr>
          <a:xfrm>
            <a:off x="0" y="-429019"/>
            <a:ext cx="1782539" cy="276999"/>
          </a:xfr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lvl1pPr>
              <a:lnSpc>
                <a:spcPct val="100000"/>
              </a:lnSpc>
              <a:defRPr lang="nl-NL" sz="1800" b="1" cap="none" baseline="0">
                <a:solidFill>
                  <a:schemeClr val="accent1"/>
                </a:solidFill>
                <a:latin typeface="+mj-lt"/>
              </a:defRPr>
            </a:lvl1pPr>
          </a:lstStyle>
          <a:p>
            <a:pPr marL="0" lvl="0"/>
            <a:r>
              <a:rPr lang="en-GB" dirty="0"/>
              <a:t>!Place title here!</a:t>
            </a:r>
          </a:p>
        </p:txBody>
      </p:sp>
      <p:sp>
        <p:nvSpPr>
          <p:cNvPr id="2" name="Tijdelijke aanduiding voor datum 1">
            <a:extLst>
              <a:ext uri="{FF2B5EF4-FFF2-40B4-BE49-F238E27FC236}">
                <a16:creationId xmlns:a16="http://schemas.microsoft.com/office/drawing/2014/main" id="{5BE7F3A9-9B9C-44B6-7E42-8A0C11D41246}"/>
              </a:ext>
            </a:extLst>
          </p:cNvPr>
          <p:cNvSpPr>
            <a:spLocks noGrp="1"/>
          </p:cNvSpPr>
          <p:nvPr>
            <p:ph type="dt" sz="half" idx="10"/>
          </p:nvPr>
        </p:nvSpPr>
        <p:spPr/>
        <p:txBody>
          <a:bodyPr/>
          <a:lstStyle/>
          <a:p>
            <a:r>
              <a:rPr lang="LID4096"/>
              <a:t>08/30/2024</a:t>
            </a:r>
            <a:endParaRPr lang="en-GB" dirty="0"/>
          </a:p>
        </p:txBody>
      </p:sp>
      <p:sp>
        <p:nvSpPr>
          <p:cNvPr id="4" name="Tijdelijke aanduiding voor dianummer 3">
            <a:extLst>
              <a:ext uri="{FF2B5EF4-FFF2-40B4-BE49-F238E27FC236}">
                <a16:creationId xmlns:a16="http://schemas.microsoft.com/office/drawing/2014/main" id="{BFEA8D07-6C67-DB1E-355D-D56DB368413A}"/>
              </a:ext>
            </a:extLst>
          </p:cNvPr>
          <p:cNvSpPr>
            <a:spLocks noGrp="1"/>
          </p:cNvSpPr>
          <p:nvPr>
            <p:ph type="sldNum" sz="quarter" idx="12"/>
          </p:nvPr>
        </p:nvSpPr>
        <p:spPr/>
        <p:txBody>
          <a:bodyPr/>
          <a:lstStyle/>
          <a:p>
            <a:fld id="{9E843DB9-9987-4157-AB9C-CEA8D7D910BB}" type="slidenum">
              <a:rPr lang="en-GB" smtClean="0"/>
              <a:pPr/>
              <a:t>‹#›</a:t>
            </a:fld>
            <a:endParaRPr lang="en-GB" dirty="0"/>
          </a:p>
        </p:txBody>
      </p:sp>
      <p:sp>
        <p:nvSpPr>
          <p:cNvPr id="5" name="Tijdelijke aanduiding voor afbeelding 15">
            <a:extLst>
              <a:ext uri="{FF2B5EF4-FFF2-40B4-BE49-F238E27FC236}">
                <a16:creationId xmlns:a16="http://schemas.microsoft.com/office/drawing/2014/main" id="{2B5C508B-DF1E-5C02-9C06-98C5F4940A55}"/>
              </a:ext>
            </a:extLst>
          </p:cNvPr>
          <p:cNvSpPr>
            <a:spLocks noGrp="1"/>
          </p:cNvSpPr>
          <p:nvPr>
            <p:ph type="pic" sz="quarter" idx="14" hasCustomPrompt="1"/>
          </p:nvPr>
        </p:nvSpPr>
        <p:spPr>
          <a:xfrm>
            <a:off x="5242839" y="785399"/>
            <a:ext cx="1706322" cy="1706010"/>
          </a:xfrm>
          <a:prstGeom prst="rect">
            <a:avLst/>
          </a:prstGeom>
          <a:pattFill prst="pct60">
            <a:fgClr>
              <a:schemeClr val="bg1">
                <a:lumMod val="95000"/>
              </a:schemeClr>
            </a:fgClr>
            <a:bgClr>
              <a:schemeClr val="bg1">
                <a:lumMod val="85000"/>
              </a:schemeClr>
            </a:bgClr>
          </a:pattFill>
          <a:ln w="127000">
            <a:solidFill>
              <a:schemeClr val="bg2"/>
            </a:solidFill>
            <a:miter lim="800000"/>
          </a:ln>
        </p:spPr>
        <p:txBody>
          <a:bodyPr wrap="square" tIns="0" bIns="0" anchor="ctr" anchorCtr="0">
            <a:noAutofit/>
          </a:bodyPr>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the tab ‘</a:t>
            </a:r>
            <a:r>
              <a:rPr lang="en-GB" noProof="0" dirty="0" err="1"/>
              <a:t>Slidebuilder</a:t>
            </a:r>
            <a:r>
              <a:rPr lang="en-GB" noProof="0" dirty="0"/>
              <a:t>’, click on ‘Images’, select the preferred image </a:t>
            </a:r>
            <a:br>
              <a:rPr lang="en-GB" noProof="0" dirty="0"/>
            </a:br>
            <a:r>
              <a:rPr lang="en-GB" noProof="0" dirty="0"/>
              <a:t>and click on ‘Insert’.</a:t>
            </a:r>
          </a:p>
        </p:txBody>
      </p:sp>
      <p:grpSp>
        <p:nvGrpSpPr>
          <p:cNvPr id="6" name="INSTRUCTION">
            <a:extLst>
              <a:ext uri="{FF2B5EF4-FFF2-40B4-BE49-F238E27FC236}">
                <a16:creationId xmlns:a16="http://schemas.microsoft.com/office/drawing/2014/main" id="{A7CDC7A9-1E6C-CF24-2C23-21BA38844791}"/>
              </a:ext>
            </a:extLst>
          </p:cNvPr>
          <p:cNvGrpSpPr/>
          <p:nvPr userDrawn="1"/>
        </p:nvGrpSpPr>
        <p:grpSpPr>
          <a:xfrm>
            <a:off x="-3786164" y="0"/>
            <a:ext cx="3693113" cy="5054643"/>
            <a:chOff x="-3786164" y="0"/>
            <a:chExt cx="3693113" cy="5054643"/>
          </a:xfrm>
        </p:grpSpPr>
        <p:sp>
          <p:nvSpPr>
            <p:cNvPr id="8" name="Rechthoek 7">
              <a:extLst>
                <a:ext uri="{FF2B5EF4-FFF2-40B4-BE49-F238E27FC236}">
                  <a16:creationId xmlns:a16="http://schemas.microsoft.com/office/drawing/2014/main" id="{50C04F9B-A35F-E618-4F8E-A2CADA07FBDA}"/>
                </a:ext>
              </a:extLst>
            </p:cNvPr>
            <p:cNvSpPr/>
            <p:nvPr userDrawn="1"/>
          </p:nvSpPr>
          <p:spPr>
            <a:xfrm>
              <a:off x="-3786164" y="0"/>
              <a:ext cx="3593091" cy="4391599"/>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Insert/edit an image</a:t>
              </a:r>
            </a:p>
          </p:txBody>
        </p:sp>
        <p:sp>
          <p:nvSpPr>
            <p:cNvPr id="9" name="Rechthoek 8">
              <a:extLst>
                <a:ext uri="{FF2B5EF4-FFF2-40B4-BE49-F238E27FC236}">
                  <a16:creationId xmlns:a16="http://schemas.microsoft.com/office/drawing/2014/main" id="{FD36A594-8DDA-F22F-0D0B-8336FA6BA9FE}"/>
                </a:ext>
              </a:extLst>
            </p:cNvPr>
            <p:cNvSpPr/>
            <p:nvPr userDrawn="1"/>
          </p:nvSpPr>
          <p:spPr>
            <a:xfrm>
              <a:off x="-3786164" y="4226643"/>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sp>
          <p:nvSpPr>
            <p:cNvPr id="10" name="Ovaal 9">
              <a:extLst>
                <a:ext uri="{FF2B5EF4-FFF2-40B4-BE49-F238E27FC236}">
                  <a16:creationId xmlns:a16="http://schemas.microsoft.com/office/drawing/2014/main" id="{1AE0A3C6-CF49-9394-F5DA-A20413115589}"/>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1" name="Rechthoek 10">
              <a:extLst>
                <a:ext uri="{FF2B5EF4-FFF2-40B4-BE49-F238E27FC236}">
                  <a16:creationId xmlns:a16="http://schemas.microsoft.com/office/drawing/2014/main" id="{19E797D2-F9E1-FA68-DA92-04E21B2C2852}"/>
                </a:ext>
              </a:extLst>
            </p:cNvPr>
            <p:cNvSpPr/>
            <p:nvPr userDrawn="1"/>
          </p:nvSpPr>
          <p:spPr>
            <a:xfrm>
              <a:off x="-3319416" y="465323"/>
              <a:ext cx="3008779" cy="661851"/>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If necessary, delete the existing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by using the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key’</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Select the placeholder,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1" i="0" u="none" strike="noStrike" kern="0" cap="none" spc="0" normalizeH="0" baseline="0" noProof="0" dirty="0" err="1">
                  <a:ln>
                    <a:noFill/>
                  </a:ln>
                  <a:solidFill>
                    <a:srgbClr val="000000"/>
                  </a:solidFill>
                  <a:effectLst/>
                  <a:uLnTx/>
                  <a:uFillTx/>
                  <a:latin typeface="Calibri" panose="020F0502020204030204" pitchFamily="34" charset="0"/>
                  <a:ea typeface="+mn-ea"/>
                  <a:cs typeface="Calibri" panose="020F0502020204030204" pitchFamily="34" charset="0"/>
                </a:rPr>
                <a:t>Slidebuilder</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 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‘Images’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endPar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12" name="Ovaal 11">
              <a:extLst>
                <a:ext uri="{FF2B5EF4-FFF2-40B4-BE49-F238E27FC236}">
                  <a16:creationId xmlns:a16="http://schemas.microsoft.com/office/drawing/2014/main" id="{6C5B633F-726B-65E9-AF32-5BD842E4471B}"/>
                </a:ext>
              </a:extLst>
            </p:cNvPr>
            <p:cNvSpPr/>
            <p:nvPr userDrawn="1"/>
          </p:nvSpPr>
          <p:spPr>
            <a:xfrm>
              <a:off x="-3603587" y="18111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3" name="Rechthoek 12">
              <a:extLst>
                <a:ext uri="{FF2B5EF4-FFF2-40B4-BE49-F238E27FC236}">
                  <a16:creationId xmlns:a16="http://schemas.microsoft.com/office/drawing/2014/main" id="{41A8C12C-9327-E4A7-8AD6-404E0124B227}"/>
                </a:ext>
              </a:extLst>
            </p:cNvPr>
            <p:cNvSpPr/>
            <p:nvPr userDrawn="1"/>
          </p:nvSpPr>
          <p:spPr>
            <a:xfrm>
              <a:off x="-3319415" y="1811185"/>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 the preferred category and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and click 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‘Insert’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14" name="Rechthoek 13">
              <a:extLst>
                <a:ext uri="{FF2B5EF4-FFF2-40B4-BE49-F238E27FC236}">
                  <a16:creationId xmlns:a16="http://schemas.microsoft.com/office/drawing/2014/main" id="{406C8A9B-E7A7-CC7C-5EA7-660741791C94}"/>
                </a:ext>
              </a:extLst>
            </p:cNvPr>
            <p:cNvSpPr/>
            <p:nvPr userDrawn="1"/>
          </p:nvSpPr>
          <p:spPr>
            <a:xfrm>
              <a:off x="-3319415" y="2245760"/>
              <a:ext cx="825500" cy="209550"/>
            </a:xfrm>
            <a:prstGeom prst="rect">
              <a:avLst/>
            </a:prstGeom>
            <a:solidFill>
              <a:srgbClr val="1FF52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1000" b="1" noProof="0" dirty="0">
                  <a:solidFill>
                    <a:srgbClr val="211F26"/>
                  </a:solidFill>
                  <a:latin typeface="Calibri" panose="020F0502020204030204" pitchFamily="34" charset="0"/>
                  <a:cs typeface="Calibri" panose="020F0502020204030204" pitchFamily="34" charset="0"/>
                </a:rPr>
                <a:t>Insert</a:t>
              </a:r>
            </a:p>
          </p:txBody>
        </p:sp>
        <p:sp>
          <p:nvSpPr>
            <p:cNvPr id="15" name="Ovaal 14">
              <a:extLst>
                <a:ext uri="{FF2B5EF4-FFF2-40B4-BE49-F238E27FC236}">
                  <a16:creationId xmlns:a16="http://schemas.microsoft.com/office/drawing/2014/main" id="{95B117C1-025E-B159-D5F5-012FD6EBD481}"/>
                </a:ext>
              </a:extLst>
            </p:cNvPr>
            <p:cNvSpPr/>
            <p:nvPr userDrawn="1"/>
          </p:nvSpPr>
          <p:spPr>
            <a:xfrm>
              <a:off x="-3603587" y="263483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16" name="Rechthoek 15">
              <a:extLst>
                <a:ext uri="{FF2B5EF4-FFF2-40B4-BE49-F238E27FC236}">
                  <a16:creationId xmlns:a16="http://schemas.microsoft.com/office/drawing/2014/main" id="{CE33996F-4F00-CAAD-F3B3-1FE994C05C6C}"/>
                </a:ext>
              </a:extLst>
            </p:cNvPr>
            <p:cNvSpPr/>
            <p:nvPr userDrawn="1"/>
          </p:nvSpPr>
          <p:spPr>
            <a:xfrm>
              <a:off x="-3319415" y="2634835"/>
              <a:ext cx="2944682" cy="794165"/>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To scale or drag the image,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‘Picture Tools - Format’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‘Crop’</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Scale the image itself with</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spheres and scale the image frame with the brackets.</a:t>
              </a:r>
            </a:p>
          </p:txBody>
        </p:sp>
        <p:grpSp>
          <p:nvGrpSpPr>
            <p:cNvPr id="17" name="Groep 16">
              <a:extLst>
                <a:ext uri="{FF2B5EF4-FFF2-40B4-BE49-F238E27FC236}">
                  <a16:creationId xmlns:a16="http://schemas.microsoft.com/office/drawing/2014/main" id="{C5C40F7C-CA56-9588-AF42-03943BB83BAC}"/>
                </a:ext>
              </a:extLst>
            </p:cNvPr>
            <p:cNvGrpSpPr/>
            <p:nvPr userDrawn="1"/>
          </p:nvGrpSpPr>
          <p:grpSpPr>
            <a:xfrm>
              <a:off x="-3414453" y="3534339"/>
              <a:ext cx="514284" cy="506545"/>
              <a:chOff x="12617641" y="3403239"/>
              <a:chExt cx="752963" cy="741634"/>
            </a:xfrm>
          </p:grpSpPr>
          <p:grpSp>
            <p:nvGrpSpPr>
              <p:cNvPr id="34" name="Groep 33">
                <a:extLst>
                  <a:ext uri="{FF2B5EF4-FFF2-40B4-BE49-F238E27FC236}">
                    <a16:creationId xmlns:a16="http://schemas.microsoft.com/office/drawing/2014/main" id="{5098700C-E12C-774F-CB38-ECE1F3422DD7}"/>
                  </a:ext>
                </a:extLst>
              </p:cNvPr>
              <p:cNvGrpSpPr/>
              <p:nvPr userDrawn="1"/>
            </p:nvGrpSpPr>
            <p:grpSpPr>
              <a:xfrm>
                <a:off x="12771530" y="3403239"/>
                <a:ext cx="467176" cy="448491"/>
                <a:chOff x="12782157" y="3403239"/>
                <a:chExt cx="467176" cy="448491"/>
              </a:xfrm>
            </p:grpSpPr>
            <p:grpSp>
              <p:nvGrpSpPr>
                <p:cNvPr id="37" name="Groep 36">
                  <a:extLst>
                    <a:ext uri="{FF2B5EF4-FFF2-40B4-BE49-F238E27FC236}">
                      <a16:creationId xmlns:a16="http://schemas.microsoft.com/office/drawing/2014/main" id="{963816BD-0CB8-CCFE-4403-3C76A81B32C3}"/>
                    </a:ext>
                  </a:extLst>
                </p:cNvPr>
                <p:cNvGrpSpPr/>
                <p:nvPr userDrawn="1"/>
              </p:nvGrpSpPr>
              <p:grpSpPr>
                <a:xfrm>
                  <a:off x="12782157" y="3403239"/>
                  <a:ext cx="412976" cy="396132"/>
                  <a:chOff x="13554906" y="3320109"/>
                  <a:chExt cx="443917" cy="425811"/>
                </a:xfrm>
              </p:grpSpPr>
              <p:grpSp>
                <p:nvGrpSpPr>
                  <p:cNvPr id="44" name="Groep 43">
                    <a:extLst>
                      <a:ext uri="{FF2B5EF4-FFF2-40B4-BE49-F238E27FC236}">
                        <a16:creationId xmlns:a16="http://schemas.microsoft.com/office/drawing/2014/main" id="{320BB8BB-80F1-095B-7034-915457A8023C}"/>
                      </a:ext>
                    </a:extLst>
                  </p:cNvPr>
                  <p:cNvGrpSpPr/>
                  <p:nvPr userDrawn="1"/>
                </p:nvGrpSpPr>
                <p:grpSpPr>
                  <a:xfrm>
                    <a:off x="13554906" y="3320109"/>
                    <a:ext cx="443917" cy="425811"/>
                    <a:chOff x="12909684" y="1276143"/>
                    <a:chExt cx="443917" cy="425811"/>
                  </a:xfrm>
                </p:grpSpPr>
                <p:sp>
                  <p:nvSpPr>
                    <p:cNvPr id="47" name="Rechthoek 46">
                      <a:extLst>
                        <a:ext uri="{FF2B5EF4-FFF2-40B4-BE49-F238E27FC236}">
                          <a16:creationId xmlns:a16="http://schemas.microsoft.com/office/drawing/2014/main" id="{6B529153-48BB-E822-6B74-DA98B7C4DBDA}"/>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48" name="Rechthoek 47">
                      <a:extLst>
                        <a:ext uri="{FF2B5EF4-FFF2-40B4-BE49-F238E27FC236}">
                          <a16:creationId xmlns:a16="http://schemas.microsoft.com/office/drawing/2014/main" id="{FA327AE5-F1DE-EB06-A20C-B6E6A0F6E0F8}"/>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49" name="Ovaal 48">
                      <a:extLst>
                        <a:ext uri="{FF2B5EF4-FFF2-40B4-BE49-F238E27FC236}">
                          <a16:creationId xmlns:a16="http://schemas.microsoft.com/office/drawing/2014/main" id="{5BF6463E-70CD-45C2-1DCB-3B112E066EAD}"/>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pic>
                <p:nvPicPr>
                  <p:cNvPr id="45" name="Afbeelding 44">
                    <a:extLst>
                      <a:ext uri="{FF2B5EF4-FFF2-40B4-BE49-F238E27FC236}">
                        <a16:creationId xmlns:a16="http://schemas.microsoft.com/office/drawing/2014/main" id="{B97A5AC5-51F7-F69A-D374-EE11CE0DA6DC}"/>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a:off x="13567296" y="3424991"/>
                    <a:ext cx="173367" cy="140220"/>
                  </a:xfrm>
                  <a:prstGeom prst="rect">
                    <a:avLst/>
                  </a:prstGeom>
                </p:spPr>
              </p:pic>
              <p:pic>
                <p:nvPicPr>
                  <p:cNvPr id="46" name="Afbeelding 45">
                    <a:extLst>
                      <a:ext uri="{FF2B5EF4-FFF2-40B4-BE49-F238E27FC236}">
                        <a16:creationId xmlns:a16="http://schemas.microsoft.com/office/drawing/2014/main" id="{1829FB17-4856-1000-791B-7E6C0EE5EBC3}"/>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38" name="Groep 37">
                  <a:extLst>
                    <a:ext uri="{FF2B5EF4-FFF2-40B4-BE49-F238E27FC236}">
                      <a16:creationId xmlns:a16="http://schemas.microsoft.com/office/drawing/2014/main" id="{6118B8D4-D4DD-7E26-4A88-BFA308959D61}"/>
                    </a:ext>
                  </a:extLst>
                </p:cNvPr>
                <p:cNvGrpSpPr/>
                <p:nvPr userDrawn="1"/>
              </p:nvGrpSpPr>
              <p:grpSpPr>
                <a:xfrm>
                  <a:off x="13103513" y="3705268"/>
                  <a:ext cx="145820" cy="146462"/>
                  <a:chOff x="13096169" y="3602278"/>
                  <a:chExt cx="145820" cy="146462"/>
                </a:xfrm>
              </p:grpSpPr>
              <p:sp>
                <p:nvSpPr>
                  <p:cNvPr id="42" name="Rechthoek 41">
                    <a:extLst>
                      <a:ext uri="{FF2B5EF4-FFF2-40B4-BE49-F238E27FC236}">
                        <a16:creationId xmlns:a16="http://schemas.microsoft.com/office/drawing/2014/main" id="{2C8A4C79-DD02-62F9-BC79-095A4DA5654C}"/>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43" name="Rechthoek 42">
                    <a:extLst>
                      <a:ext uri="{FF2B5EF4-FFF2-40B4-BE49-F238E27FC236}">
                        <a16:creationId xmlns:a16="http://schemas.microsoft.com/office/drawing/2014/main" id="{098C3B34-BFAB-87E5-F989-6545C582E9C3}"/>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39" name="Groep 38">
                  <a:extLst>
                    <a:ext uri="{FF2B5EF4-FFF2-40B4-BE49-F238E27FC236}">
                      <a16:creationId xmlns:a16="http://schemas.microsoft.com/office/drawing/2014/main" id="{6C8B5076-17B8-438E-AC67-32A029A42B1C}"/>
                    </a:ext>
                  </a:extLst>
                </p:cNvPr>
                <p:cNvGrpSpPr/>
                <p:nvPr userDrawn="1"/>
              </p:nvGrpSpPr>
              <p:grpSpPr>
                <a:xfrm rot="10800000">
                  <a:off x="13061402" y="3665637"/>
                  <a:ext cx="145820" cy="146462"/>
                  <a:chOff x="13096169" y="3602278"/>
                  <a:chExt cx="145820" cy="146462"/>
                </a:xfrm>
              </p:grpSpPr>
              <p:sp>
                <p:nvSpPr>
                  <p:cNvPr id="40" name="Rechthoek 39">
                    <a:extLst>
                      <a:ext uri="{FF2B5EF4-FFF2-40B4-BE49-F238E27FC236}">
                        <a16:creationId xmlns:a16="http://schemas.microsoft.com/office/drawing/2014/main" id="{312BECE2-5CFE-5F46-8A6D-7CB6F2FA70B4}"/>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41" name="Rechthoek 40">
                    <a:extLst>
                      <a:ext uri="{FF2B5EF4-FFF2-40B4-BE49-F238E27FC236}">
                        <a16:creationId xmlns:a16="http://schemas.microsoft.com/office/drawing/2014/main" id="{B8E27213-449F-3686-95E3-CDF0F0877B68}"/>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sp>
            <p:nvSpPr>
              <p:cNvPr id="35" name="Rechthoek 34">
                <a:extLst>
                  <a:ext uri="{FF2B5EF4-FFF2-40B4-BE49-F238E27FC236}">
                    <a16:creationId xmlns:a16="http://schemas.microsoft.com/office/drawing/2014/main" id="{6177498F-3FDE-29F9-AF09-BAEB9E8B05C0}"/>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900" b="0" noProof="0" dirty="0">
                    <a:solidFill>
                      <a:srgbClr val="211F26"/>
                    </a:solidFill>
                    <a:latin typeface="Calibri" panose="020F0502020204030204" pitchFamily="34" charset="0"/>
                    <a:cs typeface="Calibri" panose="020F0502020204030204" pitchFamily="34" charset="0"/>
                  </a:rPr>
                  <a:t>Crop</a:t>
                </a:r>
              </a:p>
            </p:txBody>
          </p:sp>
          <p:sp>
            <p:nvSpPr>
              <p:cNvPr id="36" name="Gelijkbenige driehoek 35">
                <a:extLst>
                  <a:ext uri="{FF2B5EF4-FFF2-40B4-BE49-F238E27FC236}">
                    <a16:creationId xmlns:a16="http://schemas.microsoft.com/office/drawing/2014/main" id="{C26E74BF-A561-43D9-C730-A925D14D96DA}"/>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18" name="ICOON_info">
              <a:extLst>
                <a:ext uri="{FF2B5EF4-FFF2-40B4-BE49-F238E27FC236}">
                  <a16:creationId xmlns:a16="http://schemas.microsoft.com/office/drawing/2014/main" id="{F8B3130F-7E04-766B-43BF-0A6733B44A1C}"/>
                </a:ext>
              </a:extLst>
            </p:cNvPr>
            <p:cNvGrpSpPr/>
            <p:nvPr userDrawn="1"/>
          </p:nvGrpSpPr>
          <p:grpSpPr>
            <a:xfrm>
              <a:off x="-376736" y="4055594"/>
              <a:ext cx="283685" cy="283685"/>
              <a:chOff x="-510741" y="5913713"/>
              <a:chExt cx="267555" cy="267555"/>
            </a:xfrm>
          </p:grpSpPr>
          <p:sp>
            <p:nvSpPr>
              <p:cNvPr id="32" name="Ovaal 31">
                <a:extLst>
                  <a:ext uri="{FF2B5EF4-FFF2-40B4-BE49-F238E27FC236}">
                    <a16:creationId xmlns:a16="http://schemas.microsoft.com/office/drawing/2014/main" id="{DD302C40-B32E-2A46-E265-8D89D949687F}"/>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33" name="Graphic 163" descr="Informatie">
                <a:extLst>
                  <a:ext uri="{FF2B5EF4-FFF2-40B4-BE49-F238E27FC236}">
                    <a16:creationId xmlns:a16="http://schemas.microsoft.com/office/drawing/2014/main" id="{B3F8A3DC-3836-63D1-F470-6409FF9FE9C8}"/>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19" name="Groep 18">
              <a:extLst>
                <a:ext uri="{FF2B5EF4-FFF2-40B4-BE49-F238E27FC236}">
                  <a16:creationId xmlns:a16="http://schemas.microsoft.com/office/drawing/2014/main" id="{88D54503-7674-4B12-94F6-7C4CD8AE908F}"/>
                </a:ext>
              </a:extLst>
            </p:cNvPr>
            <p:cNvGrpSpPr/>
            <p:nvPr userDrawn="1"/>
          </p:nvGrpSpPr>
          <p:grpSpPr>
            <a:xfrm>
              <a:off x="-938434" y="4364020"/>
              <a:ext cx="627798" cy="576693"/>
              <a:chOff x="-938434" y="4570310"/>
              <a:chExt cx="627798" cy="576693"/>
            </a:xfrm>
          </p:grpSpPr>
          <p:grpSp>
            <p:nvGrpSpPr>
              <p:cNvPr id="27" name="Inspireren">
                <a:extLst>
                  <a:ext uri="{FF2B5EF4-FFF2-40B4-BE49-F238E27FC236}">
                    <a16:creationId xmlns:a16="http://schemas.microsoft.com/office/drawing/2014/main" id="{FE15AB32-691F-94EE-60EB-E7068CC1E465}"/>
                  </a:ext>
                </a:extLst>
              </p:cNvPr>
              <p:cNvGrpSpPr>
                <a:grpSpLocks noChangeAspect="1"/>
              </p:cNvGrpSpPr>
              <p:nvPr userDrawn="1"/>
            </p:nvGrpSpPr>
            <p:grpSpPr bwMode="auto">
              <a:xfrm>
                <a:off x="-716116" y="4570310"/>
                <a:ext cx="169778" cy="242385"/>
                <a:chOff x="4768" y="2783"/>
                <a:chExt cx="788" cy="1125"/>
              </a:xfrm>
              <a:gradFill>
                <a:gsLst>
                  <a:gs pos="0">
                    <a:srgbClr val="9D9FA1"/>
                  </a:gs>
                  <a:gs pos="70000">
                    <a:srgbClr val="211F26"/>
                  </a:gs>
                </a:gsLst>
                <a:lin ang="2700000" scaled="0"/>
              </a:gradFill>
            </p:grpSpPr>
            <p:sp>
              <p:nvSpPr>
                <p:cNvPr id="29" name="Freeform 12">
                  <a:extLst>
                    <a:ext uri="{FF2B5EF4-FFF2-40B4-BE49-F238E27FC236}">
                      <a16:creationId xmlns:a16="http://schemas.microsoft.com/office/drawing/2014/main" id="{7B3E6E21-380B-6D82-80C3-84DB54C04470}"/>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30" name="Freeform 13">
                  <a:extLst>
                    <a:ext uri="{FF2B5EF4-FFF2-40B4-BE49-F238E27FC236}">
                      <a16:creationId xmlns:a16="http://schemas.microsoft.com/office/drawing/2014/main" id="{6631EEFB-EC92-30C5-5C15-CBE234674A03}"/>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31" name="Freeform 14">
                  <a:extLst>
                    <a:ext uri="{FF2B5EF4-FFF2-40B4-BE49-F238E27FC236}">
                      <a16:creationId xmlns:a16="http://schemas.microsoft.com/office/drawing/2014/main" id="{C28FEDB3-7189-4640-C5D5-B08243F720C9}"/>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28" name="Tekstvak 27">
                <a:extLst>
                  <a:ext uri="{FF2B5EF4-FFF2-40B4-BE49-F238E27FC236}">
                    <a16:creationId xmlns:a16="http://schemas.microsoft.com/office/drawing/2014/main" id="{46C56384-EEFF-6973-A62F-1EBBE0F1AF02}"/>
                  </a:ext>
                </a:extLst>
              </p:cNvPr>
              <p:cNvSpPr txBox="1"/>
              <p:nvPr userDrawn="1"/>
            </p:nvSpPr>
            <p:spPr>
              <a:xfrm>
                <a:off x="-938434" y="4824764"/>
                <a:ext cx="627798" cy="32223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grpSp>
          <p:nvGrpSpPr>
            <p:cNvPr id="20" name="Groep 19">
              <a:extLst>
                <a:ext uri="{FF2B5EF4-FFF2-40B4-BE49-F238E27FC236}">
                  <a16:creationId xmlns:a16="http://schemas.microsoft.com/office/drawing/2014/main" id="{4A22A1BB-F028-7F6F-42F3-4FB85D8D118A}"/>
                </a:ext>
              </a:extLst>
            </p:cNvPr>
            <p:cNvGrpSpPr/>
            <p:nvPr userDrawn="1"/>
          </p:nvGrpSpPr>
          <p:grpSpPr>
            <a:xfrm>
              <a:off x="-3365484" y="1226982"/>
              <a:ext cx="446937" cy="406485"/>
              <a:chOff x="-3563526" y="1409294"/>
              <a:chExt cx="354190" cy="322133"/>
            </a:xfrm>
          </p:grpSpPr>
          <p:grpSp>
            <p:nvGrpSpPr>
              <p:cNvPr id="21" name="Groep 20">
                <a:extLst>
                  <a:ext uri="{FF2B5EF4-FFF2-40B4-BE49-F238E27FC236}">
                    <a16:creationId xmlns:a16="http://schemas.microsoft.com/office/drawing/2014/main" id="{0CFC1199-CD29-3405-2540-549B3855E19A}"/>
                  </a:ext>
                </a:extLst>
              </p:cNvPr>
              <p:cNvGrpSpPr/>
              <p:nvPr userDrawn="1"/>
            </p:nvGrpSpPr>
            <p:grpSpPr>
              <a:xfrm>
                <a:off x="-3499992" y="1409294"/>
                <a:ext cx="225195" cy="195499"/>
                <a:chOff x="8987389" y="1361199"/>
                <a:chExt cx="2200275" cy="1914525"/>
              </a:xfrm>
            </p:grpSpPr>
            <p:sp>
              <p:nvSpPr>
                <p:cNvPr id="23" name="Vrije vorm: vorm 22">
                  <a:extLst>
                    <a:ext uri="{FF2B5EF4-FFF2-40B4-BE49-F238E27FC236}">
                      <a16:creationId xmlns:a16="http://schemas.microsoft.com/office/drawing/2014/main" id="{5FDA499C-D1FF-66B1-56F5-AA5A2D3B0EE6}"/>
                    </a:ext>
                  </a:extLst>
                </p:cNvPr>
                <p:cNvSpPr/>
                <p:nvPr/>
              </p:nvSpPr>
              <p:spPr>
                <a:xfrm>
                  <a:off x="9363620" y="1831738"/>
                  <a:ext cx="371477" cy="371472"/>
                </a:xfrm>
                <a:custGeom>
                  <a:avLst/>
                  <a:gdLst>
                    <a:gd name="connsiteX0" fmla="*/ 369094 w 371475"/>
                    <a:gd name="connsiteY0" fmla="*/ 188119 h 371475"/>
                    <a:gd name="connsiteX1" fmla="*/ 188119 w 371475"/>
                    <a:gd name="connsiteY1" fmla="*/ 369094 h 371475"/>
                    <a:gd name="connsiteX2" fmla="*/ 7144 w 371475"/>
                    <a:gd name="connsiteY2" fmla="*/ 188119 h 371475"/>
                    <a:gd name="connsiteX3" fmla="*/ 188119 w 371475"/>
                    <a:gd name="connsiteY3" fmla="*/ 7144 h 371475"/>
                    <a:gd name="connsiteX4" fmla="*/ 369094 w 371475"/>
                    <a:gd name="connsiteY4" fmla="*/ 188119 h 371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 h="371475">
                      <a:moveTo>
                        <a:pt x="369094" y="188119"/>
                      </a:moveTo>
                      <a:cubicBezTo>
                        <a:pt x="369094" y="288068"/>
                        <a:pt x="288068" y="369094"/>
                        <a:pt x="188119" y="369094"/>
                      </a:cubicBezTo>
                      <a:cubicBezTo>
                        <a:pt x="88169" y="369094"/>
                        <a:pt x="7144" y="288068"/>
                        <a:pt x="7144" y="188119"/>
                      </a:cubicBezTo>
                      <a:cubicBezTo>
                        <a:pt x="7144" y="88169"/>
                        <a:pt x="88169" y="7144"/>
                        <a:pt x="188119" y="7144"/>
                      </a:cubicBezTo>
                      <a:cubicBezTo>
                        <a:pt x="288068" y="7144"/>
                        <a:pt x="369094" y="88169"/>
                        <a:pt x="369094" y="188119"/>
                      </a:cubicBezTo>
                      <a:close/>
                    </a:path>
                  </a:pathLst>
                </a:custGeom>
                <a:solidFill>
                  <a:srgbClr val="1FF524"/>
                </a:solidFill>
                <a:ln w="9525" cap="flat">
                  <a:noFill/>
                  <a:prstDash val="solid"/>
                  <a:miter/>
                </a:ln>
              </p:spPr>
              <p:txBody>
                <a:bodyPr rtlCol="0" anchor="ctr"/>
                <a:lstStyle/>
                <a:p>
                  <a:pPr defTabSz="995469"/>
                  <a:endParaRPr lang="en-GB" sz="7200" noProof="0" dirty="0">
                    <a:solidFill>
                      <a:srgbClr val="211F26"/>
                    </a:solidFill>
                    <a:latin typeface="+mn-lt"/>
                  </a:endParaRPr>
                </a:p>
              </p:txBody>
            </p:sp>
            <p:grpSp>
              <p:nvGrpSpPr>
                <p:cNvPr id="24" name="Groep 23">
                  <a:extLst>
                    <a:ext uri="{FF2B5EF4-FFF2-40B4-BE49-F238E27FC236}">
                      <a16:creationId xmlns:a16="http://schemas.microsoft.com/office/drawing/2014/main" id="{AE72049E-1946-A8DA-5155-C65213B1E1E5}"/>
                    </a:ext>
                  </a:extLst>
                </p:cNvPr>
                <p:cNvGrpSpPr/>
                <p:nvPr/>
              </p:nvGrpSpPr>
              <p:grpSpPr>
                <a:xfrm>
                  <a:off x="8987389" y="1361199"/>
                  <a:ext cx="2200275" cy="1914525"/>
                  <a:chOff x="8987389" y="1361199"/>
                  <a:chExt cx="2200275" cy="1914525"/>
                </a:xfrm>
                <a:gradFill>
                  <a:gsLst>
                    <a:gs pos="0">
                      <a:srgbClr val="9D9FA1"/>
                    </a:gs>
                    <a:gs pos="70000">
                      <a:srgbClr val="211F26"/>
                    </a:gs>
                  </a:gsLst>
                  <a:lin ang="2700000" scaled="0"/>
                </a:gradFill>
              </p:grpSpPr>
              <p:sp>
                <p:nvSpPr>
                  <p:cNvPr id="25" name="Vrije vorm: vorm 24">
                    <a:extLst>
                      <a:ext uri="{FF2B5EF4-FFF2-40B4-BE49-F238E27FC236}">
                        <a16:creationId xmlns:a16="http://schemas.microsoft.com/office/drawing/2014/main" id="{67BDFF98-F67B-61A5-B6C8-2F8A3F9326CB}"/>
                      </a:ext>
                    </a:extLst>
                  </p:cNvPr>
                  <p:cNvSpPr/>
                  <p:nvPr/>
                </p:nvSpPr>
                <p:spPr>
                  <a:xfrm>
                    <a:off x="8987389" y="1361199"/>
                    <a:ext cx="2200275" cy="1914525"/>
                  </a:xfrm>
                  <a:custGeom>
                    <a:avLst/>
                    <a:gdLst>
                      <a:gd name="connsiteX0" fmla="*/ 7144 w 2200275"/>
                      <a:gd name="connsiteY0" fmla="*/ 7144 h 1914525"/>
                      <a:gd name="connsiteX1" fmla="*/ 7144 w 2200275"/>
                      <a:gd name="connsiteY1" fmla="*/ 245269 h 1914525"/>
                      <a:gd name="connsiteX2" fmla="*/ 432911 w 2200275"/>
                      <a:gd name="connsiteY2" fmla="*/ 245269 h 1914525"/>
                      <a:gd name="connsiteX3" fmla="*/ 432911 w 2200275"/>
                      <a:gd name="connsiteY3" fmla="*/ 245269 h 1914525"/>
                      <a:gd name="connsiteX4" fmla="*/ 1959769 w 2200275"/>
                      <a:gd name="connsiteY4" fmla="*/ 245269 h 1914525"/>
                      <a:gd name="connsiteX5" fmla="*/ 1959769 w 2200275"/>
                      <a:gd name="connsiteY5" fmla="*/ 1674019 h 1914525"/>
                      <a:gd name="connsiteX6" fmla="*/ 245269 w 2200275"/>
                      <a:gd name="connsiteY6" fmla="*/ 1674019 h 1914525"/>
                      <a:gd name="connsiteX7" fmla="*/ 245269 w 2200275"/>
                      <a:gd name="connsiteY7" fmla="*/ 350044 h 1914525"/>
                      <a:gd name="connsiteX8" fmla="*/ 7144 w 2200275"/>
                      <a:gd name="connsiteY8" fmla="*/ 350044 h 1914525"/>
                      <a:gd name="connsiteX9" fmla="*/ 7144 w 2200275"/>
                      <a:gd name="connsiteY9" fmla="*/ 1912144 h 1914525"/>
                      <a:gd name="connsiteX10" fmla="*/ 2197894 w 2200275"/>
                      <a:gd name="connsiteY10" fmla="*/ 1912144 h 1914525"/>
                      <a:gd name="connsiteX11" fmla="*/ 2197894 w 2200275"/>
                      <a:gd name="connsiteY11" fmla="*/ 7144 h 1914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0275" h="1914525">
                        <a:moveTo>
                          <a:pt x="7144" y="7144"/>
                        </a:moveTo>
                        <a:lnTo>
                          <a:pt x="7144" y="245269"/>
                        </a:lnTo>
                        <a:lnTo>
                          <a:pt x="432911" y="245269"/>
                        </a:lnTo>
                        <a:lnTo>
                          <a:pt x="432911" y="245269"/>
                        </a:lnTo>
                        <a:lnTo>
                          <a:pt x="1959769" y="245269"/>
                        </a:lnTo>
                        <a:lnTo>
                          <a:pt x="1959769" y="1674019"/>
                        </a:lnTo>
                        <a:lnTo>
                          <a:pt x="245269" y="1674019"/>
                        </a:lnTo>
                        <a:lnTo>
                          <a:pt x="245269" y="350044"/>
                        </a:lnTo>
                        <a:lnTo>
                          <a:pt x="7144" y="350044"/>
                        </a:lnTo>
                        <a:lnTo>
                          <a:pt x="7144" y="1912144"/>
                        </a:lnTo>
                        <a:lnTo>
                          <a:pt x="2197894" y="1912144"/>
                        </a:lnTo>
                        <a:lnTo>
                          <a:pt x="2197894" y="7144"/>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sp>
                <p:nvSpPr>
                  <p:cNvPr id="26" name="Vrije vorm: vorm 25">
                    <a:extLst>
                      <a:ext uri="{FF2B5EF4-FFF2-40B4-BE49-F238E27FC236}">
                        <a16:creationId xmlns:a16="http://schemas.microsoft.com/office/drawing/2014/main" id="{F7768E5C-F088-BFC8-F99E-4BEFCC133F4A}"/>
                      </a:ext>
                    </a:extLst>
                  </p:cNvPr>
                  <p:cNvSpPr/>
                  <p:nvPr/>
                </p:nvSpPr>
                <p:spPr>
                  <a:xfrm>
                    <a:off x="9362668" y="1953652"/>
                    <a:ext cx="1438273" cy="885828"/>
                  </a:xfrm>
                  <a:custGeom>
                    <a:avLst/>
                    <a:gdLst>
                      <a:gd name="connsiteX0" fmla="*/ 1070134 w 1438275"/>
                      <a:gd name="connsiteY0" fmla="*/ 7144 h 885825"/>
                      <a:gd name="connsiteX1" fmla="*/ 801529 w 1438275"/>
                      <a:gd name="connsiteY1" fmla="*/ 275749 h 885825"/>
                      <a:gd name="connsiteX2" fmla="*/ 662464 w 1438275"/>
                      <a:gd name="connsiteY2" fmla="*/ 137636 h 885825"/>
                      <a:gd name="connsiteX3" fmla="*/ 7144 w 1438275"/>
                      <a:gd name="connsiteY3" fmla="*/ 784384 h 885825"/>
                      <a:gd name="connsiteX4" fmla="*/ 108109 w 1438275"/>
                      <a:gd name="connsiteY4" fmla="*/ 885349 h 885825"/>
                      <a:gd name="connsiteX5" fmla="*/ 662464 w 1438275"/>
                      <a:gd name="connsiteY5" fmla="*/ 338614 h 885825"/>
                      <a:gd name="connsiteX6" fmla="*/ 928211 w 1438275"/>
                      <a:gd name="connsiteY6" fmla="*/ 605314 h 885825"/>
                      <a:gd name="connsiteX7" fmla="*/ 1029176 w 1438275"/>
                      <a:gd name="connsiteY7" fmla="*/ 503396 h 885825"/>
                      <a:gd name="connsiteX8" fmla="*/ 902494 w 1438275"/>
                      <a:gd name="connsiteY8" fmla="*/ 376714 h 885825"/>
                      <a:gd name="connsiteX9" fmla="*/ 1070134 w 1438275"/>
                      <a:gd name="connsiteY9" fmla="*/ 209074 h 885825"/>
                      <a:gd name="connsiteX10" fmla="*/ 1337786 w 1438275"/>
                      <a:gd name="connsiteY10" fmla="*/ 480536 h 885825"/>
                      <a:gd name="connsiteX11" fmla="*/ 1438751 w 1438275"/>
                      <a:gd name="connsiteY11" fmla="*/ 378619 h 885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38275" h="885825">
                        <a:moveTo>
                          <a:pt x="1070134" y="7144"/>
                        </a:moveTo>
                        <a:lnTo>
                          <a:pt x="801529" y="275749"/>
                        </a:lnTo>
                        <a:lnTo>
                          <a:pt x="662464" y="137636"/>
                        </a:lnTo>
                        <a:lnTo>
                          <a:pt x="7144" y="784384"/>
                        </a:lnTo>
                        <a:lnTo>
                          <a:pt x="108109" y="885349"/>
                        </a:lnTo>
                        <a:lnTo>
                          <a:pt x="662464" y="338614"/>
                        </a:lnTo>
                        <a:lnTo>
                          <a:pt x="928211" y="605314"/>
                        </a:lnTo>
                        <a:lnTo>
                          <a:pt x="1029176" y="503396"/>
                        </a:lnTo>
                        <a:lnTo>
                          <a:pt x="902494" y="376714"/>
                        </a:lnTo>
                        <a:lnTo>
                          <a:pt x="1070134" y="209074"/>
                        </a:lnTo>
                        <a:lnTo>
                          <a:pt x="1337786" y="480536"/>
                        </a:lnTo>
                        <a:lnTo>
                          <a:pt x="1438751" y="378619"/>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grpSp>
          </p:grpSp>
          <p:sp>
            <p:nvSpPr>
              <p:cNvPr id="22" name="Tekstvak 21">
                <a:extLst>
                  <a:ext uri="{FF2B5EF4-FFF2-40B4-BE49-F238E27FC236}">
                    <a16:creationId xmlns:a16="http://schemas.microsoft.com/office/drawing/2014/main" id="{F0F7C992-A9F7-65B7-9A4E-F812607D2694}"/>
                  </a:ext>
                </a:extLst>
              </p:cNvPr>
              <p:cNvSpPr txBox="1"/>
              <p:nvPr userDrawn="1"/>
            </p:nvSpPr>
            <p:spPr>
              <a:xfrm>
                <a:off x="-3563526" y="1617700"/>
                <a:ext cx="354190" cy="113727"/>
              </a:xfrm>
              <a:prstGeom prst="rect">
                <a:avLst/>
              </a:prstGeom>
              <a:noFill/>
            </p:spPr>
            <p:txBody>
              <a:bodyPr wrap="square" lIns="0" tIns="18000" rIns="0" bIns="0" rtlCol="0" anchor="t">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Images</a:t>
                </a:r>
              </a:p>
            </p:txBody>
          </p:sp>
        </p:grpSp>
      </p:grpSp>
    </p:spTree>
    <p:extLst>
      <p:ext uri="{BB962C8B-B14F-4D97-AF65-F5344CB8AC3E}">
        <p14:creationId xmlns:p14="http://schemas.microsoft.com/office/powerpoint/2010/main" val="31331813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ustom #2">
    <p:bg>
      <p:bgPr>
        <a:solidFill>
          <a:srgbClr val="FFFFFF"/>
        </a:solidFill>
        <a:effectLst/>
      </p:bgPr>
    </p:bg>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B71070AA-35A3-CDB3-EFB2-1ACEEB90FBD9}"/>
              </a:ext>
            </a:extLst>
          </p:cNvPr>
          <p:cNvSpPr>
            <a:spLocks noGrp="1"/>
          </p:cNvSpPr>
          <p:nvPr>
            <p:ph type="title" hasCustomPrompt="1"/>
          </p:nvPr>
        </p:nvSpPr>
        <p:spPr>
          <a:xfrm>
            <a:off x="0" y="-429019"/>
            <a:ext cx="1782539" cy="276999"/>
          </a:xfr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lvl1pPr>
              <a:lnSpc>
                <a:spcPct val="100000"/>
              </a:lnSpc>
              <a:defRPr lang="nl-NL" sz="1800" b="1" cap="none" baseline="0">
                <a:solidFill>
                  <a:schemeClr val="accent1"/>
                </a:solidFill>
                <a:latin typeface="+mj-lt"/>
              </a:defRPr>
            </a:lvl1pPr>
          </a:lstStyle>
          <a:p>
            <a:pPr marL="0" lvl="0"/>
            <a:r>
              <a:rPr lang="en-GB" dirty="0"/>
              <a:t>!Place title here!</a:t>
            </a:r>
          </a:p>
        </p:txBody>
      </p:sp>
      <p:sp>
        <p:nvSpPr>
          <p:cNvPr id="2" name="Tijdelijke aanduiding voor datum 1">
            <a:extLst>
              <a:ext uri="{FF2B5EF4-FFF2-40B4-BE49-F238E27FC236}">
                <a16:creationId xmlns:a16="http://schemas.microsoft.com/office/drawing/2014/main" id="{5BE7F3A9-9B9C-44B6-7E42-8A0C11D41246}"/>
              </a:ext>
            </a:extLst>
          </p:cNvPr>
          <p:cNvSpPr>
            <a:spLocks noGrp="1"/>
          </p:cNvSpPr>
          <p:nvPr>
            <p:ph type="dt" sz="half" idx="10"/>
          </p:nvPr>
        </p:nvSpPr>
        <p:spPr/>
        <p:txBody>
          <a:bodyPr/>
          <a:lstStyle/>
          <a:p>
            <a:r>
              <a:rPr lang="LID4096"/>
              <a:t>08/30/2024</a:t>
            </a:r>
            <a:endParaRPr lang="en-GB" dirty="0"/>
          </a:p>
        </p:txBody>
      </p:sp>
      <p:sp>
        <p:nvSpPr>
          <p:cNvPr id="4" name="Tijdelijke aanduiding voor dianummer 3">
            <a:extLst>
              <a:ext uri="{FF2B5EF4-FFF2-40B4-BE49-F238E27FC236}">
                <a16:creationId xmlns:a16="http://schemas.microsoft.com/office/drawing/2014/main" id="{BFEA8D07-6C67-DB1E-355D-D56DB368413A}"/>
              </a:ext>
            </a:extLst>
          </p:cNvPr>
          <p:cNvSpPr>
            <a:spLocks noGrp="1"/>
          </p:cNvSpPr>
          <p:nvPr>
            <p:ph type="sldNum" sz="quarter" idx="12"/>
          </p:nvPr>
        </p:nvSpPr>
        <p:spPr/>
        <p:txBody>
          <a:bodyPr/>
          <a:lstStyle/>
          <a:p>
            <a:fld id="{9E843DB9-9987-4157-AB9C-CEA8D7D910BB}" type="slidenum">
              <a:rPr lang="en-GB" smtClean="0"/>
              <a:pPr/>
              <a:t>‹#›</a:t>
            </a:fld>
            <a:endParaRPr lang="en-GB" dirty="0"/>
          </a:p>
        </p:txBody>
      </p:sp>
      <p:sp>
        <p:nvSpPr>
          <p:cNvPr id="3" name="Tijdelijke aanduiding voor afbeelding 16">
            <a:extLst>
              <a:ext uri="{FF2B5EF4-FFF2-40B4-BE49-F238E27FC236}">
                <a16:creationId xmlns:a16="http://schemas.microsoft.com/office/drawing/2014/main" id="{CA3F2D38-67FE-D2C6-F8BC-2EA5359702E0}"/>
              </a:ext>
            </a:extLst>
          </p:cNvPr>
          <p:cNvSpPr>
            <a:spLocks noGrp="1"/>
          </p:cNvSpPr>
          <p:nvPr>
            <p:ph type="pic" sz="quarter" idx="14" hasCustomPrompt="1"/>
          </p:nvPr>
        </p:nvSpPr>
        <p:spPr>
          <a:xfrm>
            <a:off x="0" y="1"/>
            <a:ext cx="12192000" cy="6000749"/>
          </a:xfrm>
          <a:prstGeom prst="rect">
            <a:avLst/>
          </a:prstGeom>
          <a:pattFill prst="pct60">
            <a:fgClr>
              <a:schemeClr val="bg1">
                <a:lumMod val="95000"/>
              </a:schemeClr>
            </a:fgClr>
            <a:bgClr>
              <a:schemeClr val="bg1">
                <a:lumMod val="85000"/>
              </a:schemeClr>
            </a:bgClr>
          </a:patt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the tab ‘</a:t>
            </a:r>
            <a:r>
              <a:rPr lang="en-GB" noProof="0" dirty="0" err="1"/>
              <a:t>Slidebuilder</a:t>
            </a:r>
            <a:r>
              <a:rPr lang="en-GB" noProof="0" dirty="0"/>
              <a:t>’, click on ‘Images’, </a:t>
            </a:r>
            <a:br>
              <a:rPr lang="en-GB" noProof="0" dirty="0"/>
            </a:br>
            <a:r>
              <a:rPr lang="en-GB" noProof="0" dirty="0"/>
              <a:t>select the preferred image and click on ‘Insert’.</a:t>
            </a:r>
          </a:p>
        </p:txBody>
      </p:sp>
      <p:grpSp>
        <p:nvGrpSpPr>
          <p:cNvPr id="6" name="INSTRUCTION">
            <a:extLst>
              <a:ext uri="{FF2B5EF4-FFF2-40B4-BE49-F238E27FC236}">
                <a16:creationId xmlns:a16="http://schemas.microsoft.com/office/drawing/2014/main" id="{16382744-8AA4-99F0-5F88-ADC343663506}"/>
              </a:ext>
            </a:extLst>
          </p:cNvPr>
          <p:cNvGrpSpPr/>
          <p:nvPr userDrawn="1"/>
        </p:nvGrpSpPr>
        <p:grpSpPr>
          <a:xfrm>
            <a:off x="-3786164" y="0"/>
            <a:ext cx="3693113" cy="5054643"/>
            <a:chOff x="-3786164" y="0"/>
            <a:chExt cx="3693113" cy="5054643"/>
          </a:xfrm>
        </p:grpSpPr>
        <p:sp>
          <p:nvSpPr>
            <p:cNvPr id="8" name="Rechthoek 7">
              <a:extLst>
                <a:ext uri="{FF2B5EF4-FFF2-40B4-BE49-F238E27FC236}">
                  <a16:creationId xmlns:a16="http://schemas.microsoft.com/office/drawing/2014/main" id="{157590B8-5967-3CA8-1D7C-D870FB46709E}"/>
                </a:ext>
              </a:extLst>
            </p:cNvPr>
            <p:cNvSpPr/>
            <p:nvPr userDrawn="1"/>
          </p:nvSpPr>
          <p:spPr>
            <a:xfrm>
              <a:off x="-3786164" y="0"/>
              <a:ext cx="3593091" cy="4391599"/>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Insert/edit an image</a:t>
              </a:r>
            </a:p>
          </p:txBody>
        </p:sp>
        <p:sp>
          <p:nvSpPr>
            <p:cNvPr id="9" name="Rechthoek 8">
              <a:extLst>
                <a:ext uri="{FF2B5EF4-FFF2-40B4-BE49-F238E27FC236}">
                  <a16:creationId xmlns:a16="http://schemas.microsoft.com/office/drawing/2014/main" id="{33C87924-05BA-94C7-22AF-CB020E198BA4}"/>
                </a:ext>
              </a:extLst>
            </p:cNvPr>
            <p:cNvSpPr/>
            <p:nvPr userDrawn="1"/>
          </p:nvSpPr>
          <p:spPr>
            <a:xfrm>
              <a:off x="-3786164" y="4226643"/>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sp>
          <p:nvSpPr>
            <p:cNvPr id="10" name="Ovaal 9">
              <a:extLst>
                <a:ext uri="{FF2B5EF4-FFF2-40B4-BE49-F238E27FC236}">
                  <a16:creationId xmlns:a16="http://schemas.microsoft.com/office/drawing/2014/main" id="{86E09189-0B2C-A2A4-122C-364080665143}"/>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1" name="Rechthoek 10">
              <a:extLst>
                <a:ext uri="{FF2B5EF4-FFF2-40B4-BE49-F238E27FC236}">
                  <a16:creationId xmlns:a16="http://schemas.microsoft.com/office/drawing/2014/main" id="{94A30E10-DC3E-1C51-2F35-C3180308FF32}"/>
                </a:ext>
              </a:extLst>
            </p:cNvPr>
            <p:cNvSpPr/>
            <p:nvPr userDrawn="1"/>
          </p:nvSpPr>
          <p:spPr>
            <a:xfrm>
              <a:off x="-3319416" y="465323"/>
              <a:ext cx="3008779" cy="661851"/>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If necessary, delete the existing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by using the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key’</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Select the placeholder,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1" i="0" u="none" strike="noStrike" kern="0" cap="none" spc="0" normalizeH="0" baseline="0" noProof="0" dirty="0" err="1">
                  <a:ln>
                    <a:noFill/>
                  </a:ln>
                  <a:solidFill>
                    <a:srgbClr val="000000"/>
                  </a:solidFill>
                  <a:effectLst/>
                  <a:uLnTx/>
                  <a:uFillTx/>
                  <a:latin typeface="Calibri" panose="020F0502020204030204" pitchFamily="34" charset="0"/>
                  <a:ea typeface="+mn-ea"/>
                  <a:cs typeface="Calibri" panose="020F0502020204030204" pitchFamily="34" charset="0"/>
                </a:rPr>
                <a:t>Slidebuilder</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 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‘Images’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endPar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12" name="Ovaal 11">
              <a:extLst>
                <a:ext uri="{FF2B5EF4-FFF2-40B4-BE49-F238E27FC236}">
                  <a16:creationId xmlns:a16="http://schemas.microsoft.com/office/drawing/2014/main" id="{41B33B60-14D0-CA1B-CC4B-69CA8C3C52D5}"/>
                </a:ext>
              </a:extLst>
            </p:cNvPr>
            <p:cNvSpPr/>
            <p:nvPr userDrawn="1"/>
          </p:nvSpPr>
          <p:spPr>
            <a:xfrm>
              <a:off x="-3603587" y="18111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3" name="Rechthoek 12">
              <a:extLst>
                <a:ext uri="{FF2B5EF4-FFF2-40B4-BE49-F238E27FC236}">
                  <a16:creationId xmlns:a16="http://schemas.microsoft.com/office/drawing/2014/main" id="{3033C4AA-9152-F2FE-F5DB-D051B6131072}"/>
                </a:ext>
              </a:extLst>
            </p:cNvPr>
            <p:cNvSpPr/>
            <p:nvPr userDrawn="1"/>
          </p:nvSpPr>
          <p:spPr>
            <a:xfrm>
              <a:off x="-3319415" y="1811185"/>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 the preferred category and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and click 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‘Insert’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14" name="Rechthoek 13">
              <a:extLst>
                <a:ext uri="{FF2B5EF4-FFF2-40B4-BE49-F238E27FC236}">
                  <a16:creationId xmlns:a16="http://schemas.microsoft.com/office/drawing/2014/main" id="{CFAEA4E9-8B18-BD18-68F3-92CD39D518A3}"/>
                </a:ext>
              </a:extLst>
            </p:cNvPr>
            <p:cNvSpPr/>
            <p:nvPr userDrawn="1"/>
          </p:nvSpPr>
          <p:spPr>
            <a:xfrm>
              <a:off x="-3319415" y="2245760"/>
              <a:ext cx="825500" cy="209550"/>
            </a:xfrm>
            <a:prstGeom prst="rect">
              <a:avLst/>
            </a:prstGeom>
            <a:solidFill>
              <a:srgbClr val="1FF52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1000" b="1" noProof="0" dirty="0">
                  <a:solidFill>
                    <a:srgbClr val="211F26"/>
                  </a:solidFill>
                  <a:latin typeface="Calibri" panose="020F0502020204030204" pitchFamily="34" charset="0"/>
                  <a:cs typeface="Calibri" panose="020F0502020204030204" pitchFamily="34" charset="0"/>
                </a:rPr>
                <a:t>Insert</a:t>
              </a:r>
            </a:p>
          </p:txBody>
        </p:sp>
        <p:sp>
          <p:nvSpPr>
            <p:cNvPr id="15" name="Ovaal 14">
              <a:extLst>
                <a:ext uri="{FF2B5EF4-FFF2-40B4-BE49-F238E27FC236}">
                  <a16:creationId xmlns:a16="http://schemas.microsoft.com/office/drawing/2014/main" id="{D1EB4370-A517-1522-41FD-C565942C8A68}"/>
                </a:ext>
              </a:extLst>
            </p:cNvPr>
            <p:cNvSpPr/>
            <p:nvPr userDrawn="1"/>
          </p:nvSpPr>
          <p:spPr>
            <a:xfrm>
              <a:off x="-3603587" y="263483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16" name="Rechthoek 15">
              <a:extLst>
                <a:ext uri="{FF2B5EF4-FFF2-40B4-BE49-F238E27FC236}">
                  <a16:creationId xmlns:a16="http://schemas.microsoft.com/office/drawing/2014/main" id="{94930651-E28E-64F2-7214-CCDDC09A2471}"/>
                </a:ext>
              </a:extLst>
            </p:cNvPr>
            <p:cNvSpPr/>
            <p:nvPr userDrawn="1"/>
          </p:nvSpPr>
          <p:spPr>
            <a:xfrm>
              <a:off x="-3319415" y="2634835"/>
              <a:ext cx="2944682" cy="794165"/>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To scale or drag the image,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‘Picture Tools - Format’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‘Crop’</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Scale the image itself with</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spheres and scale the image frame with the brackets.</a:t>
              </a:r>
            </a:p>
          </p:txBody>
        </p:sp>
        <p:grpSp>
          <p:nvGrpSpPr>
            <p:cNvPr id="17" name="Groep 16">
              <a:extLst>
                <a:ext uri="{FF2B5EF4-FFF2-40B4-BE49-F238E27FC236}">
                  <a16:creationId xmlns:a16="http://schemas.microsoft.com/office/drawing/2014/main" id="{A256E37B-34B7-8FA5-1CF1-A40172C87E94}"/>
                </a:ext>
              </a:extLst>
            </p:cNvPr>
            <p:cNvGrpSpPr/>
            <p:nvPr userDrawn="1"/>
          </p:nvGrpSpPr>
          <p:grpSpPr>
            <a:xfrm>
              <a:off x="-3414453" y="3534339"/>
              <a:ext cx="514284" cy="506545"/>
              <a:chOff x="12617641" y="3403239"/>
              <a:chExt cx="752963" cy="741634"/>
            </a:xfrm>
          </p:grpSpPr>
          <p:grpSp>
            <p:nvGrpSpPr>
              <p:cNvPr id="34" name="Groep 33">
                <a:extLst>
                  <a:ext uri="{FF2B5EF4-FFF2-40B4-BE49-F238E27FC236}">
                    <a16:creationId xmlns:a16="http://schemas.microsoft.com/office/drawing/2014/main" id="{331C78CC-DAB4-9B4F-4BEC-A804B78DA98D}"/>
                  </a:ext>
                </a:extLst>
              </p:cNvPr>
              <p:cNvGrpSpPr/>
              <p:nvPr userDrawn="1"/>
            </p:nvGrpSpPr>
            <p:grpSpPr>
              <a:xfrm>
                <a:off x="12771530" y="3403239"/>
                <a:ext cx="467176" cy="448491"/>
                <a:chOff x="12782157" y="3403239"/>
                <a:chExt cx="467176" cy="448491"/>
              </a:xfrm>
            </p:grpSpPr>
            <p:grpSp>
              <p:nvGrpSpPr>
                <p:cNvPr id="37" name="Groep 36">
                  <a:extLst>
                    <a:ext uri="{FF2B5EF4-FFF2-40B4-BE49-F238E27FC236}">
                      <a16:creationId xmlns:a16="http://schemas.microsoft.com/office/drawing/2014/main" id="{F1FEF6D3-8CE7-7C9B-A391-DAC0766E1F5D}"/>
                    </a:ext>
                  </a:extLst>
                </p:cNvPr>
                <p:cNvGrpSpPr/>
                <p:nvPr userDrawn="1"/>
              </p:nvGrpSpPr>
              <p:grpSpPr>
                <a:xfrm>
                  <a:off x="12782157" y="3403239"/>
                  <a:ext cx="412976" cy="396132"/>
                  <a:chOff x="13554906" y="3320109"/>
                  <a:chExt cx="443917" cy="425811"/>
                </a:xfrm>
              </p:grpSpPr>
              <p:grpSp>
                <p:nvGrpSpPr>
                  <p:cNvPr id="44" name="Groep 43">
                    <a:extLst>
                      <a:ext uri="{FF2B5EF4-FFF2-40B4-BE49-F238E27FC236}">
                        <a16:creationId xmlns:a16="http://schemas.microsoft.com/office/drawing/2014/main" id="{FBC86ABC-DA5D-BEC5-F926-A223AC69D6A9}"/>
                      </a:ext>
                    </a:extLst>
                  </p:cNvPr>
                  <p:cNvGrpSpPr/>
                  <p:nvPr userDrawn="1"/>
                </p:nvGrpSpPr>
                <p:grpSpPr>
                  <a:xfrm>
                    <a:off x="13554906" y="3320109"/>
                    <a:ext cx="443917" cy="425811"/>
                    <a:chOff x="12909684" y="1276143"/>
                    <a:chExt cx="443917" cy="425811"/>
                  </a:xfrm>
                </p:grpSpPr>
                <p:sp>
                  <p:nvSpPr>
                    <p:cNvPr id="47" name="Rechthoek 46">
                      <a:extLst>
                        <a:ext uri="{FF2B5EF4-FFF2-40B4-BE49-F238E27FC236}">
                          <a16:creationId xmlns:a16="http://schemas.microsoft.com/office/drawing/2014/main" id="{21EC932A-8838-AEF6-0292-D6341DB3AFCB}"/>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48" name="Rechthoek 47">
                      <a:extLst>
                        <a:ext uri="{FF2B5EF4-FFF2-40B4-BE49-F238E27FC236}">
                          <a16:creationId xmlns:a16="http://schemas.microsoft.com/office/drawing/2014/main" id="{6382B95C-58A3-6761-8D18-48B795AD26AB}"/>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49" name="Ovaal 48">
                      <a:extLst>
                        <a:ext uri="{FF2B5EF4-FFF2-40B4-BE49-F238E27FC236}">
                          <a16:creationId xmlns:a16="http://schemas.microsoft.com/office/drawing/2014/main" id="{F76BF0EA-D6A8-DA29-B243-45EB0090B458}"/>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pic>
                <p:nvPicPr>
                  <p:cNvPr id="45" name="Afbeelding 44">
                    <a:extLst>
                      <a:ext uri="{FF2B5EF4-FFF2-40B4-BE49-F238E27FC236}">
                        <a16:creationId xmlns:a16="http://schemas.microsoft.com/office/drawing/2014/main" id="{8C8D0DC7-4CCB-CE0C-2995-45B85CFE075C}"/>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a:off x="13567296" y="3424991"/>
                    <a:ext cx="173367" cy="140220"/>
                  </a:xfrm>
                  <a:prstGeom prst="rect">
                    <a:avLst/>
                  </a:prstGeom>
                </p:spPr>
              </p:pic>
              <p:pic>
                <p:nvPicPr>
                  <p:cNvPr id="46" name="Afbeelding 45">
                    <a:extLst>
                      <a:ext uri="{FF2B5EF4-FFF2-40B4-BE49-F238E27FC236}">
                        <a16:creationId xmlns:a16="http://schemas.microsoft.com/office/drawing/2014/main" id="{F27CB82E-AE9F-81E9-529B-73AC80AE1E3E}"/>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38" name="Groep 37">
                  <a:extLst>
                    <a:ext uri="{FF2B5EF4-FFF2-40B4-BE49-F238E27FC236}">
                      <a16:creationId xmlns:a16="http://schemas.microsoft.com/office/drawing/2014/main" id="{BF083939-19B4-E15C-2EFA-41CA49C9CBD1}"/>
                    </a:ext>
                  </a:extLst>
                </p:cNvPr>
                <p:cNvGrpSpPr/>
                <p:nvPr userDrawn="1"/>
              </p:nvGrpSpPr>
              <p:grpSpPr>
                <a:xfrm>
                  <a:off x="13103513" y="3705268"/>
                  <a:ext cx="145820" cy="146462"/>
                  <a:chOff x="13096169" y="3602278"/>
                  <a:chExt cx="145820" cy="146462"/>
                </a:xfrm>
              </p:grpSpPr>
              <p:sp>
                <p:nvSpPr>
                  <p:cNvPr id="42" name="Rechthoek 41">
                    <a:extLst>
                      <a:ext uri="{FF2B5EF4-FFF2-40B4-BE49-F238E27FC236}">
                        <a16:creationId xmlns:a16="http://schemas.microsoft.com/office/drawing/2014/main" id="{D7C4E1ED-308D-58AC-E195-424EC8A6194F}"/>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43" name="Rechthoek 42">
                    <a:extLst>
                      <a:ext uri="{FF2B5EF4-FFF2-40B4-BE49-F238E27FC236}">
                        <a16:creationId xmlns:a16="http://schemas.microsoft.com/office/drawing/2014/main" id="{67366BA3-BCFB-2569-DF7B-F6F32DD7A322}"/>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39" name="Groep 38">
                  <a:extLst>
                    <a:ext uri="{FF2B5EF4-FFF2-40B4-BE49-F238E27FC236}">
                      <a16:creationId xmlns:a16="http://schemas.microsoft.com/office/drawing/2014/main" id="{8D572D6C-8157-CE63-3F30-DFAB1C17C681}"/>
                    </a:ext>
                  </a:extLst>
                </p:cNvPr>
                <p:cNvGrpSpPr/>
                <p:nvPr userDrawn="1"/>
              </p:nvGrpSpPr>
              <p:grpSpPr>
                <a:xfrm rot="10800000">
                  <a:off x="13061402" y="3665637"/>
                  <a:ext cx="145820" cy="146462"/>
                  <a:chOff x="13096169" y="3602278"/>
                  <a:chExt cx="145820" cy="146462"/>
                </a:xfrm>
              </p:grpSpPr>
              <p:sp>
                <p:nvSpPr>
                  <p:cNvPr id="40" name="Rechthoek 39">
                    <a:extLst>
                      <a:ext uri="{FF2B5EF4-FFF2-40B4-BE49-F238E27FC236}">
                        <a16:creationId xmlns:a16="http://schemas.microsoft.com/office/drawing/2014/main" id="{30C9371D-9071-4710-B3BF-2CDA9E52EB9A}"/>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41" name="Rechthoek 40">
                    <a:extLst>
                      <a:ext uri="{FF2B5EF4-FFF2-40B4-BE49-F238E27FC236}">
                        <a16:creationId xmlns:a16="http://schemas.microsoft.com/office/drawing/2014/main" id="{8C70DA76-ACA7-2835-53FE-BF6DD42D145A}"/>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sp>
            <p:nvSpPr>
              <p:cNvPr id="35" name="Rechthoek 34">
                <a:extLst>
                  <a:ext uri="{FF2B5EF4-FFF2-40B4-BE49-F238E27FC236}">
                    <a16:creationId xmlns:a16="http://schemas.microsoft.com/office/drawing/2014/main" id="{F2ABBA81-C01A-55F9-011B-9C0C5BBBAB8F}"/>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900" b="0" noProof="0" dirty="0">
                    <a:solidFill>
                      <a:srgbClr val="211F26"/>
                    </a:solidFill>
                    <a:latin typeface="Calibri" panose="020F0502020204030204" pitchFamily="34" charset="0"/>
                    <a:cs typeface="Calibri" panose="020F0502020204030204" pitchFamily="34" charset="0"/>
                  </a:rPr>
                  <a:t>Crop</a:t>
                </a:r>
              </a:p>
            </p:txBody>
          </p:sp>
          <p:sp>
            <p:nvSpPr>
              <p:cNvPr id="36" name="Gelijkbenige driehoek 35">
                <a:extLst>
                  <a:ext uri="{FF2B5EF4-FFF2-40B4-BE49-F238E27FC236}">
                    <a16:creationId xmlns:a16="http://schemas.microsoft.com/office/drawing/2014/main" id="{91D1B3BB-0100-1F3B-2E94-9B11A4B366A4}"/>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18" name="ICOON_info">
              <a:extLst>
                <a:ext uri="{FF2B5EF4-FFF2-40B4-BE49-F238E27FC236}">
                  <a16:creationId xmlns:a16="http://schemas.microsoft.com/office/drawing/2014/main" id="{95CE659A-CD94-2CA7-8323-8D59ED46AE64}"/>
                </a:ext>
              </a:extLst>
            </p:cNvPr>
            <p:cNvGrpSpPr/>
            <p:nvPr userDrawn="1"/>
          </p:nvGrpSpPr>
          <p:grpSpPr>
            <a:xfrm>
              <a:off x="-376736" y="4055594"/>
              <a:ext cx="283685" cy="283685"/>
              <a:chOff x="-510741" y="5913713"/>
              <a:chExt cx="267555" cy="267555"/>
            </a:xfrm>
          </p:grpSpPr>
          <p:sp>
            <p:nvSpPr>
              <p:cNvPr id="32" name="Ovaal 31">
                <a:extLst>
                  <a:ext uri="{FF2B5EF4-FFF2-40B4-BE49-F238E27FC236}">
                    <a16:creationId xmlns:a16="http://schemas.microsoft.com/office/drawing/2014/main" id="{F98648F8-EC2E-EEFE-8F00-8FBC7CE0EF1D}"/>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33" name="Graphic 163" descr="Informatie">
                <a:extLst>
                  <a:ext uri="{FF2B5EF4-FFF2-40B4-BE49-F238E27FC236}">
                    <a16:creationId xmlns:a16="http://schemas.microsoft.com/office/drawing/2014/main" id="{83359181-4FC6-12AF-B58C-643B357BF51A}"/>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19" name="Groep 18">
              <a:extLst>
                <a:ext uri="{FF2B5EF4-FFF2-40B4-BE49-F238E27FC236}">
                  <a16:creationId xmlns:a16="http://schemas.microsoft.com/office/drawing/2014/main" id="{BD1D8447-5BBB-F663-3DFF-E4EBBDF67E20}"/>
                </a:ext>
              </a:extLst>
            </p:cNvPr>
            <p:cNvGrpSpPr/>
            <p:nvPr userDrawn="1"/>
          </p:nvGrpSpPr>
          <p:grpSpPr>
            <a:xfrm>
              <a:off x="-938434" y="4364020"/>
              <a:ext cx="627798" cy="576693"/>
              <a:chOff x="-938434" y="4570310"/>
              <a:chExt cx="627798" cy="576693"/>
            </a:xfrm>
          </p:grpSpPr>
          <p:grpSp>
            <p:nvGrpSpPr>
              <p:cNvPr id="27" name="Inspireren">
                <a:extLst>
                  <a:ext uri="{FF2B5EF4-FFF2-40B4-BE49-F238E27FC236}">
                    <a16:creationId xmlns:a16="http://schemas.microsoft.com/office/drawing/2014/main" id="{83FFB17F-BBCF-F944-9C64-728EFBEF4C3E}"/>
                  </a:ext>
                </a:extLst>
              </p:cNvPr>
              <p:cNvGrpSpPr>
                <a:grpSpLocks noChangeAspect="1"/>
              </p:cNvGrpSpPr>
              <p:nvPr userDrawn="1"/>
            </p:nvGrpSpPr>
            <p:grpSpPr bwMode="auto">
              <a:xfrm>
                <a:off x="-716116" y="4570310"/>
                <a:ext cx="169778" cy="242385"/>
                <a:chOff x="4768" y="2783"/>
                <a:chExt cx="788" cy="1125"/>
              </a:xfrm>
              <a:gradFill>
                <a:gsLst>
                  <a:gs pos="0">
                    <a:srgbClr val="9D9FA1"/>
                  </a:gs>
                  <a:gs pos="70000">
                    <a:srgbClr val="211F26"/>
                  </a:gs>
                </a:gsLst>
                <a:lin ang="2700000" scaled="0"/>
              </a:gradFill>
            </p:grpSpPr>
            <p:sp>
              <p:nvSpPr>
                <p:cNvPr id="29" name="Freeform 12">
                  <a:extLst>
                    <a:ext uri="{FF2B5EF4-FFF2-40B4-BE49-F238E27FC236}">
                      <a16:creationId xmlns:a16="http://schemas.microsoft.com/office/drawing/2014/main" id="{0E09555D-1B81-F8E8-354B-8FCB438D374C}"/>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30" name="Freeform 13">
                  <a:extLst>
                    <a:ext uri="{FF2B5EF4-FFF2-40B4-BE49-F238E27FC236}">
                      <a16:creationId xmlns:a16="http://schemas.microsoft.com/office/drawing/2014/main" id="{E412F8A6-A858-4F6D-EF3B-C7B2423E24DE}"/>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31" name="Freeform 14">
                  <a:extLst>
                    <a:ext uri="{FF2B5EF4-FFF2-40B4-BE49-F238E27FC236}">
                      <a16:creationId xmlns:a16="http://schemas.microsoft.com/office/drawing/2014/main" id="{1CEE6F28-C20B-32C9-9153-0FA5272F97E0}"/>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28" name="Tekstvak 27">
                <a:extLst>
                  <a:ext uri="{FF2B5EF4-FFF2-40B4-BE49-F238E27FC236}">
                    <a16:creationId xmlns:a16="http://schemas.microsoft.com/office/drawing/2014/main" id="{D6AAA75C-7856-2FD7-CCD6-B4C78A8EC816}"/>
                  </a:ext>
                </a:extLst>
              </p:cNvPr>
              <p:cNvSpPr txBox="1"/>
              <p:nvPr userDrawn="1"/>
            </p:nvSpPr>
            <p:spPr>
              <a:xfrm>
                <a:off x="-938434" y="4824764"/>
                <a:ext cx="627798" cy="32223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grpSp>
          <p:nvGrpSpPr>
            <p:cNvPr id="20" name="Groep 19">
              <a:extLst>
                <a:ext uri="{FF2B5EF4-FFF2-40B4-BE49-F238E27FC236}">
                  <a16:creationId xmlns:a16="http://schemas.microsoft.com/office/drawing/2014/main" id="{CDDF4DB3-720C-78A2-3464-4A49CC27BBEE}"/>
                </a:ext>
              </a:extLst>
            </p:cNvPr>
            <p:cNvGrpSpPr/>
            <p:nvPr userDrawn="1"/>
          </p:nvGrpSpPr>
          <p:grpSpPr>
            <a:xfrm>
              <a:off x="-3365484" y="1226982"/>
              <a:ext cx="446937" cy="406485"/>
              <a:chOff x="-3563526" y="1409294"/>
              <a:chExt cx="354190" cy="322133"/>
            </a:xfrm>
          </p:grpSpPr>
          <p:grpSp>
            <p:nvGrpSpPr>
              <p:cNvPr id="21" name="Groep 20">
                <a:extLst>
                  <a:ext uri="{FF2B5EF4-FFF2-40B4-BE49-F238E27FC236}">
                    <a16:creationId xmlns:a16="http://schemas.microsoft.com/office/drawing/2014/main" id="{482923B8-20F2-E902-90FF-712C2346C40C}"/>
                  </a:ext>
                </a:extLst>
              </p:cNvPr>
              <p:cNvGrpSpPr/>
              <p:nvPr userDrawn="1"/>
            </p:nvGrpSpPr>
            <p:grpSpPr>
              <a:xfrm>
                <a:off x="-3499992" y="1409294"/>
                <a:ext cx="225195" cy="195499"/>
                <a:chOff x="8987389" y="1361199"/>
                <a:chExt cx="2200275" cy="1914525"/>
              </a:xfrm>
            </p:grpSpPr>
            <p:sp>
              <p:nvSpPr>
                <p:cNvPr id="23" name="Vrije vorm: vorm 22">
                  <a:extLst>
                    <a:ext uri="{FF2B5EF4-FFF2-40B4-BE49-F238E27FC236}">
                      <a16:creationId xmlns:a16="http://schemas.microsoft.com/office/drawing/2014/main" id="{CA5C5187-7CA8-7360-217A-B86BEBDFAB38}"/>
                    </a:ext>
                  </a:extLst>
                </p:cNvPr>
                <p:cNvSpPr/>
                <p:nvPr/>
              </p:nvSpPr>
              <p:spPr>
                <a:xfrm>
                  <a:off x="9363620" y="1831738"/>
                  <a:ext cx="371477" cy="371472"/>
                </a:xfrm>
                <a:custGeom>
                  <a:avLst/>
                  <a:gdLst>
                    <a:gd name="connsiteX0" fmla="*/ 369094 w 371475"/>
                    <a:gd name="connsiteY0" fmla="*/ 188119 h 371475"/>
                    <a:gd name="connsiteX1" fmla="*/ 188119 w 371475"/>
                    <a:gd name="connsiteY1" fmla="*/ 369094 h 371475"/>
                    <a:gd name="connsiteX2" fmla="*/ 7144 w 371475"/>
                    <a:gd name="connsiteY2" fmla="*/ 188119 h 371475"/>
                    <a:gd name="connsiteX3" fmla="*/ 188119 w 371475"/>
                    <a:gd name="connsiteY3" fmla="*/ 7144 h 371475"/>
                    <a:gd name="connsiteX4" fmla="*/ 369094 w 371475"/>
                    <a:gd name="connsiteY4" fmla="*/ 188119 h 371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 h="371475">
                      <a:moveTo>
                        <a:pt x="369094" y="188119"/>
                      </a:moveTo>
                      <a:cubicBezTo>
                        <a:pt x="369094" y="288068"/>
                        <a:pt x="288068" y="369094"/>
                        <a:pt x="188119" y="369094"/>
                      </a:cubicBezTo>
                      <a:cubicBezTo>
                        <a:pt x="88169" y="369094"/>
                        <a:pt x="7144" y="288068"/>
                        <a:pt x="7144" y="188119"/>
                      </a:cubicBezTo>
                      <a:cubicBezTo>
                        <a:pt x="7144" y="88169"/>
                        <a:pt x="88169" y="7144"/>
                        <a:pt x="188119" y="7144"/>
                      </a:cubicBezTo>
                      <a:cubicBezTo>
                        <a:pt x="288068" y="7144"/>
                        <a:pt x="369094" y="88169"/>
                        <a:pt x="369094" y="188119"/>
                      </a:cubicBezTo>
                      <a:close/>
                    </a:path>
                  </a:pathLst>
                </a:custGeom>
                <a:solidFill>
                  <a:srgbClr val="1FF524"/>
                </a:solidFill>
                <a:ln w="9525" cap="flat">
                  <a:noFill/>
                  <a:prstDash val="solid"/>
                  <a:miter/>
                </a:ln>
              </p:spPr>
              <p:txBody>
                <a:bodyPr rtlCol="0" anchor="ctr"/>
                <a:lstStyle/>
                <a:p>
                  <a:pPr defTabSz="995469"/>
                  <a:endParaRPr lang="en-GB" sz="7200" noProof="0" dirty="0">
                    <a:solidFill>
                      <a:srgbClr val="211F26"/>
                    </a:solidFill>
                    <a:latin typeface="+mn-lt"/>
                  </a:endParaRPr>
                </a:p>
              </p:txBody>
            </p:sp>
            <p:grpSp>
              <p:nvGrpSpPr>
                <p:cNvPr id="24" name="Groep 23">
                  <a:extLst>
                    <a:ext uri="{FF2B5EF4-FFF2-40B4-BE49-F238E27FC236}">
                      <a16:creationId xmlns:a16="http://schemas.microsoft.com/office/drawing/2014/main" id="{1D96E727-A441-0FE2-1512-27206DBC7C4A}"/>
                    </a:ext>
                  </a:extLst>
                </p:cNvPr>
                <p:cNvGrpSpPr/>
                <p:nvPr/>
              </p:nvGrpSpPr>
              <p:grpSpPr>
                <a:xfrm>
                  <a:off x="8987389" y="1361199"/>
                  <a:ext cx="2200275" cy="1914525"/>
                  <a:chOff x="8987389" y="1361199"/>
                  <a:chExt cx="2200275" cy="1914525"/>
                </a:xfrm>
                <a:gradFill>
                  <a:gsLst>
                    <a:gs pos="0">
                      <a:srgbClr val="9D9FA1"/>
                    </a:gs>
                    <a:gs pos="70000">
                      <a:srgbClr val="211F26"/>
                    </a:gs>
                  </a:gsLst>
                  <a:lin ang="2700000" scaled="0"/>
                </a:gradFill>
              </p:grpSpPr>
              <p:sp>
                <p:nvSpPr>
                  <p:cNvPr id="25" name="Vrije vorm: vorm 24">
                    <a:extLst>
                      <a:ext uri="{FF2B5EF4-FFF2-40B4-BE49-F238E27FC236}">
                        <a16:creationId xmlns:a16="http://schemas.microsoft.com/office/drawing/2014/main" id="{85735F47-7EDC-E7ED-9DA7-F0C79DDB80DD}"/>
                      </a:ext>
                    </a:extLst>
                  </p:cNvPr>
                  <p:cNvSpPr/>
                  <p:nvPr/>
                </p:nvSpPr>
                <p:spPr>
                  <a:xfrm>
                    <a:off x="8987389" y="1361199"/>
                    <a:ext cx="2200275" cy="1914525"/>
                  </a:xfrm>
                  <a:custGeom>
                    <a:avLst/>
                    <a:gdLst>
                      <a:gd name="connsiteX0" fmla="*/ 7144 w 2200275"/>
                      <a:gd name="connsiteY0" fmla="*/ 7144 h 1914525"/>
                      <a:gd name="connsiteX1" fmla="*/ 7144 w 2200275"/>
                      <a:gd name="connsiteY1" fmla="*/ 245269 h 1914525"/>
                      <a:gd name="connsiteX2" fmla="*/ 432911 w 2200275"/>
                      <a:gd name="connsiteY2" fmla="*/ 245269 h 1914525"/>
                      <a:gd name="connsiteX3" fmla="*/ 432911 w 2200275"/>
                      <a:gd name="connsiteY3" fmla="*/ 245269 h 1914525"/>
                      <a:gd name="connsiteX4" fmla="*/ 1959769 w 2200275"/>
                      <a:gd name="connsiteY4" fmla="*/ 245269 h 1914525"/>
                      <a:gd name="connsiteX5" fmla="*/ 1959769 w 2200275"/>
                      <a:gd name="connsiteY5" fmla="*/ 1674019 h 1914525"/>
                      <a:gd name="connsiteX6" fmla="*/ 245269 w 2200275"/>
                      <a:gd name="connsiteY6" fmla="*/ 1674019 h 1914525"/>
                      <a:gd name="connsiteX7" fmla="*/ 245269 w 2200275"/>
                      <a:gd name="connsiteY7" fmla="*/ 350044 h 1914525"/>
                      <a:gd name="connsiteX8" fmla="*/ 7144 w 2200275"/>
                      <a:gd name="connsiteY8" fmla="*/ 350044 h 1914525"/>
                      <a:gd name="connsiteX9" fmla="*/ 7144 w 2200275"/>
                      <a:gd name="connsiteY9" fmla="*/ 1912144 h 1914525"/>
                      <a:gd name="connsiteX10" fmla="*/ 2197894 w 2200275"/>
                      <a:gd name="connsiteY10" fmla="*/ 1912144 h 1914525"/>
                      <a:gd name="connsiteX11" fmla="*/ 2197894 w 2200275"/>
                      <a:gd name="connsiteY11" fmla="*/ 7144 h 1914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0275" h="1914525">
                        <a:moveTo>
                          <a:pt x="7144" y="7144"/>
                        </a:moveTo>
                        <a:lnTo>
                          <a:pt x="7144" y="245269"/>
                        </a:lnTo>
                        <a:lnTo>
                          <a:pt x="432911" y="245269"/>
                        </a:lnTo>
                        <a:lnTo>
                          <a:pt x="432911" y="245269"/>
                        </a:lnTo>
                        <a:lnTo>
                          <a:pt x="1959769" y="245269"/>
                        </a:lnTo>
                        <a:lnTo>
                          <a:pt x="1959769" y="1674019"/>
                        </a:lnTo>
                        <a:lnTo>
                          <a:pt x="245269" y="1674019"/>
                        </a:lnTo>
                        <a:lnTo>
                          <a:pt x="245269" y="350044"/>
                        </a:lnTo>
                        <a:lnTo>
                          <a:pt x="7144" y="350044"/>
                        </a:lnTo>
                        <a:lnTo>
                          <a:pt x="7144" y="1912144"/>
                        </a:lnTo>
                        <a:lnTo>
                          <a:pt x="2197894" y="1912144"/>
                        </a:lnTo>
                        <a:lnTo>
                          <a:pt x="2197894" y="7144"/>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sp>
                <p:nvSpPr>
                  <p:cNvPr id="26" name="Vrije vorm: vorm 25">
                    <a:extLst>
                      <a:ext uri="{FF2B5EF4-FFF2-40B4-BE49-F238E27FC236}">
                        <a16:creationId xmlns:a16="http://schemas.microsoft.com/office/drawing/2014/main" id="{64ADD9D0-6A1C-E76D-0D1B-D8B4331666FC}"/>
                      </a:ext>
                    </a:extLst>
                  </p:cNvPr>
                  <p:cNvSpPr/>
                  <p:nvPr/>
                </p:nvSpPr>
                <p:spPr>
                  <a:xfrm>
                    <a:off x="9362668" y="1953652"/>
                    <a:ext cx="1438273" cy="885828"/>
                  </a:xfrm>
                  <a:custGeom>
                    <a:avLst/>
                    <a:gdLst>
                      <a:gd name="connsiteX0" fmla="*/ 1070134 w 1438275"/>
                      <a:gd name="connsiteY0" fmla="*/ 7144 h 885825"/>
                      <a:gd name="connsiteX1" fmla="*/ 801529 w 1438275"/>
                      <a:gd name="connsiteY1" fmla="*/ 275749 h 885825"/>
                      <a:gd name="connsiteX2" fmla="*/ 662464 w 1438275"/>
                      <a:gd name="connsiteY2" fmla="*/ 137636 h 885825"/>
                      <a:gd name="connsiteX3" fmla="*/ 7144 w 1438275"/>
                      <a:gd name="connsiteY3" fmla="*/ 784384 h 885825"/>
                      <a:gd name="connsiteX4" fmla="*/ 108109 w 1438275"/>
                      <a:gd name="connsiteY4" fmla="*/ 885349 h 885825"/>
                      <a:gd name="connsiteX5" fmla="*/ 662464 w 1438275"/>
                      <a:gd name="connsiteY5" fmla="*/ 338614 h 885825"/>
                      <a:gd name="connsiteX6" fmla="*/ 928211 w 1438275"/>
                      <a:gd name="connsiteY6" fmla="*/ 605314 h 885825"/>
                      <a:gd name="connsiteX7" fmla="*/ 1029176 w 1438275"/>
                      <a:gd name="connsiteY7" fmla="*/ 503396 h 885825"/>
                      <a:gd name="connsiteX8" fmla="*/ 902494 w 1438275"/>
                      <a:gd name="connsiteY8" fmla="*/ 376714 h 885825"/>
                      <a:gd name="connsiteX9" fmla="*/ 1070134 w 1438275"/>
                      <a:gd name="connsiteY9" fmla="*/ 209074 h 885825"/>
                      <a:gd name="connsiteX10" fmla="*/ 1337786 w 1438275"/>
                      <a:gd name="connsiteY10" fmla="*/ 480536 h 885825"/>
                      <a:gd name="connsiteX11" fmla="*/ 1438751 w 1438275"/>
                      <a:gd name="connsiteY11" fmla="*/ 378619 h 885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38275" h="885825">
                        <a:moveTo>
                          <a:pt x="1070134" y="7144"/>
                        </a:moveTo>
                        <a:lnTo>
                          <a:pt x="801529" y="275749"/>
                        </a:lnTo>
                        <a:lnTo>
                          <a:pt x="662464" y="137636"/>
                        </a:lnTo>
                        <a:lnTo>
                          <a:pt x="7144" y="784384"/>
                        </a:lnTo>
                        <a:lnTo>
                          <a:pt x="108109" y="885349"/>
                        </a:lnTo>
                        <a:lnTo>
                          <a:pt x="662464" y="338614"/>
                        </a:lnTo>
                        <a:lnTo>
                          <a:pt x="928211" y="605314"/>
                        </a:lnTo>
                        <a:lnTo>
                          <a:pt x="1029176" y="503396"/>
                        </a:lnTo>
                        <a:lnTo>
                          <a:pt x="902494" y="376714"/>
                        </a:lnTo>
                        <a:lnTo>
                          <a:pt x="1070134" y="209074"/>
                        </a:lnTo>
                        <a:lnTo>
                          <a:pt x="1337786" y="480536"/>
                        </a:lnTo>
                        <a:lnTo>
                          <a:pt x="1438751" y="378619"/>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grpSp>
          </p:grpSp>
          <p:sp>
            <p:nvSpPr>
              <p:cNvPr id="22" name="Tekstvak 21">
                <a:extLst>
                  <a:ext uri="{FF2B5EF4-FFF2-40B4-BE49-F238E27FC236}">
                    <a16:creationId xmlns:a16="http://schemas.microsoft.com/office/drawing/2014/main" id="{8FF1B72F-398A-5236-80FD-094887962878}"/>
                  </a:ext>
                </a:extLst>
              </p:cNvPr>
              <p:cNvSpPr txBox="1"/>
              <p:nvPr userDrawn="1"/>
            </p:nvSpPr>
            <p:spPr>
              <a:xfrm>
                <a:off x="-3563526" y="1617700"/>
                <a:ext cx="354190" cy="113727"/>
              </a:xfrm>
              <a:prstGeom prst="rect">
                <a:avLst/>
              </a:prstGeom>
              <a:noFill/>
            </p:spPr>
            <p:txBody>
              <a:bodyPr wrap="square" lIns="0" tIns="18000" rIns="0" bIns="0" rtlCol="0" anchor="t">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Images</a:t>
                </a:r>
              </a:p>
            </p:txBody>
          </p:sp>
        </p:grpSp>
      </p:grpSp>
    </p:spTree>
    <p:extLst>
      <p:ext uri="{BB962C8B-B14F-4D97-AF65-F5344CB8AC3E}">
        <p14:creationId xmlns:p14="http://schemas.microsoft.com/office/powerpoint/2010/main" val="1379918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ustom #3">
    <p:bg>
      <p:bgPr>
        <a:solidFill>
          <a:srgbClr val="FFFFFF"/>
        </a:solidFill>
        <a:effectLst/>
      </p:bgPr>
    </p:bg>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B71070AA-35A3-CDB3-EFB2-1ACEEB90FBD9}"/>
              </a:ext>
            </a:extLst>
          </p:cNvPr>
          <p:cNvSpPr>
            <a:spLocks noGrp="1"/>
          </p:cNvSpPr>
          <p:nvPr>
            <p:ph type="title" hasCustomPrompt="1"/>
          </p:nvPr>
        </p:nvSpPr>
        <p:spPr>
          <a:xfrm>
            <a:off x="0" y="-429019"/>
            <a:ext cx="1782539" cy="276999"/>
          </a:xfr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lvl1pPr>
              <a:lnSpc>
                <a:spcPct val="100000"/>
              </a:lnSpc>
              <a:defRPr lang="nl-NL" sz="1800" b="1" cap="none" baseline="0">
                <a:solidFill>
                  <a:schemeClr val="accent1"/>
                </a:solidFill>
                <a:latin typeface="+mj-lt"/>
              </a:defRPr>
            </a:lvl1pPr>
          </a:lstStyle>
          <a:p>
            <a:pPr marL="0" lvl="0"/>
            <a:r>
              <a:rPr lang="en-GB" dirty="0"/>
              <a:t>!Place title here!</a:t>
            </a:r>
          </a:p>
        </p:txBody>
      </p:sp>
      <p:sp>
        <p:nvSpPr>
          <p:cNvPr id="2" name="Tijdelijke aanduiding voor datum 1">
            <a:extLst>
              <a:ext uri="{FF2B5EF4-FFF2-40B4-BE49-F238E27FC236}">
                <a16:creationId xmlns:a16="http://schemas.microsoft.com/office/drawing/2014/main" id="{5BE7F3A9-9B9C-44B6-7E42-8A0C11D41246}"/>
              </a:ext>
            </a:extLst>
          </p:cNvPr>
          <p:cNvSpPr>
            <a:spLocks noGrp="1"/>
          </p:cNvSpPr>
          <p:nvPr>
            <p:ph type="dt" sz="half" idx="10"/>
          </p:nvPr>
        </p:nvSpPr>
        <p:spPr/>
        <p:txBody>
          <a:bodyPr/>
          <a:lstStyle/>
          <a:p>
            <a:r>
              <a:rPr lang="LID4096"/>
              <a:t>08/30/2024</a:t>
            </a:r>
            <a:endParaRPr lang="en-GB" dirty="0"/>
          </a:p>
        </p:txBody>
      </p:sp>
      <p:sp>
        <p:nvSpPr>
          <p:cNvPr id="4" name="Tijdelijke aanduiding voor dianummer 3">
            <a:extLst>
              <a:ext uri="{FF2B5EF4-FFF2-40B4-BE49-F238E27FC236}">
                <a16:creationId xmlns:a16="http://schemas.microsoft.com/office/drawing/2014/main" id="{BFEA8D07-6C67-DB1E-355D-D56DB368413A}"/>
              </a:ext>
            </a:extLst>
          </p:cNvPr>
          <p:cNvSpPr>
            <a:spLocks noGrp="1"/>
          </p:cNvSpPr>
          <p:nvPr>
            <p:ph type="sldNum" sz="quarter" idx="12"/>
          </p:nvPr>
        </p:nvSpPr>
        <p:spPr/>
        <p:txBody>
          <a:bodyPr/>
          <a:lstStyle/>
          <a:p>
            <a:fld id="{9E843DB9-9987-4157-AB9C-CEA8D7D910BB}" type="slidenum">
              <a:rPr lang="en-GB" smtClean="0"/>
              <a:pPr/>
              <a:t>‹#›</a:t>
            </a:fld>
            <a:endParaRPr lang="en-GB" dirty="0"/>
          </a:p>
        </p:txBody>
      </p:sp>
      <p:sp>
        <p:nvSpPr>
          <p:cNvPr id="3" name="Tijdelijke aanduiding voor afbeelding 16">
            <a:extLst>
              <a:ext uri="{FF2B5EF4-FFF2-40B4-BE49-F238E27FC236}">
                <a16:creationId xmlns:a16="http://schemas.microsoft.com/office/drawing/2014/main" id="{CA3F2D38-67FE-D2C6-F8BC-2EA5359702E0}"/>
              </a:ext>
            </a:extLst>
          </p:cNvPr>
          <p:cNvSpPr>
            <a:spLocks noGrp="1"/>
          </p:cNvSpPr>
          <p:nvPr>
            <p:ph type="pic" sz="quarter" idx="14" hasCustomPrompt="1"/>
          </p:nvPr>
        </p:nvSpPr>
        <p:spPr>
          <a:xfrm>
            <a:off x="0" y="1"/>
            <a:ext cx="6096000" cy="3428999"/>
          </a:xfrm>
          <a:prstGeom prst="rect">
            <a:avLst/>
          </a:prstGeom>
          <a:pattFill prst="pct60">
            <a:fgClr>
              <a:schemeClr val="bg1">
                <a:lumMod val="95000"/>
              </a:schemeClr>
            </a:fgClr>
            <a:bgClr>
              <a:schemeClr val="bg1">
                <a:lumMod val="85000"/>
              </a:schemeClr>
            </a:bgClr>
          </a:patt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the tab ‘</a:t>
            </a:r>
            <a:r>
              <a:rPr lang="en-GB" noProof="0" dirty="0" err="1"/>
              <a:t>Slidebuilder</a:t>
            </a:r>
            <a:r>
              <a:rPr lang="en-GB" noProof="0" dirty="0"/>
              <a:t>’, click on ‘Images’, </a:t>
            </a:r>
            <a:br>
              <a:rPr lang="en-GB" noProof="0" dirty="0"/>
            </a:br>
            <a:r>
              <a:rPr lang="en-GB" noProof="0" dirty="0"/>
              <a:t>select the preferred image and click on ‘Insert’.</a:t>
            </a:r>
          </a:p>
        </p:txBody>
      </p:sp>
      <p:sp>
        <p:nvSpPr>
          <p:cNvPr id="5" name="Tijdelijke aanduiding voor afbeelding 16">
            <a:extLst>
              <a:ext uri="{FF2B5EF4-FFF2-40B4-BE49-F238E27FC236}">
                <a16:creationId xmlns:a16="http://schemas.microsoft.com/office/drawing/2014/main" id="{531E2A2D-79C6-D06B-2FE6-2F61C8923162}"/>
              </a:ext>
            </a:extLst>
          </p:cNvPr>
          <p:cNvSpPr>
            <a:spLocks noGrp="1"/>
          </p:cNvSpPr>
          <p:nvPr>
            <p:ph type="pic" sz="quarter" idx="15" hasCustomPrompt="1"/>
          </p:nvPr>
        </p:nvSpPr>
        <p:spPr>
          <a:xfrm>
            <a:off x="6096000" y="1"/>
            <a:ext cx="6096000" cy="3428999"/>
          </a:xfrm>
          <a:prstGeom prst="rect">
            <a:avLst/>
          </a:prstGeom>
          <a:pattFill prst="pct60">
            <a:fgClr>
              <a:schemeClr val="bg1">
                <a:lumMod val="95000"/>
              </a:schemeClr>
            </a:fgClr>
            <a:bgClr>
              <a:schemeClr val="bg1">
                <a:lumMod val="85000"/>
              </a:schemeClr>
            </a:bgClr>
          </a:patt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the tab ‘</a:t>
            </a:r>
            <a:r>
              <a:rPr lang="en-GB" noProof="0" dirty="0" err="1"/>
              <a:t>Slidebuilder</a:t>
            </a:r>
            <a:r>
              <a:rPr lang="en-GB" noProof="0" dirty="0"/>
              <a:t>’, click on ‘Images’, </a:t>
            </a:r>
            <a:br>
              <a:rPr lang="en-GB" noProof="0" dirty="0"/>
            </a:br>
            <a:r>
              <a:rPr lang="en-GB" noProof="0" dirty="0"/>
              <a:t>select the preferred image and click on ‘Insert’.</a:t>
            </a:r>
          </a:p>
        </p:txBody>
      </p:sp>
      <p:grpSp>
        <p:nvGrpSpPr>
          <p:cNvPr id="6" name="INSTRUCTION">
            <a:extLst>
              <a:ext uri="{FF2B5EF4-FFF2-40B4-BE49-F238E27FC236}">
                <a16:creationId xmlns:a16="http://schemas.microsoft.com/office/drawing/2014/main" id="{09509B13-8340-F604-A560-C19E420DCA1E}"/>
              </a:ext>
            </a:extLst>
          </p:cNvPr>
          <p:cNvGrpSpPr/>
          <p:nvPr userDrawn="1"/>
        </p:nvGrpSpPr>
        <p:grpSpPr>
          <a:xfrm>
            <a:off x="-3786164" y="0"/>
            <a:ext cx="3693113" cy="5054643"/>
            <a:chOff x="-3786164" y="0"/>
            <a:chExt cx="3693113" cy="5054643"/>
          </a:xfrm>
        </p:grpSpPr>
        <p:sp>
          <p:nvSpPr>
            <p:cNvPr id="8" name="Rechthoek 7">
              <a:extLst>
                <a:ext uri="{FF2B5EF4-FFF2-40B4-BE49-F238E27FC236}">
                  <a16:creationId xmlns:a16="http://schemas.microsoft.com/office/drawing/2014/main" id="{3DA679F4-2095-1091-2A7C-F31C6F9F124E}"/>
                </a:ext>
              </a:extLst>
            </p:cNvPr>
            <p:cNvSpPr/>
            <p:nvPr userDrawn="1"/>
          </p:nvSpPr>
          <p:spPr>
            <a:xfrm>
              <a:off x="-3786164" y="0"/>
              <a:ext cx="3593091" cy="4391599"/>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Insert/edit an image</a:t>
              </a:r>
            </a:p>
          </p:txBody>
        </p:sp>
        <p:sp>
          <p:nvSpPr>
            <p:cNvPr id="9" name="Rechthoek 8">
              <a:extLst>
                <a:ext uri="{FF2B5EF4-FFF2-40B4-BE49-F238E27FC236}">
                  <a16:creationId xmlns:a16="http://schemas.microsoft.com/office/drawing/2014/main" id="{04F460DC-42AF-07DB-32C1-AA4D85AD4AC6}"/>
                </a:ext>
              </a:extLst>
            </p:cNvPr>
            <p:cNvSpPr/>
            <p:nvPr userDrawn="1"/>
          </p:nvSpPr>
          <p:spPr>
            <a:xfrm>
              <a:off x="-3786164" y="4226643"/>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sp>
          <p:nvSpPr>
            <p:cNvPr id="10" name="Ovaal 9">
              <a:extLst>
                <a:ext uri="{FF2B5EF4-FFF2-40B4-BE49-F238E27FC236}">
                  <a16:creationId xmlns:a16="http://schemas.microsoft.com/office/drawing/2014/main" id="{4E09268A-145E-726D-C3B2-70110DB5C8EC}"/>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1" name="Rechthoek 10">
              <a:extLst>
                <a:ext uri="{FF2B5EF4-FFF2-40B4-BE49-F238E27FC236}">
                  <a16:creationId xmlns:a16="http://schemas.microsoft.com/office/drawing/2014/main" id="{35E0FE1A-888B-42A4-0126-28C37FE6A03C}"/>
                </a:ext>
              </a:extLst>
            </p:cNvPr>
            <p:cNvSpPr/>
            <p:nvPr userDrawn="1"/>
          </p:nvSpPr>
          <p:spPr>
            <a:xfrm>
              <a:off x="-3319416" y="465323"/>
              <a:ext cx="3008779" cy="661851"/>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If necessary, delete the existing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by using the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key’</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Select the placeholder,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1" i="0" u="none" strike="noStrike" kern="0" cap="none" spc="0" normalizeH="0" baseline="0" noProof="0" dirty="0" err="1">
                  <a:ln>
                    <a:noFill/>
                  </a:ln>
                  <a:solidFill>
                    <a:srgbClr val="000000"/>
                  </a:solidFill>
                  <a:effectLst/>
                  <a:uLnTx/>
                  <a:uFillTx/>
                  <a:latin typeface="Calibri" panose="020F0502020204030204" pitchFamily="34" charset="0"/>
                  <a:ea typeface="+mn-ea"/>
                  <a:cs typeface="Calibri" panose="020F0502020204030204" pitchFamily="34" charset="0"/>
                </a:rPr>
                <a:t>Slidebuilder</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 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‘Images’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endPar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12" name="Ovaal 11">
              <a:extLst>
                <a:ext uri="{FF2B5EF4-FFF2-40B4-BE49-F238E27FC236}">
                  <a16:creationId xmlns:a16="http://schemas.microsoft.com/office/drawing/2014/main" id="{6C5F016E-95EE-12F1-858E-B7F490A73767}"/>
                </a:ext>
              </a:extLst>
            </p:cNvPr>
            <p:cNvSpPr/>
            <p:nvPr userDrawn="1"/>
          </p:nvSpPr>
          <p:spPr>
            <a:xfrm>
              <a:off x="-3603587" y="18111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3" name="Rechthoek 12">
              <a:extLst>
                <a:ext uri="{FF2B5EF4-FFF2-40B4-BE49-F238E27FC236}">
                  <a16:creationId xmlns:a16="http://schemas.microsoft.com/office/drawing/2014/main" id="{0E1C6F91-51A6-CE65-B78C-F6EC2C9429A3}"/>
                </a:ext>
              </a:extLst>
            </p:cNvPr>
            <p:cNvSpPr/>
            <p:nvPr userDrawn="1"/>
          </p:nvSpPr>
          <p:spPr>
            <a:xfrm>
              <a:off x="-3319415" y="1811185"/>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 the preferred category and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and click 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‘Insert’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14" name="Rechthoek 13">
              <a:extLst>
                <a:ext uri="{FF2B5EF4-FFF2-40B4-BE49-F238E27FC236}">
                  <a16:creationId xmlns:a16="http://schemas.microsoft.com/office/drawing/2014/main" id="{39197CB0-535E-EB58-01B8-C8A6EEC6142D}"/>
                </a:ext>
              </a:extLst>
            </p:cNvPr>
            <p:cNvSpPr/>
            <p:nvPr userDrawn="1"/>
          </p:nvSpPr>
          <p:spPr>
            <a:xfrm>
              <a:off x="-3319415" y="2245760"/>
              <a:ext cx="825500" cy="209550"/>
            </a:xfrm>
            <a:prstGeom prst="rect">
              <a:avLst/>
            </a:prstGeom>
            <a:solidFill>
              <a:srgbClr val="1FF52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1000" b="1" noProof="0" dirty="0">
                  <a:solidFill>
                    <a:srgbClr val="211F26"/>
                  </a:solidFill>
                  <a:latin typeface="Calibri" panose="020F0502020204030204" pitchFamily="34" charset="0"/>
                  <a:cs typeface="Calibri" panose="020F0502020204030204" pitchFamily="34" charset="0"/>
                </a:rPr>
                <a:t>Insert</a:t>
              </a:r>
            </a:p>
          </p:txBody>
        </p:sp>
        <p:sp>
          <p:nvSpPr>
            <p:cNvPr id="15" name="Ovaal 14">
              <a:extLst>
                <a:ext uri="{FF2B5EF4-FFF2-40B4-BE49-F238E27FC236}">
                  <a16:creationId xmlns:a16="http://schemas.microsoft.com/office/drawing/2014/main" id="{D3D623D4-6D26-1BCD-D1CB-AEEC9CA70AA7}"/>
                </a:ext>
              </a:extLst>
            </p:cNvPr>
            <p:cNvSpPr/>
            <p:nvPr userDrawn="1"/>
          </p:nvSpPr>
          <p:spPr>
            <a:xfrm>
              <a:off x="-3603587" y="263483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16" name="Rechthoek 15">
              <a:extLst>
                <a:ext uri="{FF2B5EF4-FFF2-40B4-BE49-F238E27FC236}">
                  <a16:creationId xmlns:a16="http://schemas.microsoft.com/office/drawing/2014/main" id="{D5501B27-DE75-F1C2-9494-A113EB5FA8B9}"/>
                </a:ext>
              </a:extLst>
            </p:cNvPr>
            <p:cNvSpPr/>
            <p:nvPr userDrawn="1"/>
          </p:nvSpPr>
          <p:spPr>
            <a:xfrm>
              <a:off x="-3319415" y="2634835"/>
              <a:ext cx="2944682" cy="794165"/>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To scale or drag the image,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‘Picture Tools - Format’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‘Crop’</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Scale the image itself with</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spheres and scale the image frame with the brackets.</a:t>
              </a:r>
            </a:p>
          </p:txBody>
        </p:sp>
        <p:grpSp>
          <p:nvGrpSpPr>
            <p:cNvPr id="17" name="Groep 16">
              <a:extLst>
                <a:ext uri="{FF2B5EF4-FFF2-40B4-BE49-F238E27FC236}">
                  <a16:creationId xmlns:a16="http://schemas.microsoft.com/office/drawing/2014/main" id="{0E7EE6DD-5BB9-88AF-2529-1BF8917460E2}"/>
                </a:ext>
              </a:extLst>
            </p:cNvPr>
            <p:cNvGrpSpPr/>
            <p:nvPr userDrawn="1"/>
          </p:nvGrpSpPr>
          <p:grpSpPr>
            <a:xfrm>
              <a:off x="-3414453" y="3534339"/>
              <a:ext cx="514284" cy="506545"/>
              <a:chOff x="12617641" y="3403239"/>
              <a:chExt cx="752963" cy="741634"/>
            </a:xfrm>
          </p:grpSpPr>
          <p:grpSp>
            <p:nvGrpSpPr>
              <p:cNvPr id="34" name="Groep 33">
                <a:extLst>
                  <a:ext uri="{FF2B5EF4-FFF2-40B4-BE49-F238E27FC236}">
                    <a16:creationId xmlns:a16="http://schemas.microsoft.com/office/drawing/2014/main" id="{1008AF48-9386-D0B0-828F-F6A1B71C471F}"/>
                  </a:ext>
                </a:extLst>
              </p:cNvPr>
              <p:cNvGrpSpPr/>
              <p:nvPr userDrawn="1"/>
            </p:nvGrpSpPr>
            <p:grpSpPr>
              <a:xfrm>
                <a:off x="12771530" y="3403239"/>
                <a:ext cx="467176" cy="448491"/>
                <a:chOff x="12782157" y="3403239"/>
                <a:chExt cx="467176" cy="448491"/>
              </a:xfrm>
            </p:grpSpPr>
            <p:grpSp>
              <p:nvGrpSpPr>
                <p:cNvPr id="37" name="Groep 36">
                  <a:extLst>
                    <a:ext uri="{FF2B5EF4-FFF2-40B4-BE49-F238E27FC236}">
                      <a16:creationId xmlns:a16="http://schemas.microsoft.com/office/drawing/2014/main" id="{996F9CE6-5543-093C-EA77-4BFC760E45B0}"/>
                    </a:ext>
                  </a:extLst>
                </p:cNvPr>
                <p:cNvGrpSpPr/>
                <p:nvPr userDrawn="1"/>
              </p:nvGrpSpPr>
              <p:grpSpPr>
                <a:xfrm>
                  <a:off x="12782157" y="3403239"/>
                  <a:ext cx="412976" cy="396132"/>
                  <a:chOff x="13554906" y="3320109"/>
                  <a:chExt cx="443917" cy="425811"/>
                </a:xfrm>
              </p:grpSpPr>
              <p:grpSp>
                <p:nvGrpSpPr>
                  <p:cNvPr id="44" name="Groep 43">
                    <a:extLst>
                      <a:ext uri="{FF2B5EF4-FFF2-40B4-BE49-F238E27FC236}">
                        <a16:creationId xmlns:a16="http://schemas.microsoft.com/office/drawing/2014/main" id="{FDDDDA1E-06AE-4A1A-8CA1-D717BAFB01C6}"/>
                      </a:ext>
                    </a:extLst>
                  </p:cNvPr>
                  <p:cNvGrpSpPr/>
                  <p:nvPr userDrawn="1"/>
                </p:nvGrpSpPr>
                <p:grpSpPr>
                  <a:xfrm>
                    <a:off x="13554906" y="3320109"/>
                    <a:ext cx="443917" cy="425811"/>
                    <a:chOff x="12909684" y="1276143"/>
                    <a:chExt cx="443917" cy="425811"/>
                  </a:xfrm>
                </p:grpSpPr>
                <p:sp>
                  <p:nvSpPr>
                    <p:cNvPr id="47" name="Rechthoek 46">
                      <a:extLst>
                        <a:ext uri="{FF2B5EF4-FFF2-40B4-BE49-F238E27FC236}">
                          <a16:creationId xmlns:a16="http://schemas.microsoft.com/office/drawing/2014/main" id="{1D12673F-55DB-46FD-8576-3CA018091719}"/>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48" name="Rechthoek 47">
                      <a:extLst>
                        <a:ext uri="{FF2B5EF4-FFF2-40B4-BE49-F238E27FC236}">
                          <a16:creationId xmlns:a16="http://schemas.microsoft.com/office/drawing/2014/main" id="{5DB43AC8-81F5-F894-A073-8791CBD0C180}"/>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49" name="Ovaal 48">
                      <a:extLst>
                        <a:ext uri="{FF2B5EF4-FFF2-40B4-BE49-F238E27FC236}">
                          <a16:creationId xmlns:a16="http://schemas.microsoft.com/office/drawing/2014/main" id="{866D1AB2-0B85-BD59-EAD0-7BA5BC3B21E5}"/>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pic>
                <p:nvPicPr>
                  <p:cNvPr id="45" name="Afbeelding 44">
                    <a:extLst>
                      <a:ext uri="{FF2B5EF4-FFF2-40B4-BE49-F238E27FC236}">
                        <a16:creationId xmlns:a16="http://schemas.microsoft.com/office/drawing/2014/main" id="{AA185EB5-6DA0-EA27-A077-B8D66F1AEB60}"/>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a:off x="13567296" y="3424991"/>
                    <a:ext cx="173367" cy="140220"/>
                  </a:xfrm>
                  <a:prstGeom prst="rect">
                    <a:avLst/>
                  </a:prstGeom>
                </p:spPr>
              </p:pic>
              <p:pic>
                <p:nvPicPr>
                  <p:cNvPr id="46" name="Afbeelding 45">
                    <a:extLst>
                      <a:ext uri="{FF2B5EF4-FFF2-40B4-BE49-F238E27FC236}">
                        <a16:creationId xmlns:a16="http://schemas.microsoft.com/office/drawing/2014/main" id="{325BF2B9-4AE9-F56E-96A6-EB5725C7F3FF}"/>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38" name="Groep 37">
                  <a:extLst>
                    <a:ext uri="{FF2B5EF4-FFF2-40B4-BE49-F238E27FC236}">
                      <a16:creationId xmlns:a16="http://schemas.microsoft.com/office/drawing/2014/main" id="{CE6ADDF7-2265-FBC6-8BFA-71FE4FD46AE3}"/>
                    </a:ext>
                  </a:extLst>
                </p:cNvPr>
                <p:cNvGrpSpPr/>
                <p:nvPr userDrawn="1"/>
              </p:nvGrpSpPr>
              <p:grpSpPr>
                <a:xfrm>
                  <a:off x="13103513" y="3705268"/>
                  <a:ext cx="145820" cy="146462"/>
                  <a:chOff x="13096169" y="3602278"/>
                  <a:chExt cx="145820" cy="146462"/>
                </a:xfrm>
              </p:grpSpPr>
              <p:sp>
                <p:nvSpPr>
                  <p:cNvPr id="42" name="Rechthoek 41">
                    <a:extLst>
                      <a:ext uri="{FF2B5EF4-FFF2-40B4-BE49-F238E27FC236}">
                        <a16:creationId xmlns:a16="http://schemas.microsoft.com/office/drawing/2014/main" id="{5455DFEF-D755-C511-D97B-F91A05ACCB62}"/>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43" name="Rechthoek 42">
                    <a:extLst>
                      <a:ext uri="{FF2B5EF4-FFF2-40B4-BE49-F238E27FC236}">
                        <a16:creationId xmlns:a16="http://schemas.microsoft.com/office/drawing/2014/main" id="{05C6553C-9E18-DA13-94EE-61339ACB8832}"/>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39" name="Groep 38">
                  <a:extLst>
                    <a:ext uri="{FF2B5EF4-FFF2-40B4-BE49-F238E27FC236}">
                      <a16:creationId xmlns:a16="http://schemas.microsoft.com/office/drawing/2014/main" id="{216702BD-E213-A3DD-9EBA-247BAE3E0CED}"/>
                    </a:ext>
                  </a:extLst>
                </p:cNvPr>
                <p:cNvGrpSpPr/>
                <p:nvPr userDrawn="1"/>
              </p:nvGrpSpPr>
              <p:grpSpPr>
                <a:xfrm rot="10800000">
                  <a:off x="13061402" y="3665637"/>
                  <a:ext cx="145820" cy="146462"/>
                  <a:chOff x="13096169" y="3602278"/>
                  <a:chExt cx="145820" cy="146462"/>
                </a:xfrm>
              </p:grpSpPr>
              <p:sp>
                <p:nvSpPr>
                  <p:cNvPr id="40" name="Rechthoek 39">
                    <a:extLst>
                      <a:ext uri="{FF2B5EF4-FFF2-40B4-BE49-F238E27FC236}">
                        <a16:creationId xmlns:a16="http://schemas.microsoft.com/office/drawing/2014/main" id="{34FD7D74-B2FC-AC59-1ACF-581CBA8BF9A0}"/>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41" name="Rechthoek 40">
                    <a:extLst>
                      <a:ext uri="{FF2B5EF4-FFF2-40B4-BE49-F238E27FC236}">
                        <a16:creationId xmlns:a16="http://schemas.microsoft.com/office/drawing/2014/main" id="{4CF66662-B019-30A5-0AF3-0109B8387D29}"/>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sp>
            <p:nvSpPr>
              <p:cNvPr id="35" name="Rechthoek 34">
                <a:extLst>
                  <a:ext uri="{FF2B5EF4-FFF2-40B4-BE49-F238E27FC236}">
                    <a16:creationId xmlns:a16="http://schemas.microsoft.com/office/drawing/2014/main" id="{479C4171-4B8B-9638-AC8F-AA1CEFDB67FF}"/>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900" b="0" noProof="0" dirty="0">
                    <a:solidFill>
                      <a:srgbClr val="211F26"/>
                    </a:solidFill>
                    <a:latin typeface="Calibri" panose="020F0502020204030204" pitchFamily="34" charset="0"/>
                    <a:cs typeface="Calibri" panose="020F0502020204030204" pitchFamily="34" charset="0"/>
                  </a:rPr>
                  <a:t>Crop</a:t>
                </a:r>
              </a:p>
            </p:txBody>
          </p:sp>
          <p:sp>
            <p:nvSpPr>
              <p:cNvPr id="36" name="Gelijkbenige driehoek 35">
                <a:extLst>
                  <a:ext uri="{FF2B5EF4-FFF2-40B4-BE49-F238E27FC236}">
                    <a16:creationId xmlns:a16="http://schemas.microsoft.com/office/drawing/2014/main" id="{69276B51-0CE4-CA93-A64F-2984A085A928}"/>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18" name="ICOON_info">
              <a:extLst>
                <a:ext uri="{FF2B5EF4-FFF2-40B4-BE49-F238E27FC236}">
                  <a16:creationId xmlns:a16="http://schemas.microsoft.com/office/drawing/2014/main" id="{113459F2-2CF2-79ED-01F7-F0AE5845F46D}"/>
                </a:ext>
              </a:extLst>
            </p:cNvPr>
            <p:cNvGrpSpPr/>
            <p:nvPr userDrawn="1"/>
          </p:nvGrpSpPr>
          <p:grpSpPr>
            <a:xfrm>
              <a:off x="-376736" y="4055594"/>
              <a:ext cx="283685" cy="283685"/>
              <a:chOff x="-510741" y="5913713"/>
              <a:chExt cx="267555" cy="267555"/>
            </a:xfrm>
          </p:grpSpPr>
          <p:sp>
            <p:nvSpPr>
              <p:cNvPr id="32" name="Ovaal 31">
                <a:extLst>
                  <a:ext uri="{FF2B5EF4-FFF2-40B4-BE49-F238E27FC236}">
                    <a16:creationId xmlns:a16="http://schemas.microsoft.com/office/drawing/2014/main" id="{74D5F4AB-06AD-E142-1575-AD49573F31B3}"/>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33" name="Graphic 163" descr="Informatie">
                <a:extLst>
                  <a:ext uri="{FF2B5EF4-FFF2-40B4-BE49-F238E27FC236}">
                    <a16:creationId xmlns:a16="http://schemas.microsoft.com/office/drawing/2014/main" id="{45B974F7-B43B-9682-FD97-80F185034D45}"/>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19" name="Groep 18">
              <a:extLst>
                <a:ext uri="{FF2B5EF4-FFF2-40B4-BE49-F238E27FC236}">
                  <a16:creationId xmlns:a16="http://schemas.microsoft.com/office/drawing/2014/main" id="{9F1A7910-668A-AECB-8855-A9299967F211}"/>
                </a:ext>
              </a:extLst>
            </p:cNvPr>
            <p:cNvGrpSpPr/>
            <p:nvPr userDrawn="1"/>
          </p:nvGrpSpPr>
          <p:grpSpPr>
            <a:xfrm>
              <a:off x="-938434" y="4364020"/>
              <a:ext cx="627798" cy="576693"/>
              <a:chOff x="-938434" y="4570310"/>
              <a:chExt cx="627798" cy="576693"/>
            </a:xfrm>
          </p:grpSpPr>
          <p:grpSp>
            <p:nvGrpSpPr>
              <p:cNvPr id="27" name="Inspireren">
                <a:extLst>
                  <a:ext uri="{FF2B5EF4-FFF2-40B4-BE49-F238E27FC236}">
                    <a16:creationId xmlns:a16="http://schemas.microsoft.com/office/drawing/2014/main" id="{7F069D6E-A4BD-3798-174D-B3D30CDA2C0D}"/>
                  </a:ext>
                </a:extLst>
              </p:cNvPr>
              <p:cNvGrpSpPr>
                <a:grpSpLocks noChangeAspect="1"/>
              </p:cNvGrpSpPr>
              <p:nvPr userDrawn="1"/>
            </p:nvGrpSpPr>
            <p:grpSpPr bwMode="auto">
              <a:xfrm>
                <a:off x="-716116" y="4570310"/>
                <a:ext cx="169778" cy="242385"/>
                <a:chOff x="4768" y="2783"/>
                <a:chExt cx="788" cy="1125"/>
              </a:xfrm>
              <a:gradFill>
                <a:gsLst>
                  <a:gs pos="0">
                    <a:srgbClr val="9D9FA1"/>
                  </a:gs>
                  <a:gs pos="70000">
                    <a:srgbClr val="211F26"/>
                  </a:gs>
                </a:gsLst>
                <a:lin ang="2700000" scaled="0"/>
              </a:gradFill>
            </p:grpSpPr>
            <p:sp>
              <p:nvSpPr>
                <p:cNvPr id="29" name="Freeform 12">
                  <a:extLst>
                    <a:ext uri="{FF2B5EF4-FFF2-40B4-BE49-F238E27FC236}">
                      <a16:creationId xmlns:a16="http://schemas.microsoft.com/office/drawing/2014/main" id="{0CD367ED-7BCA-5774-669D-5C5CA15ACF99}"/>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30" name="Freeform 13">
                  <a:extLst>
                    <a:ext uri="{FF2B5EF4-FFF2-40B4-BE49-F238E27FC236}">
                      <a16:creationId xmlns:a16="http://schemas.microsoft.com/office/drawing/2014/main" id="{654159CD-7488-E138-B0F0-3EDEBF12A357}"/>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31" name="Freeform 14">
                  <a:extLst>
                    <a:ext uri="{FF2B5EF4-FFF2-40B4-BE49-F238E27FC236}">
                      <a16:creationId xmlns:a16="http://schemas.microsoft.com/office/drawing/2014/main" id="{443401AD-E362-49D1-88E4-357707C26520}"/>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28" name="Tekstvak 27">
                <a:extLst>
                  <a:ext uri="{FF2B5EF4-FFF2-40B4-BE49-F238E27FC236}">
                    <a16:creationId xmlns:a16="http://schemas.microsoft.com/office/drawing/2014/main" id="{9014D6B6-E5F0-2942-78D9-235F38469184}"/>
                  </a:ext>
                </a:extLst>
              </p:cNvPr>
              <p:cNvSpPr txBox="1"/>
              <p:nvPr userDrawn="1"/>
            </p:nvSpPr>
            <p:spPr>
              <a:xfrm>
                <a:off x="-938434" y="4824764"/>
                <a:ext cx="627798" cy="32223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grpSp>
          <p:nvGrpSpPr>
            <p:cNvPr id="20" name="Groep 19">
              <a:extLst>
                <a:ext uri="{FF2B5EF4-FFF2-40B4-BE49-F238E27FC236}">
                  <a16:creationId xmlns:a16="http://schemas.microsoft.com/office/drawing/2014/main" id="{C920E38F-CE7A-9665-FC5C-056C82C382C2}"/>
                </a:ext>
              </a:extLst>
            </p:cNvPr>
            <p:cNvGrpSpPr/>
            <p:nvPr userDrawn="1"/>
          </p:nvGrpSpPr>
          <p:grpSpPr>
            <a:xfrm>
              <a:off x="-3365484" y="1226982"/>
              <a:ext cx="446937" cy="406485"/>
              <a:chOff x="-3563526" y="1409294"/>
              <a:chExt cx="354190" cy="322133"/>
            </a:xfrm>
          </p:grpSpPr>
          <p:grpSp>
            <p:nvGrpSpPr>
              <p:cNvPr id="21" name="Groep 20">
                <a:extLst>
                  <a:ext uri="{FF2B5EF4-FFF2-40B4-BE49-F238E27FC236}">
                    <a16:creationId xmlns:a16="http://schemas.microsoft.com/office/drawing/2014/main" id="{9A9EEE37-1F5C-1D55-0715-FE96C783989B}"/>
                  </a:ext>
                </a:extLst>
              </p:cNvPr>
              <p:cNvGrpSpPr/>
              <p:nvPr userDrawn="1"/>
            </p:nvGrpSpPr>
            <p:grpSpPr>
              <a:xfrm>
                <a:off x="-3499992" y="1409294"/>
                <a:ext cx="225195" cy="195499"/>
                <a:chOff x="8987389" y="1361199"/>
                <a:chExt cx="2200275" cy="1914525"/>
              </a:xfrm>
            </p:grpSpPr>
            <p:sp>
              <p:nvSpPr>
                <p:cNvPr id="23" name="Vrije vorm: vorm 22">
                  <a:extLst>
                    <a:ext uri="{FF2B5EF4-FFF2-40B4-BE49-F238E27FC236}">
                      <a16:creationId xmlns:a16="http://schemas.microsoft.com/office/drawing/2014/main" id="{789E76A5-1AAF-BB27-60E7-2408C2FF7BCF}"/>
                    </a:ext>
                  </a:extLst>
                </p:cNvPr>
                <p:cNvSpPr/>
                <p:nvPr/>
              </p:nvSpPr>
              <p:spPr>
                <a:xfrm>
                  <a:off x="9363620" y="1831738"/>
                  <a:ext cx="371477" cy="371472"/>
                </a:xfrm>
                <a:custGeom>
                  <a:avLst/>
                  <a:gdLst>
                    <a:gd name="connsiteX0" fmla="*/ 369094 w 371475"/>
                    <a:gd name="connsiteY0" fmla="*/ 188119 h 371475"/>
                    <a:gd name="connsiteX1" fmla="*/ 188119 w 371475"/>
                    <a:gd name="connsiteY1" fmla="*/ 369094 h 371475"/>
                    <a:gd name="connsiteX2" fmla="*/ 7144 w 371475"/>
                    <a:gd name="connsiteY2" fmla="*/ 188119 h 371475"/>
                    <a:gd name="connsiteX3" fmla="*/ 188119 w 371475"/>
                    <a:gd name="connsiteY3" fmla="*/ 7144 h 371475"/>
                    <a:gd name="connsiteX4" fmla="*/ 369094 w 371475"/>
                    <a:gd name="connsiteY4" fmla="*/ 188119 h 371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 h="371475">
                      <a:moveTo>
                        <a:pt x="369094" y="188119"/>
                      </a:moveTo>
                      <a:cubicBezTo>
                        <a:pt x="369094" y="288068"/>
                        <a:pt x="288068" y="369094"/>
                        <a:pt x="188119" y="369094"/>
                      </a:cubicBezTo>
                      <a:cubicBezTo>
                        <a:pt x="88169" y="369094"/>
                        <a:pt x="7144" y="288068"/>
                        <a:pt x="7144" y="188119"/>
                      </a:cubicBezTo>
                      <a:cubicBezTo>
                        <a:pt x="7144" y="88169"/>
                        <a:pt x="88169" y="7144"/>
                        <a:pt x="188119" y="7144"/>
                      </a:cubicBezTo>
                      <a:cubicBezTo>
                        <a:pt x="288068" y="7144"/>
                        <a:pt x="369094" y="88169"/>
                        <a:pt x="369094" y="188119"/>
                      </a:cubicBezTo>
                      <a:close/>
                    </a:path>
                  </a:pathLst>
                </a:custGeom>
                <a:solidFill>
                  <a:srgbClr val="1FF524"/>
                </a:solidFill>
                <a:ln w="9525" cap="flat">
                  <a:noFill/>
                  <a:prstDash val="solid"/>
                  <a:miter/>
                </a:ln>
              </p:spPr>
              <p:txBody>
                <a:bodyPr rtlCol="0" anchor="ctr"/>
                <a:lstStyle/>
                <a:p>
                  <a:pPr defTabSz="995469"/>
                  <a:endParaRPr lang="en-GB" sz="7200" noProof="0" dirty="0">
                    <a:solidFill>
                      <a:srgbClr val="211F26"/>
                    </a:solidFill>
                    <a:latin typeface="+mn-lt"/>
                  </a:endParaRPr>
                </a:p>
              </p:txBody>
            </p:sp>
            <p:grpSp>
              <p:nvGrpSpPr>
                <p:cNvPr id="24" name="Groep 23">
                  <a:extLst>
                    <a:ext uri="{FF2B5EF4-FFF2-40B4-BE49-F238E27FC236}">
                      <a16:creationId xmlns:a16="http://schemas.microsoft.com/office/drawing/2014/main" id="{1D6D4D30-91B8-E968-ABC6-6E165DB72339}"/>
                    </a:ext>
                  </a:extLst>
                </p:cNvPr>
                <p:cNvGrpSpPr/>
                <p:nvPr/>
              </p:nvGrpSpPr>
              <p:grpSpPr>
                <a:xfrm>
                  <a:off x="8987389" y="1361199"/>
                  <a:ext cx="2200275" cy="1914525"/>
                  <a:chOff x="8987389" y="1361199"/>
                  <a:chExt cx="2200275" cy="1914525"/>
                </a:xfrm>
                <a:gradFill>
                  <a:gsLst>
                    <a:gs pos="0">
                      <a:srgbClr val="9D9FA1"/>
                    </a:gs>
                    <a:gs pos="70000">
                      <a:srgbClr val="211F26"/>
                    </a:gs>
                  </a:gsLst>
                  <a:lin ang="2700000" scaled="0"/>
                </a:gradFill>
              </p:grpSpPr>
              <p:sp>
                <p:nvSpPr>
                  <p:cNvPr id="25" name="Vrije vorm: vorm 24">
                    <a:extLst>
                      <a:ext uri="{FF2B5EF4-FFF2-40B4-BE49-F238E27FC236}">
                        <a16:creationId xmlns:a16="http://schemas.microsoft.com/office/drawing/2014/main" id="{868BE42C-A5EF-FEA8-BFC8-D5232D3A5A04}"/>
                      </a:ext>
                    </a:extLst>
                  </p:cNvPr>
                  <p:cNvSpPr/>
                  <p:nvPr/>
                </p:nvSpPr>
                <p:spPr>
                  <a:xfrm>
                    <a:off x="8987389" y="1361199"/>
                    <a:ext cx="2200275" cy="1914525"/>
                  </a:xfrm>
                  <a:custGeom>
                    <a:avLst/>
                    <a:gdLst>
                      <a:gd name="connsiteX0" fmla="*/ 7144 w 2200275"/>
                      <a:gd name="connsiteY0" fmla="*/ 7144 h 1914525"/>
                      <a:gd name="connsiteX1" fmla="*/ 7144 w 2200275"/>
                      <a:gd name="connsiteY1" fmla="*/ 245269 h 1914525"/>
                      <a:gd name="connsiteX2" fmla="*/ 432911 w 2200275"/>
                      <a:gd name="connsiteY2" fmla="*/ 245269 h 1914525"/>
                      <a:gd name="connsiteX3" fmla="*/ 432911 w 2200275"/>
                      <a:gd name="connsiteY3" fmla="*/ 245269 h 1914525"/>
                      <a:gd name="connsiteX4" fmla="*/ 1959769 w 2200275"/>
                      <a:gd name="connsiteY4" fmla="*/ 245269 h 1914525"/>
                      <a:gd name="connsiteX5" fmla="*/ 1959769 w 2200275"/>
                      <a:gd name="connsiteY5" fmla="*/ 1674019 h 1914525"/>
                      <a:gd name="connsiteX6" fmla="*/ 245269 w 2200275"/>
                      <a:gd name="connsiteY6" fmla="*/ 1674019 h 1914525"/>
                      <a:gd name="connsiteX7" fmla="*/ 245269 w 2200275"/>
                      <a:gd name="connsiteY7" fmla="*/ 350044 h 1914525"/>
                      <a:gd name="connsiteX8" fmla="*/ 7144 w 2200275"/>
                      <a:gd name="connsiteY8" fmla="*/ 350044 h 1914525"/>
                      <a:gd name="connsiteX9" fmla="*/ 7144 w 2200275"/>
                      <a:gd name="connsiteY9" fmla="*/ 1912144 h 1914525"/>
                      <a:gd name="connsiteX10" fmla="*/ 2197894 w 2200275"/>
                      <a:gd name="connsiteY10" fmla="*/ 1912144 h 1914525"/>
                      <a:gd name="connsiteX11" fmla="*/ 2197894 w 2200275"/>
                      <a:gd name="connsiteY11" fmla="*/ 7144 h 1914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0275" h="1914525">
                        <a:moveTo>
                          <a:pt x="7144" y="7144"/>
                        </a:moveTo>
                        <a:lnTo>
                          <a:pt x="7144" y="245269"/>
                        </a:lnTo>
                        <a:lnTo>
                          <a:pt x="432911" y="245269"/>
                        </a:lnTo>
                        <a:lnTo>
                          <a:pt x="432911" y="245269"/>
                        </a:lnTo>
                        <a:lnTo>
                          <a:pt x="1959769" y="245269"/>
                        </a:lnTo>
                        <a:lnTo>
                          <a:pt x="1959769" y="1674019"/>
                        </a:lnTo>
                        <a:lnTo>
                          <a:pt x="245269" y="1674019"/>
                        </a:lnTo>
                        <a:lnTo>
                          <a:pt x="245269" y="350044"/>
                        </a:lnTo>
                        <a:lnTo>
                          <a:pt x="7144" y="350044"/>
                        </a:lnTo>
                        <a:lnTo>
                          <a:pt x="7144" y="1912144"/>
                        </a:lnTo>
                        <a:lnTo>
                          <a:pt x="2197894" y="1912144"/>
                        </a:lnTo>
                        <a:lnTo>
                          <a:pt x="2197894" y="7144"/>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sp>
                <p:nvSpPr>
                  <p:cNvPr id="26" name="Vrije vorm: vorm 25">
                    <a:extLst>
                      <a:ext uri="{FF2B5EF4-FFF2-40B4-BE49-F238E27FC236}">
                        <a16:creationId xmlns:a16="http://schemas.microsoft.com/office/drawing/2014/main" id="{2E2B6222-6663-E75A-1E50-CF119B610F1C}"/>
                      </a:ext>
                    </a:extLst>
                  </p:cNvPr>
                  <p:cNvSpPr/>
                  <p:nvPr/>
                </p:nvSpPr>
                <p:spPr>
                  <a:xfrm>
                    <a:off x="9362668" y="1953652"/>
                    <a:ext cx="1438273" cy="885828"/>
                  </a:xfrm>
                  <a:custGeom>
                    <a:avLst/>
                    <a:gdLst>
                      <a:gd name="connsiteX0" fmla="*/ 1070134 w 1438275"/>
                      <a:gd name="connsiteY0" fmla="*/ 7144 h 885825"/>
                      <a:gd name="connsiteX1" fmla="*/ 801529 w 1438275"/>
                      <a:gd name="connsiteY1" fmla="*/ 275749 h 885825"/>
                      <a:gd name="connsiteX2" fmla="*/ 662464 w 1438275"/>
                      <a:gd name="connsiteY2" fmla="*/ 137636 h 885825"/>
                      <a:gd name="connsiteX3" fmla="*/ 7144 w 1438275"/>
                      <a:gd name="connsiteY3" fmla="*/ 784384 h 885825"/>
                      <a:gd name="connsiteX4" fmla="*/ 108109 w 1438275"/>
                      <a:gd name="connsiteY4" fmla="*/ 885349 h 885825"/>
                      <a:gd name="connsiteX5" fmla="*/ 662464 w 1438275"/>
                      <a:gd name="connsiteY5" fmla="*/ 338614 h 885825"/>
                      <a:gd name="connsiteX6" fmla="*/ 928211 w 1438275"/>
                      <a:gd name="connsiteY6" fmla="*/ 605314 h 885825"/>
                      <a:gd name="connsiteX7" fmla="*/ 1029176 w 1438275"/>
                      <a:gd name="connsiteY7" fmla="*/ 503396 h 885825"/>
                      <a:gd name="connsiteX8" fmla="*/ 902494 w 1438275"/>
                      <a:gd name="connsiteY8" fmla="*/ 376714 h 885825"/>
                      <a:gd name="connsiteX9" fmla="*/ 1070134 w 1438275"/>
                      <a:gd name="connsiteY9" fmla="*/ 209074 h 885825"/>
                      <a:gd name="connsiteX10" fmla="*/ 1337786 w 1438275"/>
                      <a:gd name="connsiteY10" fmla="*/ 480536 h 885825"/>
                      <a:gd name="connsiteX11" fmla="*/ 1438751 w 1438275"/>
                      <a:gd name="connsiteY11" fmla="*/ 378619 h 885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38275" h="885825">
                        <a:moveTo>
                          <a:pt x="1070134" y="7144"/>
                        </a:moveTo>
                        <a:lnTo>
                          <a:pt x="801529" y="275749"/>
                        </a:lnTo>
                        <a:lnTo>
                          <a:pt x="662464" y="137636"/>
                        </a:lnTo>
                        <a:lnTo>
                          <a:pt x="7144" y="784384"/>
                        </a:lnTo>
                        <a:lnTo>
                          <a:pt x="108109" y="885349"/>
                        </a:lnTo>
                        <a:lnTo>
                          <a:pt x="662464" y="338614"/>
                        </a:lnTo>
                        <a:lnTo>
                          <a:pt x="928211" y="605314"/>
                        </a:lnTo>
                        <a:lnTo>
                          <a:pt x="1029176" y="503396"/>
                        </a:lnTo>
                        <a:lnTo>
                          <a:pt x="902494" y="376714"/>
                        </a:lnTo>
                        <a:lnTo>
                          <a:pt x="1070134" y="209074"/>
                        </a:lnTo>
                        <a:lnTo>
                          <a:pt x="1337786" y="480536"/>
                        </a:lnTo>
                        <a:lnTo>
                          <a:pt x="1438751" y="378619"/>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grpSp>
          </p:grpSp>
          <p:sp>
            <p:nvSpPr>
              <p:cNvPr id="22" name="Tekstvak 21">
                <a:extLst>
                  <a:ext uri="{FF2B5EF4-FFF2-40B4-BE49-F238E27FC236}">
                    <a16:creationId xmlns:a16="http://schemas.microsoft.com/office/drawing/2014/main" id="{27D7C6EE-6310-82C9-B2A9-8EDFA3C7552E}"/>
                  </a:ext>
                </a:extLst>
              </p:cNvPr>
              <p:cNvSpPr txBox="1"/>
              <p:nvPr userDrawn="1"/>
            </p:nvSpPr>
            <p:spPr>
              <a:xfrm>
                <a:off x="-3563526" y="1617700"/>
                <a:ext cx="354190" cy="113727"/>
              </a:xfrm>
              <a:prstGeom prst="rect">
                <a:avLst/>
              </a:prstGeom>
              <a:noFill/>
            </p:spPr>
            <p:txBody>
              <a:bodyPr wrap="square" lIns="0" tIns="18000" rIns="0" bIns="0" rtlCol="0" anchor="t">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Images</a:t>
                </a:r>
              </a:p>
            </p:txBody>
          </p:sp>
        </p:grpSp>
      </p:grpSp>
    </p:spTree>
    <p:extLst>
      <p:ext uri="{BB962C8B-B14F-4D97-AF65-F5344CB8AC3E}">
        <p14:creationId xmlns:p14="http://schemas.microsoft.com/office/powerpoint/2010/main" val="688047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ustom #4">
    <p:bg>
      <p:bgPr>
        <a:solidFill>
          <a:schemeClr val="bg1"/>
        </a:solidFill>
        <a:effectLst/>
      </p:bgPr>
    </p:bg>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B71070AA-35A3-CDB3-EFB2-1ACEEB90FBD9}"/>
              </a:ext>
            </a:extLst>
          </p:cNvPr>
          <p:cNvSpPr>
            <a:spLocks noGrp="1"/>
          </p:cNvSpPr>
          <p:nvPr>
            <p:ph type="title" hasCustomPrompt="1"/>
          </p:nvPr>
        </p:nvSpPr>
        <p:spPr>
          <a:xfrm>
            <a:off x="0" y="-429019"/>
            <a:ext cx="1782539" cy="276999"/>
          </a:xfr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lvl1pPr>
              <a:lnSpc>
                <a:spcPct val="100000"/>
              </a:lnSpc>
              <a:defRPr lang="nl-NL" sz="1800" b="1" cap="none" baseline="0">
                <a:solidFill>
                  <a:schemeClr val="accent1"/>
                </a:solidFill>
                <a:latin typeface="+mj-lt"/>
              </a:defRPr>
            </a:lvl1pPr>
          </a:lstStyle>
          <a:p>
            <a:pPr marL="0" lvl="0"/>
            <a:r>
              <a:rPr lang="en-GB" dirty="0"/>
              <a:t>!Place title here!</a:t>
            </a:r>
          </a:p>
        </p:txBody>
      </p:sp>
      <p:sp>
        <p:nvSpPr>
          <p:cNvPr id="2" name="Tijdelijke aanduiding voor datum 1">
            <a:extLst>
              <a:ext uri="{FF2B5EF4-FFF2-40B4-BE49-F238E27FC236}">
                <a16:creationId xmlns:a16="http://schemas.microsoft.com/office/drawing/2014/main" id="{5BE7F3A9-9B9C-44B6-7E42-8A0C11D41246}"/>
              </a:ext>
            </a:extLst>
          </p:cNvPr>
          <p:cNvSpPr>
            <a:spLocks noGrp="1"/>
          </p:cNvSpPr>
          <p:nvPr>
            <p:ph type="dt" sz="half" idx="10"/>
          </p:nvPr>
        </p:nvSpPr>
        <p:spPr/>
        <p:txBody>
          <a:bodyPr/>
          <a:lstStyle/>
          <a:p>
            <a:r>
              <a:rPr lang="LID4096"/>
              <a:t>08/30/2024</a:t>
            </a:r>
            <a:endParaRPr lang="en-GB" dirty="0"/>
          </a:p>
        </p:txBody>
      </p:sp>
      <p:sp>
        <p:nvSpPr>
          <p:cNvPr id="4" name="Tijdelijke aanduiding voor dianummer 3">
            <a:extLst>
              <a:ext uri="{FF2B5EF4-FFF2-40B4-BE49-F238E27FC236}">
                <a16:creationId xmlns:a16="http://schemas.microsoft.com/office/drawing/2014/main" id="{BFEA8D07-6C67-DB1E-355D-D56DB368413A}"/>
              </a:ext>
            </a:extLst>
          </p:cNvPr>
          <p:cNvSpPr>
            <a:spLocks noGrp="1"/>
          </p:cNvSpPr>
          <p:nvPr>
            <p:ph type="sldNum" sz="quarter" idx="12"/>
          </p:nvPr>
        </p:nvSpPr>
        <p:spPr/>
        <p:txBody>
          <a:bodyPr/>
          <a:lstStyle/>
          <a:p>
            <a:fld id="{9E843DB9-9987-4157-AB9C-CEA8D7D910BB}" type="slidenum">
              <a:rPr lang="en-GB" smtClean="0"/>
              <a:pPr/>
              <a:t>‹#›</a:t>
            </a:fld>
            <a:endParaRPr lang="en-GB" dirty="0"/>
          </a:p>
        </p:txBody>
      </p:sp>
      <p:sp>
        <p:nvSpPr>
          <p:cNvPr id="5" name="Tijdelijke aanduiding voor afbeelding 16">
            <a:extLst>
              <a:ext uri="{FF2B5EF4-FFF2-40B4-BE49-F238E27FC236}">
                <a16:creationId xmlns:a16="http://schemas.microsoft.com/office/drawing/2014/main" id="{531E2A2D-79C6-D06B-2FE6-2F61C8923162}"/>
              </a:ext>
            </a:extLst>
          </p:cNvPr>
          <p:cNvSpPr>
            <a:spLocks noGrp="1"/>
          </p:cNvSpPr>
          <p:nvPr>
            <p:ph type="pic" sz="quarter" idx="15" hasCustomPrompt="1"/>
          </p:nvPr>
        </p:nvSpPr>
        <p:spPr>
          <a:xfrm>
            <a:off x="3818238" y="719138"/>
            <a:ext cx="7651524" cy="5281612"/>
          </a:xfrm>
          <a:prstGeom prst="rect">
            <a:avLst/>
          </a:prstGeom>
          <a:pattFill prst="pct60">
            <a:fgClr>
              <a:schemeClr val="bg1">
                <a:lumMod val="95000"/>
              </a:schemeClr>
            </a:fgClr>
            <a:bgClr>
              <a:schemeClr val="bg1">
                <a:lumMod val="85000"/>
              </a:schemeClr>
            </a:bgClr>
          </a:patt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r>
              <a:rPr lang="en-GB" noProof="0" dirty="0"/>
              <a:t>Select this placeholder, go to the tab ‘</a:t>
            </a:r>
            <a:r>
              <a:rPr lang="en-GB" noProof="0" dirty="0" err="1"/>
              <a:t>Slidebuilder</a:t>
            </a:r>
            <a:r>
              <a:rPr lang="en-GB" noProof="0" dirty="0"/>
              <a:t>’, click on ‘Images’, </a:t>
            </a:r>
            <a:br>
              <a:rPr lang="en-GB" noProof="0" dirty="0"/>
            </a:br>
            <a:r>
              <a:rPr lang="en-GB" noProof="0" dirty="0"/>
              <a:t>select the preferred image and click on ‘Insert’.</a:t>
            </a:r>
          </a:p>
        </p:txBody>
      </p:sp>
      <p:grpSp>
        <p:nvGrpSpPr>
          <p:cNvPr id="8" name="INSTRUCTION">
            <a:extLst>
              <a:ext uri="{FF2B5EF4-FFF2-40B4-BE49-F238E27FC236}">
                <a16:creationId xmlns:a16="http://schemas.microsoft.com/office/drawing/2014/main" id="{F2D547FC-8675-10B0-8D4D-4E73B6F6EBA3}"/>
              </a:ext>
            </a:extLst>
          </p:cNvPr>
          <p:cNvGrpSpPr/>
          <p:nvPr userDrawn="1"/>
        </p:nvGrpSpPr>
        <p:grpSpPr>
          <a:xfrm>
            <a:off x="12377595" y="0"/>
            <a:ext cx="3693113" cy="5054643"/>
            <a:chOff x="-3786164" y="0"/>
            <a:chExt cx="3693113" cy="5054643"/>
          </a:xfrm>
        </p:grpSpPr>
        <p:sp>
          <p:nvSpPr>
            <p:cNvPr id="9" name="Rechthoek 8">
              <a:extLst>
                <a:ext uri="{FF2B5EF4-FFF2-40B4-BE49-F238E27FC236}">
                  <a16:creationId xmlns:a16="http://schemas.microsoft.com/office/drawing/2014/main" id="{AA3D3DE8-FAAA-0CCB-9B1A-DED17E9590E4}"/>
                </a:ext>
              </a:extLst>
            </p:cNvPr>
            <p:cNvSpPr/>
            <p:nvPr userDrawn="1"/>
          </p:nvSpPr>
          <p:spPr>
            <a:xfrm>
              <a:off x="-3786164" y="0"/>
              <a:ext cx="3593091" cy="4391599"/>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Insert/edit an image</a:t>
              </a:r>
            </a:p>
          </p:txBody>
        </p:sp>
        <p:sp>
          <p:nvSpPr>
            <p:cNvPr id="10" name="Rechthoek 9">
              <a:extLst>
                <a:ext uri="{FF2B5EF4-FFF2-40B4-BE49-F238E27FC236}">
                  <a16:creationId xmlns:a16="http://schemas.microsoft.com/office/drawing/2014/main" id="{B0A857C9-A4BB-CC70-C3F9-9195312712EE}"/>
                </a:ext>
              </a:extLst>
            </p:cNvPr>
            <p:cNvSpPr/>
            <p:nvPr userDrawn="1"/>
          </p:nvSpPr>
          <p:spPr>
            <a:xfrm>
              <a:off x="-3786164" y="4226643"/>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sp>
          <p:nvSpPr>
            <p:cNvPr id="11" name="Ovaal 10">
              <a:extLst>
                <a:ext uri="{FF2B5EF4-FFF2-40B4-BE49-F238E27FC236}">
                  <a16:creationId xmlns:a16="http://schemas.microsoft.com/office/drawing/2014/main" id="{7A20A025-9E26-4D1B-D703-D0EB11604174}"/>
                </a:ext>
              </a:extLst>
            </p:cNvPr>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2" name="Rechthoek 11">
              <a:extLst>
                <a:ext uri="{FF2B5EF4-FFF2-40B4-BE49-F238E27FC236}">
                  <a16:creationId xmlns:a16="http://schemas.microsoft.com/office/drawing/2014/main" id="{7C1DF6F8-CC48-5685-B365-AA4FDAA708B9}"/>
                </a:ext>
              </a:extLst>
            </p:cNvPr>
            <p:cNvSpPr/>
            <p:nvPr userDrawn="1"/>
          </p:nvSpPr>
          <p:spPr>
            <a:xfrm>
              <a:off x="-3319416" y="465323"/>
              <a:ext cx="3008779" cy="661851"/>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If necessary, delete the existing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by using the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‘Backspace key’</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Select the placeholder,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1" i="0" u="none" strike="noStrike" kern="0" cap="none" spc="0" normalizeH="0" baseline="0" noProof="0" dirty="0" err="1">
                  <a:ln>
                    <a:noFill/>
                  </a:ln>
                  <a:solidFill>
                    <a:srgbClr val="000000"/>
                  </a:solidFill>
                  <a:effectLst/>
                  <a:uLnTx/>
                  <a:uFillTx/>
                  <a:latin typeface="Calibri" panose="020F0502020204030204" pitchFamily="34" charset="0"/>
                  <a:ea typeface="+mn-ea"/>
                  <a:cs typeface="Calibri" panose="020F0502020204030204" pitchFamily="34" charset="0"/>
                </a:rPr>
                <a:t>Slidebuilder</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 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‘Images’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a:t>
              </a:r>
              <a:endPar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13" name="Ovaal 12">
              <a:extLst>
                <a:ext uri="{FF2B5EF4-FFF2-40B4-BE49-F238E27FC236}">
                  <a16:creationId xmlns:a16="http://schemas.microsoft.com/office/drawing/2014/main" id="{CF9085E4-187D-A0BC-210C-0136896A41D1}"/>
                </a:ext>
              </a:extLst>
            </p:cNvPr>
            <p:cNvSpPr/>
            <p:nvPr userDrawn="1"/>
          </p:nvSpPr>
          <p:spPr>
            <a:xfrm>
              <a:off x="-3603587" y="18111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4" name="Rechthoek 13">
              <a:extLst>
                <a:ext uri="{FF2B5EF4-FFF2-40B4-BE49-F238E27FC236}">
                  <a16:creationId xmlns:a16="http://schemas.microsoft.com/office/drawing/2014/main" id="{36210036-0240-8CA2-6EF8-0BD4944070F2}"/>
                </a:ext>
              </a:extLst>
            </p:cNvPr>
            <p:cNvSpPr/>
            <p:nvPr userDrawn="1"/>
          </p:nvSpPr>
          <p:spPr>
            <a:xfrm>
              <a:off x="-3319415" y="1811185"/>
              <a:ext cx="2944682" cy="3263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Select the preferred category and image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and click 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‘Insert’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15" name="Rechthoek 14">
              <a:extLst>
                <a:ext uri="{FF2B5EF4-FFF2-40B4-BE49-F238E27FC236}">
                  <a16:creationId xmlns:a16="http://schemas.microsoft.com/office/drawing/2014/main" id="{B6119F4C-019C-605A-6943-F46F89EB0132}"/>
                </a:ext>
              </a:extLst>
            </p:cNvPr>
            <p:cNvSpPr/>
            <p:nvPr userDrawn="1"/>
          </p:nvSpPr>
          <p:spPr>
            <a:xfrm>
              <a:off x="-3319415" y="2245760"/>
              <a:ext cx="825500" cy="209550"/>
            </a:xfrm>
            <a:prstGeom prst="rect">
              <a:avLst/>
            </a:prstGeom>
            <a:solidFill>
              <a:srgbClr val="1FF52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1000" b="1" noProof="0" dirty="0">
                  <a:solidFill>
                    <a:srgbClr val="211F26"/>
                  </a:solidFill>
                  <a:latin typeface="Calibri" panose="020F0502020204030204" pitchFamily="34" charset="0"/>
                  <a:cs typeface="Calibri" panose="020F0502020204030204" pitchFamily="34" charset="0"/>
                </a:rPr>
                <a:t>Insert</a:t>
              </a:r>
            </a:p>
          </p:txBody>
        </p:sp>
        <p:sp>
          <p:nvSpPr>
            <p:cNvPr id="16" name="Ovaal 15">
              <a:extLst>
                <a:ext uri="{FF2B5EF4-FFF2-40B4-BE49-F238E27FC236}">
                  <a16:creationId xmlns:a16="http://schemas.microsoft.com/office/drawing/2014/main" id="{4D99191E-B53B-3251-5C4B-1626C4264714}"/>
                </a:ext>
              </a:extLst>
            </p:cNvPr>
            <p:cNvSpPr/>
            <p:nvPr userDrawn="1"/>
          </p:nvSpPr>
          <p:spPr>
            <a:xfrm>
              <a:off x="-3603587" y="263483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17" name="Rechthoek 16">
              <a:extLst>
                <a:ext uri="{FF2B5EF4-FFF2-40B4-BE49-F238E27FC236}">
                  <a16:creationId xmlns:a16="http://schemas.microsoft.com/office/drawing/2014/main" id="{DB5F333A-1CA4-8A38-6DE0-45284DF08CD9}"/>
                </a:ext>
              </a:extLst>
            </p:cNvPr>
            <p:cNvSpPr/>
            <p:nvPr userDrawn="1"/>
          </p:nvSpPr>
          <p:spPr>
            <a:xfrm>
              <a:off x="-3319415" y="2634835"/>
              <a:ext cx="2944682" cy="794165"/>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To scale or drag the image, 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‘Picture Tools - Format’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‘Crop’</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Scale the image itself with</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the spheres and scale the image frame with the brackets.</a:t>
              </a:r>
            </a:p>
          </p:txBody>
        </p:sp>
        <p:grpSp>
          <p:nvGrpSpPr>
            <p:cNvPr id="18" name="Groep 17">
              <a:extLst>
                <a:ext uri="{FF2B5EF4-FFF2-40B4-BE49-F238E27FC236}">
                  <a16:creationId xmlns:a16="http://schemas.microsoft.com/office/drawing/2014/main" id="{4B0F239D-3AF8-92D3-5B8A-C2E0ACC11C38}"/>
                </a:ext>
              </a:extLst>
            </p:cNvPr>
            <p:cNvGrpSpPr/>
            <p:nvPr userDrawn="1"/>
          </p:nvGrpSpPr>
          <p:grpSpPr>
            <a:xfrm>
              <a:off x="-3414453" y="3534339"/>
              <a:ext cx="514284" cy="506545"/>
              <a:chOff x="12617641" y="3403239"/>
              <a:chExt cx="752963" cy="741634"/>
            </a:xfrm>
          </p:grpSpPr>
          <p:grpSp>
            <p:nvGrpSpPr>
              <p:cNvPr id="35" name="Groep 34">
                <a:extLst>
                  <a:ext uri="{FF2B5EF4-FFF2-40B4-BE49-F238E27FC236}">
                    <a16:creationId xmlns:a16="http://schemas.microsoft.com/office/drawing/2014/main" id="{2E2A776D-132D-E444-2B58-839C8E2C1D46}"/>
                  </a:ext>
                </a:extLst>
              </p:cNvPr>
              <p:cNvGrpSpPr/>
              <p:nvPr userDrawn="1"/>
            </p:nvGrpSpPr>
            <p:grpSpPr>
              <a:xfrm>
                <a:off x="12771530" y="3403239"/>
                <a:ext cx="467176" cy="448491"/>
                <a:chOff x="12782157" y="3403239"/>
                <a:chExt cx="467176" cy="448491"/>
              </a:xfrm>
            </p:grpSpPr>
            <p:grpSp>
              <p:nvGrpSpPr>
                <p:cNvPr id="38" name="Groep 37">
                  <a:extLst>
                    <a:ext uri="{FF2B5EF4-FFF2-40B4-BE49-F238E27FC236}">
                      <a16:creationId xmlns:a16="http://schemas.microsoft.com/office/drawing/2014/main" id="{578162D6-E0E1-EDCB-65D0-FF4F6463923E}"/>
                    </a:ext>
                  </a:extLst>
                </p:cNvPr>
                <p:cNvGrpSpPr/>
                <p:nvPr userDrawn="1"/>
              </p:nvGrpSpPr>
              <p:grpSpPr>
                <a:xfrm>
                  <a:off x="12782157" y="3403239"/>
                  <a:ext cx="412976" cy="396132"/>
                  <a:chOff x="13554906" y="3320109"/>
                  <a:chExt cx="443917" cy="425811"/>
                </a:xfrm>
              </p:grpSpPr>
              <p:grpSp>
                <p:nvGrpSpPr>
                  <p:cNvPr id="45" name="Groep 44">
                    <a:extLst>
                      <a:ext uri="{FF2B5EF4-FFF2-40B4-BE49-F238E27FC236}">
                        <a16:creationId xmlns:a16="http://schemas.microsoft.com/office/drawing/2014/main" id="{CF3ACBAF-9D09-81A4-2172-3A5EFD2774B7}"/>
                      </a:ext>
                    </a:extLst>
                  </p:cNvPr>
                  <p:cNvGrpSpPr/>
                  <p:nvPr userDrawn="1"/>
                </p:nvGrpSpPr>
                <p:grpSpPr>
                  <a:xfrm>
                    <a:off x="13554906" y="3320109"/>
                    <a:ext cx="443917" cy="425811"/>
                    <a:chOff x="12909684" y="1276143"/>
                    <a:chExt cx="443917" cy="425811"/>
                  </a:xfrm>
                </p:grpSpPr>
                <p:sp>
                  <p:nvSpPr>
                    <p:cNvPr id="48" name="Rechthoek 47">
                      <a:extLst>
                        <a:ext uri="{FF2B5EF4-FFF2-40B4-BE49-F238E27FC236}">
                          <a16:creationId xmlns:a16="http://schemas.microsoft.com/office/drawing/2014/main" id="{76511F38-8A3D-C488-C13D-14B9267C1714}"/>
                        </a:ext>
                      </a:extLst>
                    </p:cNvPr>
                    <p:cNvSpPr/>
                    <p:nvPr userDrawn="1"/>
                  </p:nvSpPr>
                  <p:spPr>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49" name="Rechthoek 48">
                      <a:extLst>
                        <a:ext uri="{FF2B5EF4-FFF2-40B4-BE49-F238E27FC236}">
                          <a16:creationId xmlns:a16="http://schemas.microsoft.com/office/drawing/2014/main" id="{BF6F0872-D6E6-0129-5AFD-80A6EA82AE42}"/>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50" name="Ovaal 49">
                      <a:extLst>
                        <a:ext uri="{FF2B5EF4-FFF2-40B4-BE49-F238E27FC236}">
                          <a16:creationId xmlns:a16="http://schemas.microsoft.com/office/drawing/2014/main" id="{26698984-53EE-AD20-A983-6D8809F487B3}"/>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pic>
                <p:nvPicPr>
                  <p:cNvPr id="46" name="Afbeelding 45">
                    <a:extLst>
                      <a:ext uri="{FF2B5EF4-FFF2-40B4-BE49-F238E27FC236}">
                        <a16:creationId xmlns:a16="http://schemas.microsoft.com/office/drawing/2014/main" id="{1EFA564B-F7F8-A3E1-EA0E-208571820728}"/>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a:off x="13567296" y="3424991"/>
                    <a:ext cx="173367" cy="140220"/>
                  </a:xfrm>
                  <a:prstGeom prst="rect">
                    <a:avLst/>
                  </a:prstGeom>
                </p:spPr>
              </p:pic>
              <p:pic>
                <p:nvPicPr>
                  <p:cNvPr id="47" name="Afbeelding 46">
                    <a:extLst>
                      <a:ext uri="{FF2B5EF4-FFF2-40B4-BE49-F238E27FC236}">
                        <a16:creationId xmlns:a16="http://schemas.microsoft.com/office/drawing/2014/main" id="{9F272245-01A0-E0AB-464E-B4F26BF0A3F7}"/>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flipH="1">
                    <a:off x="13635599" y="3449265"/>
                    <a:ext cx="173367" cy="111424"/>
                  </a:xfrm>
                  <a:prstGeom prst="rect">
                    <a:avLst/>
                  </a:prstGeom>
                </p:spPr>
              </p:pic>
            </p:grpSp>
            <p:grpSp>
              <p:nvGrpSpPr>
                <p:cNvPr id="39" name="Groep 38">
                  <a:extLst>
                    <a:ext uri="{FF2B5EF4-FFF2-40B4-BE49-F238E27FC236}">
                      <a16:creationId xmlns:a16="http://schemas.microsoft.com/office/drawing/2014/main" id="{58BADA06-F25C-E0D3-E4E1-FC344AEEEFCC}"/>
                    </a:ext>
                  </a:extLst>
                </p:cNvPr>
                <p:cNvGrpSpPr/>
                <p:nvPr userDrawn="1"/>
              </p:nvGrpSpPr>
              <p:grpSpPr>
                <a:xfrm>
                  <a:off x="13103513" y="3705268"/>
                  <a:ext cx="145820" cy="146462"/>
                  <a:chOff x="13096169" y="3602278"/>
                  <a:chExt cx="145820" cy="146462"/>
                </a:xfrm>
              </p:grpSpPr>
              <p:sp>
                <p:nvSpPr>
                  <p:cNvPr id="43" name="Rechthoek 42">
                    <a:extLst>
                      <a:ext uri="{FF2B5EF4-FFF2-40B4-BE49-F238E27FC236}">
                        <a16:creationId xmlns:a16="http://schemas.microsoft.com/office/drawing/2014/main" id="{F6158168-D2A9-51D8-2ED0-FA5053AB5A28}"/>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44" name="Rechthoek 43">
                    <a:extLst>
                      <a:ext uri="{FF2B5EF4-FFF2-40B4-BE49-F238E27FC236}">
                        <a16:creationId xmlns:a16="http://schemas.microsoft.com/office/drawing/2014/main" id="{5616C0FA-E4BF-A970-F7DA-5A617A467141}"/>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40" name="Groep 39">
                  <a:extLst>
                    <a:ext uri="{FF2B5EF4-FFF2-40B4-BE49-F238E27FC236}">
                      <a16:creationId xmlns:a16="http://schemas.microsoft.com/office/drawing/2014/main" id="{60643B8C-9422-2E4D-55D0-06B3FBBD8034}"/>
                    </a:ext>
                  </a:extLst>
                </p:cNvPr>
                <p:cNvGrpSpPr/>
                <p:nvPr userDrawn="1"/>
              </p:nvGrpSpPr>
              <p:grpSpPr>
                <a:xfrm rot="10800000">
                  <a:off x="13061402" y="3665637"/>
                  <a:ext cx="145820" cy="146462"/>
                  <a:chOff x="13096169" y="3602278"/>
                  <a:chExt cx="145820" cy="146462"/>
                </a:xfrm>
              </p:grpSpPr>
              <p:sp>
                <p:nvSpPr>
                  <p:cNvPr id="41" name="Rechthoek 40">
                    <a:extLst>
                      <a:ext uri="{FF2B5EF4-FFF2-40B4-BE49-F238E27FC236}">
                        <a16:creationId xmlns:a16="http://schemas.microsoft.com/office/drawing/2014/main" id="{BBD94545-F851-9570-0905-C56C6AEEC85A}"/>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42" name="Rechthoek 41">
                    <a:extLst>
                      <a:ext uri="{FF2B5EF4-FFF2-40B4-BE49-F238E27FC236}">
                        <a16:creationId xmlns:a16="http://schemas.microsoft.com/office/drawing/2014/main" id="{02F7CBAA-658A-DECF-422D-2CE41F3F449C}"/>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sp>
            <p:nvSpPr>
              <p:cNvPr id="36" name="Rechthoek 35">
                <a:extLst>
                  <a:ext uri="{FF2B5EF4-FFF2-40B4-BE49-F238E27FC236}">
                    <a16:creationId xmlns:a16="http://schemas.microsoft.com/office/drawing/2014/main" id="{A6141E01-F200-8684-4E99-022433B43F09}"/>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900" b="0" noProof="0" dirty="0">
                    <a:solidFill>
                      <a:srgbClr val="211F26"/>
                    </a:solidFill>
                    <a:latin typeface="Calibri" panose="020F0502020204030204" pitchFamily="34" charset="0"/>
                    <a:cs typeface="Calibri" panose="020F0502020204030204" pitchFamily="34" charset="0"/>
                  </a:rPr>
                  <a:t>Crop</a:t>
                </a:r>
              </a:p>
            </p:txBody>
          </p:sp>
          <p:sp>
            <p:nvSpPr>
              <p:cNvPr id="37" name="Gelijkbenige driehoek 36">
                <a:extLst>
                  <a:ext uri="{FF2B5EF4-FFF2-40B4-BE49-F238E27FC236}">
                    <a16:creationId xmlns:a16="http://schemas.microsoft.com/office/drawing/2014/main" id="{8A0896F9-45E2-5154-3241-BEF098A96DC7}"/>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grpSp>
          <p:nvGrpSpPr>
            <p:cNvPr id="19" name="ICOON_info">
              <a:extLst>
                <a:ext uri="{FF2B5EF4-FFF2-40B4-BE49-F238E27FC236}">
                  <a16:creationId xmlns:a16="http://schemas.microsoft.com/office/drawing/2014/main" id="{FDCE1B62-58AF-60A6-6A99-AE72625DDD57}"/>
                </a:ext>
              </a:extLst>
            </p:cNvPr>
            <p:cNvGrpSpPr/>
            <p:nvPr userDrawn="1"/>
          </p:nvGrpSpPr>
          <p:grpSpPr>
            <a:xfrm>
              <a:off x="-376736" y="4055594"/>
              <a:ext cx="283685" cy="283685"/>
              <a:chOff x="-510741" y="5913713"/>
              <a:chExt cx="267555" cy="267555"/>
            </a:xfrm>
          </p:grpSpPr>
          <p:sp>
            <p:nvSpPr>
              <p:cNvPr id="33" name="Ovaal 32">
                <a:extLst>
                  <a:ext uri="{FF2B5EF4-FFF2-40B4-BE49-F238E27FC236}">
                    <a16:creationId xmlns:a16="http://schemas.microsoft.com/office/drawing/2014/main" id="{2D496AE7-1ABA-D72E-46F0-58B7BE51ACB5}"/>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34" name="Graphic 163" descr="Informatie">
                <a:extLst>
                  <a:ext uri="{FF2B5EF4-FFF2-40B4-BE49-F238E27FC236}">
                    <a16:creationId xmlns:a16="http://schemas.microsoft.com/office/drawing/2014/main" id="{3DB5CA68-B8B8-4748-ADB8-4F13D1DBEBBB}"/>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20" name="Groep 19">
              <a:extLst>
                <a:ext uri="{FF2B5EF4-FFF2-40B4-BE49-F238E27FC236}">
                  <a16:creationId xmlns:a16="http://schemas.microsoft.com/office/drawing/2014/main" id="{B73AE3F6-8136-DEF3-A216-4FC50C1EE599}"/>
                </a:ext>
              </a:extLst>
            </p:cNvPr>
            <p:cNvGrpSpPr/>
            <p:nvPr userDrawn="1"/>
          </p:nvGrpSpPr>
          <p:grpSpPr>
            <a:xfrm>
              <a:off x="-938434" y="4364020"/>
              <a:ext cx="627798" cy="576693"/>
              <a:chOff x="-938434" y="4570310"/>
              <a:chExt cx="627798" cy="576693"/>
            </a:xfrm>
          </p:grpSpPr>
          <p:grpSp>
            <p:nvGrpSpPr>
              <p:cNvPr id="28" name="Inspireren">
                <a:extLst>
                  <a:ext uri="{FF2B5EF4-FFF2-40B4-BE49-F238E27FC236}">
                    <a16:creationId xmlns:a16="http://schemas.microsoft.com/office/drawing/2014/main" id="{4C38CBEE-B7AF-C9D6-47BB-49DB1163CD2C}"/>
                  </a:ext>
                </a:extLst>
              </p:cNvPr>
              <p:cNvGrpSpPr>
                <a:grpSpLocks noChangeAspect="1"/>
              </p:cNvGrpSpPr>
              <p:nvPr userDrawn="1"/>
            </p:nvGrpSpPr>
            <p:grpSpPr bwMode="auto">
              <a:xfrm>
                <a:off x="-716116" y="4570310"/>
                <a:ext cx="169778" cy="242385"/>
                <a:chOff x="4768" y="2783"/>
                <a:chExt cx="788" cy="1125"/>
              </a:xfrm>
              <a:gradFill>
                <a:gsLst>
                  <a:gs pos="0">
                    <a:srgbClr val="9D9FA1"/>
                  </a:gs>
                  <a:gs pos="70000">
                    <a:srgbClr val="211F26"/>
                  </a:gs>
                </a:gsLst>
                <a:lin ang="2700000" scaled="0"/>
              </a:gradFill>
            </p:grpSpPr>
            <p:sp>
              <p:nvSpPr>
                <p:cNvPr id="30" name="Freeform 12">
                  <a:extLst>
                    <a:ext uri="{FF2B5EF4-FFF2-40B4-BE49-F238E27FC236}">
                      <a16:creationId xmlns:a16="http://schemas.microsoft.com/office/drawing/2014/main" id="{DECBDD8D-668F-D23C-6138-82CEB7F038A1}"/>
                    </a:ext>
                  </a:extLst>
                </p:cNvPr>
                <p:cNvSpPr>
                  <a:spLocks/>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31" name="Freeform 13">
                  <a:extLst>
                    <a:ext uri="{FF2B5EF4-FFF2-40B4-BE49-F238E27FC236}">
                      <a16:creationId xmlns:a16="http://schemas.microsoft.com/office/drawing/2014/main" id="{557EF1EB-BB59-B21D-0636-6A3C4DF9F0CC}"/>
                    </a:ext>
                  </a:extLst>
                </p:cNvPr>
                <p:cNvSpPr>
                  <a:spLocks/>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32" name="Freeform 14">
                  <a:extLst>
                    <a:ext uri="{FF2B5EF4-FFF2-40B4-BE49-F238E27FC236}">
                      <a16:creationId xmlns:a16="http://schemas.microsoft.com/office/drawing/2014/main" id="{94A51CC8-8EE5-8E00-5783-6B4451D770EB}"/>
                    </a:ext>
                  </a:extLst>
                </p:cNvPr>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29" name="Tekstvak 28">
                <a:extLst>
                  <a:ext uri="{FF2B5EF4-FFF2-40B4-BE49-F238E27FC236}">
                    <a16:creationId xmlns:a16="http://schemas.microsoft.com/office/drawing/2014/main" id="{8BAD05E6-A5ED-164E-E4E5-975F84124459}"/>
                  </a:ext>
                </a:extLst>
              </p:cNvPr>
              <p:cNvSpPr txBox="1"/>
              <p:nvPr userDrawn="1"/>
            </p:nvSpPr>
            <p:spPr>
              <a:xfrm>
                <a:off x="-938434" y="4824764"/>
                <a:ext cx="627798" cy="32223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grpSp>
          <p:nvGrpSpPr>
            <p:cNvPr id="21" name="Groep 20">
              <a:extLst>
                <a:ext uri="{FF2B5EF4-FFF2-40B4-BE49-F238E27FC236}">
                  <a16:creationId xmlns:a16="http://schemas.microsoft.com/office/drawing/2014/main" id="{058AFC21-D9B4-B91D-8D8B-88AA9904D2B2}"/>
                </a:ext>
              </a:extLst>
            </p:cNvPr>
            <p:cNvGrpSpPr/>
            <p:nvPr userDrawn="1"/>
          </p:nvGrpSpPr>
          <p:grpSpPr>
            <a:xfrm>
              <a:off x="-3365484" y="1226982"/>
              <a:ext cx="446937" cy="406485"/>
              <a:chOff x="-3563526" y="1409294"/>
              <a:chExt cx="354190" cy="322133"/>
            </a:xfrm>
          </p:grpSpPr>
          <p:grpSp>
            <p:nvGrpSpPr>
              <p:cNvPr id="22" name="Groep 21">
                <a:extLst>
                  <a:ext uri="{FF2B5EF4-FFF2-40B4-BE49-F238E27FC236}">
                    <a16:creationId xmlns:a16="http://schemas.microsoft.com/office/drawing/2014/main" id="{AA2CE0ED-6859-D1FF-5735-251BAC091E34}"/>
                  </a:ext>
                </a:extLst>
              </p:cNvPr>
              <p:cNvGrpSpPr/>
              <p:nvPr userDrawn="1"/>
            </p:nvGrpSpPr>
            <p:grpSpPr>
              <a:xfrm>
                <a:off x="-3499992" y="1409294"/>
                <a:ext cx="225195" cy="195499"/>
                <a:chOff x="8987389" y="1361199"/>
                <a:chExt cx="2200275" cy="1914525"/>
              </a:xfrm>
            </p:grpSpPr>
            <p:sp>
              <p:nvSpPr>
                <p:cNvPr id="24" name="Vrije vorm: vorm 23">
                  <a:extLst>
                    <a:ext uri="{FF2B5EF4-FFF2-40B4-BE49-F238E27FC236}">
                      <a16:creationId xmlns:a16="http://schemas.microsoft.com/office/drawing/2014/main" id="{773A49B1-D791-D338-52B9-7A0C3E6BEFB4}"/>
                    </a:ext>
                  </a:extLst>
                </p:cNvPr>
                <p:cNvSpPr/>
                <p:nvPr/>
              </p:nvSpPr>
              <p:spPr>
                <a:xfrm>
                  <a:off x="9363620" y="1831738"/>
                  <a:ext cx="371477" cy="371472"/>
                </a:xfrm>
                <a:custGeom>
                  <a:avLst/>
                  <a:gdLst>
                    <a:gd name="connsiteX0" fmla="*/ 369094 w 371475"/>
                    <a:gd name="connsiteY0" fmla="*/ 188119 h 371475"/>
                    <a:gd name="connsiteX1" fmla="*/ 188119 w 371475"/>
                    <a:gd name="connsiteY1" fmla="*/ 369094 h 371475"/>
                    <a:gd name="connsiteX2" fmla="*/ 7144 w 371475"/>
                    <a:gd name="connsiteY2" fmla="*/ 188119 h 371475"/>
                    <a:gd name="connsiteX3" fmla="*/ 188119 w 371475"/>
                    <a:gd name="connsiteY3" fmla="*/ 7144 h 371475"/>
                    <a:gd name="connsiteX4" fmla="*/ 369094 w 371475"/>
                    <a:gd name="connsiteY4" fmla="*/ 188119 h 371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 h="371475">
                      <a:moveTo>
                        <a:pt x="369094" y="188119"/>
                      </a:moveTo>
                      <a:cubicBezTo>
                        <a:pt x="369094" y="288068"/>
                        <a:pt x="288068" y="369094"/>
                        <a:pt x="188119" y="369094"/>
                      </a:cubicBezTo>
                      <a:cubicBezTo>
                        <a:pt x="88169" y="369094"/>
                        <a:pt x="7144" y="288068"/>
                        <a:pt x="7144" y="188119"/>
                      </a:cubicBezTo>
                      <a:cubicBezTo>
                        <a:pt x="7144" y="88169"/>
                        <a:pt x="88169" y="7144"/>
                        <a:pt x="188119" y="7144"/>
                      </a:cubicBezTo>
                      <a:cubicBezTo>
                        <a:pt x="288068" y="7144"/>
                        <a:pt x="369094" y="88169"/>
                        <a:pt x="369094" y="188119"/>
                      </a:cubicBezTo>
                      <a:close/>
                    </a:path>
                  </a:pathLst>
                </a:custGeom>
                <a:solidFill>
                  <a:srgbClr val="1FF524"/>
                </a:solidFill>
                <a:ln w="9525" cap="flat">
                  <a:noFill/>
                  <a:prstDash val="solid"/>
                  <a:miter/>
                </a:ln>
              </p:spPr>
              <p:txBody>
                <a:bodyPr rtlCol="0" anchor="ctr"/>
                <a:lstStyle/>
                <a:p>
                  <a:pPr defTabSz="995469"/>
                  <a:endParaRPr lang="en-GB" sz="7200" noProof="0" dirty="0">
                    <a:solidFill>
                      <a:srgbClr val="211F26"/>
                    </a:solidFill>
                    <a:latin typeface="+mn-lt"/>
                  </a:endParaRPr>
                </a:p>
              </p:txBody>
            </p:sp>
            <p:grpSp>
              <p:nvGrpSpPr>
                <p:cNvPr id="25" name="Groep 24">
                  <a:extLst>
                    <a:ext uri="{FF2B5EF4-FFF2-40B4-BE49-F238E27FC236}">
                      <a16:creationId xmlns:a16="http://schemas.microsoft.com/office/drawing/2014/main" id="{F8CAB3EA-89F1-FD57-5480-C862D780C9A2}"/>
                    </a:ext>
                  </a:extLst>
                </p:cNvPr>
                <p:cNvGrpSpPr/>
                <p:nvPr/>
              </p:nvGrpSpPr>
              <p:grpSpPr>
                <a:xfrm>
                  <a:off x="8987389" y="1361199"/>
                  <a:ext cx="2200275" cy="1914525"/>
                  <a:chOff x="8987389" y="1361199"/>
                  <a:chExt cx="2200275" cy="1914525"/>
                </a:xfrm>
                <a:gradFill>
                  <a:gsLst>
                    <a:gs pos="0">
                      <a:srgbClr val="9D9FA1"/>
                    </a:gs>
                    <a:gs pos="70000">
                      <a:srgbClr val="211F26"/>
                    </a:gs>
                  </a:gsLst>
                  <a:lin ang="2700000" scaled="0"/>
                </a:gradFill>
              </p:grpSpPr>
              <p:sp>
                <p:nvSpPr>
                  <p:cNvPr id="26" name="Vrije vorm: vorm 25">
                    <a:extLst>
                      <a:ext uri="{FF2B5EF4-FFF2-40B4-BE49-F238E27FC236}">
                        <a16:creationId xmlns:a16="http://schemas.microsoft.com/office/drawing/2014/main" id="{B63E97C4-1E41-758F-5C19-324A74E209D5}"/>
                      </a:ext>
                    </a:extLst>
                  </p:cNvPr>
                  <p:cNvSpPr/>
                  <p:nvPr/>
                </p:nvSpPr>
                <p:spPr>
                  <a:xfrm>
                    <a:off x="8987389" y="1361199"/>
                    <a:ext cx="2200275" cy="1914525"/>
                  </a:xfrm>
                  <a:custGeom>
                    <a:avLst/>
                    <a:gdLst>
                      <a:gd name="connsiteX0" fmla="*/ 7144 w 2200275"/>
                      <a:gd name="connsiteY0" fmla="*/ 7144 h 1914525"/>
                      <a:gd name="connsiteX1" fmla="*/ 7144 w 2200275"/>
                      <a:gd name="connsiteY1" fmla="*/ 245269 h 1914525"/>
                      <a:gd name="connsiteX2" fmla="*/ 432911 w 2200275"/>
                      <a:gd name="connsiteY2" fmla="*/ 245269 h 1914525"/>
                      <a:gd name="connsiteX3" fmla="*/ 432911 w 2200275"/>
                      <a:gd name="connsiteY3" fmla="*/ 245269 h 1914525"/>
                      <a:gd name="connsiteX4" fmla="*/ 1959769 w 2200275"/>
                      <a:gd name="connsiteY4" fmla="*/ 245269 h 1914525"/>
                      <a:gd name="connsiteX5" fmla="*/ 1959769 w 2200275"/>
                      <a:gd name="connsiteY5" fmla="*/ 1674019 h 1914525"/>
                      <a:gd name="connsiteX6" fmla="*/ 245269 w 2200275"/>
                      <a:gd name="connsiteY6" fmla="*/ 1674019 h 1914525"/>
                      <a:gd name="connsiteX7" fmla="*/ 245269 w 2200275"/>
                      <a:gd name="connsiteY7" fmla="*/ 350044 h 1914525"/>
                      <a:gd name="connsiteX8" fmla="*/ 7144 w 2200275"/>
                      <a:gd name="connsiteY8" fmla="*/ 350044 h 1914525"/>
                      <a:gd name="connsiteX9" fmla="*/ 7144 w 2200275"/>
                      <a:gd name="connsiteY9" fmla="*/ 1912144 h 1914525"/>
                      <a:gd name="connsiteX10" fmla="*/ 2197894 w 2200275"/>
                      <a:gd name="connsiteY10" fmla="*/ 1912144 h 1914525"/>
                      <a:gd name="connsiteX11" fmla="*/ 2197894 w 2200275"/>
                      <a:gd name="connsiteY11" fmla="*/ 7144 h 1914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0275" h="1914525">
                        <a:moveTo>
                          <a:pt x="7144" y="7144"/>
                        </a:moveTo>
                        <a:lnTo>
                          <a:pt x="7144" y="245269"/>
                        </a:lnTo>
                        <a:lnTo>
                          <a:pt x="432911" y="245269"/>
                        </a:lnTo>
                        <a:lnTo>
                          <a:pt x="432911" y="245269"/>
                        </a:lnTo>
                        <a:lnTo>
                          <a:pt x="1959769" y="245269"/>
                        </a:lnTo>
                        <a:lnTo>
                          <a:pt x="1959769" y="1674019"/>
                        </a:lnTo>
                        <a:lnTo>
                          <a:pt x="245269" y="1674019"/>
                        </a:lnTo>
                        <a:lnTo>
                          <a:pt x="245269" y="350044"/>
                        </a:lnTo>
                        <a:lnTo>
                          <a:pt x="7144" y="350044"/>
                        </a:lnTo>
                        <a:lnTo>
                          <a:pt x="7144" y="1912144"/>
                        </a:lnTo>
                        <a:lnTo>
                          <a:pt x="2197894" y="1912144"/>
                        </a:lnTo>
                        <a:lnTo>
                          <a:pt x="2197894" y="7144"/>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sp>
                <p:nvSpPr>
                  <p:cNvPr id="27" name="Vrije vorm: vorm 26">
                    <a:extLst>
                      <a:ext uri="{FF2B5EF4-FFF2-40B4-BE49-F238E27FC236}">
                        <a16:creationId xmlns:a16="http://schemas.microsoft.com/office/drawing/2014/main" id="{714CF8C4-EE70-3331-DDB1-86D78BE8330F}"/>
                      </a:ext>
                    </a:extLst>
                  </p:cNvPr>
                  <p:cNvSpPr/>
                  <p:nvPr/>
                </p:nvSpPr>
                <p:spPr>
                  <a:xfrm>
                    <a:off x="9362668" y="1953652"/>
                    <a:ext cx="1438273" cy="885828"/>
                  </a:xfrm>
                  <a:custGeom>
                    <a:avLst/>
                    <a:gdLst>
                      <a:gd name="connsiteX0" fmla="*/ 1070134 w 1438275"/>
                      <a:gd name="connsiteY0" fmla="*/ 7144 h 885825"/>
                      <a:gd name="connsiteX1" fmla="*/ 801529 w 1438275"/>
                      <a:gd name="connsiteY1" fmla="*/ 275749 h 885825"/>
                      <a:gd name="connsiteX2" fmla="*/ 662464 w 1438275"/>
                      <a:gd name="connsiteY2" fmla="*/ 137636 h 885825"/>
                      <a:gd name="connsiteX3" fmla="*/ 7144 w 1438275"/>
                      <a:gd name="connsiteY3" fmla="*/ 784384 h 885825"/>
                      <a:gd name="connsiteX4" fmla="*/ 108109 w 1438275"/>
                      <a:gd name="connsiteY4" fmla="*/ 885349 h 885825"/>
                      <a:gd name="connsiteX5" fmla="*/ 662464 w 1438275"/>
                      <a:gd name="connsiteY5" fmla="*/ 338614 h 885825"/>
                      <a:gd name="connsiteX6" fmla="*/ 928211 w 1438275"/>
                      <a:gd name="connsiteY6" fmla="*/ 605314 h 885825"/>
                      <a:gd name="connsiteX7" fmla="*/ 1029176 w 1438275"/>
                      <a:gd name="connsiteY7" fmla="*/ 503396 h 885825"/>
                      <a:gd name="connsiteX8" fmla="*/ 902494 w 1438275"/>
                      <a:gd name="connsiteY8" fmla="*/ 376714 h 885825"/>
                      <a:gd name="connsiteX9" fmla="*/ 1070134 w 1438275"/>
                      <a:gd name="connsiteY9" fmla="*/ 209074 h 885825"/>
                      <a:gd name="connsiteX10" fmla="*/ 1337786 w 1438275"/>
                      <a:gd name="connsiteY10" fmla="*/ 480536 h 885825"/>
                      <a:gd name="connsiteX11" fmla="*/ 1438751 w 1438275"/>
                      <a:gd name="connsiteY11" fmla="*/ 378619 h 885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38275" h="885825">
                        <a:moveTo>
                          <a:pt x="1070134" y="7144"/>
                        </a:moveTo>
                        <a:lnTo>
                          <a:pt x="801529" y="275749"/>
                        </a:lnTo>
                        <a:lnTo>
                          <a:pt x="662464" y="137636"/>
                        </a:lnTo>
                        <a:lnTo>
                          <a:pt x="7144" y="784384"/>
                        </a:lnTo>
                        <a:lnTo>
                          <a:pt x="108109" y="885349"/>
                        </a:lnTo>
                        <a:lnTo>
                          <a:pt x="662464" y="338614"/>
                        </a:lnTo>
                        <a:lnTo>
                          <a:pt x="928211" y="605314"/>
                        </a:lnTo>
                        <a:lnTo>
                          <a:pt x="1029176" y="503396"/>
                        </a:lnTo>
                        <a:lnTo>
                          <a:pt x="902494" y="376714"/>
                        </a:lnTo>
                        <a:lnTo>
                          <a:pt x="1070134" y="209074"/>
                        </a:lnTo>
                        <a:lnTo>
                          <a:pt x="1337786" y="480536"/>
                        </a:lnTo>
                        <a:lnTo>
                          <a:pt x="1438751" y="378619"/>
                        </a:lnTo>
                        <a:close/>
                      </a:path>
                    </a:pathLst>
                  </a:custGeom>
                  <a:grpFill/>
                  <a:ln w="9525" cap="flat">
                    <a:noFill/>
                    <a:prstDash val="solid"/>
                    <a:miter/>
                  </a:ln>
                </p:spPr>
                <p:txBody>
                  <a:bodyPr rtlCol="0" anchor="ctr"/>
                  <a:lstStyle/>
                  <a:p>
                    <a:pPr defTabSz="995469"/>
                    <a:endParaRPr lang="en-GB" sz="7200" noProof="0" dirty="0">
                      <a:solidFill>
                        <a:srgbClr val="211F26"/>
                      </a:solidFill>
                      <a:latin typeface="+mn-lt"/>
                    </a:endParaRPr>
                  </a:p>
                </p:txBody>
              </p:sp>
            </p:grpSp>
          </p:grpSp>
          <p:sp>
            <p:nvSpPr>
              <p:cNvPr id="23" name="Tekstvak 22">
                <a:extLst>
                  <a:ext uri="{FF2B5EF4-FFF2-40B4-BE49-F238E27FC236}">
                    <a16:creationId xmlns:a16="http://schemas.microsoft.com/office/drawing/2014/main" id="{15343C1B-78D4-A6E7-5DCD-92F16A4D7D23}"/>
                  </a:ext>
                </a:extLst>
              </p:cNvPr>
              <p:cNvSpPr txBox="1"/>
              <p:nvPr userDrawn="1"/>
            </p:nvSpPr>
            <p:spPr>
              <a:xfrm>
                <a:off x="-3563526" y="1617700"/>
                <a:ext cx="354190" cy="113727"/>
              </a:xfrm>
              <a:prstGeom prst="rect">
                <a:avLst/>
              </a:prstGeom>
              <a:noFill/>
            </p:spPr>
            <p:txBody>
              <a:bodyPr wrap="square" lIns="0" tIns="18000" rIns="0" bIns="0" rtlCol="0" anchor="t">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Images</a:t>
                </a:r>
              </a:p>
            </p:txBody>
          </p:sp>
        </p:grpSp>
      </p:grpSp>
    </p:spTree>
    <p:extLst>
      <p:ext uri="{BB962C8B-B14F-4D97-AF65-F5344CB8AC3E}">
        <p14:creationId xmlns:p14="http://schemas.microsoft.com/office/powerpoint/2010/main" val="30198047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ustom #5">
    <p:bg>
      <p:bgPr>
        <a:solidFill>
          <a:srgbClr val="FFFFFF"/>
        </a:solidFill>
        <a:effectLst/>
      </p:bgPr>
    </p:bg>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B71070AA-35A3-CDB3-EFB2-1ACEEB90FBD9}"/>
              </a:ext>
            </a:extLst>
          </p:cNvPr>
          <p:cNvSpPr>
            <a:spLocks noGrp="1"/>
          </p:cNvSpPr>
          <p:nvPr>
            <p:ph type="title" hasCustomPrompt="1"/>
          </p:nvPr>
        </p:nvSpPr>
        <p:spPr>
          <a:xfrm>
            <a:off x="0" y="-429019"/>
            <a:ext cx="1782539" cy="276999"/>
          </a:xfr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lvl1pPr>
              <a:lnSpc>
                <a:spcPct val="100000"/>
              </a:lnSpc>
              <a:defRPr lang="nl-NL" sz="1800" b="1" cap="none" baseline="0">
                <a:solidFill>
                  <a:schemeClr val="accent1"/>
                </a:solidFill>
                <a:latin typeface="+mj-lt"/>
              </a:defRPr>
            </a:lvl1pPr>
          </a:lstStyle>
          <a:p>
            <a:pPr marL="0" lvl="0"/>
            <a:r>
              <a:rPr lang="en-GB" dirty="0"/>
              <a:t>!Place title here!</a:t>
            </a:r>
          </a:p>
        </p:txBody>
      </p:sp>
      <p:sp>
        <p:nvSpPr>
          <p:cNvPr id="2" name="Tijdelijke aanduiding voor datum 1">
            <a:extLst>
              <a:ext uri="{FF2B5EF4-FFF2-40B4-BE49-F238E27FC236}">
                <a16:creationId xmlns:a16="http://schemas.microsoft.com/office/drawing/2014/main" id="{5BE7F3A9-9B9C-44B6-7E42-8A0C11D41246}"/>
              </a:ext>
            </a:extLst>
          </p:cNvPr>
          <p:cNvSpPr>
            <a:spLocks noGrp="1"/>
          </p:cNvSpPr>
          <p:nvPr>
            <p:ph type="dt" sz="half" idx="10"/>
          </p:nvPr>
        </p:nvSpPr>
        <p:spPr/>
        <p:txBody>
          <a:bodyPr/>
          <a:lstStyle/>
          <a:p>
            <a:r>
              <a:rPr lang="LID4096"/>
              <a:t>08/30/2024</a:t>
            </a:r>
            <a:endParaRPr lang="en-GB" dirty="0"/>
          </a:p>
        </p:txBody>
      </p:sp>
      <p:sp>
        <p:nvSpPr>
          <p:cNvPr id="4" name="Tijdelijke aanduiding voor dianummer 3">
            <a:extLst>
              <a:ext uri="{FF2B5EF4-FFF2-40B4-BE49-F238E27FC236}">
                <a16:creationId xmlns:a16="http://schemas.microsoft.com/office/drawing/2014/main" id="{BFEA8D07-6C67-DB1E-355D-D56DB368413A}"/>
              </a:ext>
            </a:extLst>
          </p:cNvPr>
          <p:cNvSpPr>
            <a:spLocks noGrp="1"/>
          </p:cNvSpPr>
          <p:nvPr>
            <p:ph type="sldNum" sz="quarter" idx="12"/>
          </p:nvPr>
        </p:nvSpPr>
        <p:spPr/>
        <p:txBody>
          <a:bodyPr/>
          <a:lstStyle/>
          <a:p>
            <a:fld id="{9E843DB9-9987-4157-AB9C-CEA8D7D910BB}" type="slidenum">
              <a:rPr lang="en-GB" smtClean="0"/>
              <a:pPr/>
              <a:t>‹#›</a:t>
            </a:fld>
            <a:endParaRPr lang="en-GB" dirty="0"/>
          </a:p>
        </p:txBody>
      </p:sp>
    </p:spTree>
    <p:extLst>
      <p:ext uri="{BB962C8B-B14F-4D97-AF65-F5344CB8AC3E}">
        <p14:creationId xmlns:p14="http://schemas.microsoft.com/office/powerpoint/2010/main" val="3904970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39.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theme" Target="../theme/theme2.xml"/><Relationship Id="rId5" Type="http://schemas.openxmlformats.org/officeDocument/2006/relationships/slideLayout" Target="../slideLayouts/slideLayout41.xml"/><Relationship Id="rId4" Type="http://schemas.openxmlformats.org/officeDocument/2006/relationships/slideLayout" Target="../slideLayouts/slideLayout4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219B37A3-82F2-45D5-868F-F00F93F6E7B3}"/>
              </a:ext>
            </a:extLst>
          </p:cNvPr>
          <p:cNvSpPr>
            <a:spLocks noGrp="1"/>
          </p:cNvSpPr>
          <p:nvPr>
            <p:ph type="title"/>
          </p:nvPr>
        </p:nvSpPr>
        <p:spPr>
          <a:xfrm>
            <a:off x="718666" y="722454"/>
            <a:ext cx="10752610" cy="323409"/>
          </a:xfrm>
          <a:prstGeom prst="rect">
            <a:avLst/>
          </a:prstGeom>
        </p:spPr>
        <p:txBody>
          <a:bodyPr vert="horz" lIns="0" tIns="0" rIns="0" bIns="378000" rtlCol="0" anchor="t">
            <a:noAutofit/>
          </a:bodyPr>
          <a:lstStyle/>
          <a:p>
            <a:r>
              <a:rPr lang="en-GB" noProof="0" dirty="0"/>
              <a:t>Title goes here</a:t>
            </a:r>
          </a:p>
        </p:txBody>
      </p:sp>
      <p:sp>
        <p:nvSpPr>
          <p:cNvPr id="3" name="Tijdelijke aanduiding voor tekst 2">
            <a:extLst>
              <a:ext uri="{FF2B5EF4-FFF2-40B4-BE49-F238E27FC236}">
                <a16:creationId xmlns:a16="http://schemas.microsoft.com/office/drawing/2014/main" id="{061B9A90-182E-49A3-8BF5-04F32288137B}"/>
              </a:ext>
            </a:extLst>
          </p:cNvPr>
          <p:cNvSpPr>
            <a:spLocks noGrp="1"/>
          </p:cNvSpPr>
          <p:nvPr>
            <p:ph type="body" idx="1"/>
          </p:nvPr>
        </p:nvSpPr>
        <p:spPr>
          <a:xfrm>
            <a:off x="719138" y="1563938"/>
            <a:ext cx="10752137" cy="4433419"/>
          </a:xfrm>
          <a:prstGeom prst="rect">
            <a:avLst/>
          </a:prstGeom>
        </p:spPr>
        <p:txBody>
          <a:bodyPr vert="horz" lIns="0" tIns="0" rIns="0" bIns="0" rtlCol="0">
            <a:noAutofit/>
          </a:bodyPr>
          <a:lstStyle/>
          <a:p>
            <a:pPr lvl="0"/>
            <a:r>
              <a:rPr lang="en-GB" noProof="0" dirty="0"/>
              <a:t>Bullet</a:t>
            </a:r>
          </a:p>
          <a:p>
            <a:pPr lvl="1"/>
            <a:r>
              <a:rPr lang="en-GB" noProof="0" dirty="0"/>
              <a:t>Sub-bullet </a:t>
            </a:r>
          </a:p>
          <a:p>
            <a:pPr lvl="2"/>
            <a:r>
              <a:rPr lang="en-GB" noProof="0" dirty="0"/>
              <a:t>Default text</a:t>
            </a:r>
            <a:br>
              <a:rPr lang="en-GB" noProof="0" dirty="0"/>
            </a:br>
            <a:endParaRPr lang="en-GB" noProof="0" dirty="0"/>
          </a:p>
          <a:p>
            <a:pPr lvl="3"/>
            <a:r>
              <a:rPr lang="en-GB" noProof="0" dirty="0"/>
              <a:t>Title/Quote</a:t>
            </a:r>
          </a:p>
          <a:p>
            <a:pPr lvl="4"/>
            <a:r>
              <a:rPr lang="en-GB" noProof="0" dirty="0"/>
              <a:t>Subtitle</a:t>
            </a:r>
          </a:p>
          <a:p>
            <a:pPr lvl="5"/>
            <a:r>
              <a:rPr lang="en-GB" noProof="0" dirty="0"/>
              <a:t>Default text</a:t>
            </a:r>
            <a:br>
              <a:rPr lang="en-GB" noProof="0" dirty="0"/>
            </a:br>
            <a:endParaRPr lang="en-GB" noProof="0" dirty="0"/>
          </a:p>
          <a:p>
            <a:pPr lvl="6"/>
            <a:r>
              <a:rPr lang="en-GB" noProof="0" dirty="0"/>
              <a:t>Numerical bullet</a:t>
            </a:r>
          </a:p>
          <a:p>
            <a:pPr lvl="7"/>
            <a:r>
              <a:rPr lang="en-GB" noProof="0" dirty="0"/>
              <a:t>Alphabetical bullet</a:t>
            </a:r>
          </a:p>
          <a:p>
            <a:pPr lvl="8"/>
            <a:r>
              <a:rPr lang="en-GB" noProof="0" dirty="0"/>
              <a:t>Source</a:t>
            </a:r>
          </a:p>
        </p:txBody>
      </p:sp>
      <p:grpSp>
        <p:nvGrpSpPr>
          <p:cNvPr id="15" name="GRID" hidden="1">
            <a:extLst>
              <a:ext uri="{FF2B5EF4-FFF2-40B4-BE49-F238E27FC236}">
                <a16:creationId xmlns:a16="http://schemas.microsoft.com/office/drawing/2014/main" id="{4129D105-9E64-446B-9706-45C80CEFF79A}"/>
              </a:ext>
            </a:extLst>
          </p:cNvPr>
          <p:cNvGrpSpPr/>
          <p:nvPr userDrawn="1"/>
        </p:nvGrpSpPr>
        <p:grpSpPr>
          <a:xfrm>
            <a:off x="-12032" y="0"/>
            <a:ext cx="12204032" cy="6858000"/>
            <a:chOff x="-12032" y="0"/>
            <a:chExt cx="12204032" cy="6858000"/>
          </a:xfrm>
        </p:grpSpPr>
        <p:sp>
          <p:nvSpPr>
            <p:cNvPr id="8" name="Rechthoek 7">
              <a:extLst>
                <a:ext uri="{FF2B5EF4-FFF2-40B4-BE49-F238E27FC236}">
                  <a16:creationId xmlns:a16="http://schemas.microsoft.com/office/drawing/2014/main" id="{7D9988B5-FF41-44BF-9EBA-8ED0383D0B4A}"/>
                </a:ext>
              </a:extLst>
            </p:cNvPr>
            <p:cNvSpPr/>
            <p:nvPr userDrawn="1"/>
          </p:nvSpPr>
          <p:spPr>
            <a:xfrm>
              <a:off x="-12032" y="0"/>
              <a:ext cx="12192000" cy="720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2" name="Rechthoek 11">
              <a:extLst>
                <a:ext uri="{FF2B5EF4-FFF2-40B4-BE49-F238E27FC236}">
                  <a16:creationId xmlns:a16="http://schemas.microsoft.com/office/drawing/2014/main" id="{223B51F0-7066-4BAC-B391-CBE4243866E1}"/>
                </a:ext>
              </a:extLst>
            </p:cNvPr>
            <p:cNvSpPr/>
            <p:nvPr userDrawn="1"/>
          </p:nvSpPr>
          <p:spPr>
            <a:xfrm>
              <a:off x="0" y="0"/>
              <a:ext cx="720000" cy="6857999"/>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3" name="Rechthoek 12">
              <a:extLst>
                <a:ext uri="{FF2B5EF4-FFF2-40B4-BE49-F238E27FC236}">
                  <a16:creationId xmlns:a16="http://schemas.microsoft.com/office/drawing/2014/main" id="{986314BC-5B6A-423E-A18F-BE67EEBFD0AA}"/>
                </a:ext>
              </a:extLst>
            </p:cNvPr>
            <p:cNvSpPr/>
            <p:nvPr userDrawn="1"/>
          </p:nvSpPr>
          <p:spPr>
            <a:xfrm>
              <a:off x="11472000" y="0"/>
              <a:ext cx="720000" cy="6857999"/>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6" name="Rechthoek 15">
              <a:extLst>
                <a:ext uri="{FF2B5EF4-FFF2-40B4-BE49-F238E27FC236}">
                  <a16:creationId xmlns:a16="http://schemas.microsoft.com/office/drawing/2014/main" id="{459F3FC6-346A-4720-8A58-EF51F3E955F9}"/>
                </a:ext>
              </a:extLst>
            </p:cNvPr>
            <p:cNvSpPr/>
            <p:nvPr userDrawn="1"/>
          </p:nvSpPr>
          <p:spPr>
            <a:xfrm>
              <a:off x="0" y="1064525"/>
              <a:ext cx="12192000" cy="540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7" name="Rechthoek 16">
              <a:extLst>
                <a:ext uri="{FF2B5EF4-FFF2-40B4-BE49-F238E27FC236}">
                  <a16:creationId xmlns:a16="http://schemas.microsoft.com/office/drawing/2014/main" id="{3D4E2D73-574C-4613-A3A4-5612A2E130A4}"/>
                </a:ext>
              </a:extLst>
            </p:cNvPr>
            <p:cNvSpPr/>
            <p:nvPr userDrawn="1"/>
          </p:nvSpPr>
          <p:spPr>
            <a:xfrm>
              <a:off x="0" y="6498000"/>
              <a:ext cx="12192000" cy="360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8" name="Rechthoek 17">
              <a:extLst>
                <a:ext uri="{FF2B5EF4-FFF2-40B4-BE49-F238E27FC236}">
                  <a16:creationId xmlns:a16="http://schemas.microsoft.com/office/drawing/2014/main" id="{52775937-D9EA-4974-9459-412AF5D1CBD4}"/>
                </a:ext>
              </a:extLst>
            </p:cNvPr>
            <p:cNvSpPr/>
            <p:nvPr userDrawn="1"/>
          </p:nvSpPr>
          <p:spPr>
            <a:xfrm>
              <a:off x="0" y="5806208"/>
              <a:ext cx="12192000" cy="540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sp>
        <p:nvSpPr>
          <p:cNvPr id="20" name="Tekstvak 19">
            <a:extLst>
              <a:ext uri="{FF2B5EF4-FFF2-40B4-BE49-F238E27FC236}">
                <a16:creationId xmlns:a16="http://schemas.microsoft.com/office/drawing/2014/main" id="{88A106C3-3B5C-4817-A9B9-E1AA65368768}"/>
              </a:ext>
            </a:extLst>
          </p:cNvPr>
          <p:cNvSpPr txBox="1"/>
          <p:nvPr userDrawn="1"/>
        </p:nvSpPr>
        <p:spPr>
          <a:xfrm>
            <a:off x="0" y="-637132"/>
            <a:ext cx="565861" cy="169277"/>
          </a:xfrm>
          <a:prstGeom prst="rect">
            <a:avLst/>
          </a:prstGeom>
          <a:noFill/>
        </p:spPr>
        <p:txBody>
          <a:bodyPr wrap="none" lIns="0" tIns="0" rIns="0" bIns="0" rtlCol="0" anchor="b">
            <a:spAutoFit/>
          </a:bodyPr>
          <a:lstStyle/>
          <a:p>
            <a:pPr algn="l"/>
            <a:r>
              <a:rPr lang="en-GB" sz="1100" b="0" cap="all" baseline="0" noProof="0" dirty="0">
                <a:solidFill>
                  <a:schemeClr val="accent1"/>
                </a:solidFill>
                <a:latin typeface="+mn-lt"/>
              </a:rPr>
              <a:t>layout</a:t>
            </a:r>
          </a:p>
        </p:txBody>
      </p:sp>
      <p:sp>
        <p:nvSpPr>
          <p:cNvPr id="28" name="Tijdelijke aanduiding voor datum 3">
            <a:extLst>
              <a:ext uri="{FF2B5EF4-FFF2-40B4-BE49-F238E27FC236}">
                <a16:creationId xmlns:a16="http://schemas.microsoft.com/office/drawing/2014/main" id="{913F724C-C8A8-4D7C-A490-D6011A81D6CD}"/>
              </a:ext>
            </a:extLst>
          </p:cNvPr>
          <p:cNvSpPr>
            <a:spLocks noGrp="1"/>
          </p:cNvSpPr>
          <p:nvPr>
            <p:ph type="dt" sz="half" idx="2"/>
          </p:nvPr>
        </p:nvSpPr>
        <p:spPr>
          <a:xfrm>
            <a:off x="10215497" y="6405669"/>
            <a:ext cx="697307" cy="184666"/>
          </a:xfrm>
          <a:prstGeom prst="rect">
            <a:avLst/>
          </a:prstGeom>
        </p:spPr>
        <p:txBody>
          <a:bodyPr vert="horz" wrap="none" lIns="0" tIns="0" rIns="0" bIns="0" rtlCol="0" anchor="ctr">
            <a:spAutoFit/>
          </a:bodyPr>
          <a:lstStyle>
            <a:lvl1pPr algn="r">
              <a:defRPr sz="1200">
                <a:solidFill>
                  <a:schemeClr val="tx2"/>
                </a:solidFill>
                <a:latin typeface="+mn-lt"/>
                <a:cs typeface="Segoe UI Light" panose="020B0502040204020203" pitchFamily="34" charset="0"/>
              </a:defRPr>
            </a:lvl1pPr>
          </a:lstStyle>
          <a:p>
            <a:r>
              <a:rPr lang="LID4096"/>
              <a:t>08/30/2024</a:t>
            </a:r>
            <a:endParaRPr lang="en-GB" dirty="0"/>
          </a:p>
        </p:txBody>
      </p:sp>
      <p:sp>
        <p:nvSpPr>
          <p:cNvPr id="30" name="Tijdelijke aanduiding voor dianummer 5">
            <a:extLst>
              <a:ext uri="{FF2B5EF4-FFF2-40B4-BE49-F238E27FC236}">
                <a16:creationId xmlns:a16="http://schemas.microsoft.com/office/drawing/2014/main" id="{97B5FD88-660A-4FF5-BB5B-19029FB61217}"/>
              </a:ext>
            </a:extLst>
          </p:cNvPr>
          <p:cNvSpPr>
            <a:spLocks noGrp="1"/>
          </p:cNvSpPr>
          <p:nvPr>
            <p:ph type="sldNum" sz="quarter" idx="4"/>
          </p:nvPr>
        </p:nvSpPr>
        <p:spPr>
          <a:xfrm>
            <a:off x="11178464" y="6405669"/>
            <a:ext cx="291298" cy="184666"/>
          </a:xfrm>
          <a:prstGeom prst="rect">
            <a:avLst/>
          </a:prstGeom>
        </p:spPr>
        <p:txBody>
          <a:bodyPr vert="horz" wrap="none" lIns="0" tIns="0" rIns="0" bIns="0" rtlCol="0" anchor="ctr">
            <a:spAutoFit/>
          </a:bodyPr>
          <a:lstStyle>
            <a:lvl1pPr algn="r">
              <a:defRPr sz="1200" b="1">
                <a:solidFill>
                  <a:schemeClr val="tx2"/>
                </a:solidFill>
                <a:latin typeface="+mj-lt"/>
                <a:cs typeface="Segoe UI Light" panose="020B0502040204020203" pitchFamily="34" charset="0"/>
              </a:defRPr>
            </a:lvl1pPr>
          </a:lstStyle>
          <a:p>
            <a:fld id="{9E843DB9-9987-4157-AB9C-CEA8D7D910BB}" type="slidenum">
              <a:rPr lang="en-GB" smtClean="0"/>
              <a:pPr/>
              <a:t>‹#›</a:t>
            </a:fld>
            <a:endParaRPr lang="en-GB" dirty="0"/>
          </a:p>
        </p:txBody>
      </p:sp>
      <p:sp>
        <p:nvSpPr>
          <p:cNvPr id="4" name="Tekstvak 3">
            <a:extLst>
              <a:ext uri="{FF2B5EF4-FFF2-40B4-BE49-F238E27FC236}">
                <a16:creationId xmlns:a16="http://schemas.microsoft.com/office/drawing/2014/main" id="{A36EA4FA-0B8A-4FA4-3D23-C40FA12DDAC9}"/>
              </a:ext>
            </a:extLst>
          </p:cNvPr>
          <p:cNvSpPr txBox="1"/>
          <p:nvPr userDrawn="1"/>
        </p:nvSpPr>
        <p:spPr>
          <a:xfrm>
            <a:off x="10912804" y="-1278897"/>
            <a:ext cx="1279196" cy="169277"/>
          </a:xfrm>
          <a:prstGeom prst="rect">
            <a:avLst/>
          </a:prstGeom>
          <a:noFill/>
        </p:spPr>
        <p:txBody>
          <a:bodyPr wrap="none" lIns="0" tIns="0" rIns="0" bIns="0" rtlCol="0" anchor="b">
            <a:spAutoFit/>
          </a:bodyPr>
          <a:lstStyle/>
          <a:p>
            <a:pPr algn="r"/>
            <a:r>
              <a:rPr lang="en-GB" sz="1100" b="0" cap="all" baseline="0" noProof="0" dirty="0">
                <a:solidFill>
                  <a:schemeClr val="accent1"/>
                </a:solidFill>
                <a:latin typeface="+mn-lt"/>
              </a:rPr>
              <a:t>Primary colors</a:t>
            </a:r>
          </a:p>
        </p:txBody>
      </p:sp>
      <p:grpSp>
        <p:nvGrpSpPr>
          <p:cNvPr id="34" name="Groep 33">
            <a:extLst>
              <a:ext uri="{FF2B5EF4-FFF2-40B4-BE49-F238E27FC236}">
                <a16:creationId xmlns:a16="http://schemas.microsoft.com/office/drawing/2014/main" id="{0B508182-1D94-6963-6E0B-93418D7C8B8D}"/>
              </a:ext>
            </a:extLst>
          </p:cNvPr>
          <p:cNvGrpSpPr/>
          <p:nvPr userDrawn="1"/>
        </p:nvGrpSpPr>
        <p:grpSpPr>
          <a:xfrm>
            <a:off x="11552188" y="-1016102"/>
            <a:ext cx="639812" cy="180000"/>
            <a:chOff x="11552188" y="-1016102"/>
            <a:chExt cx="639812" cy="180000"/>
          </a:xfrm>
        </p:grpSpPr>
        <p:sp>
          <p:nvSpPr>
            <p:cNvPr id="5" name="Rechthoek 4">
              <a:extLst>
                <a:ext uri="{FF2B5EF4-FFF2-40B4-BE49-F238E27FC236}">
                  <a16:creationId xmlns:a16="http://schemas.microsoft.com/office/drawing/2014/main" id="{720EF2DF-3730-F6B5-403F-A5D9B50AA329}"/>
                </a:ext>
              </a:extLst>
            </p:cNvPr>
            <p:cNvSpPr/>
            <p:nvPr userDrawn="1"/>
          </p:nvSpPr>
          <p:spPr>
            <a:xfrm>
              <a:off x="12012000" y="-1016102"/>
              <a:ext cx="180000" cy="180000"/>
            </a:xfrm>
            <a:prstGeom prst="rect">
              <a:avLst/>
            </a:prstGeom>
            <a:solidFill>
              <a:schemeClr val="tx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sp>
          <p:nvSpPr>
            <p:cNvPr id="7" name="Rechthoek 6">
              <a:extLst>
                <a:ext uri="{FF2B5EF4-FFF2-40B4-BE49-F238E27FC236}">
                  <a16:creationId xmlns:a16="http://schemas.microsoft.com/office/drawing/2014/main" id="{23A4CEB5-B6FA-9B7A-B2D0-072AAA09C577}"/>
                </a:ext>
              </a:extLst>
            </p:cNvPr>
            <p:cNvSpPr/>
            <p:nvPr userDrawn="1"/>
          </p:nvSpPr>
          <p:spPr>
            <a:xfrm>
              <a:off x="11782094" y="-1016102"/>
              <a:ext cx="180000" cy="180000"/>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sp>
          <p:nvSpPr>
            <p:cNvPr id="9" name="Rechthoek 8">
              <a:extLst>
                <a:ext uri="{FF2B5EF4-FFF2-40B4-BE49-F238E27FC236}">
                  <a16:creationId xmlns:a16="http://schemas.microsoft.com/office/drawing/2014/main" id="{E5A8DA9B-2314-02C7-0DB4-B1D5CD8DF2E4}"/>
                </a:ext>
              </a:extLst>
            </p:cNvPr>
            <p:cNvSpPr/>
            <p:nvPr userDrawn="1"/>
          </p:nvSpPr>
          <p:spPr>
            <a:xfrm>
              <a:off x="11552188" y="-1016102"/>
              <a:ext cx="180000" cy="180000"/>
            </a:xfrm>
            <a:prstGeom prst="rect">
              <a:avLst/>
            </a:prstGeom>
            <a:solidFill>
              <a:schemeClr val="accent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grpSp>
      <p:sp>
        <p:nvSpPr>
          <p:cNvPr id="10" name="Tekstvak 9">
            <a:extLst>
              <a:ext uri="{FF2B5EF4-FFF2-40B4-BE49-F238E27FC236}">
                <a16:creationId xmlns:a16="http://schemas.microsoft.com/office/drawing/2014/main" id="{712FF8BF-FF57-497C-6D6E-58F4046DC0E4}"/>
              </a:ext>
            </a:extLst>
          </p:cNvPr>
          <p:cNvSpPr txBox="1"/>
          <p:nvPr userDrawn="1"/>
        </p:nvSpPr>
        <p:spPr>
          <a:xfrm>
            <a:off x="10659528" y="-674002"/>
            <a:ext cx="1532472" cy="169277"/>
          </a:xfrm>
          <a:prstGeom prst="rect">
            <a:avLst/>
          </a:prstGeom>
          <a:noFill/>
        </p:spPr>
        <p:txBody>
          <a:bodyPr wrap="none" lIns="0" tIns="0" rIns="0" bIns="0" rtlCol="0" anchor="b">
            <a:spAutoFit/>
          </a:bodyPr>
          <a:lstStyle/>
          <a:p>
            <a:pPr algn="r"/>
            <a:r>
              <a:rPr lang="en-GB" sz="1100" b="0" cap="all" baseline="0" noProof="0" dirty="0">
                <a:solidFill>
                  <a:schemeClr val="accent1"/>
                </a:solidFill>
                <a:latin typeface="+mn-lt"/>
              </a:rPr>
              <a:t>secondary colors</a:t>
            </a:r>
          </a:p>
        </p:txBody>
      </p:sp>
      <p:grpSp>
        <p:nvGrpSpPr>
          <p:cNvPr id="33" name="Groep 32">
            <a:extLst>
              <a:ext uri="{FF2B5EF4-FFF2-40B4-BE49-F238E27FC236}">
                <a16:creationId xmlns:a16="http://schemas.microsoft.com/office/drawing/2014/main" id="{B444FEF0-EF23-9A75-C7DB-63258A64F5A1}"/>
              </a:ext>
            </a:extLst>
          </p:cNvPr>
          <p:cNvGrpSpPr/>
          <p:nvPr userDrawn="1"/>
        </p:nvGrpSpPr>
        <p:grpSpPr>
          <a:xfrm>
            <a:off x="9687884" y="-411207"/>
            <a:ext cx="2504116" cy="180000"/>
            <a:chOff x="9687884" y="-411207"/>
            <a:chExt cx="2504116" cy="180000"/>
          </a:xfrm>
        </p:grpSpPr>
        <p:sp>
          <p:nvSpPr>
            <p:cNvPr id="11" name="Rechthoek 10">
              <a:extLst>
                <a:ext uri="{FF2B5EF4-FFF2-40B4-BE49-F238E27FC236}">
                  <a16:creationId xmlns:a16="http://schemas.microsoft.com/office/drawing/2014/main" id="{F5BB984B-89D0-74F4-7C23-3CB60BB6C322}"/>
                </a:ext>
              </a:extLst>
            </p:cNvPr>
            <p:cNvSpPr/>
            <p:nvPr userDrawn="1"/>
          </p:nvSpPr>
          <p:spPr>
            <a:xfrm>
              <a:off x="12012000" y="-411207"/>
              <a:ext cx="180000" cy="180000"/>
            </a:xfrm>
            <a:prstGeom prst="rect">
              <a:avLst/>
            </a:prstGeom>
            <a:solidFill>
              <a:srgbClr val="009B77"/>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sp>
          <p:nvSpPr>
            <p:cNvPr id="14" name="Rechthoek 13">
              <a:extLst>
                <a:ext uri="{FF2B5EF4-FFF2-40B4-BE49-F238E27FC236}">
                  <a16:creationId xmlns:a16="http://schemas.microsoft.com/office/drawing/2014/main" id="{1983FD3B-3516-2897-57E9-D8EFBFF1423C}"/>
                </a:ext>
              </a:extLst>
            </p:cNvPr>
            <p:cNvSpPr/>
            <p:nvPr userDrawn="1"/>
          </p:nvSpPr>
          <p:spPr>
            <a:xfrm>
              <a:off x="11782094" y="-411207"/>
              <a:ext cx="180000" cy="180000"/>
            </a:xfrm>
            <a:prstGeom prst="rect">
              <a:avLst/>
            </a:prstGeom>
            <a:solidFill>
              <a:srgbClr val="6CC24A"/>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sp>
          <p:nvSpPr>
            <p:cNvPr id="19" name="Rechthoek 18">
              <a:extLst>
                <a:ext uri="{FF2B5EF4-FFF2-40B4-BE49-F238E27FC236}">
                  <a16:creationId xmlns:a16="http://schemas.microsoft.com/office/drawing/2014/main" id="{4571E6D2-E9F3-1013-DDA9-BF3005A09B29}"/>
                </a:ext>
              </a:extLst>
            </p:cNvPr>
            <p:cNvSpPr/>
            <p:nvPr userDrawn="1"/>
          </p:nvSpPr>
          <p:spPr>
            <a:xfrm>
              <a:off x="11552188" y="-411207"/>
              <a:ext cx="180000" cy="180000"/>
            </a:xfrm>
            <a:prstGeom prst="rect">
              <a:avLst/>
            </a:prstGeom>
            <a:solidFill>
              <a:srgbClr val="FFB81C"/>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sp>
          <p:nvSpPr>
            <p:cNvPr id="22" name="Rechthoek 21">
              <a:extLst>
                <a:ext uri="{FF2B5EF4-FFF2-40B4-BE49-F238E27FC236}">
                  <a16:creationId xmlns:a16="http://schemas.microsoft.com/office/drawing/2014/main" id="{CF1B44D4-9C02-CF5C-268C-96E45AF98657}"/>
                </a:ext>
              </a:extLst>
            </p:cNvPr>
            <p:cNvSpPr/>
            <p:nvPr userDrawn="1"/>
          </p:nvSpPr>
          <p:spPr>
            <a:xfrm>
              <a:off x="11316018" y="-411207"/>
              <a:ext cx="180000" cy="180000"/>
            </a:xfrm>
            <a:prstGeom prst="rect">
              <a:avLst/>
            </a:prstGeom>
            <a:solidFill>
              <a:srgbClr val="EC684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sp>
          <p:nvSpPr>
            <p:cNvPr id="23" name="Rechthoek 22">
              <a:extLst>
                <a:ext uri="{FF2B5EF4-FFF2-40B4-BE49-F238E27FC236}">
                  <a16:creationId xmlns:a16="http://schemas.microsoft.com/office/drawing/2014/main" id="{E2214C65-E16E-D1A0-F56E-A8E35340AF61}"/>
                </a:ext>
              </a:extLst>
            </p:cNvPr>
            <p:cNvSpPr/>
            <p:nvPr userDrawn="1"/>
          </p:nvSpPr>
          <p:spPr>
            <a:xfrm>
              <a:off x="11086112" y="-411207"/>
              <a:ext cx="180000" cy="180000"/>
            </a:xfrm>
            <a:prstGeom prst="rect">
              <a:avLst/>
            </a:prstGeom>
            <a:solidFill>
              <a:srgbClr val="E03C3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sp>
          <p:nvSpPr>
            <p:cNvPr id="24" name="Rechthoek 23">
              <a:extLst>
                <a:ext uri="{FF2B5EF4-FFF2-40B4-BE49-F238E27FC236}">
                  <a16:creationId xmlns:a16="http://schemas.microsoft.com/office/drawing/2014/main" id="{55D9D295-9730-83B0-9A87-AE6384CA7F82}"/>
                </a:ext>
              </a:extLst>
            </p:cNvPr>
            <p:cNvSpPr/>
            <p:nvPr userDrawn="1"/>
          </p:nvSpPr>
          <p:spPr>
            <a:xfrm>
              <a:off x="10856206" y="-411207"/>
              <a:ext cx="180000" cy="180000"/>
            </a:xfrm>
            <a:prstGeom prst="rect">
              <a:avLst/>
            </a:prstGeom>
            <a:solidFill>
              <a:srgbClr val="A50034"/>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sp>
          <p:nvSpPr>
            <p:cNvPr id="25" name="Rechthoek 24">
              <a:extLst>
                <a:ext uri="{FF2B5EF4-FFF2-40B4-BE49-F238E27FC236}">
                  <a16:creationId xmlns:a16="http://schemas.microsoft.com/office/drawing/2014/main" id="{FD3CB985-76FB-1138-7ABB-C2AEA27C3BA6}"/>
                </a:ext>
              </a:extLst>
            </p:cNvPr>
            <p:cNvSpPr/>
            <p:nvPr userDrawn="1"/>
          </p:nvSpPr>
          <p:spPr>
            <a:xfrm>
              <a:off x="10620036" y="-411207"/>
              <a:ext cx="180000" cy="180000"/>
            </a:xfrm>
            <a:prstGeom prst="rect">
              <a:avLst/>
            </a:prstGeom>
            <a:solidFill>
              <a:srgbClr val="EF60A3"/>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sp>
          <p:nvSpPr>
            <p:cNvPr id="26" name="Rechthoek 25">
              <a:extLst>
                <a:ext uri="{FF2B5EF4-FFF2-40B4-BE49-F238E27FC236}">
                  <a16:creationId xmlns:a16="http://schemas.microsoft.com/office/drawing/2014/main" id="{3017B0A1-3059-6859-5F3B-486053D198C9}"/>
                </a:ext>
              </a:extLst>
            </p:cNvPr>
            <p:cNvSpPr/>
            <p:nvPr userDrawn="1"/>
          </p:nvSpPr>
          <p:spPr>
            <a:xfrm>
              <a:off x="10383866" y="-411207"/>
              <a:ext cx="180000" cy="180000"/>
            </a:xfrm>
            <a:prstGeom prst="rect">
              <a:avLst/>
            </a:prstGeom>
            <a:solidFill>
              <a:srgbClr val="6F1D77"/>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sp>
          <p:nvSpPr>
            <p:cNvPr id="27" name="Rechthoek 26">
              <a:extLst>
                <a:ext uri="{FF2B5EF4-FFF2-40B4-BE49-F238E27FC236}">
                  <a16:creationId xmlns:a16="http://schemas.microsoft.com/office/drawing/2014/main" id="{5DF6D8A2-044B-9B72-D264-D10733D97156}"/>
                </a:ext>
              </a:extLst>
            </p:cNvPr>
            <p:cNvSpPr/>
            <p:nvPr userDrawn="1"/>
          </p:nvSpPr>
          <p:spPr>
            <a:xfrm>
              <a:off x="10153960" y="-411207"/>
              <a:ext cx="180000" cy="180000"/>
            </a:xfrm>
            <a:prstGeom prst="rect">
              <a:avLst/>
            </a:prstGeom>
            <a:solidFill>
              <a:srgbClr val="0076C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sp>
          <p:nvSpPr>
            <p:cNvPr id="31" name="Rechthoek 30">
              <a:extLst>
                <a:ext uri="{FF2B5EF4-FFF2-40B4-BE49-F238E27FC236}">
                  <a16:creationId xmlns:a16="http://schemas.microsoft.com/office/drawing/2014/main" id="{A9F4A9AC-B678-77B2-2E58-722942DB0831}"/>
                </a:ext>
              </a:extLst>
            </p:cNvPr>
            <p:cNvSpPr/>
            <p:nvPr userDrawn="1"/>
          </p:nvSpPr>
          <p:spPr>
            <a:xfrm>
              <a:off x="9924054" y="-411207"/>
              <a:ext cx="180000" cy="180000"/>
            </a:xfrm>
            <a:prstGeom prst="rect">
              <a:avLst/>
            </a:prstGeom>
            <a:solidFill>
              <a:srgbClr val="00B8C8"/>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sp>
          <p:nvSpPr>
            <p:cNvPr id="32" name="Rechthoek 31">
              <a:extLst>
                <a:ext uri="{FF2B5EF4-FFF2-40B4-BE49-F238E27FC236}">
                  <a16:creationId xmlns:a16="http://schemas.microsoft.com/office/drawing/2014/main" id="{4A95EB90-8972-7E8F-BE91-33A15F9A2648}"/>
                </a:ext>
              </a:extLst>
            </p:cNvPr>
            <p:cNvSpPr/>
            <p:nvPr userDrawn="1"/>
          </p:nvSpPr>
          <p:spPr>
            <a:xfrm>
              <a:off x="9687884" y="-411207"/>
              <a:ext cx="180000" cy="180000"/>
            </a:xfrm>
            <a:prstGeom prst="rect">
              <a:avLst/>
            </a:prstGeom>
            <a:solidFill>
              <a:srgbClr val="0C234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grpSp>
      <p:grpSp>
        <p:nvGrpSpPr>
          <p:cNvPr id="51" name="Groep 50">
            <a:extLst>
              <a:ext uri="{FF2B5EF4-FFF2-40B4-BE49-F238E27FC236}">
                <a16:creationId xmlns:a16="http://schemas.microsoft.com/office/drawing/2014/main" id="{2FE40E40-1FE1-302C-7401-1188F7C3C956}"/>
              </a:ext>
            </a:extLst>
          </p:cNvPr>
          <p:cNvGrpSpPr/>
          <p:nvPr userDrawn="1"/>
        </p:nvGrpSpPr>
        <p:grpSpPr>
          <a:xfrm>
            <a:off x="721079" y="6216736"/>
            <a:ext cx="961200" cy="381600"/>
            <a:chOff x="2807303" y="2354764"/>
            <a:chExt cx="944974" cy="368527"/>
          </a:xfrm>
        </p:grpSpPr>
        <p:sp>
          <p:nvSpPr>
            <p:cNvPr id="43" name="Vrije vorm: vorm 42">
              <a:extLst>
                <a:ext uri="{FF2B5EF4-FFF2-40B4-BE49-F238E27FC236}">
                  <a16:creationId xmlns:a16="http://schemas.microsoft.com/office/drawing/2014/main" id="{8EAAA39B-E62F-1A64-6EB9-16C279742FCC}"/>
                </a:ext>
              </a:extLst>
            </p:cNvPr>
            <p:cNvSpPr/>
            <p:nvPr/>
          </p:nvSpPr>
          <p:spPr>
            <a:xfrm>
              <a:off x="2994660" y="2537173"/>
              <a:ext cx="174307" cy="186023"/>
            </a:xfrm>
            <a:custGeom>
              <a:avLst/>
              <a:gdLst>
                <a:gd name="connsiteX0" fmla="*/ 87154 w 174307"/>
                <a:gd name="connsiteY0" fmla="*/ 150686 h 186023"/>
                <a:gd name="connsiteX1" fmla="*/ 123825 w 174307"/>
                <a:gd name="connsiteY1" fmla="*/ 112776 h 186023"/>
                <a:gd name="connsiteX2" fmla="*/ 123825 w 174307"/>
                <a:gd name="connsiteY2" fmla="*/ 0 h 186023"/>
                <a:gd name="connsiteX3" fmla="*/ 174307 w 174307"/>
                <a:gd name="connsiteY3" fmla="*/ 0 h 186023"/>
                <a:gd name="connsiteX4" fmla="*/ 174307 w 174307"/>
                <a:gd name="connsiteY4" fmla="*/ 115348 h 186023"/>
                <a:gd name="connsiteX5" fmla="*/ 87154 w 174307"/>
                <a:gd name="connsiteY5" fmla="*/ 186023 h 186023"/>
                <a:gd name="connsiteX6" fmla="*/ 0 w 174307"/>
                <a:gd name="connsiteY6" fmla="*/ 115348 h 186023"/>
                <a:gd name="connsiteX7" fmla="*/ 0 w 174307"/>
                <a:gd name="connsiteY7" fmla="*/ 0 h 186023"/>
                <a:gd name="connsiteX8" fmla="*/ 50482 w 174307"/>
                <a:gd name="connsiteY8" fmla="*/ 0 h 186023"/>
                <a:gd name="connsiteX9" fmla="*/ 50482 w 174307"/>
                <a:gd name="connsiteY9" fmla="*/ 112776 h 186023"/>
                <a:gd name="connsiteX10" fmla="*/ 87154 w 174307"/>
                <a:gd name="connsiteY10" fmla="*/ 150686 h 186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4307" h="186023">
                  <a:moveTo>
                    <a:pt x="87154" y="150686"/>
                  </a:moveTo>
                  <a:cubicBezTo>
                    <a:pt x="110871" y="150686"/>
                    <a:pt x="123825" y="134874"/>
                    <a:pt x="123825" y="112776"/>
                  </a:cubicBezTo>
                  <a:lnTo>
                    <a:pt x="123825" y="0"/>
                  </a:lnTo>
                  <a:lnTo>
                    <a:pt x="174307" y="0"/>
                  </a:lnTo>
                  <a:lnTo>
                    <a:pt x="174307" y="115348"/>
                  </a:lnTo>
                  <a:cubicBezTo>
                    <a:pt x="173831" y="166116"/>
                    <a:pt x="133159" y="186023"/>
                    <a:pt x="87154" y="186023"/>
                  </a:cubicBezTo>
                  <a:cubicBezTo>
                    <a:pt x="41148" y="186023"/>
                    <a:pt x="571" y="166116"/>
                    <a:pt x="0" y="115348"/>
                  </a:cubicBezTo>
                  <a:lnTo>
                    <a:pt x="0" y="0"/>
                  </a:lnTo>
                  <a:lnTo>
                    <a:pt x="50482" y="0"/>
                  </a:lnTo>
                  <a:lnTo>
                    <a:pt x="50482" y="112776"/>
                  </a:lnTo>
                  <a:cubicBezTo>
                    <a:pt x="50578" y="134874"/>
                    <a:pt x="63436" y="150686"/>
                    <a:pt x="87154" y="150686"/>
                  </a:cubicBezTo>
                  <a:close/>
                </a:path>
              </a:pathLst>
            </a:custGeom>
            <a:solidFill>
              <a:srgbClr val="00A6D6"/>
            </a:solidFill>
            <a:ln w="9525" cap="flat">
              <a:noFill/>
              <a:prstDash val="solid"/>
              <a:miter/>
            </a:ln>
          </p:spPr>
          <p:txBody>
            <a:bodyPr rtlCol="0" anchor="ctr"/>
            <a:lstStyle/>
            <a:p>
              <a:endParaRPr lang="en-GB"/>
            </a:p>
          </p:txBody>
        </p:sp>
        <p:sp>
          <p:nvSpPr>
            <p:cNvPr id="44" name="Vrije vorm: vorm 43">
              <a:extLst>
                <a:ext uri="{FF2B5EF4-FFF2-40B4-BE49-F238E27FC236}">
                  <a16:creationId xmlns:a16="http://schemas.microsoft.com/office/drawing/2014/main" id="{36236F46-513D-1509-49B4-C9540C747A7E}"/>
                </a:ext>
              </a:extLst>
            </p:cNvPr>
            <p:cNvSpPr/>
            <p:nvPr/>
          </p:nvSpPr>
          <p:spPr>
            <a:xfrm>
              <a:off x="2807303" y="2537173"/>
              <a:ext cx="163639" cy="182213"/>
            </a:xfrm>
            <a:custGeom>
              <a:avLst/>
              <a:gdLst>
                <a:gd name="connsiteX0" fmla="*/ 56578 w 163639"/>
                <a:gd name="connsiteY0" fmla="*/ 182213 h 182213"/>
                <a:gd name="connsiteX1" fmla="*/ 107061 w 163639"/>
                <a:gd name="connsiteY1" fmla="*/ 182213 h 182213"/>
                <a:gd name="connsiteX2" fmla="*/ 107061 w 163639"/>
                <a:gd name="connsiteY2" fmla="*/ 35338 h 182213"/>
                <a:gd name="connsiteX3" fmla="*/ 163640 w 163639"/>
                <a:gd name="connsiteY3" fmla="*/ 35338 h 182213"/>
                <a:gd name="connsiteX4" fmla="*/ 163640 w 163639"/>
                <a:gd name="connsiteY4" fmla="*/ 0 h 182213"/>
                <a:gd name="connsiteX5" fmla="*/ 0 w 163639"/>
                <a:gd name="connsiteY5" fmla="*/ 0 h 182213"/>
                <a:gd name="connsiteX6" fmla="*/ 0 w 163639"/>
                <a:gd name="connsiteY6" fmla="*/ 35338 h 182213"/>
                <a:gd name="connsiteX7" fmla="*/ 56578 w 163639"/>
                <a:gd name="connsiteY7" fmla="*/ 35338 h 182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3639" h="182213">
                  <a:moveTo>
                    <a:pt x="56578" y="182213"/>
                  </a:moveTo>
                  <a:lnTo>
                    <a:pt x="107061" y="182213"/>
                  </a:lnTo>
                  <a:lnTo>
                    <a:pt x="107061" y="35338"/>
                  </a:lnTo>
                  <a:lnTo>
                    <a:pt x="163640" y="35338"/>
                  </a:lnTo>
                  <a:lnTo>
                    <a:pt x="163640" y="0"/>
                  </a:lnTo>
                  <a:lnTo>
                    <a:pt x="0" y="0"/>
                  </a:lnTo>
                  <a:lnTo>
                    <a:pt x="0" y="35338"/>
                  </a:lnTo>
                  <a:lnTo>
                    <a:pt x="56578" y="35338"/>
                  </a:lnTo>
                  <a:close/>
                </a:path>
              </a:pathLst>
            </a:custGeom>
            <a:solidFill>
              <a:srgbClr val="000000"/>
            </a:solidFill>
            <a:ln w="9525" cap="flat">
              <a:noFill/>
              <a:prstDash val="solid"/>
              <a:miter/>
            </a:ln>
          </p:spPr>
          <p:txBody>
            <a:bodyPr rtlCol="0" anchor="ctr"/>
            <a:lstStyle/>
            <a:p>
              <a:endParaRPr lang="en-GB"/>
            </a:p>
          </p:txBody>
        </p:sp>
        <p:sp>
          <p:nvSpPr>
            <p:cNvPr id="45" name="Vrije vorm: vorm 44">
              <a:extLst>
                <a:ext uri="{FF2B5EF4-FFF2-40B4-BE49-F238E27FC236}">
                  <a16:creationId xmlns:a16="http://schemas.microsoft.com/office/drawing/2014/main" id="{559E6BEF-0F0B-1F81-FCB5-7C9DF5D09313}"/>
                </a:ext>
              </a:extLst>
            </p:cNvPr>
            <p:cNvSpPr/>
            <p:nvPr/>
          </p:nvSpPr>
          <p:spPr>
            <a:xfrm>
              <a:off x="2856490" y="2354764"/>
              <a:ext cx="172449" cy="170903"/>
            </a:xfrm>
            <a:custGeom>
              <a:avLst/>
              <a:gdLst>
                <a:gd name="connsiteX0" fmla="*/ 128740 w 172449"/>
                <a:gd name="connsiteY0" fmla="*/ 93637 h 170903"/>
                <a:gd name="connsiteX1" fmla="*/ 103785 w 172449"/>
                <a:gd name="connsiteY1" fmla="*/ 77920 h 170903"/>
                <a:gd name="connsiteX2" fmla="*/ 170936 w 172449"/>
                <a:gd name="connsiteY2" fmla="*/ 9816 h 170903"/>
                <a:gd name="connsiteX3" fmla="*/ 170460 w 172449"/>
                <a:gd name="connsiteY3" fmla="*/ 6 h 170903"/>
                <a:gd name="connsiteX4" fmla="*/ 165888 w 172449"/>
                <a:gd name="connsiteY4" fmla="*/ 6959 h 170903"/>
                <a:gd name="connsiteX5" fmla="*/ 69114 w 172449"/>
                <a:gd name="connsiteY5" fmla="*/ 45440 h 170903"/>
                <a:gd name="connsiteX6" fmla="*/ 2058 w 172449"/>
                <a:gd name="connsiteY6" fmla="*/ 146405 h 170903"/>
                <a:gd name="connsiteX7" fmla="*/ 6344 w 172449"/>
                <a:gd name="connsiteY7" fmla="*/ 159454 h 170903"/>
                <a:gd name="connsiteX8" fmla="*/ 8439 w 172449"/>
                <a:gd name="connsiteY8" fmla="*/ 146215 h 170903"/>
                <a:gd name="connsiteX9" fmla="*/ 67209 w 172449"/>
                <a:gd name="connsiteY9" fmla="*/ 73348 h 170903"/>
                <a:gd name="connsiteX10" fmla="*/ 72638 w 172449"/>
                <a:gd name="connsiteY10" fmla="*/ 68205 h 170903"/>
                <a:gd name="connsiteX11" fmla="*/ 72162 w 172449"/>
                <a:gd name="connsiteY11" fmla="*/ 73158 h 170903"/>
                <a:gd name="connsiteX12" fmla="*/ 52445 w 172449"/>
                <a:gd name="connsiteY12" fmla="*/ 120878 h 170903"/>
                <a:gd name="connsiteX13" fmla="*/ 89592 w 172449"/>
                <a:gd name="connsiteY13" fmla="*/ 113544 h 170903"/>
                <a:gd name="connsiteX14" fmla="*/ 93688 w 172449"/>
                <a:gd name="connsiteY14" fmla="*/ 108495 h 170903"/>
                <a:gd name="connsiteX15" fmla="*/ 93974 w 172449"/>
                <a:gd name="connsiteY15" fmla="*/ 116020 h 170903"/>
                <a:gd name="connsiteX16" fmla="*/ 69304 w 172449"/>
                <a:gd name="connsiteY16" fmla="*/ 162502 h 170903"/>
                <a:gd name="connsiteX17" fmla="*/ 57207 w 172449"/>
                <a:gd name="connsiteY17" fmla="*/ 170313 h 170903"/>
                <a:gd name="connsiteX18" fmla="*/ 63684 w 172449"/>
                <a:gd name="connsiteY18" fmla="*/ 170694 h 170903"/>
                <a:gd name="connsiteX19" fmla="*/ 151124 w 172449"/>
                <a:gd name="connsiteY19" fmla="*/ 85159 h 170903"/>
                <a:gd name="connsiteX20" fmla="*/ 151410 w 172449"/>
                <a:gd name="connsiteY20" fmla="*/ 79920 h 170903"/>
                <a:gd name="connsiteX21" fmla="*/ 146361 w 172449"/>
                <a:gd name="connsiteY21" fmla="*/ 82873 h 170903"/>
                <a:gd name="connsiteX22" fmla="*/ 128740 w 172449"/>
                <a:gd name="connsiteY22" fmla="*/ 93637 h 170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2449" h="170903">
                  <a:moveTo>
                    <a:pt x="128740" y="93637"/>
                  </a:moveTo>
                  <a:cubicBezTo>
                    <a:pt x="116453" y="97542"/>
                    <a:pt x="103689" y="94399"/>
                    <a:pt x="103785" y="77920"/>
                  </a:cubicBezTo>
                  <a:cubicBezTo>
                    <a:pt x="103785" y="52774"/>
                    <a:pt x="162744" y="31724"/>
                    <a:pt x="170936" y="9816"/>
                  </a:cubicBezTo>
                  <a:cubicBezTo>
                    <a:pt x="172936" y="4387"/>
                    <a:pt x="173127" y="-185"/>
                    <a:pt x="170460" y="6"/>
                  </a:cubicBezTo>
                  <a:cubicBezTo>
                    <a:pt x="168555" y="101"/>
                    <a:pt x="170079" y="2863"/>
                    <a:pt x="165888" y="6959"/>
                  </a:cubicBezTo>
                  <a:cubicBezTo>
                    <a:pt x="141504" y="31438"/>
                    <a:pt x="100546" y="31343"/>
                    <a:pt x="69114" y="45440"/>
                  </a:cubicBezTo>
                  <a:cubicBezTo>
                    <a:pt x="48540" y="54679"/>
                    <a:pt x="-11849" y="83064"/>
                    <a:pt x="2058" y="146405"/>
                  </a:cubicBezTo>
                  <a:cubicBezTo>
                    <a:pt x="2724" y="149453"/>
                    <a:pt x="4534" y="159454"/>
                    <a:pt x="6344" y="159454"/>
                  </a:cubicBezTo>
                  <a:cubicBezTo>
                    <a:pt x="8439" y="159454"/>
                    <a:pt x="8439" y="153454"/>
                    <a:pt x="8439" y="146215"/>
                  </a:cubicBezTo>
                  <a:cubicBezTo>
                    <a:pt x="7963" y="108495"/>
                    <a:pt x="52635" y="98018"/>
                    <a:pt x="67209" y="73348"/>
                  </a:cubicBezTo>
                  <a:cubicBezTo>
                    <a:pt x="68923" y="70395"/>
                    <a:pt x="71971" y="66300"/>
                    <a:pt x="72638" y="68205"/>
                  </a:cubicBezTo>
                  <a:cubicBezTo>
                    <a:pt x="73019" y="69157"/>
                    <a:pt x="72733" y="70491"/>
                    <a:pt x="72162" y="73158"/>
                  </a:cubicBezTo>
                  <a:cubicBezTo>
                    <a:pt x="67590" y="93446"/>
                    <a:pt x="46444" y="106400"/>
                    <a:pt x="52445" y="120878"/>
                  </a:cubicBezTo>
                  <a:cubicBezTo>
                    <a:pt x="60255" y="139642"/>
                    <a:pt x="82639" y="125641"/>
                    <a:pt x="89592" y="113544"/>
                  </a:cubicBezTo>
                  <a:cubicBezTo>
                    <a:pt x="91402" y="110210"/>
                    <a:pt x="92450" y="108115"/>
                    <a:pt x="93688" y="108495"/>
                  </a:cubicBezTo>
                  <a:cubicBezTo>
                    <a:pt x="94641" y="108781"/>
                    <a:pt x="94545" y="112591"/>
                    <a:pt x="93974" y="116020"/>
                  </a:cubicBezTo>
                  <a:cubicBezTo>
                    <a:pt x="90259" y="137833"/>
                    <a:pt x="85306" y="150025"/>
                    <a:pt x="69304" y="162502"/>
                  </a:cubicBezTo>
                  <a:cubicBezTo>
                    <a:pt x="64161" y="166503"/>
                    <a:pt x="56160" y="167265"/>
                    <a:pt x="57207" y="170313"/>
                  </a:cubicBezTo>
                  <a:cubicBezTo>
                    <a:pt x="57493" y="171075"/>
                    <a:pt x="60922" y="170979"/>
                    <a:pt x="63684" y="170694"/>
                  </a:cubicBezTo>
                  <a:cubicBezTo>
                    <a:pt x="106166" y="167932"/>
                    <a:pt x="141694" y="117925"/>
                    <a:pt x="151124" y="85159"/>
                  </a:cubicBezTo>
                  <a:cubicBezTo>
                    <a:pt x="152076" y="82873"/>
                    <a:pt x="152362" y="80683"/>
                    <a:pt x="151410" y="79920"/>
                  </a:cubicBezTo>
                  <a:cubicBezTo>
                    <a:pt x="150171" y="78968"/>
                    <a:pt x="148266" y="81159"/>
                    <a:pt x="146361" y="82873"/>
                  </a:cubicBezTo>
                  <a:cubicBezTo>
                    <a:pt x="141504" y="87255"/>
                    <a:pt x="134836" y="91732"/>
                    <a:pt x="128740" y="93637"/>
                  </a:cubicBezTo>
                  <a:close/>
                </a:path>
              </a:pathLst>
            </a:custGeom>
            <a:solidFill>
              <a:srgbClr val="000000"/>
            </a:solidFill>
            <a:ln w="9525" cap="flat">
              <a:noFill/>
              <a:prstDash val="solid"/>
              <a:miter/>
            </a:ln>
          </p:spPr>
          <p:txBody>
            <a:bodyPr rtlCol="0" anchor="ctr"/>
            <a:lstStyle/>
            <a:p>
              <a:endParaRPr lang="en-GB" dirty="0"/>
            </a:p>
          </p:txBody>
        </p:sp>
        <p:sp>
          <p:nvSpPr>
            <p:cNvPr id="46" name="Vrije vorm: vorm 45">
              <a:extLst>
                <a:ext uri="{FF2B5EF4-FFF2-40B4-BE49-F238E27FC236}">
                  <a16:creationId xmlns:a16="http://schemas.microsoft.com/office/drawing/2014/main" id="{E2168793-CECA-2A56-70CA-A2BB97B2C83F}"/>
                </a:ext>
              </a:extLst>
            </p:cNvPr>
            <p:cNvSpPr/>
            <p:nvPr/>
          </p:nvSpPr>
          <p:spPr>
            <a:xfrm>
              <a:off x="3391376" y="2588894"/>
              <a:ext cx="114680" cy="134397"/>
            </a:xfrm>
            <a:custGeom>
              <a:avLst/>
              <a:gdLst>
                <a:gd name="connsiteX0" fmla="*/ 24955 w 114680"/>
                <a:gd name="connsiteY0" fmla="*/ 55054 h 134397"/>
                <a:gd name="connsiteX1" fmla="*/ 57055 w 114680"/>
                <a:gd name="connsiteY1" fmla="*/ 17431 h 134397"/>
                <a:gd name="connsiteX2" fmla="*/ 89344 w 114680"/>
                <a:gd name="connsiteY2" fmla="*/ 55054 h 134397"/>
                <a:gd name="connsiteX3" fmla="*/ 24955 w 114680"/>
                <a:gd name="connsiteY3" fmla="*/ 55054 h 134397"/>
                <a:gd name="connsiteX4" fmla="*/ 114681 w 114680"/>
                <a:gd name="connsiteY4" fmla="*/ 71723 h 134397"/>
                <a:gd name="connsiteX5" fmla="*/ 114681 w 114680"/>
                <a:gd name="connsiteY5" fmla="*/ 59817 h 134397"/>
                <a:gd name="connsiteX6" fmla="*/ 58864 w 114680"/>
                <a:gd name="connsiteY6" fmla="*/ 0 h 134397"/>
                <a:gd name="connsiteX7" fmla="*/ 0 w 114680"/>
                <a:gd name="connsiteY7" fmla="*/ 68199 h 134397"/>
                <a:gd name="connsiteX8" fmla="*/ 56864 w 114680"/>
                <a:gd name="connsiteY8" fmla="*/ 134398 h 134397"/>
                <a:gd name="connsiteX9" fmla="*/ 113157 w 114680"/>
                <a:gd name="connsiteY9" fmla="*/ 91250 h 134397"/>
                <a:gd name="connsiteX10" fmla="*/ 87916 w 114680"/>
                <a:gd name="connsiteY10" fmla="*/ 91250 h 134397"/>
                <a:gd name="connsiteX11" fmla="*/ 57150 w 114680"/>
                <a:gd name="connsiteY11" fmla="*/ 116967 h 134397"/>
                <a:gd name="connsiteX12" fmla="*/ 24479 w 114680"/>
                <a:gd name="connsiteY12" fmla="*/ 71818 h 134397"/>
                <a:gd name="connsiteX13" fmla="*/ 114681 w 114680"/>
                <a:gd name="connsiteY13" fmla="*/ 71818 h 134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4680" h="134397">
                  <a:moveTo>
                    <a:pt x="24955" y="55054"/>
                  </a:moveTo>
                  <a:cubicBezTo>
                    <a:pt x="25146" y="35242"/>
                    <a:pt x="37052" y="17431"/>
                    <a:pt x="57055" y="17431"/>
                  </a:cubicBezTo>
                  <a:cubicBezTo>
                    <a:pt x="80296" y="17431"/>
                    <a:pt x="89344" y="33338"/>
                    <a:pt x="89344" y="55054"/>
                  </a:cubicBezTo>
                  <a:lnTo>
                    <a:pt x="24955" y="55054"/>
                  </a:lnTo>
                  <a:close/>
                  <a:moveTo>
                    <a:pt x="114681" y="71723"/>
                  </a:moveTo>
                  <a:lnTo>
                    <a:pt x="114681" y="59817"/>
                  </a:lnTo>
                  <a:cubicBezTo>
                    <a:pt x="114681" y="24765"/>
                    <a:pt x="94774" y="0"/>
                    <a:pt x="58864" y="0"/>
                  </a:cubicBezTo>
                  <a:cubicBezTo>
                    <a:pt x="18764" y="0"/>
                    <a:pt x="0" y="31051"/>
                    <a:pt x="0" y="68199"/>
                  </a:cubicBezTo>
                  <a:cubicBezTo>
                    <a:pt x="0" y="105537"/>
                    <a:pt x="16192" y="134398"/>
                    <a:pt x="56864" y="134398"/>
                  </a:cubicBezTo>
                  <a:cubicBezTo>
                    <a:pt x="87154" y="134398"/>
                    <a:pt x="109347" y="120015"/>
                    <a:pt x="113157" y="91250"/>
                  </a:cubicBezTo>
                  <a:lnTo>
                    <a:pt x="87916" y="91250"/>
                  </a:lnTo>
                  <a:cubicBezTo>
                    <a:pt x="85154" y="109633"/>
                    <a:pt x="75819" y="116967"/>
                    <a:pt x="57150" y="116967"/>
                  </a:cubicBezTo>
                  <a:cubicBezTo>
                    <a:pt x="32671" y="116967"/>
                    <a:pt x="24479" y="95155"/>
                    <a:pt x="24479" y="71818"/>
                  </a:cubicBezTo>
                  <a:lnTo>
                    <a:pt x="114681" y="71818"/>
                  </a:lnTo>
                  <a:close/>
                </a:path>
              </a:pathLst>
            </a:custGeom>
            <a:solidFill>
              <a:srgbClr val="000000"/>
            </a:solidFill>
            <a:ln w="9525" cap="flat">
              <a:noFill/>
              <a:prstDash val="solid"/>
              <a:miter/>
            </a:ln>
          </p:spPr>
          <p:txBody>
            <a:bodyPr rtlCol="0" anchor="ctr"/>
            <a:lstStyle/>
            <a:p>
              <a:endParaRPr lang="en-GB"/>
            </a:p>
          </p:txBody>
        </p:sp>
        <p:sp>
          <p:nvSpPr>
            <p:cNvPr id="47" name="Vrije vorm: vorm 46">
              <a:extLst>
                <a:ext uri="{FF2B5EF4-FFF2-40B4-BE49-F238E27FC236}">
                  <a16:creationId xmlns:a16="http://schemas.microsoft.com/office/drawing/2014/main" id="{167B5967-C476-6D97-2D8A-678B164873F7}"/>
                </a:ext>
              </a:extLst>
            </p:cNvPr>
            <p:cNvSpPr/>
            <p:nvPr/>
          </p:nvSpPr>
          <p:spPr>
            <a:xfrm>
              <a:off x="3535108" y="2537173"/>
              <a:ext cx="24003" cy="182213"/>
            </a:xfrm>
            <a:custGeom>
              <a:avLst/>
              <a:gdLst>
                <a:gd name="connsiteX0" fmla="*/ 0 w 24003"/>
                <a:gd name="connsiteY0" fmla="*/ 0 h 182213"/>
                <a:gd name="connsiteX1" fmla="*/ 24003 w 24003"/>
                <a:gd name="connsiteY1" fmla="*/ 0 h 182213"/>
                <a:gd name="connsiteX2" fmla="*/ 24003 w 24003"/>
                <a:gd name="connsiteY2" fmla="*/ 182213 h 182213"/>
                <a:gd name="connsiteX3" fmla="*/ 0 w 24003"/>
                <a:gd name="connsiteY3" fmla="*/ 182213 h 182213"/>
              </a:gdLst>
              <a:ahLst/>
              <a:cxnLst>
                <a:cxn ang="0">
                  <a:pos x="connsiteX0" y="connsiteY0"/>
                </a:cxn>
                <a:cxn ang="0">
                  <a:pos x="connsiteX1" y="connsiteY1"/>
                </a:cxn>
                <a:cxn ang="0">
                  <a:pos x="connsiteX2" y="connsiteY2"/>
                </a:cxn>
                <a:cxn ang="0">
                  <a:pos x="connsiteX3" y="connsiteY3"/>
                </a:cxn>
              </a:cxnLst>
              <a:rect l="l" t="t" r="r" b="b"/>
              <a:pathLst>
                <a:path w="24003" h="182213">
                  <a:moveTo>
                    <a:pt x="0" y="0"/>
                  </a:moveTo>
                  <a:lnTo>
                    <a:pt x="24003" y="0"/>
                  </a:lnTo>
                  <a:lnTo>
                    <a:pt x="24003" y="182213"/>
                  </a:lnTo>
                  <a:lnTo>
                    <a:pt x="0" y="182213"/>
                  </a:lnTo>
                  <a:close/>
                </a:path>
              </a:pathLst>
            </a:custGeom>
            <a:solidFill>
              <a:srgbClr val="000000"/>
            </a:solidFill>
            <a:ln w="9525" cap="flat">
              <a:noFill/>
              <a:prstDash val="solid"/>
              <a:miter/>
            </a:ln>
          </p:spPr>
          <p:txBody>
            <a:bodyPr rtlCol="0" anchor="ctr"/>
            <a:lstStyle/>
            <a:p>
              <a:endParaRPr lang="en-GB"/>
            </a:p>
          </p:txBody>
        </p:sp>
        <p:sp>
          <p:nvSpPr>
            <p:cNvPr id="48" name="Vrije vorm: vorm 47">
              <a:extLst>
                <a:ext uri="{FF2B5EF4-FFF2-40B4-BE49-F238E27FC236}">
                  <a16:creationId xmlns:a16="http://schemas.microsoft.com/office/drawing/2014/main" id="{0863CA44-130B-E285-9545-E013062D262E}"/>
                </a:ext>
              </a:extLst>
            </p:cNvPr>
            <p:cNvSpPr/>
            <p:nvPr/>
          </p:nvSpPr>
          <p:spPr>
            <a:xfrm>
              <a:off x="3585591" y="2533363"/>
              <a:ext cx="81533" cy="186023"/>
            </a:xfrm>
            <a:custGeom>
              <a:avLst/>
              <a:gdLst>
                <a:gd name="connsiteX0" fmla="*/ 48768 w 81533"/>
                <a:gd name="connsiteY0" fmla="*/ 186023 h 186023"/>
                <a:gd name="connsiteX1" fmla="*/ 48768 w 81533"/>
                <a:gd name="connsiteY1" fmla="*/ 76009 h 186023"/>
                <a:gd name="connsiteX2" fmla="*/ 78010 w 81533"/>
                <a:gd name="connsiteY2" fmla="*/ 76009 h 186023"/>
                <a:gd name="connsiteX3" fmla="*/ 78010 w 81533"/>
                <a:gd name="connsiteY3" fmla="*/ 59341 h 186023"/>
                <a:gd name="connsiteX4" fmla="*/ 48768 w 81533"/>
                <a:gd name="connsiteY4" fmla="*/ 59341 h 186023"/>
                <a:gd name="connsiteX5" fmla="*/ 48768 w 81533"/>
                <a:gd name="connsiteY5" fmla="*/ 38862 h 186023"/>
                <a:gd name="connsiteX6" fmla="*/ 69437 w 81533"/>
                <a:gd name="connsiteY6" fmla="*/ 21717 h 186023"/>
                <a:gd name="connsiteX7" fmla="*/ 81534 w 81533"/>
                <a:gd name="connsiteY7" fmla="*/ 22479 h 186023"/>
                <a:gd name="connsiteX8" fmla="*/ 81534 w 81533"/>
                <a:gd name="connsiteY8" fmla="*/ 2572 h 186023"/>
                <a:gd name="connsiteX9" fmla="*/ 64389 w 81533"/>
                <a:gd name="connsiteY9" fmla="*/ 0 h 186023"/>
                <a:gd name="connsiteX10" fmla="*/ 24765 w 81533"/>
                <a:gd name="connsiteY10" fmla="*/ 35624 h 186023"/>
                <a:gd name="connsiteX11" fmla="*/ 24765 w 81533"/>
                <a:gd name="connsiteY11" fmla="*/ 59341 h 186023"/>
                <a:gd name="connsiteX12" fmla="*/ 0 w 81533"/>
                <a:gd name="connsiteY12" fmla="*/ 59341 h 186023"/>
                <a:gd name="connsiteX13" fmla="*/ 0 w 81533"/>
                <a:gd name="connsiteY13" fmla="*/ 76009 h 186023"/>
                <a:gd name="connsiteX14" fmla="*/ 24765 w 81533"/>
                <a:gd name="connsiteY14" fmla="*/ 76009 h 186023"/>
                <a:gd name="connsiteX15" fmla="*/ 24765 w 81533"/>
                <a:gd name="connsiteY15" fmla="*/ 186023 h 186023"/>
                <a:gd name="connsiteX16" fmla="*/ 48768 w 81533"/>
                <a:gd name="connsiteY16" fmla="*/ 186023 h 186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1533" h="186023">
                  <a:moveTo>
                    <a:pt x="48768" y="186023"/>
                  </a:moveTo>
                  <a:lnTo>
                    <a:pt x="48768" y="76009"/>
                  </a:lnTo>
                  <a:lnTo>
                    <a:pt x="78010" y="76009"/>
                  </a:lnTo>
                  <a:lnTo>
                    <a:pt x="78010" y="59341"/>
                  </a:lnTo>
                  <a:lnTo>
                    <a:pt x="48768" y="59341"/>
                  </a:lnTo>
                  <a:lnTo>
                    <a:pt x="48768" y="38862"/>
                  </a:lnTo>
                  <a:cubicBezTo>
                    <a:pt x="48768" y="24193"/>
                    <a:pt x="55817" y="21717"/>
                    <a:pt x="69437" y="21717"/>
                  </a:cubicBezTo>
                  <a:cubicBezTo>
                    <a:pt x="73438" y="21717"/>
                    <a:pt x="77533" y="22193"/>
                    <a:pt x="81534" y="22479"/>
                  </a:cubicBezTo>
                  <a:lnTo>
                    <a:pt x="81534" y="2572"/>
                  </a:lnTo>
                  <a:cubicBezTo>
                    <a:pt x="75914" y="1333"/>
                    <a:pt x="70199" y="0"/>
                    <a:pt x="64389" y="0"/>
                  </a:cubicBezTo>
                  <a:cubicBezTo>
                    <a:pt x="41720" y="0"/>
                    <a:pt x="24765" y="11430"/>
                    <a:pt x="24765" y="35624"/>
                  </a:cubicBezTo>
                  <a:lnTo>
                    <a:pt x="24765" y="59341"/>
                  </a:lnTo>
                  <a:lnTo>
                    <a:pt x="0" y="59341"/>
                  </a:lnTo>
                  <a:lnTo>
                    <a:pt x="0" y="76009"/>
                  </a:lnTo>
                  <a:lnTo>
                    <a:pt x="24765" y="76009"/>
                  </a:lnTo>
                  <a:lnTo>
                    <a:pt x="24765" y="186023"/>
                  </a:lnTo>
                  <a:lnTo>
                    <a:pt x="48768" y="186023"/>
                  </a:lnTo>
                  <a:close/>
                </a:path>
              </a:pathLst>
            </a:custGeom>
            <a:solidFill>
              <a:srgbClr val="000000"/>
            </a:solidFill>
            <a:ln w="9525" cap="flat">
              <a:noFill/>
              <a:prstDash val="solid"/>
              <a:miter/>
            </a:ln>
          </p:spPr>
          <p:txBody>
            <a:bodyPr rtlCol="0" anchor="ctr"/>
            <a:lstStyle/>
            <a:p>
              <a:endParaRPr lang="en-GB"/>
            </a:p>
          </p:txBody>
        </p:sp>
        <p:sp>
          <p:nvSpPr>
            <p:cNvPr id="49" name="Vrije vorm: vorm 48">
              <a:extLst>
                <a:ext uri="{FF2B5EF4-FFF2-40B4-BE49-F238E27FC236}">
                  <a16:creationId xmlns:a16="http://schemas.microsoft.com/office/drawing/2014/main" id="{BC4A4D97-B586-8C1B-3EB4-EF127E58DA10}"/>
                </a:ext>
              </a:extLst>
            </p:cNvPr>
            <p:cNvSpPr/>
            <p:nvPr/>
          </p:nvSpPr>
          <p:spPr>
            <a:xfrm>
              <a:off x="3677316" y="2558224"/>
              <a:ext cx="74961" cy="164972"/>
            </a:xfrm>
            <a:custGeom>
              <a:avLst/>
              <a:gdLst>
                <a:gd name="connsiteX0" fmla="*/ 0 w 74961"/>
                <a:gd name="connsiteY0" fmla="*/ 34480 h 164972"/>
                <a:gd name="connsiteX1" fmla="*/ 0 w 74961"/>
                <a:gd name="connsiteY1" fmla="*/ 51149 h 164972"/>
                <a:gd name="connsiteX2" fmla="*/ 21717 w 74961"/>
                <a:gd name="connsiteY2" fmla="*/ 51149 h 164972"/>
                <a:gd name="connsiteX3" fmla="*/ 21717 w 74961"/>
                <a:gd name="connsiteY3" fmla="*/ 131921 h 164972"/>
                <a:gd name="connsiteX4" fmla="*/ 57626 w 74961"/>
                <a:gd name="connsiteY4" fmla="*/ 164973 h 164972"/>
                <a:gd name="connsiteX5" fmla="*/ 74009 w 74961"/>
                <a:gd name="connsiteY5" fmla="*/ 163449 h 164972"/>
                <a:gd name="connsiteX6" fmla="*/ 74009 w 74961"/>
                <a:gd name="connsiteY6" fmla="*/ 145066 h 164972"/>
                <a:gd name="connsiteX7" fmla="*/ 61341 w 74961"/>
                <a:gd name="connsiteY7" fmla="*/ 146590 h 164972"/>
                <a:gd name="connsiteX8" fmla="*/ 45720 w 74961"/>
                <a:gd name="connsiteY8" fmla="*/ 133255 h 164972"/>
                <a:gd name="connsiteX9" fmla="*/ 45720 w 74961"/>
                <a:gd name="connsiteY9" fmla="*/ 51245 h 164972"/>
                <a:gd name="connsiteX10" fmla="*/ 74962 w 74961"/>
                <a:gd name="connsiteY10" fmla="*/ 51245 h 164972"/>
                <a:gd name="connsiteX11" fmla="*/ 74962 w 74961"/>
                <a:gd name="connsiteY11" fmla="*/ 34576 h 164972"/>
                <a:gd name="connsiteX12" fmla="*/ 45720 w 74961"/>
                <a:gd name="connsiteY12" fmla="*/ 34576 h 164972"/>
                <a:gd name="connsiteX13" fmla="*/ 45720 w 74961"/>
                <a:gd name="connsiteY13" fmla="*/ 0 h 164972"/>
                <a:gd name="connsiteX14" fmla="*/ 21717 w 74961"/>
                <a:gd name="connsiteY14" fmla="*/ 7525 h 164972"/>
                <a:gd name="connsiteX15" fmla="*/ 21717 w 74961"/>
                <a:gd name="connsiteY15" fmla="*/ 34576 h 164972"/>
                <a:gd name="connsiteX16" fmla="*/ 0 w 74961"/>
                <a:gd name="connsiteY16" fmla="*/ 34480 h 164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961" h="164972">
                  <a:moveTo>
                    <a:pt x="0" y="34480"/>
                  </a:moveTo>
                  <a:lnTo>
                    <a:pt x="0" y="51149"/>
                  </a:lnTo>
                  <a:lnTo>
                    <a:pt x="21717" y="51149"/>
                  </a:lnTo>
                  <a:lnTo>
                    <a:pt x="21717" y="131921"/>
                  </a:lnTo>
                  <a:cubicBezTo>
                    <a:pt x="21717" y="148780"/>
                    <a:pt x="22003" y="164973"/>
                    <a:pt x="57626" y="164973"/>
                  </a:cubicBezTo>
                  <a:cubicBezTo>
                    <a:pt x="63151" y="164973"/>
                    <a:pt x="68389" y="164497"/>
                    <a:pt x="74009" y="163449"/>
                  </a:cubicBezTo>
                  <a:lnTo>
                    <a:pt x="74009" y="145066"/>
                  </a:lnTo>
                  <a:cubicBezTo>
                    <a:pt x="70104" y="146018"/>
                    <a:pt x="65151" y="146590"/>
                    <a:pt x="61341" y="146590"/>
                  </a:cubicBezTo>
                  <a:cubicBezTo>
                    <a:pt x="52768" y="146590"/>
                    <a:pt x="45720" y="142304"/>
                    <a:pt x="45720" y="133255"/>
                  </a:cubicBezTo>
                  <a:lnTo>
                    <a:pt x="45720" y="51245"/>
                  </a:lnTo>
                  <a:lnTo>
                    <a:pt x="74962" y="51245"/>
                  </a:lnTo>
                  <a:lnTo>
                    <a:pt x="74962" y="34576"/>
                  </a:lnTo>
                  <a:lnTo>
                    <a:pt x="45720" y="34576"/>
                  </a:lnTo>
                  <a:lnTo>
                    <a:pt x="45720" y="0"/>
                  </a:lnTo>
                  <a:lnTo>
                    <a:pt x="21717" y="7525"/>
                  </a:lnTo>
                  <a:lnTo>
                    <a:pt x="21717" y="34576"/>
                  </a:lnTo>
                  <a:lnTo>
                    <a:pt x="0" y="34480"/>
                  </a:lnTo>
                  <a:close/>
                </a:path>
              </a:pathLst>
            </a:custGeom>
            <a:solidFill>
              <a:srgbClr val="000000"/>
            </a:solidFill>
            <a:ln w="9525" cap="flat">
              <a:noFill/>
              <a:prstDash val="solid"/>
              <a:miter/>
            </a:ln>
          </p:spPr>
          <p:txBody>
            <a:bodyPr rtlCol="0" anchor="ctr"/>
            <a:lstStyle/>
            <a:p>
              <a:endParaRPr lang="en-GB"/>
            </a:p>
          </p:txBody>
        </p:sp>
        <p:sp>
          <p:nvSpPr>
            <p:cNvPr id="50" name="Vrije vorm: vorm 49">
              <a:extLst>
                <a:ext uri="{FF2B5EF4-FFF2-40B4-BE49-F238E27FC236}">
                  <a16:creationId xmlns:a16="http://schemas.microsoft.com/office/drawing/2014/main" id="{9799722F-EF3D-E27E-3C21-C59FE9D1258A}"/>
                </a:ext>
              </a:extLst>
            </p:cNvPr>
            <p:cNvSpPr/>
            <p:nvPr/>
          </p:nvSpPr>
          <p:spPr>
            <a:xfrm>
              <a:off x="3219450" y="2537078"/>
              <a:ext cx="148685" cy="182308"/>
            </a:xfrm>
            <a:custGeom>
              <a:avLst/>
              <a:gdLst>
                <a:gd name="connsiteX0" fmla="*/ 0 w 148685"/>
                <a:gd name="connsiteY0" fmla="*/ 182309 h 182308"/>
                <a:gd name="connsiteX1" fmla="*/ 62579 w 148685"/>
                <a:gd name="connsiteY1" fmla="*/ 182309 h 182308"/>
                <a:gd name="connsiteX2" fmla="*/ 148685 w 148685"/>
                <a:gd name="connsiteY2" fmla="*/ 91154 h 182308"/>
                <a:gd name="connsiteX3" fmla="*/ 62579 w 148685"/>
                <a:gd name="connsiteY3" fmla="*/ 0 h 182308"/>
                <a:gd name="connsiteX4" fmla="*/ 0 w 148685"/>
                <a:gd name="connsiteY4" fmla="*/ 0 h 182308"/>
                <a:gd name="connsiteX5" fmla="*/ 0 w 148685"/>
                <a:gd name="connsiteY5" fmla="*/ 182309 h 182308"/>
                <a:gd name="connsiteX6" fmla="*/ 25241 w 148685"/>
                <a:gd name="connsiteY6" fmla="*/ 21812 h 182308"/>
                <a:gd name="connsiteX7" fmla="*/ 62579 w 148685"/>
                <a:gd name="connsiteY7" fmla="*/ 21812 h 182308"/>
                <a:gd name="connsiteX8" fmla="*/ 122206 w 148685"/>
                <a:gd name="connsiteY8" fmla="*/ 91250 h 182308"/>
                <a:gd name="connsiteX9" fmla="*/ 62579 w 148685"/>
                <a:gd name="connsiteY9" fmla="*/ 160687 h 182308"/>
                <a:gd name="connsiteX10" fmla="*/ 25241 w 148685"/>
                <a:gd name="connsiteY10" fmla="*/ 160687 h 182308"/>
                <a:gd name="connsiteX11" fmla="*/ 25241 w 148685"/>
                <a:gd name="connsiteY11" fmla="*/ 21812 h 1823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8685" h="182308">
                  <a:moveTo>
                    <a:pt x="0" y="182309"/>
                  </a:moveTo>
                  <a:lnTo>
                    <a:pt x="62579" y="182309"/>
                  </a:lnTo>
                  <a:cubicBezTo>
                    <a:pt x="140494" y="182309"/>
                    <a:pt x="148685" y="116300"/>
                    <a:pt x="148685" y="91154"/>
                  </a:cubicBezTo>
                  <a:cubicBezTo>
                    <a:pt x="148685" y="66008"/>
                    <a:pt x="140494" y="0"/>
                    <a:pt x="62579" y="0"/>
                  </a:cubicBezTo>
                  <a:lnTo>
                    <a:pt x="0" y="0"/>
                  </a:lnTo>
                  <a:lnTo>
                    <a:pt x="0" y="182309"/>
                  </a:lnTo>
                  <a:close/>
                  <a:moveTo>
                    <a:pt x="25241" y="21812"/>
                  </a:moveTo>
                  <a:lnTo>
                    <a:pt x="62579" y="21812"/>
                  </a:lnTo>
                  <a:cubicBezTo>
                    <a:pt x="104680" y="21812"/>
                    <a:pt x="122206" y="53626"/>
                    <a:pt x="122206" y="91250"/>
                  </a:cubicBezTo>
                  <a:cubicBezTo>
                    <a:pt x="122206" y="128873"/>
                    <a:pt x="104680" y="160687"/>
                    <a:pt x="62579" y="160687"/>
                  </a:cubicBezTo>
                  <a:lnTo>
                    <a:pt x="25241" y="160687"/>
                  </a:lnTo>
                  <a:lnTo>
                    <a:pt x="25241" y="21812"/>
                  </a:lnTo>
                  <a:close/>
                </a:path>
              </a:pathLst>
            </a:custGeom>
            <a:solidFill>
              <a:srgbClr val="000000"/>
            </a:solidFill>
            <a:ln w="9525" cap="flat">
              <a:noFill/>
              <a:prstDash val="solid"/>
              <a:miter/>
            </a:ln>
          </p:spPr>
          <p:txBody>
            <a:bodyPr rtlCol="0" anchor="ctr"/>
            <a:lstStyle/>
            <a:p>
              <a:endParaRPr lang="en-GB"/>
            </a:p>
          </p:txBody>
        </p:sp>
      </p:grpSp>
    </p:spTree>
    <p:extLst>
      <p:ext uri="{BB962C8B-B14F-4D97-AF65-F5344CB8AC3E}">
        <p14:creationId xmlns:p14="http://schemas.microsoft.com/office/powerpoint/2010/main" val="2777131786"/>
      </p:ext>
    </p:extLst>
  </p:cSld>
  <p:clrMap bg1="lt1" tx1="dk1" bg2="lt2" tx2="dk2" accent1="accent1" accent2="accent2" accent3="accent3" accent4="accent4" accent5="accent5" accent6="accent6" hlink="hlink" folHlink="folHlink"/>
  <p:sldLayoutIdLst>
    <p:sldLayoutId id="2147483704" r:id="rId1"/>
    <p:sldLayoutId id="2147483707" r:id="rId2"/>
    <p:sldLayoutId id="2147483708" r:id="rId3"/>
    <p:sldLayoutId id="2147483697" r:id="rId4"/>
    <p:sldLayoutId id="2147483771" r:id="rId5"/>
    <p:sldLayoutId id="2147483773" r:id="rId6"/>
    <p:sldLayoutId id="2147483728" r:id="rId7"/>
    <p:sldLayoutId id="2147483729" r:id="rId8"/>
    <p:sldLayoutId id="2147483730" r:id="rId9"/>
    <p:sldLayoutId id="2147483673" r:id="rId10"/>
    <p:sldLayoutId id="2147483711" r:id="rId11"/>
    <p:sldLayoutId id="2147483712" r:id="rId12"/>
    <p:sldLayoutId id="2147483731" r:id="rId13"/>
    <p:sldLayoutId id="2147483732" r:id="rId14"/>
    <p:sldLayoutId id="2147483733" r:id="rId15"/>
    <p:sldLayoutId id="2147483713" r:id="rId16"/>
    <p:sldLayoutId id="2147483736" r:id="rId17"/>
    <p:sldLayoutId id="2147483664" r:id="rId18"/>
    <p:sldLayoutId id="2147483720" r:id="rId19"/>
    <p:sldLayoutId id="2147483721" r:id="rId20"/>
    <p:sldLayoutId id="2147483667" r:id="rId21"/>
    <p:sldLayoutId id="2147483723" r:id="rId22"/>
    <p:sldLayoutId id="2147483715" r:id="rId23"/>
    <p:sldLayoutId id="2147483770" r:id="rId24"/>
    <p:sldLayoutId id="2147483724" r:id="rId25"/>
    <p:sldLayoutId id="2147483703" r:id="rId26"/>
    <p:sldLayoutId id="2147483726" r:id="rId27"/>
    <p:sldLayoutId id="2147483727" r:id="rId28"/>
    <p:sldLayoutId id="2147483734" r:id="rId29"/>
    <p:sldLayoutId id="2147483735" r:id="rId30"/>
    <p:sldLayoutId id="2147483714" r:id="rId31"/>
    <p:sldLayoutId id="2147483725" r:id="rId32"/>
    <p:sldLayoutId id="2147483737" r:id="rId33"/>
    <p:sldLayoutId id="2147483738" r:id="rId34"/>
    <p:sldLayoutId id="2147483739" r:id="rId35"/>
    <p:sldLayoutId id="2147483740" r:id="rId36"/>
  </p:sldLayoutIdLst>
  <p:hf hdr="0" ftr="0"/>
  <p:txStyles>
    <p:titleStyle>
      <a:lvl1pPr algn="l" defTabSz="914400" rtl="0" eaLnBrk="1" latinLnBrk="0" hangingPunct="1">
        <a:lnSpc>
          <a:spcPts val="3600"/>
        </a:lnSpc>
        <a:spcBef>
          <a:spcPct val="0"/>
        </a:spcBef>
        <a:buNone/>
        <a:defRPr sz="3600" b="1" kern="1200">
          <a:solidFill>
            <a:schemeClr val="tx2"/>
          </a:solidFill>
          <a:latin typeface="+mj-lt"/>
          <a:ea typeface="+mj-ea"/>
          <a:cs typeface="+mj-cs"/>
        </a:defRPr>
      </a:lvl1pPr>
    </p:titleStyle>
    <p:bodyStyle>
      <a:lvl1pPr marL="361950" indent="-361950" algn="l" defTabSz="914400" rtl="0" eaLnBrk="1" latinLnBrk="0" hangingPunct="1">
        <a:lnSpc>
          <a:spcPct val="90000"/>
        </a:lnSpc>
        <a:spcBef>
          <a:spcPts val="600"/>
        </a:spcBef>
        <a:spcAft>
          <a:spcPts val="600"/>
        </a:spcAft>
        <a:buClr>
          <a:schemeClr val="accent1"/>
        </a:buClr>
        <a:buSzPct val="120000"/>
        <a:buFont typeface="Arial" panose="020B0604020202020204" pitchFamily="34" charset="0"/>
        <a:buChar char="•"/>
        <a:defRPr sz="2000" kern="1200">
          <a:solidFill>
            <a:schemeClr val="tx2"/>
          </a:solidFill>
          <a:latin typeface="+mn-lt"/>
          <a:ea typeface="+mn-ea"/>
          <a:cs typeface="+mn-cs"/>
        </a:defRPr>
      </a:lvl1pPr>
      <a:lvl2pPr marL="712788" indent="-350838" algn="l" defTabSz="914400" rtl="0" eaLnBrk="1" latinLnBrk="0" hangingPunct="1">
        <a:lnSpc>
          <a:spcPct val="90000"/>
        </a:lnSpc>
        <a:spcBef>
          <a:spcPts val="600"/>
        </a:spcBef>
        <a:spcAft>
          <a:spcPts val="600"/>
        </a:spcAft>
        <a:buClr>
          <a:schemeClr val="accent1"/>
        </a:buClr>
        <a:buSzPct val="120000"/>
        <a:buFont typeface="Arial" panose="020B0604020202020204" pitchFamily="34" charset="0"/>
        <a:buChar char="•"/>
        <a:tabLst>
          <a:tab pos="712788" algn="l"/>
        </a:tabLst>
        <a:defRPr sz="2000" kern="1200">
          <a:solidFill>
            <a:schemeClr val="tx2"/>
          </a:solidFill>
          <a:latin typeface="+mn-lt"/>
          <a:ea typeface="+mn-ea"/>
          <a:cs typeface="+mn-cs"/>
        </a:defRPr>
      </a:lvl2pPr>
      <a:lvl3pPr marL="0" indent="0" algn="l" defTabSz="914400" rtl="0" eaLnBrk="1" latinLnBrk="0" hangingPunct="1">
        <a:lnSpc>
          <a:spcPct val="90000"/>
        </a:lnSpc>
        <a:spcBef>
          <a:spcPts val="600"/>
        </a:spcBef>
        <a:spcAft>
          <a:spcPts val="600"/>
        </a:spcAft>
        <a:buClr>
          <a:schemeClr val="accent3"/>
        </a:buClr>
        <a:buFont typeface="Segoe UI Light" panose="020B0502040204020203" pitchFamily="34" charset="0"/>
        <a:buNone/>
        <a:defRPr sz="2000" kern="1200">
          <a:solidFill>
            <a:schemeClr val="tx2"/>
          </a:solidFill>
          <a:latin typeface="+mn-lt"/>
          <a:ea typeface="+mn-ea"/>
          <a:cs typeface="+mn-cs"/>
        </a:defRPr>
      </a:lvl3pPr>
      <a:lvl4pPr marL="0" indent="0" algn="l" defTabSz="914400" rtl="0" eaLnBrk="1" latinLnBrk="0" hangingPunct="1">
        <a:lnSpc>
          <a:spcPct val="90000"/>
        </a:lnSpc>
        <a:spcBef>
          <a:spcPts val="600"/>
        </a:spcBef>
        <a:spcAft>
          <a:spcPts val="600"/>
        </a:spcAft>
        <a:buFont typeface="Arial" panose="020B0604020202020204" pitchFamily="34" charset="0"/>
        <a:buNone/>
        <a:defRPr sz="3600" b="1" kern="1200">
          <a:solidFill>
            <a:schemeClr val="tx2"/>
          </a:solidFill>
          <a:latin typeface="+mj-lt"/>
          <a:ea typeface="+mn-ea"/>
          <a:cs typeface="+mn-cs"/>
        </a:defRPr>
      </a:lvl4pPr>
      <a:lvl5pPr marL="0" indent="0" algn="l" defTabSz="914400" rtl="0" eaLnBrk="1" latinLnBrk="0" hangingPunct="1">
        <a:lnSpc>
          <a:spcPct val="90000"/>
        </a:lnSpc>
        <a:spcBef>
          <a:spcPts val="600"/>
        </a:spcBef>
        <a:spcAft>
          <a:spcPts val="600"/>
        </a:spcAft>
        <a:buFont typeface="Arial" panose="020B0604020202020204" pitchFamily="34" charset="0"/>
        <a:buNone/>
        <a:defRPr sz="2400" b="0" kern="1200">
          <a:solidFill>
            <a:schemeClr val="accent1"/>
          </a:solidFill>
          <a:latin typeface="+mj-lt"/>
          <a:ea typeface="+mn-ea"/>
          <a:cs typeface="+mn-cs"/>
        </a:defRPr>
      </a:lvl5pPr>
      <a:lvl6pPr marL="0" indent="0" algn="l" defTabSz="914400" rtl="0" eaLnBrk="1" latinLnBrk="0" hangingPunct="1">
        <a:lnSpc>
          <a:spcPct val="90000"/>
        </a:lnSpc>
        <a:spcBef>
          <a:spcPts val="600"/>
        </a:spcBef>
        <a:spcAft>
          <a:spcPts val="600"/>
        </a:spcAft>
        <a:buClr>
          <a:schemeClr val="accent1"/>
        </a:buClr>
        <a:buFont typeface="Arial" panose="020B0604020202020204" pitchFamily="34" charset="0"/>
        <a:buNone/>
        <a:defRPr sz="2000" b="0" kern="1200" cap="none" baseline="0">
          <a:solidFill>
            <a:schemeClr val="tx1"/>
          </a:solidFill>
          <a:latin typeface="+mj-lt"/>
          <a:ea typeface="+mn-ea"/>
          <a:cs typeface="+mn-cs"/>
        </a:defRPr>
      </a:lvl6pPr>
      <a:lvl7pPr marL="361950" indent="-361950" algn="l" defTabSz="914400" rtl="0" eaLnBrk="1" latinLnBrk="0" hangingPunct="1">
        <a:lnSpc>
          <a:spcPct val="90000"/>
        </a:lnSpc>
        <a:spcBef>
          <a:spcPts val="600"/>
        </a:spcBef>
        <a:spcAft>
          <a:spcPts val="600"/>
        </a:spcAft>
        <a:buClr>
          <a:schemeClr val="accent1"/>
        </a:buClr>
        <a:buFont typeface="+mj-lt"/>
        <a:buAutoNum type="arabicPeriod"/>
        <a:tabLst/>
        <a:defRPr sz="2000" kern="1200">
          <a:solidFill>
            <a:schemeClr val="tx1"/>
          </a:solidFill>
          <a:latin typeface="+mn-lt"/>
          <a:ea typeface="+mn-ea"/>
          <a:cs typeface="+mn-cs"/>
        </a:defRPr>
      </a:lvl7pPr>
      <a:lvl8pPr marL="361950" indent="-361950" algn="l" defTabSz="914400" rtl="0" eaLnBrk="1" latinLnBrk="0" hangingPunct="1">
        <a:lnSpc>
          <a:spcPct val="90000"/>
        </a:lnSpc>
        <a:spcBef>
          <a:spcPts val="600"/>
        </a:spcBef>
        <a:spcAft>
          <a:spcPts val="600"/>
        </a:spcAft>
        <a:buClr>
          <a:schemeClr val="accent1"/>
        </a:buClr>
        <a:buFont typeface="+mj-lt"/>
        <a:buAutoNum type="alphaLcPeriod"/>
        <a:defRPr sz="2000" kern="1200">
          <a:solidFill>
            <a:schemeClr val="tx1"/>
          </a:solidFill>
          <a:latin typeface="+mn-lt"/>
          <a:ea typeface="+mn-ea"/>
          <a:cs typeface="+mn-cs"/>
        </a:defRPr>
      </a:lvl8pPr>
      <a:lvl9pPr marL="0" indent="0" algn="l" defTabSz="914400" rtl="0" eaLnBrk="1" latinLnBrk="0" hangingPunct="1">
        <a:lnSpc>
          <a:spcPct val="90000"/>
        </a:lnSpc>
        <a:spcBef>
          <a:spcPts val="600"/>
        </a:spcBef>
        <a:spcAft>
          <a:spcPts val="600"/>
        </a:spcAft>
        <a:buClr>
          <a:schemeClr val="accent1"/>
        </a:buClr>
        <a:buFont typeface="Arial" panose="020B0604020202020204" pitchFamily="34" charset="0"/>
        <a:buNone/>
        <a:defRPr sz="1600" i="1"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986" userDrawn="1">
          <p15:clr>
            <a:srgbClr val="5ACBF0"/>
          </p15:clr>
        </p15:guide>
        <p15:guide id="2" pos="453" userDrawn="1">
          <p15:clr>
            <a:srgbClr val="5ACBF0"/>
          </p15:clr>
        </p15:guide>
        <p15:guide id="3" orient="horz" pos="3780" userDrawn="1">
          <p15:clr>
            <a:srgbClr val="5ACBF0"/>
          </p15:clr>
        </p15:guide>
        <p15:guide id="6" pos="7226" userDrawn="1">
          <p15:clr>
            <a:srgbClr val="5ACBF0"/>
          </p15:clr>
        </p15:guide>
        <p15:guide id="9" orient="horz" pos="453" userDrawn="1">
          <p15:clr>
            <a:srgbClr val="5ACBF0"/>
          </p15:clr>
        </p15:guide>
        <p15:guide id="10" orient="horz" pos="659" userDrawn="1">
          <p15:clr>
            <a:srgbClr val="5ACBF0"/>
          </p15:clr>
        </p15:guide>
        <p15:guide id="12" orient="horz" pos="4032" userDrawn="1">
          <p15:clr>
            <a:srgbClr val="A4A3A4"/>
          </p15:clr>
        </p15:guide>
        <p15:guide id="13" pos="7680" userDrawn="1">
          <p15:clr>
            <a:srgbClr val="F26B43"/>
          </p15:clr>
        </p15:guide>
        <p15:guide id="14" orient="horz" pos="4320" userDrawn="1">
          <p15:clr>
            <a:srgbClr val="F26B43"/>
          </p15:clr>
        </p15:guide>
        <p15:guide id="15" orient="horz" pos="4151" userDrawn="1">
          <p15:clr>
            <a:srgbClr val="A4A3A4"/>
          </p15:clr>
        </p15:guide>
        <p15:guide id="16" userDrawn="1">
          <p15:clr>
            <a:srgbClr val="F26B43"/>
          </p15:clr>
        </p15:guide>
        <p15:guide id="17" orient="horz"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219B37A3-82F2-45D5-868F-F00F93F6E7B3}"/>
              </a:ext>
            </a:extLst>
          </p:cNvPr>
          <p:cNvSpPr>
            <a:spLocks noGrp="1"/>
          </p:cNvSpPr>
          <p:nvPr>
            <p:ph type="title"/>
          </p:nvPr>
        </p:nvSpPr>
        <p:spPr>
          <a:xfrm>
            <a:off x="718666" y="722454"/>
            <a:ext cx="10752610" cy="323409"/>
          </a:xfrm>
          <a:prstGeom prst="rect">
            <a:avLst/>
          </a:prstGeom>
        </p:spPr>
        <p:txBody>
          <a:bodyPr vert="horz" lIns="0" tIns="0" rIns="0" bIns="378000" rtlCol="0" anchor="t">
            <a:noAutofit/>
          </a:bodyPr>
          <a:lstStyle/>
          <a:p>
            <a:r>
              <a:rPr lang="en-GB" noProof="0" dirty="0"/>
              <a:t>Title goes here</a:t>
            </a:r>
          </a:p>
        </p:txBody>
      </p:sp>
      <p:sp>
        <p:nvSpPr>
          <p:cNvPr id="3" name="Tijdelijke aanduiding voor tekst 2">
            <a:extLst>
              <a:ext uri="{FF2B5EF4-FFF2-40B4-BE49-F238E27FC236}">
                <a16:creationId xmlns:a16="http://schemas.microsoft.com/office/drawing/2014/main" id="{061B9A90-182E-49A3-8BF5-04F32288137B}"/>
              </a:ext>
            </a:extLst>
          </p:cNvPr>
          <p:cNvSpPr>
            <a:spLocks noGrp="1"/>
          </p:cNvSpPr>
          <p:nvPr>
            <p:ph type="body" idx="1"/>
          </p:nvPr>
        </p:nvSpPr>
        <p:spPr>
          <a:xfrm>
            <a:off x="719138" y="1563938"/>
            <a:ext cx="10752137" cy="4433419"/>
          </a:xfrm>
          <a:prstGeom prst="rect">
            <a:avLst/>
          </a:prstGeom>
        </p:spPr>
        <p:txBody>
          <a:bodyPr vert="horz" lIns="0" tIns="0" rIns="0" bIns="0" rtlCol="0">
            <a:noAutofit/>
          </a:bodyPr>
          <a:lstStyle/>
          <a:p>
            <a:pPr lvl="0"/>
            <a:r>
              <a:rPr lang="en-GB" noProof="0" dirty="0"/>
              <a:t>Bullet</a:t>
            </a:r>
          </a:p>
          <a:p>
            <a:pPr lvl="1"/>
            <a:r>
              <a:rPr lang="en-GB" noProof="0" dirty="0"/>
              <a:t>Sub-bullet </a:t>
            </a:r>
          </a:p>
          <a:p>
            <a:pPr lvl="2"/>
            <a:r>
              <a:rPr lang="en-GB" noProof="0" dirty="0"/>
              <a:t>Default text</a:t>
            </a:r>
            <a:br>
              <a:rPr lang="en-GB" noProof="0" dirty="0"/>
            </a:br>
            <a:endParaRPr lang="en-GB" noProof="0" dirty="0"/>
          </a:p>
          <a:p>
            <a:pPr lvl="3"/>
            <a:r>
              <a:rPr lang="en-GB" noProof="0" dirty="0"/>
              <a:t>Title/Quote</a:t>
            </a:r>
          </a:p>
          <a:p>
            <a:pPr lvl="4"/>
            <a:r>
              <a:rPr lang="en-GB" noProof="0" dirty="0"/>
              <a:t>Subtitle</a:t>
            </a:r>
          </a:p>
          <a:p>
            <a:pPr lvl="5"/>
            <a:r>
              <a:rPr lang="en-GB" noProof="0" dirty="0"/>
              <a:t>Default text</a:t>
            </a:r>
            <a:br>
              <a:rPr lang="en-GB" noProof="0" dirty="0"/>
            </a:br>
            <a:endParaRPr lang="en-GB" noProof="0" dirty="0"/>
          </a:p>
          <a:p>
            <a:pPr lvl="6"/>
            <a:r>
              <a:rPr lang="en-GB" noProof="0" dirty="0"/>
              <a:t>Numerical bullet</a:t>
            </a:r>
          </a:p>
          <a:p>
            <a:pPr lvl="7"/>
            <a:r>
              <a:rPr lang="en-GB" noProof="0" dirty="0"/>
              <a:t>Alphabetical bullet</a:t>
            </a:r>
          </a:p>
          <a:p>
            <a:pPr lvl="8"/>
            <a:r>
              <a:rPr lang="en-GB" noProof="0" dirty="0"/>
              <a:t>Source</a:t>
            </a:r>
          </a:p>
        </p:txBody>
      </p:sp>
      <p:grpSp>
        <p:nvGrpSpPr>
          <p:cNvPr id="15" name="GRID" hidden="1">
            <a:extLst>
              <a:ext uri="{FF2B5EF4-FFF2-40B4-BE49-F238E27FC236}">
                <a16:creationId xmlns:a16="http://schemas.microsoft.com/office/drawing/2014/main" id="{4129D105-9E64-446B-9706-45C80CEFF79A}"/>
              </a:ext>
            </a:extLst>
          </p:cNvPr>
          <p:cNvGrpSpPr/>
          <p:nvPr userDrawn="1"/>
        </p:nvGrpSpPr>
        <p:grpSpPr>
          <a:xfrm>
            <a:off x="-12032" y="0"/>
            <a:ext cx="12204032" cy="6858000"/>
            <a:chOff x="-12032" y="0"/>
            <a:chExt cx="12204032" cy="6858000"/>
          </a:xfrm>
        </p:grpSpPr>
        <p:sp>
          <p:nvSpPr>
            <p:cNvPr id="8" name="Rechthoek 7">
              <a:extLst>
                <a:ext uri="{FF2B5EF4-FFF2-40B4-BE49-F238E27FC236}">
                  <a16:creationId xmlns:a16="http://schemas.microsoft.com/office/drawing/2014/main" id="{7D9988B5-FF41-44BF-9EBA-8ED0383D0B4A}"/>
                </a:ext>
              </a:extLst>
            </p:cNvPr>
            <p:cNvSpPr/>
            <p:nvPr userDrawn="1"/>
          </p:nvSpPr>
          <p:spPr>
            <a:xfrm>
              <a:off x="-12032" y="0"/>
              <a:ext cx="12192000" cy="720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2" name="Rechthoek 11">
              <a:extLst>
                <a:ext uri="{FF2B5EF4-FFF2-40B4-BE49-F238E27FC236}">
                  <a16:creationId xmlns:a16="http://schemas.microsoft.com/office/drawing/2014/main" id="{223B51F0-7066-4BAC-B391-CBE4243866E1}"/>
                </a:ext>
              </a:extLst>
            </p:cNvPr>
            <p:cNvSpPr/>
            <p:nvPr userDrawn="1"/>
          </p:nvSpPr>
          <p:spPr>
            <a:xfrm>
              <a:off x="0" y="0"/>
              <a:ext cx="720000" cy="6857999"/>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3" name="Rechthoek 12">
              <a:extLst>
                <a:ext uri="{FF2B5EF4-FFF2-40B4-BE49-F238E27FC236}">
                  <a16:creationId xmlns:a16="http://schemas.microsoft.com/office/drawing/2014/main" id="{986314BC-5B6A-423E-A18F-BE67EEBFD0AA}"/>
                </a:ext>
              </a:extLst>
            </p:cNvPr>
            <p:cNvSpPr/>
            <p:nvPr userDrawn="1"/>
          </p:nvSpPr>
          <p:spPr>
            <a:xfrm>
              <a:off x="11472000" y="0"/>
              <a:ext cx="720000" cy="6857999"/>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6" name="Rechthoek 15">
              <a:extLst>
                <a:ext uri="{FF2B5EF4-FFF2-40B4-BE49-F238E27FC236}">
                  <a16:creationId xmlns:a16="http://schemas.microsoft.com/office/drawing/2014/main" id="{459F3FC6-346A-4720-8A58-EF51F3E955F9}"/>
                </a:ext>
              </a:extLst>
            </p:cNvPr>
            <p:cNvSpPr/>
            <p:nvPr userDrawn="1"/>
          </p:nvSpPr>
          <p:spPr>
            <a:xfrm>
              <a:off x="0" y="1064525"/>
              <a:ext cx="12192000" cy="540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7" name="Rechthoek 16">
              <a:extLst>
                <a:ext uri="{FF2B5EF4-FFF2-40B4-BE49-F238E27FC236}">
                  <a16:creationId xmlns:a16="http://schemas.microsoft.com/office/drawing/2014/main" id="{3D4E2D73-574C-4613-A3A4-5612A2E130A4}"/>
                </a:ext>
              </a:extLst>
            </p:cNvPr>
            <p:cNvSpPr/>
            <p:nvPr userDrawn="1"/>
          </p:nvSpPr>
          <p:spPr>
            <a:xfrm>
              <a:off x="0" y="6498000"/>
              <a:ext cx="12192000" cy="360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8" name="Rechthoek 17">
              <a:extLst>
                <a:ext uri="{FF2B5EF4-FFF2-40B4-BE49-F238E27FC236}">
                  <a16:creationId xmlns:a16="http://schemas.microsoft.com/office/drawing/2014/main" id="{52775937-D9EA-4974-9459-412AF5D1CBD4}"/>
                </a:ext>
              </a:extLst>
            </p:cNvPr>
            <p:cNvSpPr/>
            <p:nvPr userDrawn="1"/>
          </p:nvSpPr>
          <p:spPr>
            <a:xfrm>
              <a:off x="0" y="5806208"/>
              <a:ext cx="12192000" cy="540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grpSp>
      <p:sp>
        <p:nvSpPr>
          <p:cNvPr id="20" name="Tekstvak 19">
            <a:extLst>
              <a:ext uri="{FF2B5EF4-FFF2-40B4-BE49-F238E27FC236}">
                <a16:creationId xmlns:a16="http://schemas.microsoft.com/office/drawing/2014/main" id="{88A106C3-3B5C-4817-A9B9-E1AA65368768}"/>
              </a:ext>
            </a:extLst>
          </p:cNvPr>
          <p:cNvSpPr txBox="1"/>
          <p:nvPr userDrawn="1"/>
        </p:nvSpPr>
        <p:spPr>
          <a:xfrm>
            <a:off x="0" y="-637132"/>
            <a:ext cx="565861" cy="169277"/>
          </a:xfrm>
          <a:prstGeom prst="rect">
            <a:avLst/>
          </a:prstGeom>
          <a:noFill/>
        </p:spPr>
        <p:txBody>
          <a:bodyPr wrap="none" lIns="0" tIns="0" rIns="0" bIns="0" rtlCol="0" anchor="b">
            <a:spAutoFit/>
          </a:bodyPr>
          <a:lstStyle/>
          <a:p>
            <a:pPr algn="l"/>
            <a:r>
              <a:rPr lang="en-GB" sz="1100" b="0" cap="all" baseline="0" noProof="0" dirty="0">
                <a:solidFill>
                  <a:schemeClr val="accent1"/>
                </a:solidFill>
                <a:latin typeface="+mn-lt"/>
              </a:rPr>
              <a:t>layout</a:t>
            </a:r>
          </a:p>
        </p:txBody>
      </p:sp>
      <p:sp>
        <p:nvSpPr>
          <p:cNvPr id="28" name="Tijdelijke aanduiding voor datum 3">
            <a:extLst>
              <a:ext uri="{FF2B5EF4-FFF2-40B4-BE49-F238E27FC236}">
                <a16:creationId xmlns:a16="http://schemas.microsoft.com/office/drawing/2014/main" id="{913F724C-C8A8-4D7C-A490-D6011A81D6CD}"/>
              </a:ext>
            </a:extLst>
          </p:cNvPr>
          <p:cNvSpPr>
            <a:spLocks noGrp="1"/>
          </p:cNvSpPr>
          <p:nvPr>
            <p:ph type="dt" sz="half" idx="2"/>
          </p:nvPr>
        </p:nvSpPr>
        <p:spPr>
          <a:xfrm>
            <a:off x="10215498" y="6405669"/>
            <a:ext cx="697306" cy="184666"/>
          </a:xfrm>
          <a:prstGeom prst="rect">
            <a:avLst/>
          </a:prstGeom>
        </p:spPr>
        <p:txBody>
          <a:bodyPr vert="horz" wrap="none" lIns="0" tIns="0" rIns="0" bIns="0" rtlCol="0" anchor="ctr">
            <a:spAutoFit/>
          </a:bodyPr>
          <a:lstStyle>
            <a:lvl1pPr algn="r">
              <a:defRPr sz="1200">
                <a:solidFill>
                  <a:schemeClr val="tx2"/>
                </a:solidFill>
                <a:latin typeface="+mn-lt"/>
                <a:cs typeface="Segoe UI Light" panose="020B0502040204020203" pitchFamily="34" charset="0"/>
              </a:defRPr>
            </a:lvl1pPr>
          </a:lstStyle>
          <a:p>
            <a:r>
              <a:rPr lang="LID4096"/>
              <a:t>08/30/2024</a:t>
            </a:r>
            <a:endParaRPr lang="en-GB" dirty="0"/>
          </a:p>
        </p:txBody>
      </p:sp>
      <p:sp>
        <p:nvSpPr>
          <p:cNvPr id="30" name="Tijdelijke aanduiding voor dianummer 5">
            <a:extLst>
              <a:ext uri="{FF2B5EF4-FFF2-40B4-BE49-F238E27FC236}">
                <a16:creationId xmlns:a16="http://schemas.microsoft.com/office/drawing/2014/main" id="{97B5FD88-660A-4FF5-BB5B-19029FB61217}"/>
              </a:ext>
            </a:extLst>
          </p:cNvPr>
          <p:cNvSpPr>
            <a:spLocks noGrp="1"/>
          </p:cNvSpPr>
          <p:nvPr>
            <p:ph type="sldNum" sz="quarter" idx="4"/>
          </p:nvPr>
        </p:nvSpPr>
        <p:spPr>
          <a:xfrm>
            <a:off x="11178464" y="6405669"/>
            <a:ext cx="291298" cy="184666"/>
          </a:xfrm>
          <a:prstGeom prst="rect">
            <a:avLst/>
          </a:prstGeom>
        </p:spPr>
        <p:txBody>
          <a:bodyPr vert="horz" wrap="none" lIns="0" tIns="0" rIns="0" bIns="0" rtlCol="0" anchor="ctr">
            <a:spAutoFit/>
          </a:bodyPr>
          <a:lstStyle>
            <a:lvl1pPr algn="r">
              <a:defRPr sz="1200" b="1">
                <a:solidFill>
                  <a:schemeClr val="tx2"/>
                </a:solidFill>
                <a:latin typeface="+mj-lt"/>
                <a:cs typeface="Segoe UI Light" panose="020B0502040204020203" pitchFamily="34" charset="0"/>
              </a:defRPr>
            </a:lvl1pPr>
          </a:lstStyle>
          <a:p>
            <a:fld id="{9E843DB9-9987-4157-AB9C-CEA8D7D910BB}" type="slidenum">
              <a:rPr lang="en-GB" smtClean="0"/>
              <a:pPr/>
              <a:t>‹#›</a:t>
            </a:fld>
            <a:endParaRPr lang="en-GB" dirty="0"/>
          </a:p>
        </p:txBody>
      </p:sp>
      <p:sp>
        <p:nvSpPr>
          <p:cNvPr id="4" name="Tekstvak 3">
            <a:extLst>
              <a:ext uri="{FF2B5EF4-FFF2-40B4-BE49-F238E27FC236}">
                <a16:creationId xmlns:a16="http://schemas.microsoft.com/office/drawing/2014/main" id="{A36EA4FA-0B8A-4FA4-3D23-C40FA12DDAC9}"/>
              </a:ext>
            </a:extLst>
          </p:cNvPr>
          <p:cNvSpPr txBox="1"/>
          <p:nvPr userDrawn="1"/>
        </p:nvSpPr>
        <p:spPr>
          <a:xfrm>
            <a:off x="10912804" y="-1278897"/>
            <a:ext cx="1279196" cy="169277"/>
          </a:xfrm>
          <a:prstGeom prst="rect">
            <a:avLst/>
          </a:prstGeom>
          <a:noFill/>
        </p:spPr>
        <p:txBody>
          <a:bodyPr wrap="none" lIns="0" tIns="0" rIns="0" bIns="0" rtlCol="0" anchor="b">
            <a:spAutoFit/>
          </a:bodyPr>
          <a:lstStyle/>
          <a:p>
            <a:pPr algn="r"/>
            <a:r>
              <a:rPr lang="en-GB" sz="1100" b="0" cap="all" baseline="0" noProof="0" dirty="0">
                <a:solidFill>
                  <a:schemeClr val="accent1"/>
                </a:solidFill>
                <a:latin typeface="+mn-lt"/>
              </a:rPr>
              <a:t>Primary colors</a:t>
            </a:r>
          </a:p>
        </p:txBody>
      </p:sp>
      <p:grpSp>
        <p:nvGrpSpPr>
          <p:cNvPr id="34" name="Groep 33">
            <a:extLst>
              <a:ext uri="{FF2B5EF4-FFF2-40B4-BE49-F238E27FC236}">
                <a16:creationId xmlns:a16="http://schemas.microsoft.com/office/drawing/2014/main" id="{0B508182-1D94-6963-6E0B-93418D7C8B8D}"/>
              </a:ext>
            </a:extLst>
          </p:cNvPr>
          <p:cNvGrpSpPr/>
          <p:nvPr userDrawn="1"/>
        </p:nvGrpSpPr>
        <p:grpSpPr>
          <a:xfrm>
            <a:off x="11552188" y="-1016102"/>
            <a:ext cx="639812" cy="180000"/>
            <a:chOff x="11552188" y="-1016102"/>
            <a:chExt cx="639812" cy="180000"/>
          </a:xfrm>
        </p:grpSpPr>
        <p:sp>
          <p:nvSpPr>
            <p:cNvPr id="5" name="Rechthoek 4">
              <a:extLst>
                <a:ext uri="{FF2B5EF4-FFF2-40B4-BE49-F238E27FC236}">
                  <a16:creationId xmlns:a16="http://schemas.microsoft.com/office/drawing/2014/main" id="{720EF2DF-3730-F6B5-403F-A5D9B50AA329}"/>
                </a:ext>
              </a:extLst>
            </p:cNvPr>
            <p:cNvSpPr/>
            <p:nvPr userDrawn="1"/>
          </p:nvSpPr>
          <p:spPr>
            <a:xfrm>
              <a:off x="12012000" y="-1016102"/>
              <a:ext cx="180000" cy="180000"/>
            </a:xfrm>
            <a:prstGeom prst="rect">
              <a:avLst/>
            </a:prstGeom>
            <a:solidFill>
              <a:schemeClr val="tx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sp>
          <p:nvSpPr>
            <p:cNvPr id="7" name="Rechthoek 6">
              <a:extLst>
                <a:ext uri="{FF2B5EF4-FFF2-40B4-BE49-F238E27FC236}">
                  <a16:creationId xmlns:a16="http://schemas.microsoft.com/office/drawing/2014/main" id="{23A4CEB5-B6FA-9B7A-B2D0-072AAA09C577}"/>
                </a:ext>
              </a:extLst>
            </p:cNvPr>
            <p:cNvSpPr/>
            <p:nvPr userDrawn="1"/>
          </p:nvSpPr>
          <p:spPr>
            <a:xfrm>
              <a:off x="11782094" y="-1016102"/>
              <a:ext cx="180000" cy="180000"/>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sp>
          <p:nvSpPr>
            <p:cNvPr id="9" name="Rechthoek 8">
              <a:extLst>
                <a:ext uri="{FF2B5EF4-FFF2-40B4-BE49-F238E27FC236}">
                  <a16:creationId xmlns:a16="http://schemas.microsoft.com/office/drawing/2014/main" id="{E5A8DA9B-2314-02C7-0DB4-B1D5CD8DF2E4}"/>
                </a:ext>
              </a:extLst>
            </p:cNvPr>
            <p:cNvSpPr/>
            <p:nvPr userDrawn="1"/>
          </p:nvSpPr>
          <p:spPr>
            <a:xfrm>
              <a:off x="11552188" y="-1016102"/>
              <a:ext cx="180000" cy="180000"/>
            </a:xfrm>
            <a:prstGeom prst="rect">
              <a:avLst/>
            </a:prstGeom>
            <a:solidFill>
              <a:schemeClr val="accent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grpSp>
      <p:sp>
        <p:nvSpPr>
          <p:cNvPr id="10" name="Tekstvak 9">
            <a:extLst>
              <a:ext uri="{FF2B5EF4-FFF2-40B4-BE49-F238E27FC236}">
                <a16:creationId xmlns:a16="http://schemas.microsoft.com/office/drawing/2014/main" id="{712FF8BF-FF57-497C-6D6E-58F4046DC0E4}"/>
              </a:ext>
            </a:extLst>
          </p:cNvPr>
          <p:cNvSpPr txBox="1"/>
          <p:nvPr userDrawn="1"/>
        </p:nvSpPr>
        <p:spPr>
          <a:xfrm>
            <a:off x="10659528" y="-674002"/>
            <a:ext cx="1532472" cy="169277"/>
          </a:xfrm>
          <a:prstGeom prst="rect">
            <a:avLst/>
          </a:prstGeom>
          <a:noFill/>
        </p:spPr>
        <p:txBody>
          <a:bodyPr wrap="none" lIns="0" tIns="0" rIns="0" bIns="0" rtlCol="0" anchor="b">
            <a:spAutoFit/>
          </a:bodyPr>
          <a:lstStyle/>
          <a:p>
            <a:pPr algn="r"/>
            <a:r>
              <a:rPr lang="en-GB" sz="1100" b="0" cap="all" baseline="0" noProof="0" dirty="0">
                <a:solidFill>
                  <a:schemeClr val="accent1"/>
                </a:solidFill>
                <a:latin typeface="+mn-lt"/>
              </a:rPr>
              <a:t>secondary colors</a:t>
            </a:r>
          </a:p>
        </p:txBody>
      </p:sp>
      <p:grpSp>
        <p:nvGrpSpPr>
          <p:cNvPr id="33" name="Groep 32">
            <a:extLst>
              <a:ext uri="{FF2B5EF4-FFF2-40B4-BE49-F238E27FC236}">
                <a16:creationId xmlns:a16="http://schemas.microsoft.com/office/drawing/2014/main" id="{B444FEF0-EF23-9A75-C7DB-63258A64F5A1}"/>
              </a:ext>
            </a:extLst>
          </p:cNvPr>
          <p:cNvGrpSpPr/>
          <p:nvPr userDrawn="1"/>
        </p:nvGrpSpPr>
        <p:grpSpPr>
          <a:xfrm>
            <a:off x="9687884" y="-411207"/>
            <a:ext cx="2504116" cy="180000"/>
            <a:chOff x="9687884" y="-411207"/>
            <a:chExt cx="2504116" cy="180000"/>
          </a:xfrm>
        </p:grpSpPr>
        <p:sp>
          <p:nvSpPr>
            <p:cNvPr id="11" name="Rechthoek 10">
              <a:extLst>
                <a:ext uri="{FF2B5EF4-FFF2-40B4-BE49-F238E27FC236}">
                  <a16:creationId xmlns:a16="http://schemas.microsoft.com/office/drawing/2014/main" id="{F5BB984B-89D0-74F4-7C23-3CB60BB6C322}"/>
                </a:ext>
              </a:extLst>
            </p:cNvPr>
            <p:cNvSpPr/>
            <p:nvPr userDrawn="1"/>
          </p:nvSpPr>
          <p:spPr>
            <a:xfrm>
              <a:off x="12012000" y="-411207"/>
              <a:ext cx="180000" cy="180000"/>
            </a:xfrm>
            <a:prstGeom prst="rect">
              <a:avLst/>
            </a:prstGeom>
            <a:solidFill>
              <a:srgbClr val="009B77"/>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sp>
          <p:nvSpPr>
            <p:cNvPr id="14" name="Rechthoek 13">
              <a:extLst>
                <a:ext uri="{FF2B5EF4-FFF2-40B4-BE49-F238E27FC236}">
                  <a16:creationId xmlns:a16="http://schemas.microsoft.com/office/drawing/2014/main" id="{1983FD3B-3516-2897-57E9-D8EFBFF1423C}"/>
                </a:ext>
              </a:extLst>
            </p:cNvPr>
            <p:cNvSpPr/>
            <p:nvPr userDrawn="1"/>
          </p:nvSpPr>
          <p:spPr>
            <a:xfrm>
              <a:off x="11782094" y="-411207"/>
              <a:ext cx="180000" cy="180000"/>
            </a:xfrm>
            <a:prstGeom prst="rect">
              <a:avLst/>
            </a:prstGeom>
            <a:solidFill>
              <a:srgbClr val="6CC24A"/>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sp>
          <p:nvSpPr>
            <p:cNvPr id="19" name="Rechthoek 18">
              <a:extLst>
                <a:ext uri="{FF2B5EF4-FFF2-40B4-BE49-F238E27FC236}">
                  <a16:creationId xmlns:a16="http://schemas.microsoft.com/office/drawing/2014/main" id="{4571E6D2-E9F3-1013-DDA9-BF3005A09B29}"/>
                </a:ext>
              </a:extLst>
            </p:cNvPr>
            <p:cNvSpPr/>
            <p:nvPr userDrawn="1"/>
          </p:nvSpPr>
          <p:spPr>
            <a:xfrm>
              <a:off x="11552188" y="-411207"/>
              <a:ext cx="180000" cy="180000"/>
            </a:xfrm>
            <a:prstGeom prst="rect">
              <a:avLst/>
            </a:prstGeom>
            <a:solidFill>
              <a:srgbClr val="FFB81C"/>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sp>
          <p:nvSpPr>
            <p:cNvPr id="22" name="Rechthoek 21">
              <a:extLst>
                <a:ext uri="{FF2B5EF4-FFF2-40B4-BE49-F238E27FC236}">
                  <a16:creationId xmlns:a16="http://schemas.microsoft.com/office/drawing/2014/main" id="{CF1B44D4-9C02-CF5C-268C-96E45AF98657}"/>
                </a:ext>
              </a:extLst>
            </p:cNvPr>
            <p:cNvSpPr/>
            <p:nvPr userDrawn="1"/>
          </p:nvSpPr>
          <p:spPr>
            <a:xfrm>
              <a:off x="11316018" y="-411207"/>
              <a:ext cx="180000" cy="180000"/>
            </a:xfrm>
            <a:prstGeom prst="rect">
              <a:avLst/>
            </a:prstGeom>
            <a:solidFill>
              <a:srgbClr val="EC684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sp>
          <p:nvSpPr>
            <p:cNvPr id="23" name="Rechthoek 22">
              <a:extLst>
                <a:ext uri="{FF2B5EF4-FFF2-40B4-BE49-F238E27FC236}">
                  <a16:creationId xmlns:a16="http://schemas.microsoft.com/office/drawing/2014/main" id="{E2214C65-E16E-D1A0-F56E-A8E35340AF61}"/>
                </a:ext>
              </a:extLst>
            </p:cNvPr>
            <p:cNvSpPr/>
            <p:nvPr userDrawn="1"/>
          </p:nvSpPr>
          <p:spPr>
            <a:xfrm>
              <a:off x="11086112" y="-411207"/>
              <a:ext cx="180000" cy="180000"/>
            </a:xfrm>
            <a:prstGeom prst="rect">
              <a:avLst/>
            </a:prstGeom>
            <a:solidFill>
              <a:srgbClr val="E03C3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sp>
          <p:nvSpPr>
            <p:cNvPr id="24" name="Rechthoek 23">
              <a:extLst>
                <a:ext uri="{FF2B5EF4-FFF2-40B4-BE49-F238E27FC236}">
                  <a16:creationId xmlns:a16="http://schemas.microsoft.com/office/drawing/2014/main" id="{55D9D295-9730-83B0-9A87-AE6384CA7F82}"/>
                </a:ext>
              </a:extLst>
            </p:cNvPr>
            <p:cNvSpPr/>
            <p:nvPr userDrawn="1"/>
          </p:nvSpPr>
          <p:spPr>
            <a:xfrm>
              <a:off x="10856206" y="-411207"/>
              <a:ext cx="180000" cy="180000"/>
            </a:xfrm>
            <a:prstGeom prst="rect">
              <a:avLst/>
            </a:prstGeom>
            <a:solidFill>
              <a:srgbClr val="A50034"/>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sp>
          <p:nvSpPr>
            <p:cNvPr id="25" name="Rechthoek 24">
              <a:extLst>
                <a:ext uri="{FF2B5EF4-FFF2-40B4-BE49-F238E27FC236}">
                  <a16:creationId xmlns:a16="http://schemas.microsoft.com/office/drawing/2014/main" id="{FD3CB985-76FB-1138-7ABB-C2AEA27C3BA6}"/>
                </a:ext>
              </a:extLst>
            </p:cNvPr>
            <p:cNvSpPr/>
            <p:nvPr userDrawn="1"/>
          </p:nvSpPr>
          <p:spPr>
            <a:xfrm>
              <a:off x="10620036" y="-411207"/>
              <a:ext cx="180000" cy="180000"/>
            </a:xfrm>
            <a:prstGeom prst="rect">
              <a:avLst/>
            </a:prstGeom>
            <a:solidFill>
              <a:srgbClr val="EF60A3"/>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sp>
          <p:nvSpPr>
            <p:cNvPr id="26" name="Rechthoek 25">
              <a:extLst>
                <a:ext uri="{FF2B5EF4-FFF2-40B4-BE49-F238E27FC236}">
                  <a16:creationId xmlns:a16="http://schemas.microsoft.com/office/drawing/2014/main" id="{3017B0A1-3059-6859-5F3B-486053D198C9}"/>
                </a:ext>
              </a:extLst>
            </p:cNvPr>
            <p:cNvSpPr/>
            <p:nvPr userDrawn="1"/>
          </p:nvSpPr>
          <p:spPr>
            <a:xfrm>
              <a:off x="10383866" y="-411207"/>
              <a:ext cx="180000" cy="180000"/>
            </a:xfrm>
            <a:prstGeom prst="rect">
              <a:avLst/>
            </a:prstGeom>
            <a:solidFill>
              <a:srgbClr val="6F1D77"/>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sp>
          <p:nvSpPr>
            <p:cNvPr id="27" name="Rechthoek 26">
              <a:extLst>
                <a:ext uri="{FF2B5EF4-FFF2-40B4-BE49-F238E27FC236}">
                  <a16:creationId xmlns:a16="http://schemas.microsoft.com/office/drawing/2014/main" id="{5DF6D8A2-044B-9B72-D264-D10733D97156}"/>
                </a:ext>
              </a:extLst>
            </p:cNvPr>
            <p:cNvSpPr/>
            <p:nvPr userDrawn="1"/>
          </p:nvSpPr>
          <p:spPr>
            <a:xfrm>
              <a:off x="10153960" y="-411207"/>
              <a:ext cx="180000" cy="180000"/>
            </a:xfrm>
            <a:prstGeom prst="rect">
              <a:avLst/>
            </a:prstGeom>
            <a:solidFill>
              <a:srgbClr val="0076C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sp>
          <p:nvSpPr>
            <p:cNvPr id="31" name="Rechthoek 30">
              <a:extLst>
                <a:ext uri="{FF2B5EF4-FFF2-40B4-BE49-F238E27FC236}">
                  <a16:creationId xmlns:a16="http://schemas.microsoft.com/office/drawing/2014/main" id="{A9F4A9AC-B678-77B2-2E58-722942DB0831}"/>
                </a:ext>
              </a:extLst>
            </p:cNvPr>
            <p:cNvSpPr/>
            <p:nvPr userDrawn="1"/>
          </p:nvSpPr>
          <p:spPr>
            <a:xfrm>
              <a:off x="9924054" y="-411207"/>
              <a:ext cx="180000" cy="180000"/>
            </a:xfrm>
            <a:prstGeom prst="rect">
              <a:avLst/>
            </a:prstGeom>
            <a:solidFill>
              <a:srgbClr val="00B8C8"/>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sp>
          <p:nvSpPr>
            <p:cNvPr id="32" name="Rechthoek 31">
              <a:extLst>
                <a:ext uri="{FF2B5EF4-FFF2-40B4-BE49-F238E27FC236}">
                  <a16:creationId xmlns:a16="http://schemas.microsoft.com/office/drawing/2014/main" id="{4A95EB90-8972-7E8F-BE91-33A15F9A2648}"/>
                </a:ext>
              </a:extLst>
            </p:cNvPr>
            <p:cNvSpPr/>
            <p:nvPr userDrawn="1"/>
          </p:nvSpPr>
          <p:spPr>
            <a:xfrm>
              <a:off x="9687884" y="-411207"/>
              <a:ext cx="180000" cy="180000"/>
            </a:xfrm>
            <a:prstGeom prst="rect">
              <a:avLst/>
            </a:prstGeom>
            <a:solidFill>
              <a:srgbClr val="0C234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grpSp>
      <p:grpSp>
        <p:nvGrpSpPr>
          <p:cNvPr id="51" name="Groep 50">
            <a:extLst>
              <a:ext uri="{FF2B5EF4-FFF2-40B4-BE49-F238E27FC236}">
                <a16:creationId xmlns:a16="http://schemas.microsoft.com/office/drawing/2014/main" id="{2FE40E40-1FE1-302C-7401-1188F7C3C956}"/>
              </a:ext>
            </a:extLst>
          </p:cNvPr>
          <p:cNvGrpSpPr/>
          <p:nvPr userDrawn="1"/>
        </p:nvGrpSpPr>
        <p:grpSpPr>
          <a:xfrm>
            <a:off x="721079" y="6216736"/>
            <a:ext cx="961200" cy="381600"/>
            <a:chOff x="2807303" y="2354764"/>
            <a:chExt cx="944974" cy="368527"/>
          </a:xfrm>
        </p:grpSpPr>
        <p:sp>
          <p:nvSpPr>
            <p:cNvPr id="43" name="Vrije vorm: vorm 42">
              <a:extLst>
                <a:ext uri="{FF2B5EF4-FFF2-40B4-BE49-F238E27FC236}">
                  <a16:creationId xmlns:a16="http://schemas.microsoft.com/office/drawing/2014/main" id="{8EAAA39B-E62F-1A64-6EB9-16C279742FCC}"/>
                </a:ext>
              </a:extLst>
            </p:cNvPr>
            <p:cNvSpPr/>
            <p:nvPr/>
          </p:nvSpPr>
          <p:spPr>
            <a:xfrm>
              <a:off x="2994660" y="2537173"/>
              <a:ext cx="174307" cy="186023"/>
            </a:xfrm>
            <a:custGeom>
              <a:avLst/>
              <a:gdLst>
                <a:gd name="connsiteX0" fmla="*/ 87154 w 174307"/>
                <a:gd name="connsiteY0" fmla="*/ 150686 h 186023"/>
                <a:gd name="connsiteX1" fmla="*/ 123825 w 174307"/>
                <a:gd name="connsiteY1" fmla="*/ 112776 h 186023"/>
                <a:gd name="connsiteX2" fmla="*/ 123825 w 174307"/>
                <a:gd name="connsiteY2" fmla="*/ 0 h 186023"/>
                <a:gd name="connsiteX3" fmla="*/ 174307 w 174307"/>
                <a:gd name="connsiteY3" fmla="*/ 0 h 186023"/>
                <a:gd name="connsiteX4" fmla="*/ 174307 w 174307"/>
                <a:gd name="connsiteY4" fmla="*/ 115348 h 186023"/>
                <a:gd name="connsiteX5" fmla="*/ 87154 w 174307"/>
                <a:gd name="connsiteY5" fmla="*/ 186023 h 186023"/>
                <a:gd name="connsiteX6" fmla="*/ 0 w 174307"/>
                <a:gd name="connsiteY6" fmla="*/ 115348 h 186023"/>
                <a:gd name="connsiteX7" fmla="*/ 0 w 174307"/>
                <a:gd name="connsiteY7" fmla="*/ 0 h 186023"/>
                <a:gd name="connsiteX8" fmla="*/ 50482 w 174307"/>
                <a:gd name="connsiteY8" fmla="*/ 0 h 186023"/>
                <a:gd name="connsiteX9" fmla="*/ 50482 w 174307"/>
                <a:gd name="connsiteY9" fmla="*/ 112776 h 186023"/>
                <a:gd name="connsiteX10" fmla="*/ 87154 w 174307"/>
                <a:gd name="connsiteY10" fmla="*/ 150686 h 186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4307" h="186023">
                  <a:moveTo>
                    <a:pt x="87154" y="150686"/>
                  </a:moveTo>
                  <a:cubicBezTo>
                    <a:pt x="110871" y="150686"/>
                    <a:pt x="123825" y="134874"/>
                    <a:pt x="123825" y="112776"/>
                  </a:cubicBezTo>
                  <a:lnTo>
                    <a:pt x="123825" y="0"/>
                  </a:lnTo>
                  <a:lnTo>
                    <a:pt x="174307" y="0"/>
                  </a:lnTo>
                  <a:lnTo>
                    <a:pt x="174307" y="115348"/>
                  </a:lnTo>
                  <a:cubicBezTo>
                    <a:pt x="173831" y="166116"/>
                    <a:pt x="133159" y="186023"/>
                    <a:pt x="87154" y="186023"/>
                  </a:cubicBezTo>
                  <a:cubicBezTo>
                    <a:pt x="41148" y="186023"/>
                    <a:pt x="571" y="166116"/>
                    <a:pt x="0" y="115348"/>
                  </a:cubicBezTo>
                  <a:lnTo>
                    <a:pt x="0" y="0"/>
                  </a:lnTo>
                  <a:lnTo>
                    <a:pt x="50482" y="0"/>
                  </a:lnTo>
                  <a:lnTo>
                    <a:pt x="50482" y="112776"/>
                  </a:lnTo>
                  <a:cubicBezTo>
                    <a:pt x="50578" y="134874"/>
                    <a:pt x="63436" y="150686"/>
                    <a:pt x="87154" y="150686"/>
                  </a:cubicBezTo>
                  <a:close/>
                </a:path>
              </a:pathLst>
            </a:custGeom>
            <a:solidFill>
              <a:srgbClr val="00A6D6"/>
            </a:solidFill>
            <a:ln w="9525" cap="flat">
              <a:noFill/>
              <a:prstDash val="solid"/>
              <a:miter/>
            </a:ln>
          </p:spPr>
          <p:txBody>
            <a:bodyPr rtlCol="0" anchor="ctr"/>
            <a:lstStyle/>
            <a:p>
              <a:endParaRPr lang="en-GB"/>
            </a:p>
          </p:txBody>
        </p:sp>
        <p:sp>
          <p:nvSpPr>
            <p:cNvPr id="44" name="Vrije vorm: vorm 43">
              <a:extLst>
                <a:ext uri="{FF2B5EF4-FFF2-40B4-BE49-F238E27FC236}">
                  <a16:creationId xmlns:a16="http://schemas.microsoft.com/office/drawing/2014/main" id="{36236F46-513D-1509-49B4-C9540C747A7E}"/>
                </a:ext>
              </a:extLst>
            </p:cNvPr>
            <p:cNvSpPr/>
            <p:nvPr/>
          </p:nvSpPr>
          <p:spPr>
            <a:xfrm>
              <a:off x="2807303" y="2537173"/>
              <a:ext cx="163639" cy="182213"/>
            </a:xfrm>
            <a:custGeom>
              <a:avLst/>
              <a:gdLst>
                <a:gd name="connsiteX0" fmla="*/ 56578 w 163639"/>
                <a:gd name="connsiteY0" fmla="*/ 182213 h 182213"/>
                <a:gd name="connsiteX1" fmla="*/ 107061 w 163639"/>
                <a:gd name="connsiteY1" fmla="*/ 182213 h 182213"/>
                <a:gd name="connsiteX2" fmla="*/ 107061 w 163639"/>
                <a:gd name="connsiteY2" fmla="*/ 35338 h 182213"/>
                <a:gd name="connsiteX3" fmla="*/ 163640 w 163639"/>
                <a:gd name="connsiteY3" fmla="*/ 35338 h 182213"/>
                <a:gd name="connsiteX4" fmla="*/ 163640 w 163639"/>
                <a:gd name="connsiteY4" fmla="*/ 0 h 182213"/>
                <a:gd name="connsiteX5" fmla="*/ 0 w 163639"/>
                <a:gd name="connsiteY5" fmla="*/ 0 h 182213"/>
                <a:gd name="connsiteX6" fmla="*/ 0 w 163639"/>
                <a:gd name="connsiteY6" fmla="*/ 35338 h 182213"/>
                <a:gd name="connsiteX7" fmla="*/ 56578 w 163639"/>
                <a:gd name="connsiteY7" fmla="*/ 35338 h 182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3639" h="182213">
                  <a:moveTo>
                    <a:pt x="56578" y="182213"/>
                  </a:moveTo>
                  <a:lnTo>
                    <a:pt x="107061" y="182213"/>
                  </a:lnTo>
                  <a:lnTo>
                    <a:pt x="107061" y="35338"/>
                  </a:lnTo>
                  <a:lnTo>
                    <a:pt x="163640" y="35338"/>
                  </a:lnTo>
                  <a:lnTo>
                    <a:pt x="163640" y="0"/>
                  </a:lnTo>
                  <a:lnTo>
                    <a:pt x="0" y="0"/>
                  </a:lnTo>
                  <a:lnTo>
                    <a:pt x="0" y="35338"/>
                  </a:lnTo>
                  <a:lnTo>
                    <a:pt x="56578" y="35338"/>
                  </a:lnTo>
                  <a:close/>
                </a:path>
              </a:pathLst>
            </a:custGeom>
            <a:solidFill>
              <a:srgbClr val="000000"/>
            </a:solidFill>
            <a:ln w="9525" cap="flat">
              <a:noFill/>
              <a:prstDash val="solid"/>
              <a:miter/>
            </a:ln>
          </p:spPr>
          <p:txBody>
            <a:bodyPr rtlCol="0" anchor="ctr"/>
            <a:lstStyle/>
            <a:p>
              <a:endParaRPr lang="en-GB"/>
            </a:p>
          </p:txBody>
        </p:sp>
        <p:sp>
          <p:nvSpPr>
            <p:cNvPr id="45" name="Vrije vorm: vorm 44">
              <a:extLst>
                <a:ext uri="{FF2B5EF4-FFF2-40B4-BE49-F238E27FC236}">
                  <a16:creationId xmlns:a16="http://schemas.microsoft.com/office/drawing/2014/main" id="{559E6BEF-0F0B-1F81-FCB5-7C9DF5D09313}"/>
                </a:ext>
              </a:extLst>
            </p:cNvPr>
            <p:cNvSpPr/>
            <p:nvPr/>
          </p:nvSpPr>
          <p:spPr>
            <a:xfrm>
              <a:off x="2856490" y="2354764"/>
              <a:ext cx="172449" cy="170903"/>
            </a:xfrm>
            <a:custGeom>
              <a:avLst/>
              <a:gdLst>
                <a:gd name="connsiteX0" fmla="*/ 128740 w 172449"/>
                <a:gd name="connsiteY0" fmla="*/ 93637 h 170903"/>
                <a:gd name="connsiteX1" fmla="*/ 103785 w 172449"/>
                <a:gd name="connsiteY1" fmla="*/ 77920 h 170903"/>
                <a:gd name="connsiteX2" fmla="*/ 170936 w 172449"/>
                <a:gd name="connsiteY2" fmla="*/ 9816 h 170903"/>
                <a:gd name="connsiteX3" fmla="*/ 170460 w 172449"/>
                <a:gd name="connsiteY3" fmla="*/ 6 h 170903"/>
                <a:gd name="connsiteX4" fmla="*/ 165888 w 172449"/>
                <a:gd name="connsiteY4" fmla="*/ 6959 h 170903"/>
                <a:gd name="connsiteX5" fmla="*/ 69114 w 172449"/>
                <a:gd name="connsiteY5" fmla="*/ 45440 h 170903"/>
                <a:gd name="connsiteX6" fmla="*/ 2058 w 172449"/>
                <a:gd name="connsiteY6" fmla="*/ 146405 h 170903"/>
                <a:gd name="connsiteX7" fmla="*/ 6344 w 172449"/>
                <a:gd name="connsiteY7" fmla="*/ 159454 h 170903"/>
                <a:gd name="connsiteX8" fmla="*/ 8439 w 172449"/>
                <a:gd name="connsiteY8" fmla="*/ 146215 h 170903"/>
                <a:gd name="connsiteX9" fmla="*/ 67209 w 172449"/>
                <a:gd name="connsiteY9" fmla="*/ 73348 h 170903"/>
                <a:gd name="connsiteX10" fmla="*/ 72638 w 172449"/>
                <a:gd name="connsiteY10" fmla="*/ 68205 h 170903"/>
                <a:gd name="connsiteX11" fmla="*/ 72162 w 172449"/>
                <a:gd name="connsiteY11" fmla="*/ 73158 h 170903"/>
                <a:gd name="connsiteX12" fmla="*/ 52445 w 172449"/>
                <a:gd name="connsiteY12" fmla="*/ 120878 h 170903"/>
                <a:gd name="connsiteX13" fmla="*/ 89592 w 172449"/>
                <a:gd name="connsiteY13" fmla="*/ 113544 h 170903"/>
                <a:gd name="connsiteX14" fmla="*/ 93688 w 172449"/>
                <a:gd name="connsiteY14" fmla="*/ 108495 h 170903"/>
                <a:gd name="connsiteX15" fmla="*/ 93974 w 172449"/>
                <a:gd name="connsiteY15" fmla="*/ 116020 h 170903"/>
                <a:gd name="connsiteX16" fmla="*/ 69304 w 172449"/>
                <a:gd name="connsiteY16" fmla="*/ 162502 h 170903"/>
                <a:gd name="connsiteX17" fmla="*/ 57207 w 172449"/>
                <a:gd name="connsiteY17" fmla="*/ 170313 h 170903"/>
                <a:gd name="connsiteX18" fmla="*/ 63684 w 172449"/>
                <a:gd name="connsiteY18" fmla="*/ 170694 h 170903"/>
                <a:gd name="connsiteX19" fmla="*/ 151124 w 172449"/>
                <a:gd name="connsiteY19" fmla="*/ 85159 h 170903"/>
                <a:gd name="connsiteX20" fmla="*/ 151410 w 172449"/>
                <a:gd name="connsiteY20" fmla="*/ 79920 h 170903"/>
                <a:gd name="connsiteX21" fmla="*/ 146361 w 172449"/>
                <a:gd name="connsiteY21" fmla="*/ 82873 h 170903"/>
                <a:gd name="connsiteX22" fmla="*/ 128740 w 172449"/>
                <a:gd name="connsiteY22" fmla="*/ 93637 h 170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2449" h="170903">
                  <a:moveTo>
                    <a:pt x="128740" y="93637"/>
                  </a:moveTo>
                  <a:cubicBezTo>
                    <a:pt x="116453" y="97542"/>
                    <a:pt x="103689" y="94399"/>
                    <a:pt x="103785" y="77920"/>
                  </a:cubicBezTo>
                  <a:cubicBezTo>
                    <a:pt x="103785" y="52774"/>
                    <a:pt x="162744" y="31724"/>
                    <a:pt x="170936" y="9816"/>
                  </a:cubicBezTo>
                  <a:cubicBezTo>
                    <a:pt x="172936" y="4387"/>
                    <a:pt x="173127" y="-185"/>
                    <a:pt x="170460" y="6"/>
                  </a:cubicBezTo>
                  <a:cubicBezTo>
                    <a:pt x="168555" y="101"/>
                    <a:pt x="170079" y="2863"/>
                    <a:pt x="165888" y="6959"/>
                  </a:cubicBezTo>
                  <a:cubicBezTo>
                    <a:pt x="141504" y="31438"/>
                    <a:pt x="100546" y="31343"/>
                    <a:pt x="69114" y="45440"/>
                  </a:cubicBezTo>
                  <a:cubicBezTo>
                    <a:pt x="48540" y="54679"/>
                    <a:pt x="-11849" y="83064"/>
                    <a:pt x="2058" y="146405"/>
                  </a:cubicBezTo>
                  <a:cubicBezTo>
                    <a:pt x="2724" y="149453"/>
                    <a:pt x="4534" y="159454"/>
                    <a:pt x="6344" y="159454"/>
                  </a:cubicBezTo>
                  <a:cubicBezTo>
                    <a:pt x="8439" y="159454"/>
                    <a:pt x="8439" y="153454"/>
                    <a:pt x="8439" y="146215"/>
                  </a:cubicBezTo>
                  <a:cubicBezTo>
                    <a:pt x="7963" y="108495"/>
                    <a:pt x="52635" y="98018"/>
                    <a:pt x="67209" y="73348"/>
                  </a:cubicBezTo>
                  <a:cubicBezTo>
                    <a:pt x="68923" y="70395"/>
                    <a:pt x="71971" y="66300"/>
                    <a:pt x="72638" y="68205"/>
                  </a:cubicBezTo>
                  <a:cubicBezTo>
                    <a:pt x="73019" y="69157"/>
                    <a:pt x="72733" y="70491"/>
                    <a:pt x="72162" y="73158"/>
                  </a:cubicBezTo>
                  <a:cubicBezTo>
                    <a:pt x="67590" y="93446"/>
                    <a:pt x="46444" y="106400"/>
                    <a:pt x="52445" y="120878"/>
                  </a:cubicBezTo>
                  <a:cubicBezTo>
                    <a:pt x="60255" y="139642"/>
                    <a:pt x="82639" y="125641"/>
                    <a:pt x="89592" y="113544"/>
                  </a:cubicBezTo>
                  <a:cubicBezTo>
                    <a:pt x="91402" y="110210"/>
                    <a:pt x="92450" y="108115"/>
                    <a:pt x="93688" y="108495"/>
                  </a:cubicBezTo>
                  <a:cubicBezTo>
                    <a:pt x="94641" y="108781"/>
                    <a:pt x="94545" y="112591"/>
                    <a:pt x="93974" y="116020"/>
                  </a:cubicBezTo>
                  <a:cubicBezTo>
                    <a:pt x="90259" y="137833"/>
                    <a:pt x="85306" y="150025"/>
                    <a:pt x="69304" y="162502"/>
                  </a:cubicBezTo>
                  <a:cubicBezTo>
                    <a:pt x="64161" y="166503"/>
                    <a:pt x="56160" y="167265"/>
                    <a:pt x="57207" y="170313"/>
                  </a:cubicBezTo>
                  <a:cubicBezTo>
                    <a:pt x="57493" y="171075"/>
                    <a:pt x="60922" y="170979"/>
                    <a:pt x="63684" y="170694"/>
                  </a:cubicBezTo>
                  <a:cubicBezTo>
                    <a:pt x="106166" y="167932"/>
                    <a:pt x="141694" y="117925"/>
                    <a:pt x="151124" y="85159"/>
                  </a:cubicBezTo>
                  <a:cubicBezTo>
                    <a:pt x="152076" y="82873"/>
                    <a:pt x="152362" y="80683"/>
                    <a:pt x="151410" y="79920"/>
                  </a:cubicBezTo>
                  <a:cubicBezTo>
                    <a:pt x="150171" y="78968"/>
                    <a:pt x="148266" y="81159"/>
                    <a:pt x="146361" y="82873"/>
                  </a:cubicBezTo>
                  <a:cubicBezTo>
                    <a:pt x="141504" y="87255"/>
                    <a:pt x="134836" y="91732"/>
                    <a:pt x="128740" y="93637"/>
                  </a:cubicBezTo>
                  <a:close/>
                </a:path>
              </a:pathLst>
            </a:custGeom>
            <a:solidFill>
              <a:srgbClr val="000000"/>
            </a:solidFill>
            <a:ln w="9525" cap="flat">
              <a:noFill/>
              <a:prstDash val="solid"/>
              <a:miter/>
            </a:ln>
          </p:spPr>
          <p:txBody>
            <a:bodyPr rtlCol="0" anchor="ctr"/>
            <a:lstStyle/>
            <a:p>
              <a:endParaRPr lang="en-GB" dirty="0"/>
            </a:p>
          </p:txBody>
        </p:sp>
        <p:sp>
          <p:nvSpPr>
            <p:cNvPr id="46" name="Vrije vorm: vorm 45">
              <a:extLst>
                <a:ext uri="{FF2B5EF4-FFF2-40B4-BE49-F238E27FC236}">
                  <a16:creationId xmlns:a16="http://schemas.microsoft.com/office/drawing/2014/main" id="{E2168793-CECA-2A56-70CA-A2BB97B2C83F}"/>
                </a:ext>
              </a:extLst>
            </p:cNvPr>
            <p:cNvSpPr/>
            <p:nvPr/>
          </p:nvSpPr>
          <p:spPr>
            <a:xfrm>
              <a:off x="3391376" y="2588894"/>
              <a:ext cx="114680" cy="134397"/>
            </a:xfrm>
            <a:custGeom>
              <a:avLst/>
              <a:gdLst>
                <a:gd name="connsiteX0" fmla="*/ 24955 w 114680"/>
                <a:gd name="connsiteY0" fmla="*/ 55054 h 134397"/>
                <a:gd name="connsiteX1" fmla="*/ 57055 w 114680"/>
                <a:gd name="connsiteY1" fmla="*/ 17431 h 134397"/>
                <a:gd name="connsiteX2" fmla="*/ 89344 w 114680"/>
                <a:gd name="connsiteY2" fmla="*/ 55054 h 134397"/>
                <a:gd name="connsiteX3" fmla="*/ 24955 w 114680"/>
                <a:gd name="connsiteY3" fmla="*/ 55054 h 134397"/>
                <a:gd name="connsiteX4" fmla="*/ 114681 w 114680"/>
                <a:gd name="connsiteY4" fmla="*/ 71723 h 134397"/>
                <a:gd name="connsiteX5" fmla="*/ 114681 w 114680"/>
                <a:gd name="connsiteY5" fmla="*/ 59817 h 134397"/>
                <a:gd name="connsiteX6" fmla="*/ 58864 w 114680"/>
                <a:gd name="connsiteY6" fmla="*/ 0 h 134397"/>
                <a:gd name="connsiteX7" fmla="*/ 0 w 114680"/>
                <a:gd name="connsiteY7" fmla="*/ 68199 h 134397"/>
                <a:gd name="connsiteX8" fmla="*/ 56864 w 114680"/>
                <a:gd name="connsiteY8" fmla="*/ 134398 h 134397"/>
                <a:gd name="connsiteX9" fmla="*/ 113157 w 114680"/>
                <a:gd name="connsiteY9" fmla="*/ 91250 h 134397"/>
                <a:gd name="connsiteX10" fmla="*/ 87916 w 114680"/>
                <a:gd name="connsiteY10" fmla="*/ 91250 h 134397"/>
                <a:gd name="connsiteX11" fmla="*/ 57150 w 114680"/>
                <a:gd name="connsiteY11" fmla="*/ 116967 h 134397"/>
                <a:gd name="connsiteX12" fmla="*/ 24479 w 114680"/>
                <a:gd name="connsiteY12" fmla="*/ 71818 h 134397"/>
                <a:gd name="connsiteX13" fmla="*/ 114681 w 114680"/>
                <a:gd name="connsiteY13" fmla="*/ 71818 h 134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4680" h="134397">
                  <a:moveTo>
                    <a:pt x="24955" y="55054"/>
                  </a:moveTo>
                  <a:cubicBezTo>
                    <a:pt x="25146" y="35242"/>
                    <a:pt x="37052" y="17431"/>
                    <a:pt x="57055" y="17431"/>
                  </a:cubicBezTo>
                  <a:cubicBezTo>
                    <a:pt x="80296" y="17431"/>
                    <a:pt x="89344" y="33338"/>
                    <a:pt x="89344" y="55054"/>
                  </a:cubicBezTo>
                  <a:lnTo>
                    <a:pt x="24955" y="55054"/>
                  </a:lnTo>
                  <a:close/>
                  <a:moveTo>
                    <a:pt x="114681" y="71723"/>
                  </a:moveTo>
                  <a:lnTo>
                    <a:pt x="114681" y="59817"/>
                  </a:lnTo>
                  <a:cubicBezTo>
                    <a:pt x="114681" y="24765"/>
                    <a:pt x="94774" y="0"/>
                    <a:pt x="58864" y="0"/>
                  </a:cubicBezTo>
                  <a:cubicBezTo>
                    <a:pt x="18764" y="0"/>
                    <a:pt x="0" y="31051"/>
                    <a:pt x="0" y="68199"/>
                  </a:cubicBezTo>
                  <a:cubicBezTo>
                    <a:pt x="0" y="105537"/>
                    <a:pt x="16192" y="134398"/>
                    <a:pt x="56864" y="134398"/>
                  </a:cubicBezTo>
                  <a:cubicBezTo>
                    <a:pt x="87154" y="134398"/>
                    <a:pt x="109347" y="120015"/>
                    <a:pt x="113157" y="91250"/>
                  </a:cubicBezTo>
                  <a:lnTo>
                    <a:pt x="87916" y="91250"/>
                  </a:lnTo>
                  <a:cubicBezTo>
                    <a:pt x="85154" y="109633"/>
                    <a:pt x="75819" y="116967"/>
                    <a:pt x="57150" y="116967"/>
                  </a:cubicBezTo>
                  <a:cubicBezTo>
                    <a:pt x="32671" y="116967"/>
                    <a:pt x="24479" y="95155"/>
                    <a:pt x="24479" y="71818"/>
                  </a:cubicBezTo>
                  <a:lnTo>
                    <a:pt x="114681" y="71818"/>
                  </a:lnTo>
                  <a:close/>
                </a:path>
              </a:pathLst>
            </a:custGeom>
            <a:solidFill>
              <a:srgbClr val="000000"/>
            </a:solidFill>
            <a:ln w="9525" cap="flat">
              <a:noFill/>
              <a:prstDash val="solid"/>
              <a:miter/>
            </a:ln>
          </p:spPr>
          <p:txBody>
            <a:bodyPr rtlCol="0" anchor="ctr"/>
            <a:lstStyle/>
            <a:p>
              <a:endParaRPr lang="en-GB"/>
            </a:p>
          </p:txBody>
        </p:sp>
        <p:sp>
          <p:nvSpPr>
            <p:cNvPr id="47" name="Vrije vorm: vorm 46">
              <a:extLst>
                <a:ext uri="{FF2B5EF4-FFF2-40B4-BE49-F238E27FC236}">
                  <a16:creationId xmlns:a16="http://schemas.microsoft.com/office/drawing/2014/main" id="{167B5967-C476-6D97-2D8A-678B164873F7}"/>
                </a:ext>
              </a:extLst>
            </p:cNvPr>
            <p:cNvSpPr/>
            <p:nvPr/>
          </p:nvSpPr>
          <p:spPr>
            <a:xfrm>
              <a:off x="3535108" y="2537173"/>
              <a:ext cx="24003" cy="182213"/>
            </a:xfrm>
            <a:custGeom>
              <a:avLst/>
              <a:gdLst>
                <a:gd name="connsiteX0" fmla="*/ 0 w 24003"/>
                <a:gd name="connsiteY0" fmla="*/ 0 h 182213"/>
                <a:gd name="connsiteX1" fmla="*/ 24003 w 24003"/>
                <a:gd name="connsiteY1" fmla="*/ 0 h 182213"/>
                <a:gd name="connsiteX2" fmla="*/ 24003 w 24003"/>
                <a:gd name="connsiteY2" fmla="*/ 182213 h 182213"/>
                <a:gd name="connsiteX3" fmla="*/ 0 w 24003"/>
                <a:gd name="connsiteY3" fmla="*/ 182213 h 182213"/>
              </a:gdLst>
              <a:ahLst/>
              <a:cxnLst>
                <a:cxn ang="0">
                  <a:pos x="connsiteX0" y="connsiteY0"/>
                </a:cxn>
                <a:cxn ang="0">
                  <a:pos x="connsiteX1" y="connsiteY1"/>
                </a:cxn>
                <a:cxn ang="0">
                  <a:pos x="connsiteX2" y="connsiteY2"/>
                </a:cxn>
                <a:cxn ang="0">
                  <a:pos x="connsiteX3" y="connsiteY3"/>
                </a:cxn>
              </a:cxnLst>
              <a:rect l="l" t="t" r="r" b="b"/>
              <a:pathLst>
                <a:path w="24003" h="182213">
                  <a:moveTo>
                    <a:pt x="0" y="0"/>
                  </a:moveTo>
                  <a:lnTo>
                    <a:pt x="24003" y="0"/>
                  </a:lnTo>
                  <a:lnTo>
                    <a:pt x="24003" y="182213"/>
                  </a:lnTo>
                  <a:lnTo>
                    <a:pt x="0" y="182213"/>
                  </a:lnTo>
                  <a:close/>
                </a:path>
              </a:pathLst>
            </a:custGeom>
            <a:solidFill>
              <a:srgbClr val="000000"/>
            </a:solidFill>
            <a:ln w="9525" cap="flat">
              <a:noFill/>
              <a:prstDash val="solid"/>
              <a:miter/>
            </a:ln>
          </p:spPr>
          <p:txBody>
            <a:bodyPr rtlCol="0" anchor="ctr"/>
            <a:lstStyle/>
            <a:p>
              <a:endParaRPr lang="en-GB"/>
            </a:p>
          </p:txBody>
        </p:sp>
        <p:sp>
          <p:nvSpPr>
            <p:cNvPr id="48" name="Vrije vorm: vorm 47">
              <a:extLst>
                <a:ext uri="{FF2B5EF4-FFF2-40B4-BE49-F238E27FC236}">
                  <a16:creationId xmlns:a16="http://schemas.microsoft.com/office/drawing/2014/main" id="{0863CA44-130B-E285-9545-E013062D262E}"/>
                </a:ext>
              </a:extLst>
            </p:cNvPr>
            <p:cNvSpPr/>
            <p:nvPr/>
          </p:nvSpPr>
          <p:spPr>
            <a:xfrm>
              <a:off x="3585591" y="2533363"/>
              <a:ext cx="81533" cy="186023"/>
            </a:xfrm>
            <a:custGeom>
              <a:avLst/>
              <a:gdLst>
                <a:gd name="connsiteX0" fmla="*/ 48768 w 81533"/>
                <a:gd name="connsiteY0" fmla="*/ 186023 h 186023"/>
                <a:gd name="connsiteX1" fmla="*/ 48768 w 81533"/>
                <a:gd name="connsiteY1" fmla="*/ 76009 h 186023"/>
                <a:gd name="connsiteX2" fmla="*/ 78010 w 81533"/>
                <a:gd name="connsiteY2" fmla="*/ 76009 h 186023"/>
                <a:gd name="connsiteX3" fmla="*/ 78010 w 81533"/>
                <a:gd name="connsiteY3" fmla="*/ 59341 h 186023"/>
                <a:gd name="connsiteX4" fmla="*/ 48768 w 81533"/>
                <a:gd name="connsiteY4" fmla="*/ 59341 h 186023"/>
                <a:gd name="connsiteX5" fmla="*/ 48768 w 81533"/>
                <a:gd name="connsiteY5" fmla="*/ 38862 h 186023"/>
                <a:gd name="connsiteX6" fmla="*/ 69437 w 81533"/>
                <a:gd name="connsiteY6" fmla="*/ 21717 h 186023"/>
                <a:gd name="connsiteX7" fmla="*/ 81534 w 81533"/>
                <a:gd name="connsiteY7" fmla="*/ 22479 h 186023"/>
                <a:gd name="connsiteX8" fmla="*/ 81534 w 81533"/>
                <a:gd name="connsiteY8" fmla="*/ 2572 h 186023"/>
                <a:gd name="connsiteX9" fmla="*/ 64389 w 81533"/>
                <a:gd name="connsiteY9" fmla="*/ 0 h 186023"/>
                <a:gd name="connsiteX10" fmla="*/ 24765 w 81533"/>
                <a:gd name="connsiteY10" fmla="*/ 35624 h 186023"/>
                <a:gd name="connsiteX11" fmla="*/ 24765 w 81533"/>
                <a:gd name="connsiteY11" fmla="*/ 59341 h 186023"/>
                <a:gd name="connsiteX12" fmla="*/ 0 w 81533"/>
                <a:gd name="connsiteY12" fmla="*/ 59341 h 186023"/>
                <a:gd name="connsiteX13" fmla="*/ 0 w 81533"/>
                <a:gd name="connsiteY13" fmla="*/ 76009 h 186023"/>
                <a:gd name="connsiteX14" fmla="*/ 24765 w 81533"/>
                <a:gd name="connsiteY14" fmla="*/ 76009 h 186023"/>
                <a:gd name="connsiteX15" fmla="*/ 24765 w 81533"/>
                <a:gd name="connsiteY15" fmla="*/ 186023 h 186023"/>
                <a:gd name="connsiteX16" fmla="*/ 48768 w 81533"/>
                <a:gd name="connsiteY16" fmla="*/ 186023 h 186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1533" h="186023">
                  <a:moveTo>
                    <a:pt x="48768" y="186023"/>
                  </a:moveTo>
                  <a:lnTo>
                    <a:pt x="48768" y="76009"/>
                  </a:lnTo>
                  <a:lnTo>
                    <a:pt x="78010" y="76009"/>
                  </a:lnTo>
                  <a:lnTo>
                    <a:pt x="78010" y="59341"/>
                  </a:lnTo>
                  <a:lnTo>
                    <a:pt x="48768" y="59341"/>
                  </a:lnTo>
                  <a:lnTo>
                    <a:pt x="48768" y="38862"/>
                  </a:lnTo>
                  <a:cubicBezTo>
                    <a:pt x="48768" y="24193"/>
                    <a:pt x="55817" y="21717"/>
                    <a:pt x="69437" y="21717"/>
                  </a:cubicBezTo>
                  <a:cubicBezTo>
                    <a:pt x="73438" y="21717"/>
                    <a:pt x="77533" y="22193"/>
                    <a:pt x="81534" y="22479"/>
                  </a:cubicBezTo>
                  <a:lnTo>
                    <a:pt x="81534" y="2572"/>
                  </a:lnTo>
                  <a:cubicBezTo>
                    <a:pt x="75914" y="1333"/>
                    <a:pt x="70199" y="0"/>
                    <a:pt x="64389" y="0"/>
                  </a:cubicBezTo>
                  <a:cubicBezTo>
                    <a:pt x="41720" y="0"/>
                    <a:pt x="24765" y="11430"/>
                    <a:pt x="24765" y="35624"/>
                  </a:cubicBezTo>
                  <a:lnTo>
                    <a:pt x="24765" y="59341"/>
                  </a:lnTo>
                  <a:lnTo>
                    <a:pt x="0" y="59341"/>
                  </a:lnTo>
                  <a:lnTo>
                    <a:pt x="0" y="76009"/>
                  </a:lnTo>
                  <a:lnTo>
                    <a:pt x="24765" y="76009"/>
                  </a:lnTo>
                  <a:lnTo>
                    <a:pt x="24765" y="186023"/>
                  </a:lnTo>
                  <a:lnTo>
                    <a:pt x="48768" y="186023"/>
                  </a:lnTo>
                  <a:close/>
                </a:path>
              </a:pathLst>
            </a:custGeom>
            <a:solidFill>
              <a:srgbClr val="000000"/>
            </a:solidFill>
            <a:ln w="9525" cap="flat">
              <a:noFill/>
              <a:prstDash val="solid"/>
              <a:miter/>
            </a:ln>
          </p:spPr>
          <p:txBody>
            <a:bodyPr rtlCol="0" anchor="ctr"/>
            <a:lstStyle/>
            <a:p>
              <a:endParaRPr lang="en-GB"/>
            </a:p>
          </p:txBody>
        </p:sp>
        <p:sp>
          <p:nvSpPr>
            <p:cNvPr id="49" name="Vrije vorm: vorm 48">
              <a:extLst>
                <a:ext uri="{FF2B5EF4-FFF2-40B4-BE49-F238E27FC236}">
                  <a16:creationId xmlns:a16="http://schemas.microsoft.com/office/drawing/2014/main" id="{BC4A4D97-B586-8C1B-3EB4-EF127E58DA10}"/>
                </a:ext>
              </a:extLst>
            </p:cNvPr>
            <p:cNvSpPr/>
            <p:nvPr/>
          </p:nvSpPr>
          <p:spPr>
            <a:xfrm>
              <a:off x="3677316" y="2558224"/>
              <a:ext cx="74961" cy="164972"/>
            </a:xfrm>
            <a:custGeom>
              <a:avLst/>
              <a:gdLst>
                <a:gd name="connsiteX0" fmla="*/ 0 w 74961"/>
                <a:gd name="connsiteY0" fmla="*/ 34480 h 164972"/>
                <a:gd name="connsiteX1" fmla="*/ 0 w 74961"/>
                <a:gd name="connsiteY1" fmla="*/ 51149 h 164972"/>
                <a:gd name="connsiteX2" fmla="*/ 21717 w 74961"/>
                <a:gd name="connsiteY2" fmla="*/ 51149 h 164972"/>
                <a:gd name="connsiteX3" fmla="*/ 21717 w 74961"/>
                <a:gd name="connsiteY3" fmla="*/ 131921 h 164972"/>
                <a:gd name="connsiteX4" fmla="*/ 57626 w 74961"/>
                <a:gd name="connsiteY4" fmla="*/ 164973 h 164972"/>
                <a:gd name="connsiteX5" fmla="*/ 74009 w 74961"/>
                <a:gd name="connsiteY5" fmla="*/ 163449 h 164972"/>
                <a:gd name="connsiteX6" fmla="*/ 74009 w 74961"/>
                <a:gd name="connsiteY6" fmla="*/ 145066 h 164972"/>
                <a:gd name="connsiteX7" fmla="*/ 61341 w 74961"/>
                <a:gd name="connsiteY7" fmla="*/ 146590 h 164972"/>
                <a:gd name="connsiteX8" fmla="*/ 45720 w 74961"/>
                <a:gd name="connsiteY8" fmla="*/ 133255 h 164972"/>
                <a:gd name="connsiteX9" fmla="*/ 45720 w 74961"/>
                <a:gd name="connsiteY9" fmla="*/ 51245 h 164972"/>
                <a:gd name="connsiteX10" fmla="*/ 74962 w 74961"/>
                <a:gd name="connsiteY10" fmla="*/ 51245 h 164972"/>
                <a:gd name="connsiteX11" fmla="*/ 74962 w 74961"/>
                <a:gd name="connsiteY11" fmla="*/ 34576 h 164972"/>
                <a:gd name="connsiteX12" fmla="*/ 45720 w 74961"/>
                <a:gd name="connsiteY12" fmla="*/ 34576 h 164972"/>
                <a:gd name="connsiteX13" fmla="*/ 45720 w 74961"/>
                <a:gd name="connsiteY13" fmla="*/ 0 h 164972"/>
                <a:gd name="connsiteX14" fmla="*/ 21717 w 74961"/>
                <a:gd name="connsiteY14" fmla="*/ 7525 h 164972"/>
                <a:gd name="connsiteX15" fmla="*/ 21717 w 74961"/>
                <a:gd name="connsiteY15" fmla="*/ 34576 h 164972"/>
                <a:gd name="connsiteX16" fmla="*/ 0 w 74961"/>
                <a:gd name="connsiteY16" fmla="*/ 34480 h 164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961" h="164972">
                  <a:moveTo>
                    <a:pt x="0" y="34480"/>
                  </a:moveTo>
                  <a:lnTo>
                    <a:pt x="0" y="51149"/>
                  </a:lnTo>
                  <a:lnTo>
                    <a:pt x="21717" y="51149"/>
                  </a:lnTo>
                  <a:lnTo>
                    <a:pt x="21717" y="131921"/>
                  </a:lnTo>
                  <a:cubicBezTo>
                    <a:pt x="21717" y="148780"/>
                    <a:pt x="22003" y="164973"/>
                    <a:pt x="57626" y="164973"/>
                  </a:cubicBezTo>
                  <a:cubicBezTo>
                    <a:pt x="63151" y="164973"/>
                    <a:pt x="68389" y="164497"/>
                    <a:pt x="74009" y="163449"/>
                  </a:cubicBezTo>
                  <a:lnTo>
                    <a:pt x="74009" y="145066"/>
                  </a:lnTo>
                  <a:cubicBezTo>
                    <a:pt x="70104" y="146018"/>
                    <a:pt x="65151" y="146590"/>
                    <a:pt x="61341" y="146590"/>
                  </a:cubicBezTo>
                  <a:cubicBezTo>
                    <a:pt x="52768" y="146590"/>
                    <a:pt x="45720" y="142304"/>
                    <a:pt x="45720" y="133255"/>
                  </a:cubicBezTo>
                  <a:lnTo>
                    <a:pt x="45720" y="51245"/>
                  </a:lnTo>
                  <a:lnTo>
                    <a:pt x="74962" y="51245"/>
                  </a:lnTo>
                  <a:lnTo>
                    <a:pt x="74962" y="34576"/>
                  </a:lnTo>
                  <a:lnTo>
                    <a:pt x="45720" y="34576"/>
                  </a:lnTo>
                  <a:lnTo>
                    <a:pt x="45720" y="0"/>
                  </a:lnTo>
                  <a:lnTo>
                    <a:pt x="21717" y="7525"/>
                  </a:lnTo>
                  <a:lnTo>
                    <a:pt x="21717" y="34576"/>
                  </a:lnTo>
                  <a:lnTo>
                    <a:pt x="0" y="34480"/>
                  </a:lnTo>
                  <a:close/>
                </a:path>
              </a:pathLst>
            </a:custGeom>
            <a:solidFill>
              <a:srgbClr val="000000"/>
            </a:solidFill>
            <a:ln w="9525" cap="flat">
              <a:noFill/>
              <a:prstDash val="solid"/>
              <a:miter/>
            </a:ln>
          </p:spPr>
          <p:txBody>
            <a:bodyPr rtlCol="0" anchor="ctr"/>
            <a:lstStyle/>
            <a:p>
              <a:endParaRPr lang="en-GB"/>
            </a:p>
          </p:txBody>
        </p:sp>
        <p:sp>
          <p:nvSpPr>
            <p:cNvPr id="50" name="Vrije vorm: vorm 49">
              <a:extLst>
                <a:ext uri="{FF2B5EF4-FFF2-40B4-BE49-F238E27FC236}">
                  <a16:creationId xmlns:a16="http://schemas.microsoft.com/office/drawing/2014/main" id="{9799722F-EF3D-E27E-3C21-C59FE9D1258A}"/>
                </a:ext>
              </a:extLst>
            </p:cNvPr>
            <p:cNvSpPr/>
            <p:nvPr/>
          </p:nvSpPr>
          <p:spPr>
            <a:xfrm>
              <a:off x="3219450" y="2537078"/>
              <a:ext cx="148685" cy="182308"/>
            </a:xfrm>
            <a:custGeom>
              <a:avLst/>
              <a:gdLst>
                <a:gd name="connsiteX0" fmla="*/ 0 w 148685"/>
                <a:gd name="connsiteY0" fmla="*/ 182309 h 182308"/>
                <a:gd name="connsiteX1" fmla="*/ 62579 w 148685"/>
                <a:gd name="connsiteY1" fmla="*/ 182309 h 182308"/>
                <a:gd name="connsiteX2" fmla="*/ 148685 w 148685"/>
                <a:gd name="connsiteY2" fmla="*/ 91154 h 182308"/>
                <a:gd name="connsiteX3" fmla="*/ 62579 w 148685"/>
                <a:gd name="connsiteY3" fmla="*/ 0 h 182308"/>
                <a:gd name="connsiteX4" fmla="*/ 0 w 148685"/>
                <a:gd name="connsiteY4" fmla="*/ 0 h 182308"/>
                <a:gd name="connsiteX5" fmla="*/ 0 w 148685"/>
                <a:gd name="connsiteY5" fmla="*/ 182309 h 182308"/>
                <a:gd name="connsiteX6" fmla="*/ 25241 w 148685"/>
                <a:gd name="connsiteY6" fmla="*/ 21812 h 182308"/>
                <a:gd name="connsiteX7" fmla="*/ 62579 w 148685"/>
                <a:gd name="connsiteY7" fmla="*/ 21812 h 182308"/>
                <a:gd name="connsiteX8" fmla="*/ 122206 w 148685"/>
                <a:gd name="connsiteY8" fmla="*/ 91250 h 182308"/>
                <a:gd name="connsiteX9" fmla="*/ 62579 w 148685"/>
                <a:gd name="connsiteY9" fmla="*/ 160687 h 182308"/>
                <a:gd name="connsiteX10" fmla="*/ 25241 w 148685"/>
                <a:gd name="connsiteY10" fmla="*/ 160687 h 182308"/>
                <a:gd name="connsiteX11" fmla="*/ 25241 w 148685"/>
                <a:gd name="connsiteY11" fmla="*/ 21812 h 1823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8685" h="182308">
                  <a:moveTo>
                    <a:pt x="0" y="182309"/>
                  </a:moveTo>
                  <a:lnTo>
                    <a:pt x="62579" y="182309"/>
                  </a:lnTo>
                  <a:cubicBezTo>
                    <a:pt x="140494" y="182309"/>
                    <a:pt x="148685" y="116300"/>
                    <a:pt x="148685" y="91154"/>
                  </a:cubicBezTo>
                  <a:cubicBezTo>
                    <a:pt x="148685" y="66008"/>
                    <a:pt x="140494" y="0"/>
                    <a:pt x="62579" y="0"/>
                  </a:cubicBezTo>
                  <a:lnTo>
                    <a:pt x="0" y="0"/>
                  </a:lnTo>
                  <a:lnTo>
                    <a:pt x="0" y="182309"/>
                  </a:lnTo>
                  <a:close/>
                  <a:moveTo>
                    <a:pt x="25241" y="21812"/>
                  </a:moveTo>
                  <a:lnTo>
                    <a:pt x="62579" y="21812"/>
                  </a:lnTo>
                  <a:cubicBezTo>
                    <a:pt x="104680" y="21812"/>
                    <a:pt x="122206" y="53626"/>
                    <a:pt x="122206" y="91250"/>
                  </a:cubicBezTo>
                  <a:cubicBezTo>
                    <a:pt x="122206" y="128873"/>
                    <a:pt x="104680" y="160687"/>
                    <a:pt x="62579" y="160687"/>
                  </a:cubicBezTo>
                  <a:lnTo>
                    <a:pt x="25241" y="160687"/>
                  </a:lnTo>
                  <a:lnTo>
                    <a:pt x="25241" y="21812"/>
                  </a:lnTo>
                  <a:close/>
                </a:path>
              </a:pathLst>
            </a:custGeom>
            <a:solidFill>
              <a:srgbClr val="000000"/>
            </a:solidFill>
            <a:ln w="9525" cap="flat">
              <a:noFill/>
              <a:prstDash val="solid"/>
              <a:miter/>
            </a:ln>
          </p:spPr>
          <p:txBody>
            <a:bodyPr rtlCol="0" anchor="ctr"/>
            <a:lstStyle/>
            <a:p>
              <a:endParaRPr lang="en-GB"/>
            </a:p>
          </p:txBody>
        </p:sp>
      </p:grpSp>
    </p:spTree>
    <p:extLst>
      <p:ext uri="{BB962C8B-B14F-4D97-AF65-F5344CB8AC3E}">
        <p14:creationId xmlns:p14="http://schemas.microsoft.com/office/powerpoint/2010/main" val="4167737445"/>
      </p:ext>
    </p:extLst>
  </p:cSld>
  <p:clrMap bg1="lt1" tx1="dk1" bg2="lt2" tx2="dk2" accent1="accent1" accent2="accent2" accent3="accent3" accent4="accent4" accent5="accent5" accent6="accent6" hlink="hlink" folHlink="folHlink"/>
  <p:sldLayoutIdLst>
    <p:sldLayoutId id="2147483764" r:id="rId1"/>
    <p:sldLayoutId id="2147483766" r:id="rId2"/>
    <p:sldLayoutId id="2147483767" r:id="rId3"/>
    <p:sldLayoutId id="2147483768" r:id="rId4"/>
    <p:sldLayoutId id="2147483769" r:id="rId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p:txStyles>
    <p:titleStyle>
      <a:lvl1pPr algn="l" defTabSz="914400" rtl="0" eaLnBrk="1" latinLnBrk="0" hangingPunct="1">
        <a:lnSpc>
          <a:spcPts val="3600"/>
        </a:lnSpc>
        <a:spcBef>
          <a:spcPct val="0"/>
        </a:spcBef>
        <a:buNone/>
        <a:defRPr sz="3600" b="1" kern="1200">
          <a:solidFill>
            <a:schemeClr val="tx2"/>
          </a:solidFill>
          <a:latin typeface="+mj-lt"/>
          <a:ea typeface="+mj-ea"/>
          <a:cs typeface="+mj-cs"/>
        </a:defRPr>
      </a:lvl1pPr>
    </p:titleStyle>
    <p:bodyStyle>
      <a:lvl1pPr marL="361950" indent="-361950" algn="l" defTabSz="914400" rtl="0" eaLnBrk="1" latinLnBrk="0" hangingPunct="1">
        <a:lnSpc>
          <a:spcPct val="90000"/>
        </a:lnSpc>
        <a:spcBef>
          <a:spcPts val="200"/>
        </a:spcBef>
        <a:spcAft>
          <a:spcPts val="200"/>
        </a:spcAft>
        <a:buClr>
          <a:schemeClr val="accent1"/>
        </a:buClr>
        <a:buSzPct val="120000"/>
        <a:buFont typeface="Arial" panose="020B0604020202020204" pitchFamily="34" charset="0"/>
        <a:buChar char="•"/>
        <a:defRPr sz="1400" kern="1200">
          <a:solidFill>
            <a:schemeClr val="tx2"/>
          </a:solidFill>
          <a:latin typeface="+mn-lt"/>
          <a:ea typeface="+mn-ea"/>
          <a:cs typeface="+mn-cs"/>
        </a:defRPr>
      </a:lvl1pPr>
      <a:lvl2pPr marL="712788" indent="-350838" algn="l" defTabSz="914400" rtl="0" eaLnBrk="1" latinLnBrk="0" hangingPunct="1">
        <a:lnSpc>
          <a:spcPct val="90000"/>
        </a:lnSpc>
        <a:spcBef>
          <a:spcPts val="200"/>
        </a:spcBef>
        <a:spcAft>
          <a:spcPts val="200"/>
        </a:spcAft>
        <a:buClr>
          <a:schemeClr val="accent1"/>
        </a:buClr>
        <a:buSzPct val="120000"/>
        <a:buFont typeface="Arial" panose="020B0604020202020204" pitchFamily="34" charset="0"/>
        <a:buChar char="•"/>
        <a:tabLst>
          <a:tab pos="712788" algn="l"/>
        </a:tabLst>
        <a:defRPr sz="1400" kern="1200">
          <a:solidFill>
            <a:schemeClr val="tx2"/>
          </a:solidFill>
          <a:latin typeface="+mn-lt"/>
          <a:ea typeface="+mn-ea"/>
          <a:cs typeface="+mn-cs"/>
        </a:defRPr>
      </a:lvl2pPr>
      <a:lvl3pPr marL="0" indent="0" algn="l" defTabSz="914400" rtl="0" eaLnBrk="1" latinLnBrk="0" hangingPunct="1">
        <a:lnSpc>
          <a:spcPct val="90000"/>
        </a:lnSpc>
        <a:spcBef>
          <a:spcPts val="200"/>
        </a:spcBef>
        <a:spcAft>
          <a:spcPts val="200"/>
        </a:spcAft>
        <a:buClr>
          <a:schemeClr val="accent3"/>
        </a:buClr>
        <a:buFont typeface="Segoe UI Light" panose="020B0502040204020203" pitchFamily="34" charset="0"/>
        <a:buNone/>
        <a:defRPr sz="1400" kern="1200">
          <a:solidFill>
            <a:schemeClr val="tx2"/>
          </a:solidFill>
          <a:latin typeface="+mn-lt"/>
          <a:ea typeface="+mn-ea"/>
          <a:cs typeface="+mn-cs"/>
        </a:defRPr>
      </a:lvl3pPr>
      <a:lvl4pPr marL="0" indent="0" algn="l" defTabSz="914400" rtl="0" eaLnBrk="1" latinLnBrk="0" hangingPunct="1">
        <a:lnSpc>
          <a:spcPct val="90000"/>
        </a:lnSpc>
        <a:spcBef>
          <a:spcPts val="200"/>
        </a:spcBef>
        <a:spcAft>
          <a:spcPts val="200"/>
        </a:spcAft>
        <a:buFont typeface="Arial" panose="020B0604020202020204" pitchFamily="34" charset="0"/>
        <a:buNone/>
        <a:defRPr sz="3600" b="1" kern="1200">
          <a:solidFill>
            <a:schemeClr val="tx2"/>
          </a:solidFill>
          <a:latin typeface="+mj-lt"/>
          <a:ea typeface="+mn-ea"/>
          <a:cs typeface="+mn-cs"/>
        </a:defRPr>
      </a:lvl4pPr>
      <a:lvl5pPr marL="0" indent="0" algn="l" defTabSz="914400" rtl="0" eaLnBrk="1" latinLnBrk="0" hangingPunct="1">
        <a:lnSpc>
          <a:spcPct val="90000"/>
        </a:lnSpc>
        <a:spcBef>
          <a:spcPts val="200"/>
        </a:spcBef>
        <a:spcAft>
          <a:spcPts val="200"/>
        </a:spcAft>
        <a:buFont typeface="Arial" panose="020B0604020202020204" pitchFamily="34" charset="0"/>
        <a:buNone/>
        <a:defRPr sz="1600" b="0" kern="1200">
          <a:solidFill>
            <a:schemeClr val="accent1"/>
          </a:solidFill>
          <a:latin typeface="+mj-lt"/>
          <a:ea typeface="+mn-ea"/>
          <a:cs typeface="+mn-cs"/>
        </a:defRPr>
      </a:lvl5pPr>
      <a:lvl6pPr marL="0" indent="0" algn="l" defTabSz="914400" rtl="0" eaLnBrk="1" latinLnBrk="0" hangingPunct="1">
        <a:lnSpc>
          <a:spcPct val="90000"/>
        </a:lnSpc>
        <a:spcBef>
          <a:spcPts val="200"/>
        </a:spcBef>
        <a:spcAft>
          <a:spcPts val="200"/>
        </a:spcAft>
        <a:buClr>
          <a:schemeClr val="accent1"/>
        </a:buClr>
        <a:buFont typeface="Arial" panose="020B0604020202020204" pitchFamily="34" charset="0"/>
        <a:buNone/>
        <a:defRPr sz="1400" b="0" kern="1200" cap="none" baseline="0">
          <a:solidFill>
            <a:schemeClr val="tx1"/>
          </a:solidFill>
          <a:latin typeface="+mj-lt"/>
          <a:ea typeface="+mn-ea"/>
          <a:cs typeface="+mn-cs"/>
        </a:defRPr>
      </a:lvl6pPr>
      <a:lvl7pPr marL="361950" indent="-361950" algn="l" defTabSz="914400" rtl="0" eaLnBrk="1" latinLnBrk="0" hangingPunct="1">
        <a:lnSpc>
          <a:spcPct val="90000"/>
        </a:lnSpc>
        <a:spcBef>
          <a:spcPts val="200"/>
        </a:spcBef>
        <a:spcAft>
          <a:spcPts val="200"/>
        </a:spcAft>
        <a:buClr>
          <a:schemeClr val="accent1"/>
        </a:buClr>
        <a:buFont typeface="+mj-lt"/>
        <a:buAutoNum type="arabicPeriod"/>
        <a:tabLst/>
        <a:defRPr sz="1400" kern="1200">
          <a:solidFill>
            <a:schemeClr val="tx1"/>
          </a:solidFill>
          <a:latin typeface="+mn-lt"/>
          <a:ea typeface="+mn-ea"/>
          <a:cs typeface="+mn-cs"/>
        </a:defRPr>
      </a:lvl7pPr>
      <a:lvl8pPr marL="361950" indent="-361950" algn="l" defTabSz="914400" rtl="0" eaLnBrk="1" latinLnBrk="0" hangingPunct="1">
        <a:lnSpc>
          <a:spcPct val="90000"/>
        </a:lnSpc>
        <a:spcBef>
          <a:spcPts val="200"/>
        </a:spcBef>
        <a:spcAft>
          <a:spcPts val="200"/>
        </a:spcAft>
        <a:buClr>
          <a:schemeClr val="accent1"/>
        </a:buClr>
        <a:buFont typeface="+mj-lt"/>
        <a:buAutoNum type="alphaLcPeriod"/>
        <a:defRPr sz="1400" kern="1200">
          <a:solidFill>
            <a:schemeClr val="tx1"/>
          </a:solidFill>
          <a:latin typeface="+mn-lt"/>
          <a:ea typeface="+mn-ea"/>
          <a:cs typeface="+mn-cs"/>
        </a:defRPr>
      </a:lvl8pPr>
      <a:lvl9pPr marL="0" indent="0" algn="l" defTabSz="914400" rtl="0" eaLnBrk="1" latinLnBrk="0" hangingPunct="1">
        <a:lnSpc>
          <a:spcPct val="90000"/>
        </a:lnSpc>
        <a:spcBef>
          <a:spcPts val="200"/>
        </a:spcBef>
        <a:spcAft>
          <a:spcPts val="200"/>
        </a:spcAft>
        <a:buClr>
          <a:schemeClr val="accent1"/>
        </a:buClr>
        <a:buFont typeface="Arial" panose="020B0604020202020204" pitchFamily="34" charset="0"/>
        <a:buNone/>
        <a:defRPr sz="1100" i="1"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986">
          <p15:clr>
            <a:srgbClr val="5ACBF0"/>
          </p15:clr>
        </p15:guide>
        <p15:guide id="2" pos="453">
          <p15:clr>
            <a:srgbClr val="5ACBF0"/>
          </p15:clr>
        </p15:guide>
        <p15:guide id="3" orient="horz" pos="3780">
          <p15:clr>
            <a:srgbClr val="5ACBF0"/>
          </p15:clr>
        </p15:guide>
        <p15:guide id="6" pos="7226">
          <p15:clr>
            <a:srgbClr val="5ACBF0"/>
          </p15:clr>
        </p15:guide>
        <p15:guide id="9" orient="horz" pos="453">
          <p15:clr>
            <a:srgbClr val="5ACBF0"/>
          </p15:clr>
        </p15:guide>
        <p15:guide id="10" orient="horz" pos="659">
          <p15:clr>
            <a:srgbClr val="5ACBF0"/>
          </p15:clr>
        </p15:guide>
        <p15:guide id="12" orient="horz" pos="4032">
          <p15:clr>
            <a:srgbClr val="A4A3A4"/>
          </p15:clr>
        </p15:guide>
        <p15:guide id="13" pos="7680">
          <p15:clr>
            <a:srgbClr val="F26B43"/>
          </p15:clr>
        </p15:guide>
        <p15:guide id="14" orient="horz" pos="4320">
          <p15:clr>
            <a:srgbClr val="F26B43"/>
          </p15:clr>
        </p15:guide>
        <p15:guide id="15" orient="horz" pos="4151">
          <p15:clr>
            <a:srgbClr val="A4A3A4"/>
          </p15:clr>
        </p15:guide>
        <p15:guide id="16">
          <p15:clr>
            <a:srgbClr val="F26B43"/>
          </p15:clr>
        </p15:guide>
        <p15:guide id="17" orient="horz">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8.xml"/><Relationship Id="rId5" Type="http://schemas.openxmlformats.org/officeDocument/2006/relationships/image" Target="../media/image7.png"/><Relationship Id="rId4" Type="http://schemas.openxmlformats.org/officeDocument/2006/relationships/customXml" Target="../ink/ink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31.xml"/><Relationship Id="rId5" Type="http://schemas.openxmlformats.org/officeDocument/2006/relationships/image" Target="../media/image7.jpg"/><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2.jpeg"/><Relationship Id="rId7" Type="http://schemas.openxmlformats.org/officeDocument/2006/relationships/image" Target="../media/image16.svg"/><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6.sv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6.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4.xml"/><Relationship Id="rId6" Type="http://schemas.openxmlformats.org/officeDocument/2006/relationships/image" Target="../media/image21.png"/><Relationship Id="rId5" Type="http://schemas.openxmlformats.org/officeDocument/2006/relationships/image" Target="../media/image18.png"/><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4.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29.png"/></Relationships>
</file>

<file path=ppt/slides/_rels/slide24.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8.png"/><Relationship Id="rId7" Type="http://schemas.openxmlformats.org/officeDocument/2006/relationships/image" Target="../media/image31.png"/><Relationship Id="rId2" Type="http://schemas.openxmlformats.org/officeDocument/2006/relationships/notesSlide" Target="../notesSlides/notesSlide22.xml"/><Relationship Id="rId1" Type="http://schemas.openxmlformats.org/officeDocument/2006/relationships/slideLayout" Target="../slideLayouts/slideLayout4.xml"/><Relationship Id="rId6" Type="http://schemas.openxmlformats.org/officeDocument/2006/relationships/image" Target="../media/image30.png"/><Relationship Id="rId5" Type="http://schemas.openxmlformats.org/officeDocument/2006/relationships/image" Target="../media/image250.png"/><Relationship Id="rId4" Type="http://schemas.openxmlformats.org/officeDocument/2006/relationships/image" Target="../media/image29.png"/></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3.xml"/><Relationship Id="rId1" Type="http://schemas.openxmlformats.org/officeDocument/2006/relationships/slideLayout" Target="../slideLayouts/slideLayout4.xml"/><Relationship Id="rId5" Type="http://schemas.openxmlformats.org/officeDocument/2006/relationships/image" Target="../media/image29.png"/><Relationship Id="rId4" Type="http://schemas.openxmlformats.org/officeDocument/2006/relationships/image" Target="../media/image34.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notesSlide" Target="../notesSlides/notesSlide27.xml"/><Relationship Id="rId1" Type="http://schemas.openxmlformats.org/officeDocument/2006/relationships/slideLayout" Target="../slideLayouts/slideLayout5.xml"/><Relationship Id="rId5" Type="http://schemas.openxmlformats.org/officeDocument/2006/relationships/image" Target="../media/image36.png"/><Relationship Id="rId4" Type="http://schemas.openxmlformats.org/officeDocument/2006/relationships/image" Target="../media/image35.png"/></Relationships>
</file>

<file path=ppt/slides/_rels/slide3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8.xml"/><Relationship Id="rId1" Type="http://schemas.openxmlformats.org/officeDocument/2006/relationships/slideLayout" Target="../slideLayouts/slideLayout5.xml"/><Relationship Id="rId4" Type="http://schemas.openxmlformats.org/officeDocument/2006/relationships/image" Target="../media/image37.png"/></Relationships>
</file>

<file path=ppt/slides/_rels/slide31.xml.rels><?xml version="1.0" encoding="UTF-8" standalone="yes"?>
<Relationships xmlns="http://schemas.openxmlformats.org/package/2006/relationships"><Relationship Id="rId3" Type="http://schemas.openxmlformats.org/officeDocument/2006/relationships/image" Target="../media/image330.png"/><Relationship Id="rId2" Type="http://schemas.openxmlformats.org/officeDocument/2006/relationships/notesSlide" Target="../notesSlides/notesSlide29.xml"/><Relationship Id="rId1" Type="http://schemas.openxmlformats.org/officeDocument/2006/relationships/slideLayout" Target="../slideLayouts/slideLayout5.xml"/><Relationship Id="rId5" Type="http://schemas.openxmlformats.org/officeDocument/2006/relationships/image" Target="../media/image38.png"/><Relationship Id="rId4" Type="http://schemas.openxmlformats.org/officeDocument/2006/relationships/image" Target="../media/image35.png"/></Relationships>
</file>

<file path=ppt/slides/_rels/slide3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500.png"/><Relationship Id="rId1" Type="http://schemas.openxmlformats.org/officeDocument/2006/relationships/slideLayout" Target="../slideLayouts/slideLayout5.xml"/><Relationship Id="rId4" Type="http://schemas.openxmlformats.org/officeDocument/2006/relationships/image" Target="../media/image43.png"/></Relationships>
</file>

<file path=ppt/slides/_rels/slide36.xml.rels><?xml version="1.0" encoding="UTF-8" standalone="yes"?>
<Relationships xmlns="http://schemas.openxmlformats.org/package/2006/relationships"><Relationship Id="rId3" Type="http://schemas.openxmlformats.org/officeDocument/2006/relationships/image" Target="../media/image410.png"/><Relationship Id="rId2" Type="http://schemas.openxmlformats.org/officeDocument/2006/relationships/notesSlide" Target="../notesSlides/notesSlide33.xml"/><Relationship Id="rId1" Type="http://schemas.openxmlformats.org/officeDocument/2006/relationships/slideLayout" Target="../slideLayouts/slideLayout5.xml"/><Relationship Id="rId5" Type="http://schemas.openxmlformats.org/officeDocument/2006/relationships/image" Target="../media/image45.png"/><Relationship Id="rId4" Type="http://schemas.openxmlformats.org/officeDocument/2006/relationships/image" Target="../media/image44.png"/></Relationships>
</file>

<file path=ppt/slides/_rels/slide3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10.png"/><Relationship Id="rId1" Type="http://schemas.openxmlformats.org/officeDocument/2006/relationships/slideLayout" Target="../slideLayouts/slideLayout5.xml"/><Relationship Id="rId4" Type="http://schemas.openxmlformats.org/officeDocument/2006/relationships/image" Target="../media/image47.png"/></Relationships>
</file>

<file path=ppt/slides/_rels/slide3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10.png"/><Relationship Id="rId1" Type="http://schemas.openxmlformats.org/officeDocument/2006/relationships/slideLayout" Target="../slideLayouts/slideLayout5.xml"/><Relationship Id="rId4" Type="http://schemas.openxmlformats.org/officeDocument/2006/relationships/image" Target="../media/image4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5.xml"/></Relationships>
</file>

<file path=ppt/slides/_rels/slide44.xml.rels><?xml version="1.0" encoding="UTF-8" standalone="yes"?>
<Relationships xmlns="http://schemas.openxmlformats.org/package/2006/relationships"><Relationship Id="rId3" Type="http://schemas.openxmlformats.org/officeDocument/2006/relationships/image" Target="../media/image380.png"/><Relationship Id="rId2" Type="http://schemas.openxmlformats.org/officeDocument/2006/relationships/notesSlide" Target="../notesSlides/notesSlide37.xml"/><Relationship Id="rId1" Type="http://schemas.openxmlformats.org/officeDocument/2006/relationships/slideLayout" Target="../slideLayouts/slideLayout4.xml"/><Relationship Id="rId4" Type="http://schemas.openxmlformats.org/officeDocument/2006/relationships/image" Target="../media/image50.jpe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8" Type="http://schemas.openxmlformats.org/officeDocument/2006/relationships/customXml" Target="../ink/ink4.xml"/><Relationship Id="rId13" Type="http://schemas.openxmlformats.org/officeDocument/2006/relationships/image" Target="../media/image220.png"/><Relationship Id="rId3" Type="http://schemas.openxmlformats.org/officeDocument/2006/relationships/image" Target="../media/image17.png"/><Relationship Id="rId7" Type="http://schemas.openxmlformats.org/officeDocument/2006/relationships/image" Target="../media/image190.png"/><Relationship Id="rId12" Type="http://schemas.openxmlformats.org/officeDocument/2006/relationships/customXml" Target="../ink/ink6.xml"/><Relationship Id="rId2" Type="http://schemas.openxmlformats.org/officeDocument/2006/relationships/notesSlide" Target="../notesSlides/notesSlide38.xml"/><Relationship Id="rId1" Type="http://schemas.openxmlformats.org/officeDocument/2006/relationships/slideLayout" Target="../slideLayouts/slideLayout4.xml"/><Relationship Id="rId6" Type="http://schemas.openxmlformats.org/officeDocument/2006/relationships/customXml" Target="../ink/ink3.xml"/><Relationship Id="rId11" Type="http://schemas.openxmlformats.org/officeDocument/2006/relationships/image" Target="../media/image210.png"/><Relationship Id="rId5" Type="http://schemas.openxmlformats.org/officeDocument/2006/relationships/image" Target="../media/image180.png"/><Relationship Id="rId10" Type="http://schemas.openxmlformats.org/officeDocument/2006/relationships/customXml" Target="../ink/ink5.xml"/><Relationship Id="rId4" Type="http://schemas.openxmlformats.org/officeDocument/2006/relationships/customXml" Target="../ink/ink2.xml"/><Relationship Id="rId9" Type="http://schemas.openxmlformats.org/officeDocument/2006/relationships/image" Target="../media/image200.png"/></Relationships>
</file>

<file path=ppt/slides/_rels/slide4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image" Target="../media/image450.png"/><Relationship Id="rId2" Type="http://schemas.openxmlformats.org/officeDocument/2006/relationships/notesSlide" Target="../notesSlides/notesSlide41.xml"/><Relationship Id="rId1" Type="http://schemas.openxmlformats.org/officeDocument/2006/relationships/slideLayout" Target="../slideLayouts/slideLayout4.xml"/><Relationship Id="rId4" Type="http://schemas.openxmlformats.org/officeDocument/2006/relationships/image" Target="../media/image53.png"/></Relationships>
</file>

<file path=ppt/slides/_rels/slide5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notesSlide" Target="../notesSlides/notesSlide42.xml"/><Relationship Id="rId1" Type="http://schemas.openxmlformats.org/officeDocument/2006/relationships/slideLayout" Target="../slideLayouts/slideLayout5.xml"/><Relationship Id="rId5" Type="http://schemas.openxmlformats.org/officeDocument/2006/relationships/image" Target="../media/image55.png"/><Relationship Id="rId4" Type="http://schemas.openxmlformats.org/officeDocument/2006/relationships/image" Target="../media/image54.png"/></Relationships>
</file>

<file path=ppt/slides/_rels/slide5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3.xml"/><Relationship Id="rId1" Type="http://schemas.openxmlformats.org/officeDocument/2006/relationships/slideLayout" Target="../slideLayouts/slideLayout5.xml"/><Relationship Id="rId4" Type="http://schemas.openxmlformats.org/officeDocument/2006/relationships/image" Target="../media/image54.png"/></Relationships>
</file>

<file path=ppt/slides/_rels/slide53.xml.rels><?xml version="1.0" encoding="UTF-8" standalone="yes"?>
<Relationships xmlns="http://schemas.openxmlformats.org/package/2006/relationships"><Relationship Id="rId3" Type="http://schemas.openxmlformats.org/officeDocument/2006/relationships/image" Target="../media/image330.png"/><Relationship Id="rId1" Type="http://schemas.openxmlformats.org/officeDocument/2006/relationships/slideLayout" Target="../slideLayouts/slideLayout5.xml"/><Relationship Id="rId5" Type="http://schemas.openxmlformats.org/officeDocument/2006/relationships/image" Target="../media/image57.png"/><Relationship Id="rId4" Type="http://schemas.openxmlformats.org/officeDocument/2006/relationships/image" Target="../media/image54.png"/></Relationships>
</file>

<file path=ppt/slides/_rels/slide54.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notesSlide" Target="../notesSlides/notesSlide44.xml"/><Relationship Id="rId1" Type="http://schemas.openxmlformats.org/officeDocument/2006/relationships/slideLayout" Target="../slideLayouts/slideLayout5.xml"/><Relationship Id="rId5" Type="http://schemas.openxmlformats.org/officeDocument/2006/relationships/image" Target="../media/image42.png"/><Relationship Id="rId4" Type="http://schemas.openxmlformats.org/officeDocument/2006/relationships/image" Target="../media/image58.png"/></Relationships>
</file>

<file path=ppt/slides/_rels/slide5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5.xml"/><Relationship Id="rId1" Type="http://schemas.openxmlformats.org/officeDocument/2006/relationships/slideLayout" Target="../slideLayouts/slideLayout5.xml"/><Relationship Id="rId4" Type="http://schemas.openxmlformats.org/officeDocument/2006/relationships/image" Target="../media/image59.png"/></Relationships>
</file>

<file path=ppt/slides/_rels/slide5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500.png"/><Relationship Id="rId1" Type="http://schemas.openxmlformats.org/officeDocument/2006/relationships/slideLayout" Target="../slideLayouts/slideLayout5.xml"/><Relationship Id="rId4" Type="http://schemas.openxmlformats.org/officeDocument/2006/relationships/image" Target="../media/image43.png"/></Relationships>
</file>

<file path=ppt/slides/_rels/slide57.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notesSlide" Target="../notesSlides/notesSlide46.xml"/><Relationship Id="rId1" Type="http://schemas.openxmlformats.org/officeDocument/2006/relationships/slideLayout" Target="../slideLayouts/slideLayout5.xml"/><Relationship Id="rId5" Type="http://schemas.openxmlformats.org/officeDocument/2006/relationships/image" Target="../media/image60.png"/><Relationship Id="rId4" Type="http://schemas.openxmlformats.org/officeDocument/2006/relationships/image" Target="../media/image45.png"/></Relationships>
</file>

<file path=ppt/slides/_rels/slide58.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47.xml"/><Relationship Id="rId1" Type="http://schemas.openxmlformats.org/officeDocument/2006/relationships/slideLayout" Target="../slideLayouts/slideLayout5.xml"/><Relationship Id="rId4" Type="http://schemas.openxmlformats.org/officeDocument/2006/relationships/image" Target="../media/image45.png"/></Relationships>
</file>

<file path=ppt/slides/_rels/slide5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500.png"/><Relationship Id="rId1" Type="http://schemas.openxmlformats.org/officeDocument/2006/relationships/slideLayout" Target="../slideLayouts/slideLayout5.xml"/><Relationship Id="rId4" Type="http://schemas.openxmlformats.org/officeDocument/2006/relationships/image" Target="../media/image45.png"/></Relationships>
</file>

<file path=ppt/slides/_rels/slide60.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notesSlide" Target="../notesSlides/notesSlide48.xml"/><Relationship Id="rId1" Type="http://schemas.openxmlformats.org/officeDocument/2006/relationships/slideLayout" Target="../slideLayouts/slideLayout5.xml"/><Relationship Id="rId5" Type="http://schemas.openxmlformats.org/officeDocument/2006/relationships/image" Target="../media/image62.png"/><Relationship Id="rId4" Type="http://schemas.openxmlformats.org/officeDocument/2006/relationships/image" Target="../media/image46.png"/></Relationships>
</file>

<file path=ppt/slides/_rels/slide6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9.xml"/><Relationship Id="rId1" Type="http://schemas.openxmlformats.org/officeDocument/2006/relationships/slideLayout" Target="../slideLayouts/slideLayout5.xml"/><Relationship Id="rId4" Type="http://schemas.openxmlformats.org/officeDocument/2006/relationships/image" Target="../media/image63.png"/></Relationships>
</file>

<file path=ppt/slides/_rels/slide6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500.png"/><Relationship Id="rId1" Type="http://schemas.openxmlformats.org/officeDocument/2006/relationships/slideLayout" Target="../slideLayouts/slideLayout5.xml"/><Relationship Id="rId4" Type="http://schemas.openxmlformats.org/officeDocument/2006/relationships/image" Target="../media/image47.png"/></Relationships>
</file>

<file path=ppt/slides/_rels/slide63.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notesSlide" Target="../notesSlides/notesSlide50.xml"/><Relationship Id="rId1" Type="http://schemas.openxmlformats.org/officeDocument/2006/relationships/slideLayout" Target="../slideLayouts/slideLayout5.xml"/><Relationship Id="rId5" Type="http://schemas.openxmlformats.org/officeDocument/2006/relationships/image" Target="../media/image64.png"/><Relationship Id="rId4" Type="http://schemas.openxmlformats.org/officeDocument/2006/relationships/image" Target="../media/image49.png"/></Relationships>
</file>

<file path=ppt/slides/_rels/slide64.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51.xml"/><Relationship Id="rId1" Type="http://schemas.openxmlformats.org/officeDocument/2006/relationships/slideLayout" Target="../slideLayouts/slideLayout5.xml"/><Relationship Id="rId4" Type="http://schemas.openxmlformats.org/officeDocument/2006/relationships/image" Target="../media/image49.png"/></Relationships>
</file>

<file path=ppt/slides/_rels/slide6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500.png"/><Relationship Id="rId1" Type="http://schemas.openxmlformats.org/officeDocument/2006/relationships/slideLayout" Target="../slideLayouts/slideLayout5.xml"/><Relationship Id="rId4" Type="http://schemas.openxmlformats.org/officeDocument/2006/relationships/image" Target="../media/image4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3D01DCAA-C39F-ACDA-4844-39618ABDF87B}"/>
              </a:ext>
            </a:extLst>
          </p:cNvPr>
          <p:cNvSpPr>
            <a:spLocks noGrp="1"/>
          </p:cNvSpPr>
          <p:nvPr>
            <p:ph type="title"/>
          </p:nvPr>
        </p:nvSpPr>
        <p:spPr>
          <a:xfrm>
            <a:off x="0" y="-429019"/>
            <a:ext cx="1989968" cy="276999"/>
          </a:xfrm>
        </p:spPr>
        <p:txBody>
          <a:bodyPr/>
          <a:lstStyle/>
          <a:p>
            <a:r>
              <a:rPr lang="en-GB"/>
              <a:t>Title slide + image</a:t>
            </a:r>
            <a:endParaRPr lang="en-GB" dirty="0"/>
          </a:p>
        </p:txBody>
      </p:sp>
      <p:sp>
        <p:nvSpPr>
          <p:cNvPr id="5" name="Tijdelijke aanduiding voor datum 4">
            <a:extLst>
              <a:ext uri="{FF2B5EF4-FFF2-40B4-BE49-F238E27FC236}">
                <a16:creationId xmlns:a16="http://schemas.microsoft.com/office/drawing/2014/main" id="{63B519A7-8D6B-87C4-BBFC-D7BFEC513EDA}"/>
              </a:ext>
            </a:extLst>
          </p:cNvPr>
          <p:cNvSpPr>
            <a:spLocks noGrp="1"/>
          </p:cNvSpPr>
          <p:nvPr>
            <p:ph type="dt" sz="half" idx="12"/>
          </p:nvPr>
        </p:nvSpPr>
        <p:spPr>
          <a:xfrm>
            <a:off x="719137" y="5813671"/>
            <a:ext cx="697307" cy="184666"/>
          </a:xfrm>
        </p:spPr>
        <p:txBody>
          <a:bodyPr/>
          <a:lstStyle/>
          <a:p>
            <a:r>
              <a:rPr lang="LID4096"/>
              <a:t>08/30/2024</a:t>
            </a:r>
            <a:endParaRPr lang="en-GB" dirty="0"/>
          </a:p>
        </p:txBody>
      </p:sp>
      <p:sp>
        <p:nvSpPr>
          <p:cNvPr id="15" name="Tijdelijke aanduiding voor tekst 14">
            <a:extLst>
              <a:ext uri="{FF2B5EF4-FFF2-40B4-BE49-F238E27FC236}">
                <a16:creationId xmlns:a16="http://schemas.microsoft.com/office/drawing/2014/main" id="{A884CDCD-0E44-F407-E5AB-9B0E06B0012B}"/>
              </a:ext>
            </a:extLst>
          </p:cNvPr>
          <p:cNvSpPr>
            <a:spLocks noGrp="1"/>
          </p:cNvSpPr>
          <p:nvPr>
            <p:ph type="body" sz="quarter" idx="10"/>
          </p:nvPr>
        </p:nvSpPr>
        <p:spPr>
          <a:xfrm>
            <a:off x="719138" y="3283537"/>
            <a:ext cx="6589219" cy="2000548"/>
          </a:xfrm>
        </p:spPr>
        <p:txBody>
          <a:bodyPr/>
          <a:lstStyle/>
          <a:p>
            <a:r>
              <a:rPr lang="en-GB" sz="4400" dirty="0"/>
              <a:t>Sample-Efficient Reinforcement Learning for Flight Control</a:t>
            </a:r>
          </a:p>
        </p:txBody>
      </p:sp>
      <p:sp>
        <p:nvSpPr>
          <p:cNvPr id="16" name="Tijdelijke aanduiding voor tekst 15">
            <a:extLst>
              <a:ext uri="{FF2B5EF4-FFF2-40B4-BE49-F238E27FC236}">
                <a16:creationId xmlns:a16="http://schemas.microsoft.com/office/drawing/2014/main" id="{A802F9E8-CCFC-7D2C-9635-1A48F34ACE34}"/>
              </a:ext>
            </a:extLst>
          </p:cNvPr>
          <p:cNvSpPr>
            <a:spLocks noGrp="1"/>
          </p:cNvSpPr>
          <p:nvPr>
            <p:ph type="body" sz="quarter" idx="11"/>
          </p:nvPr>
        </p:nvSpPr>
        <p:spPr>
          <a:xfrm>
            <a:off x="719137" y="5404234"/>
            <a:ext cx="5871541" cy="332399"/>
          </a:xfrm>
        </p:spPr>
        <p:txBody>
          <a:bodyPr/>
          <a:lstStyle/>
          <a:p>
            <a:r>
              <a:rPr lang="en-GB" noProof="0" dirty="0"/>
              <a:t>Fault-Tolerant Flight Control | Wing Chan</a:t>
            </a:r>
          </a:p>
        </p:txBody>
      </p:sp>
    </p:spTree>
    <p:extLst>
      <p:ext uri="{BB962C8B-B14F-4D97-AF65-F5344CB8AC3E}">
        <p14:creationId xmlns:p14="http://schemas.microsoft.com/office/powerpoint/2010/main" val="36918055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jdelijke aanduiding voor datum 4">
            <a:extLst>
              <a:ext uri="{FF2B5EF4-FFF2-40B4-BE49-F238E27FC236}">
                <a16:creationId xmlns:a16="http://schemas.microsoft.com/office/drawing/2014/main" id="{46048444-EDC0-9904-6E67-9C9BD353A184}"/>
              </a:ext>
            </a:extLst>
          </p:cNvPr>
          <p:cNvSpPr>
            <a:spLocks noGrp="1"/>
          </p:cNvSpPr>
          <p:nvPr>
            <p:ph type="dt" sz="half" idx="18"/>
          </p:nvPr>
        </p:nvSpPr>
        <p:spPr>
          <a:xfrm>
            <a:off x="10146569" y="6405669"/>
            <a:ext cx="766235" cy="184666"/>
          </a:xfrm>
        </p:spPr>
        <p:txBody>
          <a:bodyPr/>
          <a:lstStyle/>
          <a:p>
            <a:r>
              <a:rPr lang="LID4096"/>
              <a:t>08/30/2024</a:t>
            </a:r>
            <a:endParaRPr lang="en-GB" dirty="0"/>
          </a:p>
        </p:txBody>
      </p:sp>
      <p:sp>
        <p:nvSpPr>
          <p:cNvPr id="2" name="Tijdelijke aanduiding voor dianummer 1">
            <a:extLst>
              <a:ext uri="{FF2B5EF4-FFF2-40B4-BE49-F238E27FC236}">
                <a16:creationId xmlns:a16="http://schemas.microsoft.com/office/drawing/2014/main" id="{CEBD355C-114D-B702-649F-BDC1C65799CE}"/>
              </a:ext>
            </a:extLst>
          </p:cNvPr>
          <p:cNvSpPr>
            <a:spLocks noGrp="1"/>
          </p:cNvSpPr>
          <p:nvPr>
            <p:ph type="sldNum" sz="quarter" idx="20"/>
          </p:nvPr>
        </p:nvSpPr>
        <p:spPr>
          <a:xfrm>
            <a:off x="11178464" y="6405669"/>
            <a:ext cx="291298" cy="184666"/>
          </a:xfrm>
        </p:spPr>
        <p:txBody>
          <a:bodyPr/>
          <a:lstStyle/>
          <a:p>
            <a:fld id="{9E843DB9-9987-4157-AB9C-CEA8D7D910BB}" type="slidenum">
              <a:rPr lang="en-GB" smtClean="0"/>
              <a:pPr/>
              <a:t>2</a:t>
            </a:fld>
            <a:endParaRPr lang="en-GB" dirty="0"/>
          </a:p>
        </p:txBody>
      </p:sp>
      <p:sp>
        <p:nvSpPr>
          <p:cNvPr id="3" name="Titel 2">
            <a:extLst>
              <a:ext uri="{FF2B5EF4-FFF2-40B4-BE49-F238E27FC236}">
                <a16:creationId xmlns:a16="http://schemas.microsoft.com/office/drawing/2014/main" id="{43D60280-242B-78C8-83AE-C494A4FCC335}"/>
              </a:ext>
            </a:extLst>
          </p:cNvPr>
          <p:cNvSpPr>
            <a:spLocks noGrp="1"/>
          </p:cNvSpPr>
          <p:nvPr>
            <p:ph type="title"/>
          </p:nvPr>
        </p:nvSpPr>
        <p:spPr>
          <a:xfrm>
            <a:off x="718666" y="722454"/>
            <a:ext cx="10752610" cy="323409"/>
          </a:xfrm>
        </p:spPr>
        <p:txBody>
          <a:bodyPr/>
          <a:lstStyle/>
          <a:p>
            <a:r>
              <a:rPr lang="nl-NL" dirty="0"/>
              <a:t>Make Flying Safer?</a:t>
            </a:r>
          </a:p>
        </p:txBody>
      </p:sp>
      <p:pic>
        <p:nvPicPr>
          <p:cNvPr id="17" name="Picture 16">
            <a:extLst>
              <a:ext uri="{FF2B5EF4-FFF2-40B4-BE49-F238E27FC236}">
                <a16:creationId xmlns:a16="http://schemas.microsoft.com/office/drawing/2014/main" id="{1F222908-DFBF-8A17-B5DE-140D378B08E6}"/>
              </a:ext>
            </a:extLst>
          </p:cNvPr>
          <p:cNvPicPr>
            <a:picLocks noChangeAspect="1"/>
          </p:cNvPicPr>
          <p:nvPr/>
        </p:nvPicPr>
        <p:blipFill>
          <a:blip r:embed="rId3"/>
          <a:stretch>
            <a:fillRect/>
          </a:stretch>
        </p:blipFill>
        <p:spPr>
          <a:xfrm>
            <a:off x="4681892" y="1045863"/>
            <a:ext cx="7710964" cy="5119116"/>
          </a:xfrm>
          <a:prstGeom prst="rect">
            <a:avLst/>
          </a:prstGeom>
        </p:spPr>
      </p:pic>
      <p:sp>
        <p:nvSpPr>
          <p:cNvPr id="6" name="Rectangle 5">
            <a:extLst>
              <a:ext uri="{FF2B5EF4-FFF2-40B4-BE49-F238E27FC236}">
                <a16:creationId xmlns:a16="http://schemas.microsoft.com/office/drawing/2014/main" id="{88B59CA1-2E5B-EEEC-C520-160B4A16DE6D}"/>
              </a:ext>
            </a:extLst>
          </p:cNvPr>
          <p:cNvSpPr/>
          <p:nvPr/>
        </p:nvSpPr>
        <p:spPr>
          <a:xfrm>
            <a:off x="663873" y="0"/>
            <a:ext cx="10922618" cy="4050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LID4096" sz="1600" dirty="0" err="1"/>
          </a:p>
        </p:txBody>
      </p:sp>
      <mc:AlternateContent xmlns:mc="http://schemas.openxmlformats.org/markup-compatibility/2006" xmlns:p14="http://schemas.microsoft.com/office/powerpoint/2010/main">
        <mc:Choice Requires="p14">
          <p:contentPart p14:bwMode="auto" r:id="rId4">
            <p14:nvContentPartPr>
              <p14:cNvPr id="7" name="Ink 6">
                <a:extLst>
                  <a:ext uri="{FF2B5EF4-FFF2-40B4-BE49-F238E27FC236}">
                    <a16:creationId xmlns:a16="http://schemas.microsoft.com/office/drawing/2014/main" id="{B42A704F-3469-CEB5-2DF9-B570925B432A}"/>
                  </a:ext>
                </a:extLst>
              </p14:cNvPr>
              <p14:cNvContentPartPr/>
              <p14:nvPr/>
            </p14:nvContentPartPr>
            <p14:xfrm>
              <a:off x="5235000" y="2399190"/>
              <a:ext cx="658546" cy="2835672"/>
            </p14:xfrm>
          </p:contentPart>
        </mc:Choice>
        <mc:Fallback xmlns="">
          <p:pic>
            <p:nvPicPr>
              <p:cNvPr id="7" name="Ink 6">
                <a:extLst>
                  <a:ext uri="{FF2B5EF4-FFF2-40B4-BE49-F238E27FC236}">
                    <a16:creationId xmlns:a16="http://schemas.microsoft.com/office/drawing/2014/main" id="{B42A704F-3469-CEB5-2DF9-B570925B432A}"/>
                  </a:ext>
                </a:extLst>
              </p:cNvPr>
              <p:cNvPicPr/>
              <p:nvPr/>
            </p:nvPicPr>
            <p:blipFill>
              <a:blip r:embed="rId5"/>
              <a:stretch>
                <a:fillRect/>
              </a:stretch>
            </p:blipFill>
            <p:spPr>
              <a:xfrm>
                <a:off x="5228879" y="2393071"/>
                <a:ext cx="670788" cy="2847910"/>
              </a:xfrm>
              <a:prstGeom prst="rect">
                <a:avLst/>
              </a:prstGeom>
            </p:spPr>
          </p:pic>
        </mc:Fallback>
      </mc:AlternateContent>
      <p:sp>
        <p:nvSpPr>
          <p:cNvPr id="8" name="TextBox 7">
            <a:extLst>
              <a:ext uri="{FF2B5EF4-FFF2-40B4-BE49-F238E27FC236}">
                <a16:creationId xmlns:a16="http://schemas.microsoft.com/office/drawing/2014/main" id="{04BD8FB8-EF7A-19E2-E3A5-33C810DCAD10}"/>
              </a:ext>
            </a:extLst>
          </p:cNvPr>
          <p:cNvSpPr txBox="1"/>
          <p:nvPr/>
        </p:nvSpPr>
        <p:spPr>
          <a:xfrm>
            <a:off x="5945498" y="2339154"/>
            <a:ext cx="1567188" cy="519994"/>
          </a:xfrm>
          <a:prstGeom prst="rect">
            <a:avLst/>
          </a:prstGeom>
          <a:noFill/>
        </p:spPr>
        <p:txBody>
          <a:bodyPr wrap="square" lIns="0" tIns="0" rIns="0" bIns="0" rtlCol="0">
            <a:noAutofit/>
          </a:bodyPr>
          <a:lstStyle/>
          <a:p>
            <a:pPr algn="l">
              <a:lnSpc>
                <a:spcPct val="90000"/>
              </a:lnSpc>
              <a:spcBef>
                <a:spcPts val="600"/>
              </a:spcBef>
              <a:spcAft>
                <a:spcPts val="600"/>
              </a:spcAft>
            </a:pPr>
            <a:r>
              <a:rPr lang="en-GB" sz="3200" b="1" dirty="0">
                <a:solidFill>
                  <a:srgbClr val="0C2340"/>
                </a:solidFill>
              </a:rPr>
              <a:t>LOC!</a:t>
            </a:r>
            <a:endParaRPr lang="LID4096" sz="3200" b="1" dirty="0" err="1">
              <a:solidFill>
                <a:srgbClr val="0C2340"/>
              </a:solidFill>
            </a:endParaRPr>
          </a:p>
        </p:txBody>
      </p:sp>
      <p:sp>
        <p:nvSpPr>
          <p:cNvPr id="4" name="TextBox 3">
            <a:extLst>
              <a:ext uri="{FF2B5EF4-FFF2-40B4-BE49-F238E27FC236}">
                <a16:creationId xmlns:a16="http://schemas.microsoft.com/office/drawing/2014/main" id="{3746BC82-C49E-EE20-D0F2-2C248F090179}"/>
              </a:ext>
            </a:extLst>
          </p:cNvPr>
          <p:cNvSpPr txBox="1"/>
          <p:nvPr/>
        </p:nvSpPr>
        <p:spPr>
          <a:xfrm>
            <a:off x="718665" y="1484334"/>
            <a:ext cx="4191538" cy="2342367"/>
          </a:xfrm>
          <a:prstGeom prst="rect">
            <a:avLst/>
          </a:prstGeom>
          <a:noFill/>
        </p:spPr>
        <p:txBody>
          <a:bodyPr wrap="square" lIns="0" tIns="0" rIns="0" bIns="0" rtlCol="0">
            <a:noAutofit/>
          </a:bodyPr>
          <a:lstStyle/>
          <a:p>
            <a:pPr algn="l">
              <a:lnSpc>
                <a:spcPct val="90000"/>
              </a:lnSpc>
              <a:spcBef>
                <a:spcPts val="600"/>
              </a:spcBef>
              <a:spcAft>
                <a:spcPts val="600"/>
              </a:spcAft>
            </a:pPr>
            <a:r>
              <a:rPr lang="en-US" sz="2000" b="1" dirty="0">
                <a:solidFill>
                  <a:srgbClr val="0C2340"/>
                </a:solidFill>
              </a:rPr>
              <a:t>Deaths per 100 million passenger miles in the US</a:t>
            </a:r>
            <a:r>
              <a:rPr lang="en-US" sz="2000" dirty="0"/>
              <a:t>:</a:t>
            </a:r>
          </a:p>
          <a:p>
            <a:pPr marL="342900" indent="-342900" algn="l">
              <a:lnSpc>
                <a:spcPct val="90000"/>
              </a:lnSpc>
              <a:spcBef>
                <a:spcPts val="600"/>
              </a:spcBef>
              <a:spcAft>
                <a:spcPts val="600"/>
              </a:spcAft>
              <a:buClr>
                <a:srgbClr val="00A6D6"/>
              </a:buClr>
              <a:buFont typeface="Arial" panose="020B0604020202020204" pitchFamily="34" charset="0"/>
              <a:buChar char="•"/>
            </a:pPr>
            <a:r>
              <a:rPr lang="en-US" sz="2000" dirty="0"/>
              <a:t>Cars: 0.54</a:t>
            </a:r>
          </a:p>
          <a:p>
            <a:pPr marL="342900" indent="-342900" algn="l">
              <a:lnSpc>
                <a:spcPct val="90000"/>
              </a:lnSpc>
              <a:spcBef>
                <a:spcPts val="600"/>
              </a:spcBef>
              <a:spcAft>
                <a:spcPts val="600"/>
              </a:spcAft>
              <a:buClr>
                <a:srgbClr val="00A6D6"/>
              </a:buClr>
              <a:buFont typeface="Arial" panose="020B0604020202020204" pitchFamily="34" charset="0"/>
              <a:buChar char="•"/>
            </a:pPr>
            <a:r>
              <a:rPr lang="en-US" sz="2000" dirty="0"/>
              <a:t>Railroad: 0.03</a:t>
            </a:r>
          </a:p>
          <a:p>
            <a:pPr marL="342900" indent="-342900" algn="l">
              <a:lnSpc>
                <a:spcPct val="90000"/>
              </a:lnSpc>
              <a:spcBef>
                <a:spcPts val="600"/>
              </a:spcBef>
              <a:spcAft>
                <a:spcPts val="600"/>
              </a:spcAft>
              <a:buClr>
                <a:srgbClr val="00A6D6"/>
              </a:buClr>
              <a:buFont typeface="Arial" panose="020B0604020202020204" pitchFamily="34" charset="0"/>
              <a:buChar char="•"/>
            </a:pPr>
            <a:r>
              <a:rPr lang="en-US" sz="2000" dirty="0"/>
              <a:t>Buses: 0.004</a:t>
            </a:r>
          </a:p>
          <a:p>
            <a:pPr marL="342900" indent="-342900" algn="l">
              <a:lnSpc>
                <a:spcPct val="90000"/>
              </a:lnSpc>
              <a:spcBef>
                <a:spcPts val="600"/>
              </a:spcBef>
              <a:spcAft>
                <a:spcPts val="600"/>
              </a:spcAft>
              <a:buClr>
                <a:srgbClr val="00A6D6"/>
              </a:buClr>
              <a:buFont typeface="Arial" panose="020B0604020202020204" pitchFamily="34" charset="0"/>
              <a:buChar char="•"/>
            </a:pPr>
            <a:r>
              <a:rPr lang="en-US" sz="2000" b="1" dirty="0">
                <a:solidFill>
                  <a:srgbClr val="009B77"/>
                </a:solidFill>
              </a:rPr>
              <a:t>Airlines: 0.001</a:t>
            </a:r>
          </a:p>
          <a:p>
            <a:pPr marL="342900" indent="-342900" algn="l">
              <a:lnSpc>
                <a:spcPct val="90000"/>
              </a:lnSpc>
              <a:spcBef>
                <a:spcPts val="600"/>
              </a:spcBef>
              <a:spcAft>
                <a:spcPts val="600"/>
              </a:spcAft>
              <a:buFont typeface="Arial" panose="020B0604020202020204" pitchFamily="34" charset="0"/>
              <a:buChar char="•"/>
            </a:pPr>
            <a:endParaRPr lang="LID4096" sz="2000" dirty="0" err="1"/>
          </a:p>
        </p:txBody>
      </p:sp>
    </p:spTree>
    <p:extLst>
      <p:ext uri="{BB962C8B-B14F-4D97-AF65-F5344CB8AC3E}">
        <p14:creationId xmlns:p14="http://schemas.microsoft.com/office/powerpoint/2010/main" val="1476592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jdelijke aanduiding voor datum 4">
            <a:extLst>
              <a:ext uri="{FF2B5EF4-FFF2-40B4-BE49-F238E27FC236}">
                <a16:creationId xmlns:a16="http://schemas.microsoft.com/office/drawing/2014/main" id="{46048444-EDC0-9904-6E67-9C9BD353A184}"/>
              </a:ext>
            </a:extLst>
          </p:cNvPr>
          <p:cNvSpPr>
            <a:spLocks noGrp="1"/>
          </p:cNvSpPr>
          <p:nvPr>
            <p:ph type="dt" sz="half" idx="18"/>
          </p:nvPr>
        </p:nvSpPr>
        <p:spPr/>
        <p:txBody>
          <a:bodyPr/>
          <a:lstStyle/>
          <a:p>
            <a:r>
              <a:rPr lang="LID4096"/>
              <a:t>08/30/2024</a:t>
            </a:r>
            <a:endParaRPr lang="en-GB" dirty="0"/>
          </a:p>
        </p:txBody>
      </p:sp>
      <p:sp>
        <p:nvSpPr>
          <p:cNvPr id="9" name="Titel 8">
            <a:extLst>
              <a:ext uri="{FF2B5EF4-FFF2-40B4-BE49-F238E27FC236}">
                <a16:creationId xmlns:a16="http://schemas.microsoft.com/office/drawing/2014/main" id="{0B015FB7-F1C7-54CC-77B0-76CED3856790}"/>
              </a:ext>
            </a:extLst>
          </p:cNvPr>
          <p:cNvSpPr>
            <a:spLocks noGrp="1"/>
          </p:cNvSpPr>
          <p:nvPr>
            <p:ph type="title"/>
          </p:nvPr>
        </p:nvSpPr>
        <p:spPr/>
        <p:txBody>
          <a:bodyPr/>
          <a:lstStyle/>
          <a:p>
            <a:r>
              <a:rPr lang="en-GB" dirty="0"/>
              <a:t> Contents</a:t>
            </a:r>
          </a:p>
        </p:txBody>
      </p:sp>
      <p:grpSp>
        <p:nvGrpSpPr>
          <p:cNvPr id="102" name="Groep 101">
            <a:extLst>
              <a:ext uri="{FF2B5EF4-FFF2-40B4-BE49-F238E27FC236}">
                <a16:creationId xmlns:a16="http://schemas.microsoft.com/office/drawing/2014/main" id="{89F50DFF-151E-4F7A-4793-B47395F0F729}"/>
              </a:ext>
            </a:extLst>
          </p:cNvPr>
          <p:cNvGrpSpPr>
            <a:grpSpLocks/>
          </p:cNvGrpSpPr>
          <p:nvPr/>
        </p:nvGrpSpPr>
        <p:grpSpPr>
          <a:xfrm>
            <a:off x="718666" y="1565275"/>
            <a:ext cx="2006493" cy="4435475"/>
            <a:chOff x="718666" y="1565275"/>
            <a:chExt cx="2006493" cy="4435475"/>
          </a:xfrm>
        </p:grpSpPr>
        <p:sp>
          <p:nvSpPr>
            <p:cNvPr id="16" name="Rechthoek 15">
              <a:extLst>
                <a:ext uri="{FF2B5EF4-FFF2-40B4-BE49-F238E27FC236}">
                  <a16:creationId xmlns:a16="http://schemas.microsoft.com/office/drawing/2014/main" id="{3106877B-A59E-8F9F-812F-360977BDB671}"/>
                </a:ext>
              </a:extLst>
            </p:cNvPr>
            <p:cNvSpPr>
              <a:spLocks/>
            </p:cNvSpPr>
            <p:nvPr/>
          </p:nvSpPr>
          <p:spPr>
            <a:xfrm>
              <a:off x="719138" y="1565275"/>
              <a:ext cx="2006020" cy="4435475"/>
            </a:xfrm>
            <a:prstGeom prst="rect">
              <a:avLst/>
            </a:prstGeom>
            <a:solidFill>
              <a:srgbClr val="00B8C8"/>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sp>
          <p:nvSpPr>
            <p:cNvPr id="93" name="Vrije vorm: vorm 92">
              <a:extLst>
                <a:ext uri="{FF2B5EF4-FFF2-40B4-BE49-F238E27FC236}">
                  <a16:creationId xmlns:a16="http://schemas.microsoft.com/office/drawing/2014/main" id="{076957FC-0D3C-A426-04FA-FE759524CE8D}"/>
                </a:ext>
              </a:extLst>
            </p:cNvPr>
            <p:cNvSpPr>
              <a:spLocks/>
            </p:cNvSpPr>
            <p:nvPr/>
          </p:nvSpPr>
          <p:spPr>
            <a:xfrm>
              <a:off x="719138" y="1565276"/>
              <a:ext cx="2006021" cy="1981445"/>
            </a:xfrm>
            <a:custGeom>
              <a:avLst/>
              <a:gdLst>
                <a:gd name="connsiteX0" fmla="*/ 0 w 2006021"/>
                <a:gd name="connsiteY0" fmla="*/ 0 h 1981445"/>
                <a:gd name="connsiteX1" fmla="*/ 2006021 w 2006021"/>
                <a:gd name="connsiteY1" fmla="*/ 0 h 1981445"/>
                <a:gd name="connsiteX2" fmla="*/ 2006021 w 2006021"/>
                <a:gd name="connsiteY2" fmla="*/ 1118642 h 1981445"/>
                <a:gd name="connsiteX3" fmla="*/ 1688285 w 2006021"/>
                <a:gd name="connsiteY3" fmla="*/ 1238305 h 1981445"/>
                <a:gd name="connsiteX4" fmla="*/ 716556 w 2006021"/>
                <a:gd name="connsiteY4" fmla="*/ 1648311 h 1981445"/>
                <a:gd name="connsiteX5" fmla="*/ 20598 w 2006021"/>
                <a:gd name="connsiteY5" fmla="*/ 1971611 h 1981445"/>
                <a:gd name="connsiteX6" fmla="*/ 0 w 2006021"/>
                <a:gd name="connsiteY6" fmla="*/ 1981445 h 1981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06021" h="1981445">
                  <a:moveTo>
                    <a:pt x="0" y="0"/>
                  </a:moveTo>
                  <a:lnTo>
                    <a:pt x="2006021" y="0"/>
                  </a:lnTo>
                  <a:lnTo>
                    <a:pt x="2006021" y="1118642"/>
                  </a:lnTo>
                  <a:lnTo>
                    <a:pt x="1688285" y="1238305"/>
                  </a:lnTo>
                  <a:cubicBezTo>
                    <a:pt x="1359035" y="1366872"/>
                    <a:pt x="1034782" y="1503021"/>
                    <a:pt x="716556" y="1648311"/>
                  </a:cubicBezTo>
                  <a:cubicBezTo>
                    <a:pt x="508259" y="1743533"/>
                    <a:pt x="274769" y="1851087"/>
                    <a:pt x="20598" y="1971611"/>
                  </a:cubicBezTo>
                  <a:lnTo>
                    <a:pt x="0" y="1981445"/>
                  </a:lnTo>
                  <a:close/>
                </a:path>
              </a:pathLst>
            </a:custGeom>
            <a:solidFill>
              <a:schemeClr val="bg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ctr">
              <a:noAutofit/>
            </a:bodyPr>
            <a:lstStyle/>
            <a:p>
              <a:pPr algn="ctr">
                <a:lnSpc>
                  <a:spcPct val="90000"/>
                </a:lnSpc>
                <a:spcBef>
                  <a:spcPts val="200"/>
                </a:spcBef>
                <a:spcAft>
                  <a:spcPts val="200"/>
                </a:spcAft>
              </a:pPr>
              <a:endParaRPr lang="en-GB" sz="1600" dirty="0" err="1"/>
            </a:p>
          </p:txBody>
        </p:sp>
        <p:sp>
          <p:nvSpPr>
            <p:cNvPr id="17" name="Tijdelijke aanduiding voor tekst 5">
              <a:extLst>
                <a:ext uri="{FF2B5EF4-FFF2-40B4-BE49-F238E27FC236}">
                  <a16:creationId xmlns:a16="http://schemas.microsoft.com/office/drawing/2014/main" id="{73E5A8A4-6123-780F-E6FF-76D376B6BD1E}"/>
                </a:ext>
              </a:extLst>
            </p:cNvPr>
            <p:cNvSpPr txBox="1">
              <a:spLocks/>
            </p:cNvSpPr>
            <p:nvPr/>
          </p:nvSpPr>
          <p:spPr>
            <a:xfrm>
              <a:off x="718666" y="3706368"/>
              <a:ext cx="2006491" cy="2294381"/>
            </a:xfrm>
            <a:prstGeom prst="rect">
              <a:avLst/>
            </a:prstGeom>
          </p:spPr>
          <p:txBody>
            <a:bodyPr wrap="square" lIns="180000" tIns="0" rIns="180000" bIns="0">
              <a:noAutofit/>
            </a:bodyPr>
            <a:lstStyle>
              <a:lvl1pPr marL="0" indent="0" algn="l" defTabSz="914400" rtl="0" eaLnBrk="1" latinLnBrk="0" hangingPunct="1">
                <a:lnSpc>
                  <a:spcPct val="90000"/>
                </a:lnSpc>
                <a:spcBef>
                  <a:spcPts val="600"/>
                </a:spcBef>
                <a:spcAft>
                  <a:spcPts val="600"/>
                </a:spcAft>
                <a:buClr>
                  <a:schemeClr val="accent1"/>
                </a:buClr>
                <a:buSzPct val="120000"/>
                <a:buFont typeface="Arial" panose="020B0604020202020204" pitchFamily="34" charset="0"/>
                <a:buNone/>
                <a:defRPr sz="2400" b="0" i="0" kern="1200">
                  <a:solidFill>
                    <a:schemeClr val="bg1"/>
                  </a:solidFill>
                  <a:latin typeface="+mn-lt"/>
                  <a:ea typeface="+mn-ea"/>
                  <a:cs typeface="+mn-cs"/>
                </a:defRPr>
              </a:lvl1pPr>
              <a:lvl2pPr marL="0" indent="0" algn="r" defTabSz="914400" rtl="0" eaLnBrk="1" latinLnBrk="0" hangingPunct="1">
                <a:lnSpc>
                  <a:spcPct val="90000"/>
                </a:lnSpc>
                <a:spcBef>
                  <a:spcPts val="600"/>
                </a:spcBef>
                <a:spcAft>
                  <a:spcPts val="600"/>
                </a:spcAft>
                <a:buClr>
                  <a:schemeClr val="accent1"/>
                </a:buClr>
                <a:buSzPct val="120000"/>
                <a:buFont typeface="Arial" panose="020B0604020202020204" pitchFamily="34" charset="0"/>
                <a:buNone/>
                <a:tabLst>
                  <a:tab pos="712788" algn="l"/>
                </a:tabLst>
                <a:defRPr sz="2400" b="0" i="0" kern="1200">
                  <a:solidFill>
                    <a:schemeClr val="bg1"/>
                  </a:solidFill>
                  <a:latin typeface="+mn-lt"/>
                  <a:ea typeface="+mn-ea"/>
                  <a:cs typeface="+mn-cs"/>
                </a:defRPr>
              </a:lvl2pPr>
              <a:lvl3pPr marL="0" indent="0" algn="r" defTabSz="914400" rtl="0" eaLnBrk="1" latinLnBrk="0" hangingPunct="1">
                <a:lnSpc>
                  <a:spcPct val="90000"/>
                </a:lnSpc>
                <a:spcBef>
                  <a:spcPts val="600"/>
                </a:spcBef>
                <a:spcAft>
                  <a:spcPts val="600"/>
                </a:spcAft>
                <a:buClr>
                  <a:schemeClr val="accent3"/>
                </a:buClr>
                <a:buFont typeface="Arial" panose="020B0604020202020204" pitchFamily="34" charset="0"/>
                <a:buNone/>
                <a:defRPr sz="2400" b="0" i="0" kern="1200">
                  <a:solidFill>
                    <a:schemeClr val="bg1"/>
                  </a:solidFill>
                  <a:latin typeface="+mn-lt"/>
                  <a:ea typeface="+mn-ea"/>
                  <a:cs typeface="+mn-cs"/>
                </a:defRPr>
              </a:lvl3pPr>
              <a:lvl4pPr marL="0" indent="0" algn="r" defTabSz="914400" rtl="0" eaLnBrk="1" latinLnBrk="0" hangingPunct="1">
                <a:lnSpc>
                  <a:spcPct val="90000"/>
                </a:lnSpc>
                <a:spcBef>
                  <a:spcPts val="600"/>
                </a:spcBef>
                <a:spcAft>
                  <a:spcPts val="600"/>
                </a:spcAft>
                <a:buFont typeface="Arial" panose="020B0604020202020204" pitchFamily="34" charset="0"/>
                <a:buNone/>
                <a:defRPr sz="2400" b="0" i="0" kern="1200">
                  <a:solidFill>
                    <a:schemeClr val="bg1"/>
                  </a:solidFill>
                  <a:latin typeface="+mn-lt"/>
                  <a:ea typeface="+mn-ea"/>
                  <a:cs typeface="+mn-cs"/>
                </a:defRPr>
              </a:lvl4pPr>
              <a:lvl5pPr marL="0" indent="0" algn="r" defTabSz="914400" rtl="0" eaLnBrk="1" latinLnBrk="0" hangingPunct="1">
                <a:lnSpc>
                  <a:spcPct val="90000"/>
                </a:lnSpc>
                <a:spcBef>
                  <a:spcPts val="600"/>
                </a:spcBef>
                <a:spcAft>
                  <a:spcPts val="600"/>
                </a:spcAft>
                <a:buFont typeface="Arial" panose="020B0604020202020204" pitchFamily="34" charset="0"/>
                <a:buNone/>
                <a:defRPr sz="2400" b="0" i="0" kern="1200">
                  <a:solidFill>
                    <a:schemeClr val="bg1"/>
                  </a:solidFill>
                  <a:latin typeface="+mn-lt"/>
                  <a:ea typeface="+mn-ea"/>
                  <a:cs typeface="+mn-cs"/>
                </a:defRPr>
              </a:lvl5pPr>
              <a:lvl6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defRPr sz="2400" b="0" i="0" kern="1200" cap="none" baseline="0">
                  <a:solidFill>
                    <a:schemeClr val="bg1"/>
                  </a:solidFill>
                  <a:latin typeface="+mn-lt"/>
                  <a:ea typeface="+mn-ea"/>
                  <a:cs typeface="+mn-cs"/>
                </a:defRPr>
              </a:lvl6pPr>
              <a:lvl7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tabLst/>
                <a:defRPr sz="2400" b="0" i="0" kern="1200">
                  <a:solidFill>
                    <a:schemeClr val="bg1"/>
                  </a:solidFill>
                  <a:latin typeface="+mn-lt"/>
                  <a:ea typeface="+mn-ea"/>
                  <a:cs typeface="+mn-cs"/>
                </a:defRPr>
              </a:lvl7pPr>
              <a:lvl8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defRPr sz="2400" b="0" i="0" kern="1200">
                  <a:solidFill>
                    <a:schemeClr val="bg1"/>
                  </a:solidFill>
                  <a:latin typeface="+mn-lt"/>
                  <a:ea typeface="+mn-ea"/>
                  <a:cs typeface="+mn-cs"/>
                </a:defRPr>
              </a:lvl8pPr>
              <a:lvl9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defRPr sz="2400" b="0" i="0" kern="1200">
                  <a:solidFill>
                    <a:schemeClr val="bg1"/>
                  </a:solidFill>
                  <a:latin typeface="+mn-lt"/>
                  <a:ea typeface="+mn-ea"/>
                  <a:cs typeface="+mn-cs"/>
                </a:defRPr>
              </a:lvl9pPr>
            </a:lstStyle>
            <a:p>
              <a:r>
                <a:rPr lang="en-GB" sz="2000" dirty="0"/>
                <a:t>Objective</a:t>
              </a:r>
            </a:p>
          </p:txBody>
        </p:sp>
        <p:sp>
          <p:nvSpPr>
            <p:cNvPr id="18" name="Tijdelijke aanduiding voor tekst 5">
              <a:extLst>
                <a:ext uri="{FF2B5EF4-FFF2-40B4-BE49-F238E27FC236}">
                  <a16:creationId xmlns:a16="http://schemas.microsoft.com/office/drawing/2014/main" id="{C8361F20-BE85-0246-8967-2B81B0F52501}"/>
                </a:ext>
              </a:extLst>
            </p:cNvPr>
            <p:cNvSpPr txBox="1">
              <a:spLocks/>
            </p:cNvSpPr>
            <p:nvPr/>
          </p:nvSpPr>
          <p:spPr>
            <a:xfrm>
              <a:off x="718666" y="3152001"/>
              <a:ext cx="2006491" cy="276999"/>
            </a:xfrm>
            <a:prstGeom prst="rect">
              <a:avLst/>
            </a:prstGeom>
          </p:spPr>
          <p:txBody>
            <a:bodyPr wrap="square" lIns="180000" tIns="0" rIns="180000" bIns="0" anchor="b" anchorCtr="0">
              <a:spAutoFit/>
            </a:bodyPr>
            <a:lstStyle>
              <a:lvl1pPr marL="0" indent="0" algn="l" defTabSz="914400" rtl="0" eaLnBrk="1" latinLnBrk="0" hangingPunct="1">
                <a:lnSpc>
                  <a:spcPct val="90000"/>
                </a:lnSpc>
                <a:spcBef>
                  <a:spcPts val="600"/>
                </a:spcBef>
                <a:spcAft>
                  <a:spcPts val="600"/>
                </a:spcAft>
                <a:buClr>
                  <a:schemeClr val="accent1"/>
                </a:buClr>
                <a:buSzPct val="120000"/>
                <a:buFont typeface="Arial" panose="020B0604020202020204" pitchFamily="34" charset="0"/>
                <a:buNone/>
                <a:defRPr sz="2400" b="0" i="0" kern="1200">
                  <a:solidFill>
                    <a:schemeClr val="bg1"/>
                  </a:solidFill>
                  <a:latin typeface="+mn-lt"/>
                  <a:ea typeface="+mn-ea"/>
                  <a:cs typeface="+mn-cs"/>
                </a:defRPr>
              </a:lvl1pPr>
              <a:lvl2pPr marL="0" indent="0" algn="r" defTabSz="914400" rtl="0" eaLnBrk="1" latinLnBrk="0" hangingPunct="1">
                <a:lnSpc>
                  <a:spcPct val="90000"/>
                </a:lnSpc>
                <a:spcBef>
                  <a:spcPts val="600"/>
                </a:spcBef>
                <a:spcAft>
                  <a:spcPts val="600"/>
                </a:spcAft>
                <a:buClr>
                  <a:schemeClr val="accent1"/>
                </a:buClr>
                <a:buSzPct val="120000"/>
                <a:buFont typeface="Arial" panose="020B0604020202020204" pitchFamily="34" charset="0"/>
                <a:buNone/>
                <a:tabLst>
                  <a:tab pos="712788" algn="l"/>
                </a:tabLst>
                <a:defRPr sz="2400" b="0" i="0" kern="1200">
                  <a:solidFill>
                    <a:schemeClr val="bg1"/>
                  </a:solidFill>
                  <a:latin typeface="+mn-lt"/>
                  <a:ea typeface="+mn-ea"/>
                  <a:cs typeface="+mn-cs"/>
                </a:defRPr>
              </a:lvl2pPr>
              <a:lvl3pPr marL="0" indent="0" algn="r" defTabSz="914400" rtl="0" eaLnBrk="1" latinLnBrk="0" hangingPunct="1">
                <a:lnSpc>
                  <a:spcPct val="90000"/>
                </a:lnSpc>
                <a:spcBef>
                  <a:spcPts val="600"/>
                </a:spcBef>
                <a:spcAft>
                  <a:spcPts val="600"/>
                </a:spcAft>
                <a:buClr>
                  <a:schemeClr val="accent3"/>
                </a:buClr>
                <a:buFont typeface="Arial" panose="020B0604020202020204" pitchFamily="34" charset="0"/>
                <a:buNone/>
                <a:defRPr sz="2400" b="0" i="0" kern="1200">
                  <a:solidFill>
                    <a:schemeClr val="bg1"/>
                  </a:solidFill>
                  <a:latin typeface="+mn-lt"/>
                  <a:ea typeface="+mn-ea"/>
                  <a:cs typeface="+mn-cs"/>
                </a:defRPr>
              </a:lvl3pPr>
              <a:lvl4pPr marL="0" indent="0" algn="r" defTabSz="914400" rtl="0" eaLnBrk="1" latinLnBrk="0" hangingPunct="1">
                <a:lnSpc>
                  <a:spcPct val="90000"/>
                </a:lnSpc>
                <a:spcBef>
                  <a:spcPts val="600"/>
                </a:spcBef>
                <a:spcAft>
                  <a:spcPts val="600"/>
                </a:spcAft>
                <a:buFont typeface="Arial" panose="020B0604020202020204" pitchFamily="34" charset="0"/>
                <a:buNone/>
                <a:defRPr sz="2400" b="0" i="0" kern="1200">
                  <a:solidFill>
                    <a:schemeClr val="bg1"/>
                  </a:solidFill>
                  <a:latin typeface="+mn-lt"/>
                  <a:ea typeface="+mn-ea"/>
                  <a:cs typeface="+mn-cs"/>
                </a:defRPr>
              </a:lvl4pPr>
              <a:lvl5pPr marL="0" indent="0" algn="r" defTabSz="914400" rtl="0" eaLnBrk="1" latinLnBrk="0" hangingPunct="1">
                <a:lnSpc>
                  <a:spcPct val="90000"/>
                </a:lnSpc>
                <a:spcBef>
                  <a:spcPts val="600"/>
                </a:spcBef>
                <a:spcAft>
                  <a:spcPts val="600"/>
                </a:spcAft>
                <a:buFont typeface="Arial" panose="020B0604020202020204" pitchFamily="34" charset="0"/>
                <a:buNone/>
                <a:defRPr sz="2400" b="0" i="0" kern="1200">
                  <a:solidFill>
                    <a:schemeClr val="bg1"/>
                  </a:solidFill>
                  <a:latin typeface="+mn-lt"/>
                  <a:ea typeface="+mn-ea"/>
                  <a:cs typeface="+mn-cs"/>
                </a:defRPr>
              </a:lvl5pPr>
              <a:lvl6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defRPr sz="2400" b="0" i="0" kern="1200" cap="none" baseline="0">
                  <a:solidFill>
                    <a:schemeClr val="bg1"/>
                  </a:solidFill>
                  <a:latin typeface="+mn-lt"/>
                  <a:ea typeface="+mn-ea"/>
                  <a:cs typeface="+mn-cs"/>
                </a:defRPr>
              </a:lvl6pPr>
              <a:lvl7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tabLst/>
                <a:defRPr sz="2400" b="0" i="0" kern="1200">
                  <a:solidFill>
                    <a:schemeClr val="bg1"/>
                  </a:solidFill>
                  <a:latin typeface="+mn-lt"/>
                  <a:ea typeface="+mn-ea"/>
                  <a:cs typeface="+mn-cs"/>
                </a:defRPr>
              </a:lvl7pPr>
              <a:lvl8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defRPr sz="2400" b="0" i="0" kern="1200">
                  <a:solidFill>
                    <a:schemeClr val="bg1"/>
                  </a:solidFill>
                  <a:latin typeface="+mn-lt"/>
                  <a:ea typeface="+mn-ea"/>
                  <a:cs typeface="+mn-cs"/>
                </a:defRPr>
              </a:lvl8pPr>
              <a:lvl9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defRPr sz="2400" b="0" i="0" kern="1200">
                  <a:solidFill>
                    <a:schemeClr val="bg1"/>
                  </a:solidFill>
                  <a:latin typeface="+mn-lt"/>
                  <a:ea typeface="+mn-ea"/>
                  <a:cs typeface="+mn-cs"/>
                </a:defRPr>
              </a:lvl9pPr>
            </a:lstStyle>
            <a:p>
              <a:r>
                <a:rPr lang="en-GB" sz="2000" dirty="0"/>
                <a:t>01</a:t>
              </a:r>
            </a:p>
          </p:txBody>
        </p:sp>
        <p:cxnSp>
          <p:nvCxnSpPr>
            <p:cNvPr id="20" name="Rechte verbindingslijn 19">
              <a:extLst>
                <a:ext uri="{FF2B5EF4-FFF2-40B4-BE49-F238E27FC236}">
                  <a16:creationId xmlns:a16="http://schemas.microsoft.com/office/drawing/2014/main" id="{ADCE83FF-970B-7257-76DC-2ACE57F0E91B}"/>
                </a:ext>
              </a:extLst>
            </p:cNvPr>
            <p:cNvCxnSpPr>
              <a:cxnSpLocks/>
            </p:cNvCxnSpPr>
            <p:nvPr/>
          </p:nvCxnSpPr>
          <p:spPr>
            <a:xfrm>
              <a:off x="902208" y="3502152"/>
              <a:ext cx="288000" cy="0"/>
            </a:xfrm>
            <a:prstGeom prst="line">
              <a:avLst/>
            </a:prstGeom>
            <a:ln w="12700" cap="rnd">
              <a:solidFill>
                <a:schemeClr val="bg1"/>
              </a:solidFill>
              <a:round/>
            </a:ln>
          </p:spPr>
          <p:style>
            <a:lnRef idx="1">
              <a:schemeClr val="accent1"/>
            </a:lnRef>
            <a:fillRef idx="0">
              <a:schemeClr val="accent1"/>
            </a:fillRef>
            <a:effectRef idx="0">
              <a:schemeClr val="accent1"/>
            </a:effectRef>
            <a:fontRef idx="minor">
              <a:schemeClr val="tx1"/>
            </a:fontRef>
          </p:style>
        </p:cxnSp>
      </p:grpSp>
      <p:grpSp>
        <p:nvGrpSpPr>
          <p:cNvPr id="101" name="Groep 100">
            <a:extLst>
              <a:ext uri="{FF2B5EF4-FFF2-40B4-BE49-F238E27FC236}">
                <a16:creationId xmlns:a16="http://schemas.microsoft.com/office/drawing/2014/main" id="{36E63200-8E07-ECCC-07A5-5FF5054D92A4}"/>
              </a:ext>
            </a:extLst>
          </p:cNvPr>
          <p:cNvGrpSpPr>
            <a:grpSpLocks/>
          </p:cNvGrpSpPr>
          <p:nvPr/>
        </p:nvGrpSpPr>
        <p:grpSpPr>
          <a:xfrm>
            <a:off x="2904082" y="1565275"/>
            <a:ext cx="2006493" cy="4435475"/>
            <a:chOff x="2904082" y="1565275"/>
            <a:chExt cx="2006493" cy="4435475"/>
          </a:xfrm>
        </p:grpSpPr>
        <p:sp>
          <p:nvSpPr>
            <p:cNvPr id="25" name="Rechthoek 24">
              <a:extLst>
                <a:ext uri="{FF2B5EF4-FFF2-40B4-BE49-F238E27FC236}">
                  <a16:creationId xmlns:a16="http://schemas.microsoft.com/office/drawing/2014/main" id="{6CE3A1CE-9B2A-6C45-82D2-74755B2D260B}"/>
                </a:ext>
              </a:extLst>
            </p:cNvPr>
            <p:cNvSpPr>
              <a:spLocks/>
            </p:cNvSpPr>
            <p:nvPr/>
          </p:nvSpPr>
          <p:spPr>
            <a:xfrm>
              <a:off x="2904554" y="1565275"/>
              <a:ext cx="2006020" cy="44354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sp>
          <p:nvSpPr>
            <p:cNvPr id="94" name="Vrije vorm: vorm 93">
              <a:extLst>
                <a:ext uri="{FF2B5EF4-FFF2-40B4-BE49-F238E27FC236}">
                  <a16:creationId xmlns:a16="http://schemas.microsoft.com/office/drawing/2014/main" id="{02121E8F-68EE-A7A9-9D7F-E5E15C3210EB}"/>
                </a:ext>
              </a:extLst>
            </p:cNvPr>
            <p:cNvSpPr>
              <a:spLocks/>
            </p:cNvSpPr>
            <p:nvPr/>
          </p:nvSpPr>
          <p:spPr>
            <a:xfrm>
              <a:off x="2904556" y="1565276"/>
              <a:ext cx="2006019" cy="1051080"/>
            </a:xfrm>
            <a:custGeom>
              <a:avLst/>
              <a:gdLst>
                <a:gd name="connsiteX0" fmla="*/ 0 w 2006019"/>
                <a:gd name="connsiteY0" fmla="*/ 0 h 1051080"/>
                <a:gd name="connsiteX1" fmla="*/ 2006019 w 2006019"/>
                <a:gd name="connsiteY1" fmla="*/ 0 h 1051080"/>
                <a:gd name="connsiteX2" fmla="*/ 2006019 w 2006019"/>
                <a:gd name="connsiteY2" fmla="*/ 407746 h 1051080"/>
                <a:gd name="connsiteX3" fmla="*/ 1530053 w 2006019"/>
                <a:gd name="connsiteY3" fmla="*/ 545388 h 1051080"/>
                <a:gd name="connsiteX4" fmla="*/ 359 w 2006019"/>
                <a:gd name="connsiteY4" fmla="*/ 1050944 h 1051080"/>
                <a:gd name="connsiteX5" fmla="*/ 0 w 2006019"/>
                <a:gd name="connsiteY5" fmla="*/ 1051080 h 1051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06019" h="1051080">
                  <a:moveTo>
                    <a:pt x="0" y="0"/>
                  </a:moveTo>
                  <a:lnTo>
                    <a:pt x="2006019" y="0"/>
                  </a:lnTo>
                  <a:lnTo>
                    <a:pt x="2006019" y="407746"/>
                  </a:lnTo>
                  <a:lnTo>
                    <a:pt x="1530053" y="545388"/>
                  </a:lnTo>
                  <a:cubicBezTo>
                    <a:pt x="1012399" y="702117"/>
                    <a:pt x="501340" y="868880"/>
                    <a:pt x="359" y="1050944"/>
                  </a:cubicBezTo>
                  <a:lnTo>
                    <a:pt x="0" y="1051080"/>
                  </a:lnTo>
                  <a:close/>
                </a:path>
              </a:pathLst>
            </a:custGeom>
            <a:solidFill>
              <a:schemeClr val="bg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ctr">
              <a:noAutofit/>
            </a:bodyPr>
            <a:lstStyle/>
            <a:p>
              <a:pPr algn="ctr">
                <a:lnSpc>
                  <a:spcPct val="90000"/>
                </a:lnSpc>
                <a:spcBef>
                  <a:spcPts val="200"/>
                </a:spcBef>
                <a:spcAft>
                  <a:spcPts val="200"/>
                </a:spcAft>
              </a:pPr>
              <a:endParaRPr lang="en-GB" sz="1600" dirty="0" err="1"/>
            </a:p>
          </p:txBody>
        </p:sp>
        <p:sp>
          <p:nvSpPr>
            <p:cNvPr id="26" name="Tijdelijke aanduiding voor tekst 5">
              <a:extLst>
                <a:ext uri="{FF2B5EF4-FFF2-40B4-BE49-F238E27FC236}">
                  <a16:creationId xmlns:a16="http://schemas.microsoft.com/office/drawing/2014/main" id="{893B5E17-D903-A68E-3E5D-112C5BE170B7}"/>
                </a:ext>
              </a:extLst>
            </p:cNvPr>
            <p:cNvSpPr txBox="1">
              <a:spLocks/>
            </p:cNvSpPr>
            <p:nvPr/>
          </p:nvSpPr>
          <p:spPr>
            <a:xfrm>
              <a:off x="2904082" y="3706368"/>
              <a:ext cx="2006491" cy="2294381"/>
            </a:xfrm>
            <a:prstGeom prst="rect">
              <a:avLst/>
            </a:prstGeom>
          </p:spPr>
          <p:txBody>
            <a:bodyPr wrap="square" lIns="180000" tIns="0" rIns="180000" bIns="0">
              <a:noAutofit/>
            </a:bodyPr>
            <a:lstStyle>
              <a:lvl1pPr marL="0" indent="0" algn="l" defTabSz="914400" rtl="0" eaLnBrk="1" latinLnBrk="0" hangingPunct="1">
                <a:lnSpc>
                  <a:spcPct val="90000"/>
                </a:lnSpc>
                <a:spcBef>
                  <a:spcPts val="600"/>
                </a:spcBef>
                <a:spcAft>
                  <a:spcPts val="600"/>
                </a:spcAft>
                <a:buClr>
                  <a:schemeClr val="accent1"/>
                </a:buClr>
                <a:buSzPct val="120000"/>
                <a:buFont typeface="Arial" panose="020B0604020202020204" pitchFamily="34" charset="0"/>
                <a:buNone/>
                <a:defRPr sz="2400" b="0" i="0" kern="1200">
                  <a:solidFill>
                    <a:schemeClr val="bg1"/>
                  </a:solidFill>
                  <a:latin typeface="+mn-lt"/>
                  <a:ea typeface="+mn-ea"/>
                  <a:cs typeface="+mn-cs"/>
                </a:defRPr>
              </a:lvl1pPr>
              <a:lvl2pPr marL="0" indent="0" algn="r" defTabSz="914400" rtl="0" eaLnBrk="1" latinLnBrk="0" hangingPunct="1">
                <a:lnSpc>
                  <a:spcPct val="90000"/>
                </a:lnSpc>
                <a:spcBef>
                  <a:spcPts val="600"/>
                </a:spcBef>
                <a:spcAft>
                  <a:spcPts val="600"/>
                </a:spcAft>
                <a:buClr>
                  <a:schemeClr val="accent1"/>
                </a:buClr>
                <a:buSzPct val="120000"/>
                <a:buFont typeface="Arial" panose="020B0604020202020204" pitchFamily="34" charset="0"/>
                <a:buNone/>
                <a:tabLst>
                  <a:tab pos="712788" algn="l"/>
                </a:tabLst>
                <a:defRPr sz="2400" b="0" i="0" kern="1200">
                  <a:solidFill>
                    <a:schemeClr val="bg1"/>
                  </a:solidFill>
                  <a:latin typeface="+mn-lt"/>
                  <a:ea typeface="+mn-ea"/>
                  <a:cs typeface="+mn-cs"/>
                </a:defRPr>
              </a:lvl2pPr>
              <a:lvl3pPr marL="0" indent="0" algn="r" defTabSz="914400" rtl="0" eaLnBrk="1" latinLnBrk="0" hangingPunct="1">
                <a:lnSpc>
                  <a:spcPct val="90000"/>
                </a:lnSpc>
                <a:spcBef>
                  <a:spcPts val="600"/>
                </a:spcBef>
                <a:spcAft>
                  <a:spcPts val="600"/>
                </a:spcAft>
                <a:buClr>
                  <a:schemeClr val="accent3"/>
                </a:buClr>
                <a:buFont typeface="Arial" panose="020B0604020202020204" pitchFamily="34" charset="0"/>
                <a:buNone/>
                <a:defRPr sz="2400" b="0" i="0" kern="1200">
                  <a:solidFill>
                    <a:schemeClr val="bg1"/>
                  </a:solidFill>
                  <a:latin typeface="+mn-lt"/>
                  <a:ea typeface="+mn-ea"/>
                  <a:cs typeface="+mn-cs"/>
                </a:defRPr>
              </a:lvl3pPr>
              <a:lvl4pPr marL="0" indent="0" algn="r" defTabSz="914400" rtl="0" eaLnBrk="1" latinLnBrk="0" hangingPunct="1">
                <a:lnSpc>
                  <a:spcPct val="90000"/>
                </a:lnSpc>
                <a:spcBef>
                  <a:spcPts val="600"/>
                </a:spcBef>
                <a:spcAft>
                  <a:spcPts val="600"/>
                </a:spcAft>
                <a:buFont typeface="Arial" panose="020B0604020202020204" pitchFamily="34" charset="0"/>
                <a:buNone/>
                <a:defRPr sz="2400" b="0" i="0" kern="1200">
                  <a:solidFill>
                    <a:schemeClr val="bg1"/>
                  </a:solidFill>
                  <a:latin typeface="+mn-lt"/>
                  <a:ea typeface="+mn-ea"/>
                  <a:cs typeface="+mn-cs"/>
                </a:defRPr>
              </a:lvl4pPr>
              <a:lvl5pPr marL="0" indent="0" algn="r" defTabSz="914400" rtl="0" eaLnBrk="1" latinLnBrk="0" hangingPunct="1">
                <a:lnSpc>
                  <a:spcPct val="90000"/>
                </a:lnSpc>
                <a:spcBef>
                  <a:spcPts val="600"/>
                </a:spcBef>
                <a:spcAft>
                  <a:spcPts val="600"/>
                </a:spcAft>
                <a:buFont typeface="Arial" panose="020B0604020202020204" pitchFamily="34" charset="0"/>
                <a:buNone/>
                <a:defRPr sz="2400" b="0" i="0" kern="1200">
                  <a:solidFill>
                    <a:schemeClr val="bg1"/>
                  </a:solidFill>
                  <a:latin typeface="+mn-lt"/>
                  <a:ea typeface="+mn-ea"/>
                  <a:cs typeface="+mn-cs"/>
                </a:defRPr>
              </a:lvl5pPr>
              <a:lvl6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defRPr sz="2400" b="0" i="0" kern="1200" cap="none" baseline="0">
                  <a:solidFill>
                    <a:schemeClr val="bg1"/>
                  </a:solidFill>
                  <a:latin typeface="+mn-lt"/>
                  <a:ea typeface="+mn-ea"/>
                  <a:cs typeface="+mn-cs"/>
                </a:defRPr>
              </a:lvl6pPr>
              <a:lvl7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tabLst/>
                <a:defRPr sz="2400" b="0" i="0" kern="1200">
                  <a:solidFill>
                    <a:schemeClr val="bg1"/>
                  </a:solidFill>
                  <a:latin typeface="+mn-lt"/>
                  <a:ea typeface="+mn-ea"/>
                  <a:cs typeface="+mn-cs"/>
                </a:defRPr>
              </a:lvl7pPr>
              <a:lvl8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defRPr sz="2400" b="0" i="0" kern="1200">
                  <a:solidFill>
                    <a:schemeClr val="bg1"/>
                  </a:solidFill>
                  <a:latin typeface="+mn-lt"/>
                  <a:ea typeface="+mn-ea"/>
                  <a:cs typeface="+mn-cs"/>
                </a:defRPr>
              </a:lvl8pPr>
              <a:lvl9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defRPr sz="2400" b="0" i="0" kern="1200">
                  <a:solidFill>
                    <a:schemeClr val="bg1"/>
                  </a:solidFill>
                  <a:latin typeface="+mn-lt"/>
                  <a:ea typeface="+mn-ea"/>
                  <a:cs typeface="+mn-cs"/>
                </a:defRPr>
              </a:lvl9pPr>
            </a:lstStyle>
            <a:p>
              <a:r>
                <a:rPr lang="en-GB" sz="2000" dirty="0"/>
                <a:t>Background</a:t>
              </a:r>
            </a:p>
          </p:txBody>
        </p:sp>
        <p:sp>
          <p:nvSpPr>
            <p:cNvPr id="27" name="Tijdelijke aanduiding voor tekst 5">
              <a:extLst>
                <a:ext uri="{FF2B5EF4-FFF2-40B4-BE49-F238E27FC236}">
                  <a16:creationId xmlns:a16="http://schemas.microsoft.com/office/drawing/2014/main" id="{18CD8C9B-DB4A-FB6F-1009-D317C94DEF89}"/>
                </a:ext>
              </a:extLst>
            </p:cNvPr>
            <p:cNvSpPr txBox="1">
              <a:spLocks/>
            </p:cNvSpPr>
            <p:nvPr/>
          </p:nvSpPr>
          <p:spPr>
            <a:xfrm>
              <a:off x="2904082" y="3152001"/>
              <a:ext cx="2006491" cy="276999"/>
            </a:xfrm>
            <a:prstGeom prst="rect">
              <a:avLst/>
            </a:prstGeom>
          </p:spPr>
          <p:txBody>
            <a:bodyPr wrap="square" lIns="180000" tIns="0" rIns="180000" bIns="0" anchor="b" anchorCtr="0">
              <a:spAutoFit/>
            </a:bodyPr>
            <a:lstStyle>
              <a:lvl1pPr marL="0" indent="0" algn="l" defTabSz="914400" rtl="0" eaLnBrk="1" latinLnBrk="0" hangingPunct="1">
                <a:lnSpc>
                  <a:spcPct val="90000"/>
                </a:lnSpc>
                <a:spcBef>
                  <a:spcPts val="600"/>
                </a:spcBef>
                <a:spcAft>
                  <a:spcPts val="600"/>
                </a:spcAft>
                <a:buClr>
                  <a:schemeClr val="accent1"/>
                </a:buClr>
                <a:buSzPct val="120000"/>
                <a:buFont typeface="Arial" panose="020B0604020202020204" pitchFamily="34" charset="0"/>
                <a:buNone/>
                <a:defRPr sz="2400" b="0" i="0" kern="1200">
                  <a:solidFill>
                    <a:schemeClr val="bg1"/>
                  </a:solidFill>
                  <a:latin typeface="+mn-lt"/>
                  <a:ea typeface="+mn-ea"/>
                  <a:cs typeface="+mn-cs"/>
                </a:defRPr>
              </a:lvl1pPr>
              <a:lvl2pPr marL="0" indent="0" algn="r" defTabSz="914400" rtl="0" eaLnBrk="1" latinLnBrk="0" hangingPunct="1">
                <a:lnSpc>
                  <a:spcPct val="90000"/>
                </a:lnSpc>
                <a:spcBef>
                  <a:spcPts val="600"/>
                </a:spcBef>
                <a:spcAft>
                  <a:spcPts val="600"/>
                </a:spcAft>
                <a:buClr>
                  <a:schemeClr val="accent1"/>
                </a:buClr>
                <a:buSzPct val="120000"/>
                <a:buFont typeface="Arial" panose="020B0604020202020204" pitchFamily="34" charset="0"/>
                <a:buNone/>
                <a:tabLst>
                  <a:tab pos="712788" algn="l"/>
                </a:tabLst>
                <a:defRPr sz="2400" b="0" i="0" kern="1200">
                  <a:solidFill>
                    <a:schemeClr val="bg1"/>
                  </a:solidFill>
                  <a:latin typeface="+mn-lt"/>
                  <a:ea typeface="+mn-ea"/>
                  <a:cs typeface="+mn-cs"/>
                </a:defRPr>
              </a:lvl2pPr>
              <a:lvl3pPr marL="0" indent="0" algn="r" defTabSz="914400" rtl="0" eaLnBrk="1" latinLnBrk="0" hangingPunct="1">
                <a:lnSpc>
                  <a:spcPct val="90000"/>
                </a:lnSpc>
                <a:spcBef>
                  <a:spcPts val="600"/>
                </a:spcBef>
                <a:spcAft>
                  <a:spcPts val="600"/>
                </a:spcAft>
                <a:buClr>
                  <a:schemeClr val="accent3"/>
                </a:buClr>
                <a:buFont typeface="Arial" panose="020B0604020202020204" pitchFamily="34" charset="0"/>
                <a:buNone/>
                <a:defRPr sz="2400" b="0" i="0" kern="1200">
                  <a:solidFill>
                    <a:schemeClr val="bg1"/>
                  </a:solidFill>
                  <a:latin typeface="+mn-lt"/>
                  <a:ea typeface="+mn-ea"/>
                  <a:cs typeface="+mn-cs"/>
                </a:defRPr>
              </a:lvl3pPr>
              <a:lvl4pPr marL="0" indent="0" algn="r" defTabSz="914400" rtl="0" eaLnBrk="1" latinLnBrk="0" hangingPunct="1">
                <a:lnSpc>
                  <a:spcPct val="90000"/>
                </a:lnSpc>
                <a:spcBef>
                  <a:spcPts val="600"/>
                </a:spcBef>
                <a:spcAft>
                  <a:spcPts val="600"/>
                </a:spcAft>
                <a:buFont typeface="Arial" panose="020B0604020202020204" pitchFamily="34" charset="0"/>
                <a:buNone/>
                <a:defRPr sz="2400" b="0" i="0" kern="1200">
                  <a:solidFill>
                    <a:schemeClr val="bg1"/>
                  </a:solidFill>
                  <a:latin typeface="+mn-lt"/>
                  <a:ea typeface="+mn-ea"/>
                  <a:cs typeface="+mn-cs"/>
                </a:defRPr>
              </a:lvl4pPr>
              <a:lvl5pPr marL="0" indent="0" algn="r" defTabSz="914400" rtl="0" eaLnBrk="1" latinLnBrk="0" hangingPunct="1">
                <a:lnSpc>
                  <a:spcPct val="90000"/>
                </a:lnSpc>
                <a:spcBef>
                  <a:spcPts val="600"/>
                </a:spcBef>
                <a:spcAft>
                  <a:spcPts val="600"/>
                </a:spcAft>
                <a:buFont typeface="Arial" panose="020B0604020202020204" pitchFamily="34" charset="0"/>
                <a:buNone/>
                <a:defRPr sz="2400" b="0" i="0" kern="1200">
                  <a:solidFill>
                    <a:schemeClr val="bg1"/>
                  </a:solidFill>
                  <a:latin typeface="+mn-lt"/>
                  <a:ea typeface="+mn-ea"/>
                  <a:cs typeface="+mn-cs"/>
                </a:defRPr>
              </a:lvl5pPr>
              <a:lvl6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defRPr sz="2400" b="0" i="0" kern="1200" cap="none" baseline="0">
                  <a:solidFill>
                    <a:schemeClr val="bg1"/>
                  </a:solidFill>
                  <a:latin typeface="+mn-lt"/>
                  <a:ea typeface="+mn-ea"/>
                  <a:cs typeface="+mn-cs"/>
                </a:defRPr>
              </a:lvl6pPr>
              <a:lvl7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tabLst/>
                <a:defRPr sz="2400" b="0" i="0" kern="1200">
                  <a:solidFill>
                    <a:schemeClr val="bg1"/>
                  </a:solidFill>
                  <a:latin typeface="+mn-lt"/>
                  <a:ea typeface="+mn-ea"/>
                  <a:cs typeface="+mn-cs"/>
                </a:defRPr>
              </a:lvl7pPr>
              <a:lvl8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defRPr sz="2400" b="0" i="0" kern="1200">
                  <a:solidFill>
                    <a:schemeClr val="bg1"/>
                  </a:solidFill>
                  <a:latin typeface="+mn-lt"/>
                  <a:ea typeface="+mn-ea"/>
                  <a:cs typeface="+mn-cs"/>
                </a:defRPr>
              </a:lvl8pPr>
              <a:lvl9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defRPr sz="2400" b="0" i="0" kern="1200">
                  <a:solidFill>
                    <a:schemeClr val="bg1"/>
                  </a:solidFill>
                  <a:latin typeface="+mn-lt"/>
                  <a:ea typeface="+mn-ea"/>
                  <a:cs typeface="+mn-cs"/>
                </a:defRPr>
              </a:lvl9pPr>
            </a:lstStyle>
            <a:p>
              <a:r>
                <a:rPr lang="en-GB" sz="2000" dirty="0"/>
                <a:t>02</a:t>
              </a:r>
            </a:p>
          </p:txBody>
        </p:sp>
        <p:cxnSp>
          <p:nvCxnSpPr>
            <p:cNvPr id="28" name="Rechte verbindingslijn 27">
              <a:extLst>
                <a:ext uri="{FF2B5EF4-FFF2-40B4-BE49-F238E27FC236}">
                  <a16:creationId xmlns:a16="http://schemas.microsoft.com/office/drawing/2014/main" id="{67505EDC-1D6C-3AA8-7966-FB02DEE04F07}"/>
                </a:ext>
              </a:extLst>
            </p:cNvPr>
            <p:cNvCxnSpPr>
              <a:cxnSpLocks/>
            </p:cNvCxnSpPr>
            <p:nvPr/>
          </p:nvCxnSpPr>
          <p:spPr>
            <a:xfrm>
              <a:off x="3087624" y="3502152"/>
              <a:ext cx="288000" cy="0"/>
            </a:xfrm>
            <a:prstGeom prst="line">
              <a:avLst/>
            </a:prstGeom>
            <a:ln w="12700" cap="rnd">
              <a:solidFill>
                <a:schemeClr val="bg1"/>
              </a:solidFill>
              <a:round/>
            </a:ln>
          </p:spPr>
          <p:style>
            <a:lnRef idx="1">
              <a:schemeClr val="accent1"/>
            </a:lnRef>
            <a:fillRef idx="0">
              <a:schemeClr val="accent1"/>
            </a:fillRef>
            <a:effectRef idx="0">
              <a:schemeClr val="accent1"/>
            </a:effectRef>
            <a:fontRef idx="minor">
              <a:schemeClr val="tx1"/>
            </a:fontRef>
          </p:style>
        </p:cxnSp>
      </p:grpSp>
      <p:grpSp>
        <p:nvGrpSpPr>
          <p:cNvPr id="100" name="Groep 99">
            <a:extLst>
              <a:ext uri="{FF2B5EF4-FFF2-40B4-BE49-F238E27FC236}">
                <a16:creationId xmlns:a16="http://schemas.microsoft.com/office/drawing/2014/main" id="{71FC05E7-DE70-4906-A44A-95E4EDDC0DCB}"/>
              </a:ext>
            </a:extLst>
          </p:cNvPr>
          <p:cNvGrpSpPr>
            <a:grpSpLocks/>
          </p:cNvGrpSpPr>
          <p:nvPr/>
        </p:nvGrpSpPr>
        <p:grpSpPr>
          <a:xfrm>
            <a:off x="5089498" y="1565275"/>
            <a:ext cx="2006492" cy="4435475"/>
            <a:chOff x="5089498" y="1565275"/>
            <a:chExt cx="2006492" cy="4435475"/>
          </a:xfrm>
        </p:grpSpPr>
        <p:sp>
          <p:nvSpPr>
            <p:cNvPr id="30" name="Rechthoek 29">
              <a:extLst>
                <a:ext uri="{FF2B5EF4-FFF2-40B4-BE49-F238E27FC236}">
                  <a16:creationId xmlns:a16="http://schemas.microsoft.com/office/drawing/2014/main" id="{EE796A4C-A8FF-D18D-D097-7275CCA8B1AE}"/>
                </a:ext>
              </a:extLst>
            </p:cNvPr>
            <p:cNvSpPr>
              <a:spLocks/>
            </p:cNvSpPr>
            <p:nvPr/>
          </p:nvSpPr>
          <p:spPr>
            <a:xfrm>
              <a:off x="5089970" y="1565275"/>
              <a:ext cx="2006020" cy="4435475"/>
            </a:xfrm>
            <a:prstGeom prst="rect">
              <a:avLst/>
            </a:prstGeom>
            <a:solidFill>
              <a:srgbClr val="0076C2"/>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sp>
          <p:nvSpPr>
            <p:cNvPr id="95" name="Vrije vorm: vorm 94">
              <a:extLst>
                <a:ext uri="{FF2B5EF4-FFF2-40B4-BE49-F238E27FC236}">
                  <a16:creationId xmlns:a16="http://schemas.microsoft.com/office/drawing/2014/main" id="{074B4F5A-824D-937F-F478-9409522D837C}"/>
                </a:ext>
              </a:extLst>
            </p:cNvPr>
            <p:cNvSpPr>
              <a:spLocks/>
            </p:cNvSpPr>
            <p:nvPr/>
          </p:nvSpPr>
          <p:spPr>
            <a:xfrm>
              <a:off x="5089971" y="1565276"/>
              <a:ext cx="1291947" cy="355868"/>
            </a:xfrm>
            <a:custGeom>
              <a:avLst/>
              <a:gdLst>
                <a:gd name="connsiteX0" fmla="*/ 0 w 1291947"/>
                <a:gd name="connsiteY0" fmla="*/ 0 h 355868"/>
                <a:gd name="connsiteX1" fmla="*/ 1291947 w 1291947"/>
                <a:gd name="connsiteY1" fmla="*/ 0 h 355868"/>
                <a:gd name="connsiteX2" fmla="*/ 387707 w 1291947"/>
                <a:gd name="connsiteY2" fmla="*/ 243750 h 355868"/>
                <a:gd name="connsiteX3" fmla="*/ 0 w 1291947"/>
                <a:gd name="connsiteY3" fmla="*/ 355868 h 355868"/>
              </a:gdLst>
              <a:ahLst/>
              <a:cxnLst>
                <a:cxn ang="0">
                  <a:pos x="connsiteX0" y="connsiteY0"/>
                </a:cxn>
                <a:cxn ang="0">
                  <a:pos x="connsiteX1" y="connsiteY1"/>
                </a:cxn>
                <a:cxn ang="0">
                  <a:pos x="connsiteX2" y="connsiteY2"/>
                </a:cxn>
                <a:cxn ang="0">
                  <a:pos x="connsiteX3" y="connsiteY3"/>
                </a:cxn>
              </a:cxnLst>
              <a:rect l="l" t="t" r="r" b="b"/>
              <a:pathLst>
                <a:path w="1291947" h="355868">
                  <a:moveTo>
                    <a:pt x="0" y="0"/>
                  </a:moveTo>
                  <a:lnTo>
                    <a:pt x="1291947" y="0"/>
                  </a:lnTo>
                  <a:lnTo>
                    <a:pt x="387707" y="243750"/>
                  </a:lnTo>
                  <a:lnTo>
                    <a:pt x="0" y="355868"/>
                  </a:lnTo>
                  <a:close/>
                </a:path>
              </a:pathLst>
            </a:custGeom>
            <a:solidFill>
              <a:schemeClr val="bg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ctr">
              <a:noAutofit/>
            </a:bodyPr>
            <a:lstStyle/>
            <a:p>
              <a:pPr algn="ctr">
                <a:lnSpc>
                  <a:spcPct val="90000"/>
                </a:lnSpc>
                <a:spcBef>
                  <a:spcPts val="200"/>
                </a:spcBef>
                <a:spcAft>
                  <a:spcPts val="200"/>
                </a:spcAft>
              </a:pPr>
              <a:endParaRPr lang="en-GB" sz="1600" dirty="0" err="1"/>
            </a:p>
          </p:txBody>
        </p:sp>
        <p:sp>
          <p:nvSpPr>
            <p:cNvPr id="31" name="Tijdelijke aanduiding voor tekst 5">
              <a:extLst>
                <a:ext uri="{FF2B5EF4-FFF2-40B4-BE49-F238E27FC236}">
                  <a16:creationId xmlns:a16="http://schemas.microsoft.com/office/drawing/2014/main" id="{67811ACB-BFC8-D28A-C47E-C513BE439A50}"/>
                </a:ext>
              </a:extLst>
            </p:cNvPr>
            <p:cNvSpPr txBox="1">
              <a:spLocks/>
            </p:cNvSpPr>
            <p:nvPr/>
          </p:nvSpPr>
          <p:spPr>
            <a:xfrm>
              <a:off x="5089498" y="3706368"/>
              <a:ext cx="2006491" cy="2294381"/>
            </a:xfrm>
            <a:prstGeom prst="rect">
              <a:avLst/>
            </a:prstGeom>
          </p:spPr>
          <p:txBody>
            <a:bodyPr wrap="square" lIns="180000" tIns="0" rIns="180000" bIns="0">
              <a:noAutofit/>
            </a:bodyPr>
            <a:lstStyle>
              <a:lvl1pPr marL="0" indent="0" algn="l" defTabSz="914400" rtl="0" eaLnBrk="1" latinLnBrk="0" hangingPunct="1">
                <a:lnSpc>
                  <a:spcPct val="90000"/>
                </a:lnSpc>
                <a:spcBef>
                  <a:spcPts val="600"/>
                </a:spcBef>
                <a:spcAft>
                  <a:spcPts val="600"/>
                </a:spcAft>
                <a:buClr>
                  <a:schemeClr val="accent1"/>
                </a:buClr>
                <a:buSzPct val="120000"/>
                <a:buFont typeface="Arial" panose="020B0604020202020204" pitchFamily="34" charset="0"/>
                <a:buNone/>
                <a:defRPr sz="2400" b="0" i="0" kern="1200">
                  <a:solidFill>
                    <a:schemeClr val="bg1"/>
                  </a:solidFill>
                  <a:latin typeface="+mn-lt"/>
                  <a:ea typeface="+mn-ea"/>
                  <a:cs typeface="+mn-cs"/>
                </a:defRPr>
              </a:lvl1pPr>
              <a:lvl2pPr marL="0" indent="0" algn="r" defTabSz="914400" rtl="0" eaLnBrk="1" latinLnBrk="0" hangingPunct="1">
                <a:lnSpc>
                  <a:spcPct val="90000"/>
                </a:lnSpc>
                <a:spcBef>
                  <a:spcPts val="600"/>
                </a:spcBef>
                <a:spcAft>
                  <a:spcPts val="600"/>
                </a:spcAft>
                <a:buClr>
                  <a:schemeClr val="accent1"/>
                </a:buClr>
                <a:buSzPct val="120000"/>
                <a:buFont typeface="Arial" panose="020B0604020202020204" pitchFamily="34" charset="0"/>
                <a:buNone/>
                <a:tabLst>
                  <a:tab pos="712788" algn="l"/>
                </a:tabLst>
                <a:defRPr sz="2400" b="0" i="0" kern="1200">
                  <a:solidFill>
                    <a:schemeClr val="bg1"/>
                  </a:solidFill>
                  <a:latin typeface="+mn-lt"/>
                  <a:ea typeface="+mn-ea"/>
                  <a:cs typeface="+mn-cs"/>
                </a:defRPr>
              </a:lvl2pPr>
              <a:lvl3pPr marL="0" indent="0" algn="r" defTabSz="914400" rtl="0" eaLnBrk="1" latinLnBrk="0" hangingPunct="1">
                <a:lnSpc>
                  <a:spcPct val="90000"/>
                </a:lnSpc>
                <a:spcBef>
                  <a:spcPts val="600"/>
                </a:spcBef>
                <a:spcAft>
                  <a:spcPts val="600"/>
                </a:spcAft>
                <a:buClr>
                  <a:schemeClr val="accent3"/>
                </a:buClr>
                <a:buFont typeface="Arial" panose="020B0604020202020204" pitchFamily="34" charset="0"/>
                <a:buNone/>
                <a:defRPr sz="2400" b="0" i="0" kern="1200">
                  <a:solidFill>
                    <a:schemeClr val="bg1"/>
                  </a:solidFill>
                  <a:latin typeface="+mn-lt"/>
                  <a:ea typeface="+mn-ea"/>
                  <a:cs typeface="+mn-cs"/>
                </a:defRPr>
              </a:lvl3pPr>
              <a:lvl4pPr marL="0" indent="0" algn="r" defTabSz="914400" rtl="0" eaLnBrk="1" latinLnBrk="0" hangingPunct="1">
                <a:lnSpc>
                  <a:spcPct val="90000"/>
                </a:lnSpc>
                <a:spcBef>
                  <a:spcPts val="600"/>
                </a:spcBef>
                <a:spcAft>
                  <a:spcPts val="600"/>
                </a:spcAft>
                <a:buFont typeface="Arial" panose="020B0604020202020204" pitchFamily="34" charset="0"/>
                <a:buNone/>
                <a:defRPr sz="2400" b="0" i="0" kern="1200">
                  <a:solidFill>
                    <a:schemeClr val="bg1"/>
                  </a:solidFill>
                  <a:latin typeface="+mn-lt"/>
                  <a:ea typeface="+mn-ea"/>
                  <a:cs typeface="+mn-cs"/>
                </a:defRPr>
              </a:lvl4pPr>
              <a:lvl5pPr marL="0" indent="0" algn="r" defTabSz="914400" rtl="0" eaLnBrk="1" latinLnBrk="0" hangingPunct="1">
                <a:lnSpc>
                  <a:spcPct val="90000"/>
                </a:lnSpc>
                <a:spcBef>
                  <a:spcPts val="600"/>
                </a:spcBef>
                <a:spcAft>
                  <a:spcPts val="600"/>
                </a:spcAft>
                <a:buFont typeface="Arial" panose="020B0604020202020204" pitchFamily="34" charset="0"/>
                <a:buNone/>
                <a:defRPr sz="2400" b="0" i="0" kern="1200">
                  <a:solidFill>
                    <a:schemeClr val="bg1"/>
                  </a:solidFill>
                  <a:latin typeface="+mn-lt"/>
                  <a:ea typeface="+mn-ea"/>
                  <a:cs typeface="+mn-cs"/>
                </a:defRPr>
              </a:lvl5pPr>
              <a:lvl6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defRPr sz="2400" b="0" i="0" kern="1200" cap="none" baseline="0">
                  <a:solidFill>
                    <a:schemeClr val="bg1"/>
                  </a:solidFill>
                  <a:latin typeface="+mn-lt"/>
                  <a:ea typeface="+mn-ea"/>
                  <a:cs typeface="+mn-cs"/>
                </a:defRPr>
              </a:lvl6pPr>
              <a:lvl7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tabLst/>
                <a:defRPr sz="2400" b="0" i="0" kern="1200">
                  <a:solidFill>
                    <a:schemeClr val="bg1"/>
                  </a:solidFill>
                  <a:latin typeface="+mn-lt"/>
                  <a:ea typeface="+mn-ea"/>
                  <a:cs typeface="+mn-cs"/>
                </a:defRPr>
              </a:lvl7pPr>
              <a:lvl8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defRPr sz="2400" b="0" i="0" kern="1200">
                  <a:solidFill>
                    <a:schemeClr val="bg1"/>
                  </a:solidFill>
                  <a:latin typeface="+mn-lt"/>
                  <a:ea typeface="+mn-ea"/>
                  <a:cs typeface="+mn-cs"/>
                </a:defRPr>
              </a:lvl8pPr>
              <a:lvl9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defRPr sz="2400" b="0" i="0" kern="1200">
                  <a:solidFill>
                    <a:schemeClr val="bg1"/>
                  </a:solidFill>
                  <a:latin typeface="+mn-lt"/>
                  <a:ea typeface="+mn-ea"/>
                  <a:cs typeface="+mn-cs"/>
                </a:defRPr>
              </a:lvl9pPr>
            </a:lstStyle>
            <a:p>
              <a:r>
                <a:rPr lang="en-GB" sz="2000" dirty="0"/>
                <a:t>Methods</a:t>
              </a:r>
            </a:p>
          </p:txBody>
        </p:sp>
        <p:sp>
          <p:nvSpPr>
            <p:cNvPr id="32" name="Tijdelijke aanduiding voor tekst 5">
              <a:extLst>
                <a:ext uri="{FF2B5EF4-FFF2-40B4-BE49-F238E27FC236}">
                  <a16:creationId xmlns:a16="http://schemas.microsoft.com/office/drawing/2014/main" id="{8054991A-C327-7F79-2E21-1C0154C33C17}"/>
                </a:ext>
              </a:extLst>
            </p:cNvPr>
            <p:cNvSpPr txBox="1">
              <a:spLocks/>
            </p:cNvSpPr>
            <p:nvPr/>
          </p:nvSpPr>
          <p:spPr>
            <a:xfrm>
              <a:off x="5089498" y="3152001"/>
              <a:ext cx="2006491" cy="276999"/>
            </a:xfrm>
            <a:prstGeom prst="rect">
              <a:avLst/>
            </a:prstGeom>
          </p:spPr>
          <p:txBody>
            <a:bodyPr wrap="square" lIns="180000" tIns="0" rIns="180000" bIns="0" anchor="b" anchorCtr="0">
              <a:spAutoFit/>
            </a:bodyPr>
            <a:lstStyle>
              <a:lvl1pPr marL="0" indent="0" algn="l" defTabSz="914400" rtl="0" eaLnBrk="1" latinLnBrk="0" hangingPunct="1">
                <a:lnSpc>
                  <a:spcPct val="90000"/>
                </a:lnSpc>
                <a:spcBef>
                  <a:spcPts val="600"/>
                </a:spcBef>
                <a:spcAft>
                  <a:spcPts val="600"/>
                </a:spcAft>
                <a:buClr>
                  <a:schemeClr val="accent1"/>
                </a:buClr>
                <a:buSzPct val="120000"/>
                <a:buFont typeface="Arial" panose="020B0604020202020204" pitchFamily="34" charset="0"/>
                <a:buNone/>
                <a:defRPr sz="2400" b="0" i="0" kern="1200">
                  <a:solidFill>
                    <a:schemeClr val="bg1"/>
                  </a:solidFill>
                  <a:latin typeface="+mn-lt"/>
                  <a:ea typeface="+mn-ea"/>
                  <a:cs typeface="+mn-cs"/>
                </a:defRPr>
              </a:lvl1pPr>
              <a:lvl2pPr marL="0" indent="0" algn="r" defTabSz="914400" rtl="0" eaLnBrk="1" latinLnBrk="0" hangingPunct="1">
                <a:lnSpc>
                  <a:spcPct val="90000"/>
                </a:lnSpc>
                <a:spcBef>
                  <a:spcPts val="600"/>
                </a:spcBef>
                <a:spcAft>
                  <a:spcPts val="600"/>
                </a:spcAft>
                <a:buClr>
                  <a:schemeClr val="accent1"/>
                </a:buClr>
                <a:buSzPct val="120000"/>
                <a:buFont typeface="Arial" panose="020B0604020202020204" pitchFamily="34" charset="0"/>
                <a:buNone/>
                <a:tabLst>
                  <a:tab pos="712788" algn="l"/>
                </a:tabLst>
                <a:defRPr sz="2400" b="0" i="0" kern="1200">
                  <a:solidFill>
                    <a:schemeClr val="bg1"/>
                  </a:solidFill>
                  <a:latin typeface="+mn-lt"/>
                  <a:ea typeface="+mn-ea"/>
                  <a:cs typeface="+mn-cs"/>
                </a:defRPr>
              </a:lvl2pPr>
              <a:lvl3pPr marL="0" indent="0" algn="r" defTabSz="914400" rtl="0" eaLnBrk="1" latinLnBrk="0" hangingPunct="1">
                <a:lnSpc>
                  <a:spcPct val="90000"/>
                </a:lnSpc>
                <a:spcBef>
                  <a:spcPts val="600"/>
                </a:spcBef>
                <a:spcAft>
                  <a:spcPts val="600"/>
                </a:spcAft>
                <a:buClr>
                  <a:schemeClr val="accent3"/>
                </a:buClr>
                <a:buFont typeface="Arial" panose="020B0604020202020204" pitchFamily="34" charset="0"/>
                <a:buNone/>
                <a:defRPr sz="2400" b="0" i="0" kern="1200">
                  <a:solidFill>
                    <a:schemeClr val="bg1"/>
                  </a:solidFill>
                  <a:latin typeface="+mn-lt"/>
                  <a:ea typeface="+mn-ea"/>
                  <a:cs typeface="+mn-cs"/>
                </a:defRPr>
              </a:lvl3pPr>
              <a:lvl4pPr marL="0" indent="0" algn="r" defTabSz="914400" rtl="0" eaLnBrk="1" latinLnBrk="0" hangingPunct="1">
                <a:lnSpc>
                  <a:spcPct val="90000"/>
                </a:lnSpc>
                <a:spcBef>
                  <a:spcPts val="600"/>
                </a:spcBef>
                <a:spcAft>
                  <a:spcPts val="600"/>
                </a:spcAft>
                <a:buFont typeface="Arial" panose="020B0604020202020204" pitchFamily="34" charset="0"/>
                <a:buNone/>
                <a:defRPr sz="2400" b="0" i="0" kern="1200">
                  <a:solidFill>
                    <a:schemeClr val="bg1"/>
                  </a:solidFill>
                  <a:latin typeface="+mn-lt"/>
                  <a:ea typeface="+mn-ea"/>
                  <a:cs typeface="+mn-cs"/>
                </a:defRPr>
              </a:lvl4pPr>
              <a:lvl5pPr marL="0" indent="0" algn="r" defTabSz="914400" rtl="0" eaLnBrk="1" latinLnBrk="0" hangingPunct="1">
                <a:lnSpc>
                  <a:spcPct val="90000"/>
                </a:lnSpc>
                <a:spcBef>
                  <a:spcPts val="600"/>
                </a:spcBef>
                <a:spcAft>
                  <a:spcPts val="600"/>
                </a:spcAft>
                <a:buFont typeface="Arial" panose="020B0604020202020204" pitchFamily="34" charset="0"/>
                <a:buNone/>
                <a:defRPr sz="2400" b="0" i="0" kern="1200">
                  <a:solidFill>
                    <a:schemeClr val="bg1"/>
                  </a:solidFill>
                  <a:latin typeface="+mn-lt"/>
                  <a:ea typeface="+mn-ea"/>
                  <a:cs typeface="+mn-cs"/>
                </a:defRPr>
              </a:lvl5pPr>
              <a:lvl6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defRPr sz="2400" b="0" i="0" kern="1200" cap="none" baseline="0">
                  <a:solidFill>
                    <a:schemeClr val="bg1"/>
                  </a:solidFill>
                  <a:latin typeface="+mn-lt"/>
                  <a:ea typeface="+mn-ea"/>
                  <a:cs typeface="+mn-cs"/>
                </a:defRPr>
              </a:lvl6pPr>
              <a:lvl7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tabLst/>
                <a:defRPr sz="2400" b="0" i="0" kern="1200">
                  <a:solidFill>
                    <a:schemeClr val="bg1"/>
                  </a:solidFill>
                  <a:latin typeface="+mn-lt"/>
                  <a:ea typeface="+mn-ea"/>
                  <a:cs typeface="+mn-cs"/>
                </a:defRPr>
              </a:lvl7pPr>
              <a:lvl8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defRPr sz="2400" b="0" i="0" kern="1200">
                  <a:solidFill>
                    <a:schemeClr val="bg1"/>
                  </a:solidFill>
                  <a:latin typeface="+mn-lt"/>
                  <a:ea typeface="+mn-ea"/>
                  <a:cs typeface="+mn-cs"/>
                </a:defRPr>
              </a:lvl8pPr>
              <a:lvl9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defRPr sz="2400" b="0" i="0" kern="1200">
                  <a:solidFill>
                    <a:schemeClr val="bg1"/>
                  </a:solidFill>
                  <a:latin typeface="+mn-lt"/>
                  <a:ea typeface="+mn-ea"/>
                  <a:cs typeface="+mn-cs"/>
                </a:defRPr>
              </a:lvl9pPr>
            </a:lstStyle>
            <a:p>
              <a:r>
                <a:rPr lang="en-GB" sz="2000" dirty="0"/>
                <a:t>03</a:t>
              </a:r>
            </a:p>
          </p:txBody>
        </p:sp>
        <p:cxnSp>
          <p:nvCxnSpPr>
            <p:cNvPr id="33" name="Rechte verbindingslijn 32">
              <a:extLst>
                <a:ext uri="{FF2B5EF4-FFF2-40B4-BE49-F238E27FC236}">
                  <a16:creationId xmlns:a16="http://schemas.microsoft.com/office/drawing/2014/main" id="{CE1B8DBE-C918-BE69-7EAF-CB96164AB539}"/>
                </a:ext>
              </a:extLst>
            </p:cNvPr>
            <p:cNvCxnSpPr>
              <a:cxnSpLocks/>
            </p:cNvCxnSpPr>
            <p:nvPr/>
          </p:nvCxnSpPr>
          <p:spPr>
            <a:xfrm>
              <a:off x="5273040" y="3502152"/>
              <a:ext cx="288000" cy="0"/>
            </a:xfrm>
            <a:prstGeom prst="line">
              <a:avLst/>
            </a:prstGeom>
            <a:ln w="12700" cap="rnd">
              <a:solidFill>
                <a:schemeClr val="bg1"/>
              </a:solidFill>
              <a:round/>
            </a:ln>
          </p:spPr>
          <p:style>
            <a:lnRef idx="1">
              <a:schemeClr val="accent1"/>
            </a:lnRef>
            <a:fillRef idx="0">
              <a:schemeClr val="accent1"/>
            </a:fillRef>
            <a:effectRef idx="0">
              <a:schemeClr val="accent1"/>
            </a:effectRef>
            <a:fontRef idx="minor">
              <a:schemeClr val="tx1"/>
            </a:fontRef>
          </p:style>
        </p:cxnSp>
      </p:grpSp>
      <p:grpSp>
        <p:nvGrpSpPr>
          <p:cNvPr id="99" name="Groep 98">
            <a:extLst>
              <a:ext uri="{FF2B5EF4-FFF2-40B4-BE49-F238E27FC236}">
                <a16:creationId xmlns:a16="http://schemas.microsoft.com/office/drawing/2014/main" id="{7A096906-1459-E392-45F7-6FAA20A8078A}"/>
              </a:ext>
            </a:extLst>
          </p:cNvPr>
          <p:cNvGrpSpPr>
            <a:grpSpLocks/>
          </p:cNvGrpSpPr>
          <p:nvPr/>
        </p:nvGrpSpPr>
        <p:grpSpPr>
          <a:xfrm>
            <a:off x="7274914" y="1565275"/>
            <a:ext cx="2006493" cy="4435476"/>
            <a:chOff x="7274914" y="1565275"/>
            <a:chExt cx="2006493" cy="4435476"/>
          </a:xfrm>
        </p:grpSpPr>
        <p:sp>
          <p:nvSpPr>
            <p:cNvPr id="35" name="Rechthoek 34">
              <a:extLst>
                <a:ext uri="{FF2B5EF4-FFF2-40B4-BE49-F238E27FC236}">
                  <a16:creationId xmlns:a16="http://schemas.microsoft.com/office/drawing/2014/main" id="{EB110895-A715-C918-C9FF-A9A3BE2006A3}"/>
                </a:ext>
              </a:extLst>
            </p:cNvPr>
            <p:cNvSpPr>
              <a:spLocks/>
            </p:cNvSpPr>
            <p:nvPr/>
          </p:nvSpPr>
          <p:spPr>
            <a:xfrm>
              <a:off x="7275386" y="1565275"/>
              <a:ext cx="2006020" cy="44354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sp>
          <p:nvSpPr>
            <p:cNvPr id="96" name="Vrije vorm: vorm 95">
              <a:extLst>
                <a:ext uri="{FF2B5EF4-FFF2-40B4-BE49-F238E27FC236}">
                  <a16:creationId xmlns:a16="http://schemas.microsoft.com/office/drawing/2014/main" id="{19E4EE7E-4959-1DF3-8B29-FCDA14089EC8}"/>
                </a:ext>
              </a:extLst>
            </p:cNvPr>
            <p:cNvSpPr>
              <a:spLocks/>
            </p:cNvSpPr>
            <p:nvPr/>
          </p:nvSpPr>
          <p:spPr>
            <a:xfrm>
              <a:off x="8183876" y="4879493"/>
              <a:ext cx="1097531" cy="1121258"/>
            </a:xfrm>
            <a:custGeom>
              <a:avLst/>
              <a:gdLst>
                <a:gd name="connsiteX0" fmla="*/ 1097531 w 1097531"/>
                <a:gd name="connsiteY0" fmla="*/ 0 h 1121258"/>
                <a:gd name="connsiteX1" fmla="*/ 1097531 w 1097531"/>
                <a:gd name="connsiteY1" fmla="*/ 1121258 h 1121258"/>
                <a:gd name="connsiteX2" fmla="*/ 0 w 1097531"/>
                <a:gd name="connsiteY2" fmla="*/ 1121258 h 1121258"/>
                <a:gd name="connsiteX3" fmla="*/ 53105 w 1097531"/>
                <a:gd name="connsiteY3" fmla="*/ 1057326 h 1121258"/>
                <a:gd name="connsiteX4" fmla="*/ 739103 w 1097531"/>
                <a:gd name="connsiteY4" fmla="*/ 333526 h 11212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7531" h="1121258">
                  <a:moveTo>
                    <a:pt x="1097531" y="0"/>
                  </a:moveTo>
                  <a:lnTo>
                    <a:pt x="1097531" y="1121258"/>
                  </a:lnTo>
                  <a:lnTo>
                    <a:pt x="0" y="1121258"/>
                  </a:lnTo>
                  <a:lnTo>
                    <a:pt x="53105" y="1057326"/>
                  </a:lnTo>
                  <a:cubicBezTo>
                    <a:pt x="261098" y="814185"/>
                    <a:pt x="491210" y="572985"/>
                    <a:pt x="739103" y="333526"/>
                  </a:cubicBezTo>
                  <a:close/>
                </a:path>
              </a:pathLst>
            </a:custGeom>
            <a:solidFill>
              <a:schemeClr val="bg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ctr">
              <a:noAutofit/>
            </a:bodyPr>
            <a:lstStyle/>
            <a:p>
              <a:pPr algn="ctr">
                <a:lnSpc>
                  <a:spcPct val="90000"/>
                </a:lnSpc>
                <a:spcBef>
                  <a:spcPts val="200"/>
                </a:spcBef>
                <a:spcAft>
                  <a:spcPts val="200"/>
                </a:spcAft>
              </a:pPr>
              <a:endParaRPr lang="en-GB" sz="1600" dirty="0" err="1"/>
            </a:p>
          </p:txBody>
        </p:sp>
        <p:sp>
          <p:nvSpPr>
            <p:cNvPr id="36" name="Tijdelijke aanduiding voor tekst 5">
              <a:extLst>
                <a:ext uri="{FF2B5EF4-FFF2-40B4-BE49-F238E27FC236}">
                  <a16:creationId xmlns:a16="http://schemas.microsoft.com/office/drawing/2014/main" id="{DD76365C-529A-020E-8A28-5CEFD80AAFE9}"/>
                </a:ext>
              </a:extLst>
            </p:cNvPr>
            <p:cNvSpPr txBox="1">
              <a:spLocks/>
            </p:cNvSpPr>
            <p:nvPr/>
          </p:nvSpPr>
          <p:spPr>
            <a:xfrm>
              <a:off x="7274914" y="3706368"/>
              <a:ext cx="2006491" cy="2294381"/>
            </a:xfrm>
            <a:prstGeom prst="rect">
              <a:avLst/>
            </a:prstGeom>
          </p:spPr>
          <p:txBody>
            <a:bodyPr wrap="square" lIns="180000" tIns="0" rIns="180000" bIns="0">
              <a:noAutofit/>
            </a:bodyPr>
            <a:lstStyle>
              <a:lvl1pPr marL="0" indent="0" algn="l" defTabSz="914400" rtl="0" eaLnBrk="1" latinLnBrk="0" hangingPunct="1">
                <a:lnSpc>
                  <a:spcPct val="90000"/>
                </a:lnSpc>
                <a:spcBef>
                  <a:spcPts val="600"/>
                </a:spcBef>
                <a:spcAft>
                  <a:spcPts val="600"/>
                </a:spcAft>
                <a:buClr>
                  <a:schemeClr val="accent1"/>
                </a:buClr>
                <a:buSzPct val="120000"/>
                <a:buFont typeface="Arial" panose="020B0604020202020204" pitchFamily="34" charset="0"/>
                <a:buNone/>
                <a:defRPr sz="2400" b="0" i="0" kern="1200">
                  <a:solidFill>
                    <a:schemeClr val="bg1"/>
                  </a:solidFill>
                  <a:latin typeface="+mn-lt"/>
                  <a:ea typeface="+mn-ea"/>
                  <a:cs typeface="+mn-cs"/>
                </a:defRPr>
              </a:lvl1pPr>
              <a:lvl2pPr marL="0" indent="0" algn="r" defTabSz="914400" rtl="0" eaLnBrk="1" latinLnBrk="0" hangingPunct="1">
                <a:lnSpc>
                  <a:spcPct val="90000"/>
                </a:lnSpc>
                <a:spcBef>
                  <a:spcPts val="600"/>
                </a:spcBef>
                <a:spcAft>
                  <a:spcPts val="600"/>
                </a:spcAft>
                <a:buClr>
                  <a:schemeClr val="accent1"/>
                </a:buClr>
                <a:buSzPct val="120000"/>
                <a:buFont typeface="Arial" panose="020B0604020202020204" pitchFamily="34" charset="0"/>
                <a:buNone/>
                <a:tabLst>
                  <a:tab pos="712788" algn="l"/>
                </a:tabLst>
                <a:defRPr sz="2400" b="0" i="0" kern="1200">
                  <a:solidFill>
                    <a:schemeClr val="bg1"/>
                  </a:solidFill>
                  <a:latin typeface="+mn-lt"/>
                  <a:ea typeface="+mn-ea"/>
                  <a:cs typeface="+mn-cs"/>
                </a:defRPr>
              </a:lvl2pPr>
              <a:lvl3pPr marL="0" indent="0" algn="r" defTabSz="914400" rtl="0" eaLnBrk="1" latinLnBrk="0" hangingPunct="1">
                <a:lnSpc>
                  <a:spcPct val="90000"/>
                </a:lnSpc>
                <a:spcBef>
                  <a:spcPts val="600"/>
                </a:spcBef>
                <a:spcAft>
                  <a:spcPts val="600"/>
                </a:spcAft>
                <a:buClr>
                  <a:schemeClr val="accent3"/>
                </a:buClr>
                <a:buFont typeface="Arial" panose="020B0604020202020204" pitchFamily="34" charset="0"/>
                <a:buNone/>
                <a:defRPr sz="2400" b="0" i="0" kern="1200">
                  <a:solidFill>
                    <a:schemeClr val="bg1"/>
                  </a:solidFill>
                  <a:latin typeface="+mn-lt"/>
                  <a:ea typeface="+mn-ea"/>
                  <a:cs typeface="+mn-cs"/>
                </a:defRPr>
              </a:lvl3pPr>
              <a:lvl4pPr marL="0" indent="0" algn="r" defTabSz="914400" rtl="0" eaLnBrk="1" latinLnBrk="0" hangingPunct="1">
                <a:lnSpc>
                  <a:spcPct val="90000"/>
                </a:lnSpc>
                <a:spcBef>
                  <a:spcPts val="600"/>
                </a:spcBef>
                <a:spcAft>
                  <a:spcPts val="600"/>
                </a:spcAft>
                <a:buFont typeface="Arial" panose="020B0604020202020204" pitchFamily="34" charset="0"/>
                <a:buNone/>
                <a:defRPr sz="2400" b="0" i="0" kern="1200">
                  <a:solidFill>
                    <a:schemeClr val="bg1"/>
                  </a:solidFill>
                  <a:latin typeface="+mn-lt"/>
                  <a:ea typeface="+mn-ea"/>
                  <a:cs typeface="+mn-cs"/>
                </a:defRPr>
              </a:lvl4pPr>
              <a:lvl5pPr marL="0" indent="0" algn="r" defTabSz="914400" rtl="0" eaLnBrk="1" latinLnBrk="0" hangingPunct="1">
                <a:lnSpc>
                  <a:spcPct val="90000"/>
                </a:lnSpc>
                <a:spcBef>
                  <a:spcPts val="600"/>
                </a:spcBef>
                <a:spcAft>
                  <a:spcPts val="600"/>
                </a:spcAft>
                <a:buFont typeface="Arial" panose="020B0604020202020204" pitchFamily="34" charset="0"/>
                <a:buNone/>
                <a:defRPr sz="2400" b="0" i="0" kern="1200">
                  <a:solidFill>
                    <a:schemeClr val="bg1"/>
                  </a:solidFill>
                  <a:latin typeface="+mn-lt"/>
                  <a:ea typeface="+mn-ea"/>
                  <a:cs typeface="+mn-cs"/>
                </a:defRPr>
              </a:lvl5pPr>
              <a:lvl6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defRPr sz="2400" b="0" i="0" kern="1200" cap="none" baseline="0">
                  <a:solidFill>
                    <a:schemeClr val="bg1"/>
                  </a:solidFill>
                  <a:latin typeface="+mn-lt"/>
                  <a:ea typeface="+mn-ea"/>
                  <a:cs typeface="+mn-cs"/>
                </a:defRPr>
              </a:lvl6pPr>
              <a:lvl7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tabLst/>
                <a:defRPr sz="2400" b="0" i="0" kern="1200">
                  <a:solidFill>
                    <a:schemeClr val="bg1"/>
                  </a:solidFill>
                  <a:latin typeface="+mn-lt"/>
                  <a:ea typeface="+mn-ea"/>
                  <a:cs typeface="+mn-cs"/>
                </a:defRPr>
              </a:lvl7pPr>
              <a:lvl8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defRPr sz="2400" b="0" i="0" kern="1200">
                  <a:solidFill>
                    <a:schemeClr val="bg1"/>
                  </a:solidFill>
                  <a:latin typeface="+mn-lt"/>
                  <a:ea typeface="+mn-ea"/>
                  <a:cs typeface="+mn-cs"/>
                </a:defRPr>
              </a:lvl8pPr>
              <a:lvl9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defRPr sz="2400" b="0" i="0" kern="1200">
                  <a:solidFill>
                    <a:schemeClr val="bg1"/>
                  </a:solidFill>
                  <a:latin typeface="+mn-lt"/>
                  <a:ea typeface="+mn-ea"/>
                  <a:cs typeface="+mn-cs"/>
                </a:defRPr>
              </a:lvl9pPr>
            </a:lstStyle>
            <a:p>
              <a:r>
                <a:rPr lang="en-GB" sz="2000" dirty="0"/>
                <a:t>Results</a:t>
              </a:r>
            </a:p>
          </p:txBody>
        </p:sp>
        <p:sp>
          <p:nvSpPr>
            <p:cNvPr id="37" name="Tijdelijke aanduiding voor tekst 5">
              <a:extLst>
                <a:ext uri="{FF2B5EF4-FFF2-40B4-BE49-F238E27FC236}">
                  <a16:creationId xmlns:a16="http://schemas.microsoft.com/office/drawing/2014/main" id="{B6629ECF-ADAD-AE09-1449-EF62A8C7BEB9}"/>
                </a:ext>
              </a:extLst>
            </p:cNvPr>
            <p:cNvSpPr txBox="1">
              <a:spLocks/>
            </p:cNvSpPr>
            <p:nvPr/>
          </p:nvSpPr>
          <p:spPr>
            <a:xfrm>
              <a:off x="7274914" y="3152001"/>
              <a:ext cx="2006491" cy="276999"/>
            </a:xfrm>
            <a:prstGeom prst="rect">
              <a:avLst/>
            </a:prstGeom>
          </p:spPr>
          <p:txBody>
            <a:bodyPr wrap="square" lIns="180000" tIns="0" rIns="180000" bIns="0" anchor="b" anchorCtr="0">
              <a:spAutoFit/>
            </a:bodyPr>
            <a:lstStyle>
              <a:lvl1pPr marL="0" indent="0" algn="l" defTabSz="914400" rtl="0" eaLnBrk="1" latinLnBrk="0" hangingPunct="1">
                <a:lnSpc>
                  <a:spcPct val="90000"/>
                </a:lnSpc>
                <a:spcBef>
                  <a:spcPts val="600"/>
                </a:spcBef>
                <a:spcAft>
                  <a:spcPts val="600"/>
                </a:spcAft>
                <a:buClr>
                  <a:schemeClr val="accent1"/>
                </a:buClr>
                <a:buSzPct val="120000"/>
                <a:buFont typeface="Arial" panose="020B0604020202020204" pitchFamily="34" charset="0"/>
                <a:buNone/>
                <a:defRPr sz="2400" b="0" i="0" kern="1200">
                  <a:solidFill>
                    <a:schemeClr val="bg1"/>
                  </a:solidFill>
                  <a:latin typeface="+mn-lt"/>
                  <a:ea typeface="+mn-ea"/>
                  <a:cs typeface="+mn-cs"/>
                </a:defRPr>
              </a:lvl1pPr>
              <a:lvl2pPr marL="0" indent="0" algn="r" defTabSz="914400" rtl="0" eaLnBrk="1" latinLnBrk="0" hangingPunct="1">
                <a:lnSpc>
                  <a:spcPct val="90000"/>
                </a:lnSpc>
                <a:spcBef>
                  <a:spcPts val="600"/>
                </a:spcBef>
                <a:spcAft>
                  <a:spcPts val="600"/>
                </a:spcAft>
                <a:buClr>
                  <a:schemeClr val="accent1"/>
                </a:buClr>
                <a:buSzPct val="120000"/>
                <a:buFont typeface="Arial" panose="020B0604020202020204" pitchFamily="34" charset="0"/>
                <a:buNone/>
                <a:tabLst>
                  <a:tab pos="712788" algn="l"/>
                </a:tabLst>
                <a:defRPr sz="2400" b="0" i="0" kern="1200">
                  <a:solidFill>
                    <a:schemeClr val="bg1"/>
                  </a:solidFill>
                  <a:latin typeface="+mn-lt"/>
                  <a:ea typeface="+mn-ea"/>
                  <a:cs typeface="+mn-cs"/>
                </a:defRPr>
              </a:lvl2pPr>
              <a:lvl3pPr marL="0" indent="0" algn="r" defTabSz="914400" rtl="0" eaLnBrk="1" latinLnBrk="0" hangingPunct="1">
                <a:lnSpc>
                  <a:spcPct val="90000"/>
                </a:lnSpc>
                <a:spcBef>
                  <a:spcPts val="600"/>
                </a:spcBef>
                <a:spcAft>
                  <a:spcPts val="600"/>
                </a:spcAft>
                <a:buClr>
                  <a:schemeClr val="accent3"/>
                </a:buClr>
                <a:buFont typeface="Arial" panose="020B0604020202020204" pitchFamily="34" charset="0"/>
                <a:buNone/>
                <a:defRPr sz="2400" b="0" i="0" kern="1200">
                  <a:solidFill>
                    <a:schemeClr val="bg1"/>
                  </a:solidFill>
                  <a:latin typeface="+mn-lt"/>
                  <a:ea typeface="+mn-ea"/>
                  <a:cs typeface="+mn-cs"/>
                </a:defRPr>
              </a:lvl3pPr>
              <a:lvl4pPr marL="0" indent="0" algn="r" defTabSz="914400" rtl="0" eaLnBrk="1" latinLnBrk="0" hangingPunct="1">
                <a:lnSpc>
                  <a:spcPct val="90000"/>
                </a:lnSpc>
                <a:spcBef>
                  <a:spcPts val="600"/>
                </a:spcBef>
                <a:spcAft>
                  <a:spcPts val="600"/>
                </a:spcAft>
                <a:buFont typeface="Arial" panose="020B0604020202020204" pitchFamily="34" charset="0"/>
                <a:buNone/>
                <a:defRPr sz="2400" b="0" i="0" kern="1200">
                  <a:solidFill>
                    <a:schemeClr val="bg1"/>
                  </a:solidFill>
                  <a:latin typeface="+mn-lt"/>
                  <a:ea typeface="+mn-ea"/>
                  <a:cs typeface="+mn-cs"/>
                </a:defRPr>
              </a:lvl4pPr>
              <a:lvl5pPr marL="0" indent="0" algn="r" defTabSz="914400" rtl="0" eaLnBrk="1" latinLnBrk="0" hangingPunct="1">
                <a:lnSpc>
                  <a:spcPct val="90000"/>
                </a:lnSpc>
                <a:spcBef>
                  <a:spcPts val="600"/>
                </a:spcBef>
                <a:spcAft>
                  <a:spcPts val="600"/>
                </a:spcAft>
                <a:buFont typeface="Arial" panose="020B0604020202020204" pitchFamily="34" charset="0"/>
                <a:buNone/>
                <a:defRPr sz="2400" b="0" i="0" kern="1200">
                  <a:solidFill>
                    <a:schemeClr val="bg1"/>
                  </a:solidFill>
                  <a:latin typeface="+mn-lt"/>
                  <a:ea typeface="+mn-ea"/>
                  <a:cs typeface="+mn-cs"/>
                </a:defRPr>
              </a:lvl5pPr>
              <a:lvl6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defRPr sz="2400" b="0" i="0" kern="1200" cap="none" baseline="0">
                  <a:solidFill>
                    <a:schemeClr val="bg1"/>
                  </a:solidFill>
                  <a:latin typeface="+mn-lt"/>
                  <a:ea typeface="+mn-ea"/>
                  <a:cs typeface="+mn-cs"/>
                </a:defRPr>
              </a:lvl6pPr>
              <a:lvl7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tabLst/>
                <a:defRPr sz="2400" b="0" i="0" kern="1200">
                  <a:solidFill>
                    <a:schemeClr val="bg1"/>
                  </a:solidFill>
                  <a:latin typeface="+mn-lt"/>
                  <a:ea typeface="+mn-ea"/>
                  <a:cs typeface="+mn-cs"/>
                </a:defRPr>
              </a:lvl7pPr>
              <a:lvl8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defRPr sz="2400" b="0" i="0" kern="1200">
                  <a:solidFill>
                    <a:schemeClr val="bg1"/>
                  </a:solidFill>
                  <a:latin typeface="+mn-lt"/>
                  <a:ea typeface="+mn-ea"/>
                  <a:cs typeface="+mn-cs"/>
                </a:defRPr>
              </a:lvl8pPr>
              <a:lvl9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defRPr sz="2400" b="0" i="0" kern="1200">
                  <a:solidFill>
                    <a:schemeClr val="bg1"/>
                  </a:solidFill>
                  <a:latin typeface="+mn-lt"/>
                  <a:ea typeface="+mn-ea"/>
                  <a:cs typeface="+mn-cs"/>
                </a:defRPr>
              </a:lvl9pPr>
            </a:lstStyle>
            <a:p>
              <a:r>
                <a:rPr lang="en-GB" sz="2000" dirty="0"/>
                <a:t>04</a:t>
              </a:r>
            </a:p>
          </p:txBody>
        </p:sp>
        <p:cxnSp>
          <p:nvCxnSpPr>
            <p:cNvPr id="38" name="Rechte verbindingslijn 37">
              <a:extLst>
                <a:ext uri="{FF2B5EF4-FFF2-40B4-BE49-F238E27FC236}">
                  <a16:creationId xmlns:a16="http://schemas.microsoft.com/office/drawing/2014/main" id="{458C6698-6E2C-DC52-A22E-4248EAE501AD}"/>
                </a:ext>
              </a:extLst>
            </p:cNvPr>
            <p:cNvCxnSpPr>
              <a:cxnSpLocks/>
            </p:cNvCxnSpPr>
            <p:nvPr/>
          </p:nvCxnSpPr>
          <p:spPr>
            <a:xfrm>
              <a:off x="7458456" y="3502152"/>
              <a:ext cx="288000" cy="0"/>
            </a:xfrm>
            <a:prstGeom prst="line">
              <a:avLst/>
            </a:prstGeom>
            <a:ln w="12700" cap="rnd">
              <a:solidFill>
                <a:schemeClr val="bg1"/>
              </a:solidFill>
              <a:round/>
            </a:ln>
          </p:spPr>
          <p:style>
            <a:lnRef idx="1">
              <a:schemeClr val="accent1"/>
            </a:lnRef>
            <a:fillRef idx="0">
              <a:schemeClr val="accent1"/>
            </a:fillRef>
            <a:effectRef idx="0">
              <a:schemeClr val="accent1"/>
            </a:effectRef>
            <a:fontRef idx="minor">
              <a:schemeClr val="tx1"/>
            </a:fontRef>
          </p:style>
        </p:cxnSp>
      </p:grpSp>
      <p:grpSp>
        <p:nvGrpSpPr>
          <p:cNvPr id="98" name="Groep 97">
            <a:extLst>
              <a:ext uri="{FF2B5EF4-FFF2-40B4-BE49-F238E27FC236}">
                <a16:creationId xmlns:a16="http://schemas.microsoft.com/office/drawing/2014/main" id="{2A7C4A48-127F-9203-7295-03F7EDFBCB14}"/>
              </a:ext>
            </a:extLst>
          </p:cNvPr>
          <p:cNvGrpSpPr>
            <a:grpSpLocks/>
          </p:cNvGrpSpPr>
          <p:nvPr/>
        </p:nvGrpSpPr>
        <p:grpSpPr>
          <a:xfrm>
            <a:off x="9460330" y="1565275"/>
            <a:ext cx="2006492" cy="4435476"/>
            <a:chOff x="9460330" y="1565275"/>
            <a:chExt cx="2006492" cy="4435476"/>
          </a:xfrm>
        </p:grpSpPr>
        <p:sp>
          <p:nvSpPr>
            <p:cNvPr id="40" name="Rechthoek 39">
              <a:extLst>
                <a:ext uri="{FF2B5EF4-FFF2-40B4-BE49-F238E27FC236}">
                  <a16:creationId xmlns:a16="http://schemas.microsoft.com/office/drawing/2014/main" id="{232EE22B-42B1-63B7-F6C0-1486C318B1C2}"/>
                </a:ext>
              </a:extLst>
            </p:cNvPr>
            <p:cNvSpPr>
              <a:spLocks/>
            </p:cNvSpPr>
            <p:nvPr/>
          </p:nvSpPr>
          <p:spPr>
            <a:xfrm>
              <a:off x="9460802" y="1565275"/>
              <a:ext cx="2006020" cy="4435475"/>
            </a:xfrm>
            <a:prstGeom prst="rect">
              <a:avLst/>
            </a:prstGeom>
            <a:solidFill>
              <a:srgbClr val="00B8C8"/>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sp>
          <p:nvSpPr>
            <p:cNvPr id="97" name="Vrije vorm: vorm 96">
              <a:extLst>
                <a:ext uri="{FF2B5EF4-FFF2-40B4-BE49-F238E27FC236}">
                  <a16:creationId xmlns:a16="http://schemas.microsoft.com/office/drawing/2014/main" id="{CDBCE730-D45C-356A-FF3C-0F112704BDE4}"/>
                </a:ext>
              </a:extLst>
            </p:cNvPr>
            <p:cNvSpPr>
              <a:spLocks/>
            </p:cNvSpPr>
            <p:nvPr/>
          </p:nvSpPr>
          <p:spPr>
            <a:xfrm>
              <a:off x="9460802" y="3136553"/>
              <a:ext cx="2006020" cy="2864198"/>
            </a:xfrm>
            <a:custGeom>
              <a:avLst/>
              <a:gdLst>
                <a:gd name="connsiteX0" fmla="*/ 2006020 w 2006020"/>
                <a:gd name="connsiteY0" fmla="*/ 0 h 2864198"/>
                <a:gd name="connsiteX1" fmla="*/ 2006020 w 2006020"/>
                <a:gd name="connsiteY1" fmla="*/ 2864198 h 2864198"/>
                <a:gd name="connsiteX2" fmla="*/ 0 w 2006020"/>
                <a:gd name="connsiteY2" fmla="*/ 2864198 h 2864198"/>
                <a:gd name="connsiteX3" fmla="*/ 0 w 2006020"/>
                <a:gd name="connsiteY3" fmla="*/ 1585112 h 2864198"/>
                <a:gd name="connsiteX4" fmla="*/ 254852 w 2006020"/>
                <a:gd name="connsiteY4" fmla="*/ 1363111 h 2864198"/>
                <a:gd name="connsiteX5" fmla="*/ 1586935 w 2006020"/>
                <a:gd name="connsiteY5" fmla="*/ 310047 h 2864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06020" h="2864198">
                  <a:moveTo>
                    <a:pt x="2006020" y="0"/>
                  </a:moveTo>
                  <a:lnTo>
                    <a:pt x="2006020" y="2864198"/>
                  </a:lnTo>
                  <a:lnTo>
                    <a:pt x="0" y="2864198"/>
                  </a:lnTo>
                  <a:lnTo>
                    <a:pt x="0" y="1585112"/>
                  </a:lnTo>
                  <a:lnTo>
                    <a:pt x="254852" y="1363111"/>
                  </a:lnTo>
                  <a:cubicBezTo>
                    <a:pt x="673521" y="1008846"/>
                    <a:pt x="1122430" y="658049"/>
                    <a:pt x="1586935" y="310047"/>
                  </a:cubicBezTo>
                  <a:close/>
                </a:path>
              </a:pathLst>
            </a:custGeom>
            <a:solidFill>
              <a:schemeClr val="bg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ctr">
              <a:noAutofit/>
            </a:bodyPr>
            <a:lstStyle/>
            <a:p>
              <a:pPr algn="ctr">
                <a:lnSpc>
                  <a:spcPct val="90000"/>
                </a:lnSpc>
                <a:spcBef>
                  <a:spcPts val="200"/>
                </a:spcBef>
                <a:spcAft>
                  <a:spcPts val="200"/>
                </a:spcAft>
              </a:pPr>
              <a:endParaRPr lang="en-GB" sz="1600" dirty="0" err="1"/>
            </a:p>
          </p:txBody>
        </p:sp>
        <p:sp>
          <p:nvSpPr>
            <p:cNvPr id="41" name="Tijdelijke aanduiding voor tekst 5">
              <a:extLst>
                <a:ext uri="{FF2B5EF4-FFF2-40B4-BE49-F238E27FC236}">
                  <a16:creationId xmlns:a16="http://schemas.microsoft.com/office/drawing/2014/main" id="{A34850B8-DDE0-883E-70E7-2F9211F943E2}"/>
                </a:ext>
              </a:extLst>
            </p:cNvPr>
            <p:cNvSpPr txBox="1">
              <a:spLocks/>
            </p:cNvSpPr>
            <p:nvPr/>
          </p:nvSpPr>
          <p:spPr>
            <a:xfrm>
              <a:off x="9460330" y="3706368"/>
              <a:ext cx="2006491" cy="2294381"/>
            </a:xfrm>
            <a:prstGeom prst="rect">
              <a:avLst/>
            </a:prstGeom>
          </p:spPr>
          <p:txBody>
            <a:bodyPr wrap="square" lIns="180000" tIns="0" rIns="180000" bIns="0">
              <a:noAutofit/>
            </a:bodyPr>
            <a:lstStyle>
              <a:lvl1pPr marL="0" indent="0" algn="l" defTabSz="914400" rtl="0" eaLnBrk="1" latinLnBrk="0" hangingPunct="1">
                <a:lnSpc>
                  <a:spcPct val="90000"/>
                </a:lnSpc>
                <a:spcBef>
                  <a:spcPts val="600"/>
                </a:spcBef>
                <a:spcAft>
                  <a:spcPts val="600"/>
                </a:spcAft>
                <a:buClr>
                  <a:schemeClr val="accent1"/>
                </a:buClr>
                <a:buSzPct val="120000"/>
                <a:buFont typeface="Arial" panose="020B0604020202020204" pitchFamily="34" charset="0"/>
                <a:buNone/>
                <a:defRPr sz="2400" b="0" i="0" kern="1200">
                  <a:solidFill>
                    <a:schemeClr val="bg1"/>
                  </a:solidFill>
                  <a:latin typeface="+mn-lt"/>
                  <a:ea typeface="+mn-ea"/>
                  <a:cs typeface="+mn-cs"/>
                </a:defRPr>
              </a:lvl1pPr>
              <a:lvl2pPr marL="0" indent="0" algn="r" defTabSz="914400" rtl="0" eaLnBrk="1" latinLnBrk="0" hangingPunct="1">
                <a:lnSpc>
                  <a:spcPct val="90000"/>
                </a:lnSpc>
                <a:spcBef>
                  <a:spcPts val="600"/>
                </a:spcBef>
                <a:spcAft>
                  <a:spcPts val="600"/>
                </a:spcAft>
                <a:buClr>
                  <a:schemeClr val="accent1"/>
                </a:buClr>
                <a:buSzPct val="120000"/>
                <a:buFont typeface="Arial" panose="020B0604020202020204" pitchFamily="34" charset="0"/>
                <a:buNone/>
                <a:tabLst>
                  <a:tab pos="712788" algn="l"/>
                </a:tabLst>
                <a:defRPr sz="2400" b="0" i="0" kern="1200">
                  <a:solidFill>
                    <a:schemeClr val="bg1"/>
                  </a:solidFill>
                  <a:latin typeface="+mn-lt"/>
                  <a:ea typeface="+mn-ea"/>
                  <a:cs typeface="+mn-cs"/>
                </a:defRPr>
              </a:lvl2pPr>
              <a:lvl3pPr marL="0" indent="0" algn="r" defTabSz="914400" rtl="0" eaLnBrk="1" latinLnBrk="0" hangingPunct="1">
                <a:lnSpc>
                  <a:spcPct val="90000"/>
                </a:lnSpc>
                <a:spcBef>
                  <a:spcPts val="600"/>
                </a:spcBef>
                <a:spcAft>
                  <a:spcPts val="600"/>
                </a:spcAft>
                <a:buClr>
                  <a:schemeClr val="accent3"/>
                </a:buClr>
                <a:buFont typeface="Arial" panose="020B0604020202020204" pitchFamily="34" charset="0"/>
                <a:buNone/>
                <a:defRPr sz="2400" b="0" i="0" kern="1200">
                  <a:solidFill>
                    <a:schemeClr val="bg1"/>
                  </a:solidFill>
                  <a:latin typeface="+mn-lt"/>
                  <a:ea typeface="+mn-ea"/>
                  <a:cs typeface="+mn-cs"/>
                </a:defRPr>
              </a:lvl3pPr>
              <a:lvl4pPr marL="0" indent="0" algn="r" defTabSz="914400" rtl="0" eaLnBrk="1" latinLnBrk="0" hangingPunct="1">
                <a:lnSpc>
                  <a:spcPct val="90000"/>
                </a:lnSpc>
                <a:spcBef>
                  <a:spcPts val="600"/>
                </a:spcBef>
                <a:spcAft>
                  <a:spcPts val="600"/>
                </a:spcAft>
                <a:buFont typeface="Arial" panose="020B0604020202020204" pitchFamily="34" charset="0"/>
                <a:buNone/>
                <a:defRPr sz="2400" b="0" i="0" kern="1200">
                  <a:solidFill>
                    <a:schemeClr val="bg1"/>
                  </a:solidFill>
                  <a:latin typeface="+mn-lt"/>
                  <a:ea typeface="+mn-ea"/>
                  <a:cs typeface="+mn-cs"/>
                </a:defRPr>
              </a:lvl4pPr>
              <a:lvl5pPr marL="0" indent="0" algn="r" defTabSz="914400" rtl="0" eaLnBrk="1" latinLnBrk="0" hangingPunct="1">
                <a:lnSpc>
                  <a:spcPct val="90000"/>
                </a:lnSpc>
                <a:spcBef>
                  <a:spcPts val="600"/>
                </a:spcBef>
                <a:spcAft>
                  <a:spcPts val="600"/>
                </a:spcAft>
                <a:buFont typeface="Arial" panose="020B0604020202020204" pitchFamily="34" charset="0"/>
                <a:buNone/>
                <a:defRPr sz="2400" b="0" i="0" kern="1200">
                  <a:solidFill>
                    <a:schemeClr val="bg1"/>
                  </a:solidFill>
                  <a:latin typeface="+mn-lt"/>
                  <a:ea typeface="+mn-ea"/>
                  <a:cs typeface="+mn-cs"/>
                </a:defRPr>
              </a:lvl5pPr>
              <a:lvl6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defRPr sz="2400" b="0" i="0" kern="1200" cap="none" baseline="0">
                  <a:solidFill>
                    <a:schemeClr val="bg1"/>
                  </a:solidFill>
                  <a:latin typeface="+mn-lt"/>
                  <a:ea typeface="+mn-ea"/>
                  <a:cs typeface="+mn-cs"/>
                </a:defRPr>
              </a:lvl6pPr>
              <a:lvl7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tabLst/>
                <a:defRPr sz="2400" b="0" i="0" kern="1200">
                  <a:solidFill>
                    <a:schemeClr val="bg1"/>
                  </a:solidFill>
                  <a:latin typeface="+mn-lt"/>
                  <a:ea typeface="+mn-ea"/>
                  <a:cs typeface="+mn-cs"/>
                </a:defRPr>
              </a:lvl7pPr>
              <a:lvl8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defRPr sz="2400" b="0" i="0" kern="1200">
                  <a:solidFill>
                    <a:schemeClr val="bg1"/>
                  </a:solidFill>
                  <a:latin typeface="+mn-lt"/>
                  <a:ea typeface="+mn-ea"/>
                  <a:cs typeface="+mn-cs"/>
                </a:defRPr>
              </a:lvl8pPr>
              <a:lvl9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defRPr sz="2400" b="0" i="0" kern="1200">
                  <a:solidFill>
                    <a:schemeClr val="bg1"/>
                  </a:solidFill>
                  <a:latin typeface="+mn-lt"/>
                  <a:ea typeface="+mn-ea"/>
                  <a:cs typeface="+mn-cs"/>
                </a:defRPr>
              </a:lvl9pPr>
            </a:lstStyle>
            <a:p>
              <a:r>
                <a:rPr lang="en-GB" sz="2000" dirty="0"/>
                <a:t>Conclusion</a:t>
              </a:r>
            </a:p>
          </p:txBody>
        </p:sp>
        <p:sp>
          <p:nvSpPr>
            <p:cNvPr id="42" name="Tijdelijke aanduiding voor tekst 5">
              <a:extLst>
                <a:ext uri="{FF2B5EF4-FFF2-40B4-BE49-F238E27FC236}">
                  <a16:creationId xmlns:a16="http://schemas.microsoft.com/office/drawing/2014/main" id="{4A12C8D5-687C-DACF-B9BC-8DB1EC0BBB02}"/>
                </a:ext>
              </a:extLst>
            </p:cNvPr>
            <p:cNvSpPr txBox="1">
              <a:spLocks/>
            </p:cNvSpPr>
            <p:nvPr/>
          </p:nvSpPr>
          <p:spPr>
            <a:xfrm>
              <a:off x="9460330" y="3152001"/>
              <a:ext cx="2006491" cy="276999"/>
            </a:xfrm>
            <a:prstGeom prst="rect">
              <a:avLst/>
            </a:prstGeom>
          </p:spPr>
          <p:txBody>
            <a:bodyPr wrap="square" lIns="180000" tIns="0" rIns="180000" bIns="0" anchor="b" anchorCtr="0">
              <a:spAutoFit/>
            </a:bodyPr>
            <a:lstStyle>
              <a:lvl1pPr marL="0" indent="0" algn="l" defTabSz="914400" rtl="0" eaLnBrk="1" latinLnBrk="0" hangingPunct="1">
                <a:lnSpc>
                  <a:spcPct val="90000"/>
                </a:lnSpc>
                <a:spcBef>
                  <a:spcPts val="600"/>
                </a:spcBef>
                <a:spcAft>
                  <a:spcPts val="600"/>
                </a:spcAft>
                <a:buClr>
                  <a:schemeClr val="accent1"/>
                </a:buClr>
                <a:buSzPct val="120000"/>
                <a:buFont typeface="Arial" panose="020B0604020202020204" pitchFamily="34" charset="0"/>
                <a:buNone/>
                <a:defRPr sz="2400" b="0" i="0" kern="1200">
                  <a:solidFill>
                    <a:schemeClr val="bg1"/>
                  </a:solidFill>
                  <a:latin typeface="+mn-lt"/>
                  <a:ea typeface="+mn-ea"/>
                  <a:cs typeface="+mn-cs"/>
                </a:defRPr>
              </a:lvl1pPr>
              <a:lvl2pPr marL="0" indent="0" algn="r" defTabSz="914400" rtl="0" eaLnBrk="1" latinLnBrk="0" hangingPunct="1">
                <a:lnSpc>
                  <a:spcPct val="90000"/>
                </a:lnSpc>
                <a:spcBef>
                  <a:spcPts val="600"/>
                </a:spcBef>
                <a:spcAft>
                  <a:spcPts val="600"/>
                </a:spcAft>
                <a:buClr>
                  <a:schemeClr val="accent1"/>
                </a:buClr>
                <a:buSzPct val="120000"/>
                <a:buFont typeface="Arial" panose="020B0604020202020204" pitchFamily="34" charset="0"/>
                <a:buNone/>
                <a:tabLst>
                  <a:tab pos="712788" algn="l"/>
                </a:tabLst>
                <a:defRPr sz="2400" b="0" i="0" kern="1200">
                  <a:solidFill>
                    <a:schemeClr val="bg1"/>
                  </a:solidFill>
                  <a:latin typeface="+mn-lt"/>
                  <a:ea typeface="+mn-ea"/>
                  <a:cs typeface="+mn-cs"/>
                </a:defRPr>
              </a:lvl2pPr>
              <a:lvl3pPr marL="0" indent="0" algn="r" defTabSz="914400" rtl="0" eaLnBrk="1" latinLnBrk="0" hangingPunct="1">
                <a:lnSpc>
                  <a:spcPct val="90000"/>
                </a:lnSpc>
                <a:spcBef>
                  <a:spcPts val="600"/>
                </a:spcBef>
                <a:spcAft>
                  <a:spcPts val="600"/>
                </a:spcAft>
                <a:buClr>
                  <a:schemeClr val="accent3"/>
                </a:buClr>
                <a:buFont typeface="Arial" panose="020B0604020202020204" pitchFamily="34" charset="0"/>
                <a:buNone/>
                <a:defRPr sz="2400" b="0" i="0" kern="1200">
                  <a:solidFill>
                    <a:schemeClr val="bg1"/>
                  </a:solidFill>
                  <a:latin typeface="+mn-lt"/>
                  <a:ea typeface="+mn-ea"/>
                  <a:cs typeface="+mn-cs"/>
                </a:defRPr>
              </a:lvl3pPr>
              <a:lvl4pPr marL="0" indent="0" algn="r" defTabSz="914400" rtl="0" eaLnBrk="1" latinLnBrk="0" hangingPunct="1">
                <a:lnSpc>
                  <a:spcPct val="90000"/>
                </a:lnSpc>
                <a:spcBef>
                  <a:spcPts val="600"/>
                </a:spcBef>
                <a:spcAft>
                  <a:spcPts val="600"/>
                </a:spcAft>
                <a:buFont typeface="Arial" panose="020B0604020202020204" pitchFamily="34" charset="0"/>
                <a:buNone/>
                <a:defRPr sz="2400" b="0" i="0" kern="1200">
                  <a:solidFill>
                    <a:schemeClr val="bg1"/>
                  </a:solidFill>
                  <a:latin typeface="+mn-lt"/>
                  <a:ea typeface="+mn-ea"/>
                  <a:cs typeface="+mn-cs"/>
                </a:defRPr>
              </a:lvl4pPr>
              <a:lvl5pPr marL="0" indent="0" algn="r" defTabSz="914400" rtl="0" eaLnBrk="1" latinLnBrk="0" hangingPunct="1">
                <a:lnSpc>
                  <a:spcPct val="90000"/>
                </a:lnSpc>
                <a:spcBef>
                  <a:spcPts val="600"/>
                </a:spcBef>
                <a:spcAft>
                  <a:spcPts val="600"/>
                </a:spcAft>
                <a:buFont typeface="Arial" panose="020B0604020202020204" pitchFamily="34" charset="0"/>
                <a:buNone/>
                <a:defRPr sz="2400" b="0" i="0" kern="1200">
                  <a:solidFill>
                    <a:schemeClr val="bg1"/>
                  </a:solidFill>
                  <a:latin typeface="+mn-lt"/>
                  <a:ea typeface="+mn-ea"/>
                  <a:cs typeface="+mn-cs"/>
                </a:defRPr>
              </a:lvl5pPr>
              <a:lvl6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defRPr sz="2400" b="0" i="0" kern="1200" cap="none" baseline="0">
                  <a:solidFill>
                    <a:schemeClr val="bg1"/>
                  </a:solidFill>
                  <a:latin typeface="+mn-lt"/>
                  <a:ea typeface="+mn-ea"/>
                  <a:cs typeface="+mn-cs"/>
                </a:defRPr>
              </a:lvl6pPr>
              <a:lvl7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tabLst/>
                <a:defRPr sz="2400" b="0" i="0" kern="1200">
                  <a:solidFill>
                    <a:schemeClr val="bg1"/>
                  </a:solidFill>
                  <a:latin typeface="+mn-lt"/>
                  <a:ea typeface="+mn-ea"/>
                  <a:cs typeface="+mn-cs"/>
                </a:defRPr>
              </a:lvl7pPr>
              <a:lvl8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defRPr sz="2400" b="0" i="0" kern="1200">
                  <a:solidFill>
                    <a:schemeClr val="bg1"/>
                  </a:solidFill>
                  <a:latin typeface="+mn-lt"/>
                  <a:ea typeface="+mn-ea"/>
                  <a:cs typeface="+mn-cs"/>
                </a:defRPr>
              </a:lvl8pPr>
              <a:lvl9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defRPr sz="2400" b="0" i="0" kern="1200">
                  <a:solidFill>
                    <a:schemeClr val="bg1"/>
                  </a:solidFill>
                  <a:latin typeface="+mn-lt"/>
                  <a:ea typeface="+mn-ea"/>
                  <a:cs typeface="+mn-cs"/>
                </a:defRPr>
              </a:lvl9pPr>
            </a:lstStyle>
            <a:p>
              <a:r>
                <a:rPr lang="en-GB" sz="2000" dirty="0"/>
                <a:t>05</a:t>
              </a:r>
            </a:p>
          </p:txBody>
        </p:sp>
        <p:cxnSp>
          <p:nvCxnSpPr>
            <p:cNvPr id="43" name="Rechte verbindingslijn 42">
              <a:extLst>
                <a:ext uri="{FF2B5EF4-FFF2-40B4-BE49-F238E27FC236}">
                  <a16:creationId xmlns:a16="http://schemas.microsoft.com/office/drawing/2014/main" id="{D692C0F5-9ACD-FEE4-448A-4E24B1100D57}"/>
                </a:ext>
              </a:extLst>
            </p:cNvPr>
            <p:cNvCxnSpPr>
              <a:cxnSpLocks/>
            </p:cNvCxnSpPr>
            <p:nvPr/>
          </p:nvCxnSpPr>
          <p:spPr>
            <a:xfrm>
              <a:off x="9643872" y="3502152"/>
              <a:ext cx="288000" cy="0"/>
            </a:xfrm>
            <a:prstGeom prst="line">
              <a:avLst/>
            </a:prstGeom>
            <a:ln w="12700" cap="rnd">
              <a:solidFill>
                <a:schemeClr val="bg1"/>
              </a:solidFill>
              <a:round/>
            </a:ln>
          </p:spPr>
          <p:style>
            <a:lnRef idx="1">
              <a:schemeClr val="accent1"/>
            </a:lnRef>
            <a:fillRef idx="0">
              <a:schemeClr val="accent1"/>
            </a:fillRef>
            <a:effectRef idx="0">
              <a:schemeClr val="accent1"/>
            </a:effectRef>
            <a:fontRef idx="minor">
              <a:schemeClr val="tx1"/>
            </a:fontRef>
          </p:style>
        </p:cxnSp>
      </p:grpSp>
      <p:sp>
        <p:nvSpPr>
          <p:cNvPr id="103" name="Tijdelijke aanduiding voor dianummer 102">
            <a:extLst>
              <a:ext uri="{FF2B5EF4-FFF2-40B4-BE49-F238E27FC236}">
                <a16:creationId xmlns:a16="http://schemas.microsoft.com/office/drawing/2014/main" id="{17D08AAD-7C24-801C-D417-54D92A8A5E83}"/>
              </a:ext>
            </a:extLst>
          </p:cNvPr>
          <p:cNvSpPr>
            <a:spLocks noGrp="1"/>
          </p:cNvSpPr>
          <p:nvPr>
            <p:ph type="sldNum" sz="quarter" idx="20"/>
          </p:nvPr>
        </p:nvSpPr>
        <p:spPr/>
        <p:txBody>
          <a:bodyPr/>
          <a:lstStyle/>
          <a:p>
            <a:fld id="{9E843DB9-9987-4157-AB9C-CEA8D7D910BB}" type="slidenum">
              <a:rPr lang="en-GB" smtClean="0"/>
              <a:pPr/>
              <a:t>3</a:t>
            </a:fld>
            <a:endParaRPr lang="en-GB" dirty="0"/>
          </a:p>
        </p:txBody>
      </p:sp>
      <p:grpSp>
        <p:nvGrpSpPr>
          <p:cNvPr id="2" name="INSTRUCTION">
            <a:extLst>
              <a:ext uri="{FF2B5EF4-FFF2-40B4-BE49-F238E27FC236}">
                <a16:creationId xmlns:a16="http://schemas.microsoft.com/office/drawing/2014/main" id="{BB18A91C-D5FB-FF83-AA18-4AE483B85C74}"/>
              </a:ext>
            </a:extLst>
          </p:cNvPr>
          <p:cNvGrpSpPr>
            <a:grpSpLocks noGrp="1" noUngrp="1" noRot="1" noMove="1" noResize="1"/>
          </p:cNvGrpSpPr>
          <p:nvPr/>
        </p:nvGrpSpPr>
        <p:grpSpPr>
          <a:xfrm>
            <a:off x="-3786165" y="0"/>
            <a:ext cx="3693114" cy="6568295"/>
            <a:chOff x="-3786165" y="0"/>
            <a:chExt cx="3693114" cy="6568295"/>
          </a:xfrm>
        </p:grpSpPr>
        <p:sp>
          <p:nvSpPr>
            <p:cNvPr id="3" name="Rechthoek 2">
              <a:extLst>
                <a:ext uri="{FF2B5EF4-FFF2-40B4-BE49-F238E27FC236}">
                  <a16:creationId xmlns:a16="http://schemas.microsoft.com/office/drawing/2014/main" id="{10453147-991E-8C33-1A63-9B938D0AEBA3}"/>
                </a:ext>
              </a:extLst>
            </p:cNvPr>
            <p:cNvSpPr>
              <a:spLocks noGrp="1" noRot="1" noMove="1" noResize="1" noEditPoints="1" noAdjustHandles="1" noChangeArrowheads="1" noChangeShapeType="1"/>
            </p:cNvSpPr>
            <p:nvPr userDrawn="1"/>
          </p:nvSpPr>
          <p:spPr>
            <a:xfrm>
              <a:off x="-3786165" y="0"/>
              <a:ext cx="3593091" cy="5826642"/>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dirty="0">
                  <a:solidFill>
                    <a:schemeClr val="accent1"/>
                  </a:solidFill>
                  <a:latin typeface="Calibri" panose="020F0502020204030204" pitchFamily="34" charset="0"/>
                  <a:cs typeface="Calibri" panose="020F0502020204030204" pitchFamily="34" charset="0"/>
                </a:rPr>
                <a:t>Create/edit a Hyperlink TO A SLIDE</a:t>
              </a:r>
            </a:p>
          </p:txBody>
        </p:sp>
        <p:sp>
          <p:nvSpPr>
            <p:cNvPr id="4" name="Ovaal 3">
              <a:extLst>
                <a:ext uri="{FF2B5EF4-FFF2-40B4-BE49-F238E27FC236}">
                  <a16:creationId xmlns:a16="http://schemas.microsoft.com/office/drawing/2014/main" id="{7BA90434-481C-FDEF-E6D2-AA162BCD2DE6}"/>
                </a:ext>
              </a:extLst>
            </p:cNvPr>
            <p:cNvSpPr>
              <a:spLocks noGrp="1" noRot="1" noMove="1" noResize="1" noEditPoints="1" noAdjustHandles="1" noChangeArrowheads="1" noChangeShapeType="1"/>
            </p:cNvSpPr>
            <p:nvPr userDrawn="1"/>
          </p:nvSpPr>
          <p:spPr>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1</a:t>
              </a:r>
            </a:p>
          </p:txBody>
        </p:sp>
        <p:sp>
          <p:nvSpPr>
            <p:cNvPr id="6" name="Rechthoek 5">
              <a:extLst>
                <a:ext uri="{FF2B5EF4-FFF2-40B4-BE49-F238E27FC236}">
                  <a16:creationId xmlns:a16="http://schemas.microsoft.com/office/drawing/2014/main" id="{F1A8BE63-0CFA-6992-407B-EB850FA0973B}"/>
                </a:ext>
              </a:extLst>
            </p:cNvPr>
            <p:cNvSpPr>
              <a:spLocks noGrp="1" noRot="1" noMove="1" noResize="1" noEditPoints="1" noAdjustHandles="1" noChangeArrowheads="1" noChangeShapeType="1"/>
            </p:cNvSpPr>
            <p:nvPr userDrawn="1"/>
          </p:nvSpPr>
          <p:spPr>
            <a:xfrm>
              <a:off x="-3319415" y="465324"/>
              <a:ext cx="3031548" cy="4681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Go to the tab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‘Insert’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click on the button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‘Shapes’</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Choose the shape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‘Rectangle’</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drag the mouse over the slide to create a shape.</a:t>
              </a:r>
            </a:p>
          </p:txBody>
        </p:sp>
        <p:sp>
          <p:nvSpPr>
            <p:cNvPr id="7" name="Ovaal 6">
              <a:extLst>
                <a:ext uri="{FF2B5EF4-FFF2-40B4-BE49-F238E27FC236}">
                  <a16:creationId xmlns:a16="http://schemas.microsoft.com/office/drawing/2014/main" id="{E84059D9-A8E8-C260-3288-BB6D51332366}"/>
                </a:ext>
              </a:extLst>
            </p:cNvPr>
            <p:cNvSpPr>
              <a:spLocks noGrp="1" noRot="1" noMove="1" noResize="1" noEditPoints="1" noAdjustHandles="1" noChangeArrowheads="1" noChangeShapeType="1"/>
            </p:cNvSpPr>
            <p:nvPr userDrawn="1"/>
          </p:nvSpPr>
          <p:spPr>
            <a:xfrm>
              <a:off x="-3603587" y="173923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2</a:t>
              </a:r>
            </a:p>
          </p:txBody>
        </p:sp>
        <p:sp>
          <p:nvSpPr>
            <p:cNvPr id="8" name="Rechthoek 7">
              <a:extLst>
                <a:ext uri="{FF2B5EF4-FFF2-40B4-BE49-F238E27FC236}">
                  <a16:creationId xmlns:a16="http://schemas.microsoft.com/office/drawing/2014/main" id="{E52520F9-828D-821F-03ED-4AFB483B4DE6}"/>
                </a:ext>
              </a:extLst>
            </p:cNvPr>
            <p:cNvSpPr>
              <a:spLocks noGrp="1" noRot="1" noMove="1" noResize="1" noEditPoints="1" noAdjustHandles="1" noChangeArrowheads="1" noChangeShapeType="1"/>
            </p:cNvSpPr>
            <p:nvPr userDrawn="1"/>
          </p:nvSpPr>
          <p:spPr>
            <a:xfrm>
              <a:off x="-3319415" y="1739234"/>
              <a:ext cx="2944682" cy="65274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Drag the shape over the menu button and scale the shape as large as the button. Click with the right mouse button on the shape and choose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‘Edit shape’</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p>
          </p:txBody>
        </p:sp>
        <p:sp>
          <p:nvSpPr>
            <p:cNvPr id="10" name="Ovaal 9">
              <a:extLst>
                <a:ext uri="{FF2B5EF4-FFF2-40B4-BE49-F238E27FC236}">
                  <a16:creationId xmlns:a16="http://schemas.microsoft.com/office/drawing/2014/main" id="{00F565C2-A6BD-60CD-74A1-0EB1EF7FA42B}"/>
                </a:ext>
              </a:extLst>
            </p:cNvPr>
            <p:cNvSpPr>
              <a:spLocks noGrp="1" noRot="1" noMove="1" noResize="1" noEditPoints="1" noAdjustHandles="1" noChangeArrowheads="1" noChangeShapeType="1"/>
            </p:cNvSpPr>
            <p:nvPr userDrawn="1"/>
          </p:nvSpPr>
          <p:spPr>
            <a:xfrm>
              <a:off x="-3603859" y="3227519"/>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3</a:t>
              </a:r>
            </a:p>
          </p:txBody>
        </p:sp>
        <p:sp>
          <p:nvSpPr>
            <p:cNvPr id="11" name="Rechthoek 10">
              <a:extLst>
                <a:ext uri="{FF2B5EF4-FFF2-40B4-BE49-F238E27FC236}">
                  <a16:creationId xmlns:a16="http://schemas.microsoft.com/office/drawing/2014/main" id="{E1059634-B004-FC3C-E2B5-90405AA080D9}"/>
                </a:ext>
              </a:extLst>
            </p:cNvPr>
            <p:cNvSpPr>
              <a:spLocks noGrp="1" noRot="1" noMove="1" noResize="1" noEditPoints="1" noAdjustHandles="1" noChangeArrowheads="1" noChangeShapeType="1"/>
            </p:cNvSpPr>
            <p:nvPr userDrawn="1"/>
          </p:nvSpPr>
          <p:spPr>
            <a:xfrm>
              <a:off x="-3319687" y="3227520"/>
              <a:ext cx="3046732" cy="480331"/>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Click on the paint bucket icon, click 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‘Shape Fill’</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drag the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‘Transparency’</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slider to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100%</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Now the shape is completely transparent.</a:t>
              </a:r>
            </a:p>
          </p:txBody>
        </p:sp>
        <p:grpSp>
          <p:nvGrpSpPr>
            <p:cNvPr id="12" name="Groep 11">
              <a:extLst>
                <a:ext uri="{FF2B5EF4-FFF2-40B4-BE49-F238E27FC236}">
                  <a16:creationId xmlns:a16="http://schemas.microsoft.com/office/drawing/2014/main" id="{2D577C40-70F1-4B17-58B1-0E86055E29FC}"/>
                </a:ext>
              </a:extLst>
            </p:cNvPr>
            <p:cNvGrpSpPr>
              <a:grpSpLocks noGrp="1" noUngrp="1" noRot="1" noMove="1" noResize="1"/>
            </p:cNvGrpSpPr>
            <p:nvPr userDrawn="1"/>
          </p:nvGrpSpPr>
          <p:grpSpPr>
            <a:xfrm>
              <a:off x="-3319415" y="1050229"/>
              <a:ext cx="394772" cy="511953"/>
              <a:chOff x="12926733" y="1159941"/>
              <a:chExt cx="394772" cy="511953"/>
            </a:xfrm>
          </p:grpSpPr>
          <p:grpSp>
            <p:nvGrpSpPr>
              <p:cNvPr id="75" name="Groep 74">
                <a:extLst>
                  <a:ext uri="{FF2B5EF4-FFF2-40B4-BE49-F238E27FC236}">
                    <a16:creationId xmlns:a16="http://schemas.microsoft.com/office/drawing/2014/main" id="{9D291928-1C9B-0BE8-A3C1-ADA88DDEEA23}"/>
                  </a:ext>
                </a:extLst>
              </p:cNvPr>
              <p:cNvGrpSpPr>
                <a:grpSpLocks noGrp="1" noUngrp="1" noRot="1" noMove="1" noResize="1"/>
              </p:cNvGrpSpPr>
              <p:nvPr userDrawn="1"/>
            </p:nvGrpSpPr>
            <p:grpSpPr>
              <a:xfrm>
                <a:off x="12986056" y="1159941"/>
                <a:ext cx="276126" cy="284085"/>
                <a:chOff x="806580" y="907261"/>
                <a:chExt cx="421725" cy="433881"/>
              </a:xfrm>
            </p:grpSpPr>
            <p:sp>
              <p:nvSpPr>
                <p:cNvPr id="78" name="Ovaal 77">
                  <a:extLst>
                    <a:ext uri="{FF2B5EF4-FFF2-40B4-BE49-F238E27FC236}">
                      <a16:creationId xmlns:a16="http://schemas.microsoft.com/office/drawing/2014/main" id="{5CFC11DB-98A2-0AD6-6300-EF5DBFBE31DA}"/>
                    </a:ext>
                  </a:extLst>
                </p:cNvPr>
                <p:cNvSpPr>
                  <a:spLocks noGrp="1" noRot="1" noMove="1" noResize="1" noEditPoints="1" noAdjustHandles="1" noChangeArrowheads="1" noChangeShapeType="1"/>
                </p:cNvSpPr>
                <p:nvPr userDrawn="1"/>
              </p:nvSpPr>
              <p:spPr>
                <a:xfrm>
                  <a:off x="961059" y="907261"/>
                  <a:ext cx="267246" cy="267246"/>
                </a:xfrm>
                <a:prstGeom prst="ellipse">
                  <a:avLst/>
                </a:prstGeom>
                <a:solidFill>
                  <a:schemeClr val="bg1"/>
                </a:solidFill>
                <a:ln w="12700">
                  <a:solidFill>
                    <a:srgbClr val="7693B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endParaRPr lang="en-GB" sz="900" b="1" noProof="0" dirty="0">
                    <a:solidFill>
                      <a:srgbClr val="211F26"/>
                    </a:solidFill>
                    <a:latin typeface="Calibri" panose="020F0502020204030204" pitchFamily="34" charset="0"/>
                    <a:cs typeface="Calibri" panose="020F0502020204030204" pitchFamily="34" charset="0"/>
                  </a:endParaRPr>
                </a:p>
              </p:txBody>
            </p:sp>
            <p:sp>
              <p:nvSpPr>
                <p:cNvPr id="79" name="Rechthoek 78">
                  <a:extLst>
                    <a:ext uri="{FF2B5EF4-FFF2-40B4-BE49-F238E27FC236}">
                      <a16:creationId xmlns:a16="http://schemas.microsoft.com/office/drawing/2014/main" id="{4B6A85CB-E4FD-9BF9-3D25-E9E0F346CB5D}"/>
                    </a:ext>
                  </a:extLst>
                </p:cNvPr>
                <p:cNvSpPr>
                  <a:spLocks noGrp="1" noRot="1" noMove="1" noResize="1" noEditPoints="1" noAdjustHandles="1" noChangeArrowheads="1" noChangeShapeType="1"/>
                </p:cNvSpPr>
                <p:nvPr userDrawn="1"/>
              </p:nvSpPr>
              <p:spPr>
                <a:xfrm>
                  <a:off x="806580" y="968645"/>
                  <a:ext cx="247157" cy="241846"/>
                </a:xfrm>
                <a:prstGeom prst="rect">
                  <a:avLst/>
                </a:prstGeom>
                <a:solidFill>
                  <a:schemeClr val="bg1"/>
                </a:solidFill>
                <a:ln w="12700">
                  <a:solidFill>
                    <a:srgbClr val="7693B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900" b="1" noProof="0" dirty="0">
                    <a:solidFill>
                      <a:srgbClr val="211F26"/>
                    </a:solidFill>
                    <a:latin typeface="Calibri" panose="020F0502020204030204" pitchFamily="34" charset="0"/>
                    <a:cs typeface="Calibri" panose="020F0502020204030204" pitchFamily="34" charset="0"/>
                  </a:endParaRPr>
                </a:p>
              </p:txBody>
            </p:sp>
            <p:sp>
              <p:nvSpPr>
                <p:cNvPr id="80" name="Ruit 79">
                  <a:extLst>
                    <a:ext uri="{FF2B5EF4-FFF2-40B4-BE49-F238E27FC236}">
                      <a16:creationId xmlns:a16="http://schemas.microsoft.com/office/drawing/2014/main" id="{B3428383-580A-EC79-A9AA-22D0A4B0FD0E}"/>
                    </a:ext>
                  </a:extLst>
                </p:cNvPr>
                <p:cNvSpPr>
                  <a:spLocks noGrp="1" noRot="1" noMove="1" noResize="1" noEditPoints="1" noAdjustHandles="1" noChangeArrowheads="1" noChangeShapeType="1"/>
                </p:cNvSpPr>
                <p:nvPr userDrawn="1"/>
              </p:nvSpPr>
              <p:spPr>
                <a:xfrm>
                  <a:off x="888274" y="1060969"/>
                  <a:ext cx="280173" cy="280173"/>
                </a:xfrm>
                <a:prstGeom prst="diamond">
                  <a:avLst/>
                </a:prstGeom>
                <a:solidFill>
                  <a:schemeClr val="bg1"/>
                </a:solidFill>
                <a:ln w="12700">
                  <a:solidFill>
                    <a:srgbClr val="7693B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endParaRPr lang="en-GB" sz="900" b="1" noProof="0" dirty="0">
                    <a:solidFill>
                      <a:srgbClr val="211F26"/>
                    </a:solidFill>
                    <a:latin typeface="Calibri" panose="020F0502020204030204" pitchFamily="34" charset="0"/>
                    <a:cs typeface="Calibri" panose="020F0502020204030204" pitchFamily="34" charset="0"/>
                  </a:endParaRPr>
                </a:p>
              </p:txBody>
            </p:sp>
          </p:grpSp>
          <p:sp>
            <p:nvSpPr>
              <p:cNvPr id="76" name="Rechthoek 75">
                <a:extLst>
                  <a:ext uri="{FF2B5EF4-FFF2-40B4-BE49-F238E27FC236}">
                    <a16:creationId xmlns:a16="http://schemas.microsoft.com/office/drawing/2014/main" id="{8B60DBA3-E299-1A17-A7C4-4011B5FBDE00}"/>
                  </a:ext>
                </a:extLst>
              </p:cNvPr>
              <p:cNvSpPr>
                <a:spLocks noGrp="1" noRot="1" noMove="1" noResize="1" noEditPoints="1" noAdjustHandles="1" noChangeArrowheads="1" noChangeShapeType="1"/>
              </p:cNvSpPr>
              <p:nvPr userDrawn="1"/>
            </p:nvSpPr>
            <p:spPr>
              <a:xfrm>
                <a:off x="12926733" y="1454984"/>
                <a:ext cx="394772"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en-GB" sz="900" b="0" noProof="0" dirty="0">
                    <a:solidFill>
                      <a:srgbClr val="211F26"/>
                    </a:solidFill>
                    <a:latin typeface="Calibri" panose="020F0502020204030204" pitchFamily="34" charset="0"/>
                    <a:cs typeface="Calibri" panose="020F0502020204030204" pitchFamily="34" charset="0"/>
                  </a:rPr>
                  <a:t>Shapes</a:t>
                </a:r>
              </a:p>
            </p:txBody>
          </p:sp>
          <p:sp>
            <p:nvSpPr>
              <p:cNvPr id="77" name="Gelijkbenige driehoek 76">
                <a:extLst>
                  <a:ext uri="{FF2B5EF4-FFF2-40B4-BE49-F238E27FC236}">
                    <a16:creationId xmlns:a16="http://schemas.microsoft.com/office/drawing/2014/main" id="{47C69FA8-ECB8-14A1-6BD3-3CFFB4A60986}"/>
                  </a:ext>
                </a:extLst>
              </p:cNvPr>
              <p:cNvSpPr>
                <a:spLocks noGrp="1" noRot="1" noMove="1" noResize="1" noEditPoints="1" noAdjustHandles="1" noChangeArrowheads="1" noChangeShapeType="1"/>
              </p:cNvSpPr>
              <p:nvPr userDrawn="1"/>
            </p:nvSpPr>
            <p:spPr>
              <a:xfrm rot="10800000">
                <a:off x="13080686" y="1620747"/>
                <a:ext cx="86866" cy="51147"/>
              </a:xfrm>
              <a:prstGeom prst="triangle">
                <a:avLst/>
              </a:prstGeom>
              <a:solidFill>
                <a:srgbClr val="9D9FA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900" b="1" noProof="0" dirty="0">
                  <a:solidFill>
                    <a:srgbClr val="211F26"/>
                  </a:solidFill>
                  <a:latin typeface="Calibri" panose="020F0502020204030204" pitchFamily="34" charset="0"/>
                  <a:cs typeface="Calibri" panose="020F0502020204030204" pitchFamily="34" charset="0"/>
                </a:endParaRPr>
              </a:p>
            </p:txBody>
          </p:sp>
        </p:grpSp>
        <p:grpSp>
          <p:nvGrpSpPr>
            <p:cNvPr id="13" name="Groep 12">
              <a:extLst>
                <a:ext uri="{FF2B5EF4-FFF2-40B4-BE49-F238E27FC236}">
                  <a16:creationId xmlns:a16="http://schemas.microsoft.com/office/drawing/2014/main" id="{01ADA4B8-4706-F434-DE4A-F80EAF45C0B1}"/>
                </a:ext>
              </a:extLst>
            </p:cNvPr>
            <p:cNvGrpSpPr>
              <a:grpSpLocks noGrp="1" noUngrp="1" noRot="1" noMove="1" noResize="1"/>
            </p:cNvGrpSpPr>
            <p:nvPr userDrawn="1"/>
          </p:nvGrpSpPr>
          <p:grpSpPr>
            <a:xfrm>
              <a:off x="-3314820" y="2485426"/>
              <a:ext cx="1503599" cy="563933"/>
              <a:chOff x="-3314820" y="1384649"/>
              <a:chExt cx="1503599" cy="563933"/>
            </a:xfrm>
          </p:grpSpPr>
          <p:sp>
            <p:nvSpPr>
              <p:cNvPr id="56" name="Rechthoek 55">
                <a:extLst>
                  <a:ext uri="{FF2B5EF4-FFF2-40B4-BE49-F238E27FC236}">
                    <a16:creationId xmlns:a16="http://schemas.microsoft.com/office/drawing/2014/main" id="{194D858C-1097-90AC-69AF-F48C59A64B14}"/>
                  </a:ext>
                </a:extLst>
              </p:cNvPr>
              <p:cNvSpPr>
                <a:spLocks noGrp="1" noRot="1" noMove="1" noResize="1" noEditPoints="1" noAdjustHandles="1" noChangeArrowheads="1" noChangeShapeType="1"/>
              </p:cNvSpPr>
              <p:nvPr userDrawn="1"/>
            </p:nvSpPr>
            <p:spPr>
              <a:xfrm>
                <a:off x="-3314820" y="1384649"/>
                <a:ext cx="1454798" cy="504851"/>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57" name="Rechthoek 56">
                <a:extLst>
                  <a:ext uri="{FF2B5EF4-FFF2-40B4-BE49-F238E27FC236}">
                    <a16:creationId xmlns:a16="http://schemas.microsoft.com/office/drawing/2014/main" id="{FE13FB45-49C3-87A6-FF72-239A6D365847}"/>
                  </a:ext>
                </a:extLst>
              </p:cNvPr>
              <p:cNvSpPr>
                <a:spLocks noGrp="1" noRot="1" noMove="1" noResize="1" noEditPoints="1" noAdjustHandles="1" noChangeArrowheads="1" noChangeShapeType="1"/>
              </p:cNvSpPr>
              <p:nvPr userDrawn="1"/>
            </p:nvSpPr>
            <p:spPr>
              <a:xfrm>
                <a:off x="-3304718" y="1638374"/>
                <a:ext cx="1438234" cy="246608"/>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58" name="Tekstvak 57">
                <a:extLst>
                  <a:ext uri="{FF2B5EF4-FFF2-40B4-BE49-F238E27FC236}">
                    <a16:creationId xmlns:a16="http://schemas.microsoft.com/office/drawing/2014/main" id="{305A50E9-455E-E399-8259-8D1D3CABFDC4}"/>
                  </a:ext>
                </a:extLst>
              </p:cNvPr>
              <p:cNvSpPr txBox="1">
                <a:spLocks noGrp="1" noRot="1" noMove="1" noResize="1" noEditPoints="1" noAdjustHandles="1" noChangeArrowheads="1" noChangeShapeType="1"/>
              </p:cNvSpPr>
              <p:nvPr userDrawn="1"/>
            </p:nvSpPr>
            <p:spPr>
              <a:xfrm>
                <a:off x="-3090391" y="1441807"/>
                <a:ext cx="1150080" cy="137495"/>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Size and position…</a:t>
                </a:r>
              </a:p>
            </p:txBody>
          </p:sp>
          <p:sp>
            <p:nvSpPr>
              <p:cNvPr id="59" name="Tekstvak 58">
                <a:extLst>
                  <a:ext uri="{FF2B5EF4-FFF2-40B4-BE49-F238E27FC236}">
                    <a16:creationId xmlns:a16="http://schemas.microsoft.com/office/drawing/2014/main" id="{9E021E42-83B5-E7F3-68C3-34EB21A4F84C}"/>
                  </a:ext>
                </a:extLst>
              </p:cNvPr>
              <p:cNvSpPr txBox="1">
                <a:spLocks noGrp="1" noRot="1" noMove="1" noResize="1" noEditPoints="1" noAdjustHandles="1" noChangeArrowheads="1" noChangeShapeType="1"/>
              </p:cNvSpPr>
              <p:nvPr userDrawn="1"/>
            </p:nvSpPr>
            <p:spPr>
              <a:xfrm>
                <a:off x="-3090391" y="1703359"/>
                <a:ext cx="1150079"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en-GB" sz="900" b="0" kern="1200" noProof="0" dirty="0">
                    <a:solidFill>
                      <a:srgbClr val="211F26"/>
                    </a:solidFill>
                    <a:latin typeface="Calibri" panose="020F0502020204030204" pitchFamily="34" charset="0"/>
                    <a:ea typeface="+mn-ea"/>
                    <a:cs typeface="Calibri" panose="020F0502020204030204" pitchFamily="34" charset="0"/>
                  </a:rPr>
                  <a:t>Edit shape…</a:t>
                </a:r>
              </a:p>
            </p:txBody>
          </p:sp>
          <p:sp>
            <p:nvSpPr>
              <p:cNvPr id="60" name="Vrije vorm: vorm 59">
                <a:extLst>
                  <a:ext uri="{FF2B5EF4-FFF2-40B4-BE49-F238E27FC236}">
                    <a16:creationId xmlns:a16="http://schemas.microsoft.com/office/drawing/2014/main" id="{D8810446-D869-996D-5E83-EF8A6B03D635}"/>
                  </a:ext>
                </a:extLst>
              </p:cNvPr>
              <p:cNvSpPr>
                <a:spLocks noGrp="1" noRot="1" noMove="1" noResize="1" noEditPoints="1" noAdjustHandles="1" noChangeArrowheads="1" noChangeShapeType="1"/>
              </p:cNvSpPr>
              <p:nvPr userDrawn="1"/>
            </p:nvSpPr>
            <p:spPr>
              <a:xfrm>
                <a:off x="-1908783" y="1768582"/>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61" name="Rechthoek: afgeronde hoeken 60">
                <a:extLst>
                  <a:ext uri="{FF2B5EF4-FFF2-40B4-BE49-F238E27FC236}">
                    <a16:creationId xmlns:a16="http://schemas.microsoft.com/office/drawing/2014/main" id="{85E5B581-7BE7-883E-E668-E31FF7B0C8D9}"/>
                  </a:ext>
                </a:extLst>
              </p:cNvPr>
              <p:cNvSpPr>
                <a:spLocks noGrp="1" noRot="1" noMove="1" noResize="1" noEditPoints="1" noAdjustHandles="1" noChangeArrowheads="1" noChangeShapeType="1"/>
              </p:cNvSpPr>
              <p:nvPr userDrawn="1"/>
            </p:nvSpPr>
            <p:spPr>
              <a:xfrm>
                <a:off x="-3142832" y="1431436"/>
                <a:ext cx="46013" cy="155567"/>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62" name="Rechthoek: afgeronde hoeken 61">
                <a:extLst>
                  <a:ext uri="{FF2B5EF4-FFF2-40B4-BE49-F238E27FC236}">
                    <a16:creationId xmlns:a16="http://schemas.microsoft.com/office/drawing/2014/main" id="{2E390903-576A-DF12-47C0-CDE748407DB9}"/>
                  </a:ext>
                </a:extLst>
              </p:cNvPr>
              <p:cNvSpPr>
                <a:spLocks noGrp="1" noRot="1" noMove="1" noResize="1" noEditPoints="1" noAdjustHandles="1" noChangeArrowheads="1" noChangeShapeType="1"/>
              </p:cNvSpPr>
              <p:nvPr userDrawn="1"/>
            </p:nvSpPr>
            <p:spPr>
              <a:xfrm>
                <a:off x="-3244585" y="1493351"/>
                <a:ext cx="34272" cy="34272"/>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63" name="Rechthoek 62">
                <a:extLst>
                  <a:ext uri="{FF2B5EF4-FFF2-40B4-BE49-F238E27FC236}">
                    <a16:creationId xmlns:a16="http://schemas.microsoft.com/office/drawing/2014/main" id="{DB3A681C-DB09-6126-3BEF-423F56763F89}"/>
                  </a:ext>
                </a:extLst>
              </p:cNvPr>
              <p:cNvSpPr>
                <a:spLocks noGrp="1" noRot="1" noMove="1" noResize="1" noEditPoints="1" noAdjustHandles="1" noChangeArrowheads="1" noChangeShapeType="1"/>
              </p:cNvSpPr>
              <p:nvPr userDrawn="1"/>
            </p:nvSpPr>
            <p:spPr>
              <a:xfrm>
                <a:off x="-3234192" y="1435895"/>
                <a:ext cx="21280" cy="41469"/>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800" b="1" noProof="0" dirty="0">
                  <a:solidFill>
                    <a:srgbClr val="211F26"/>
                  </a:solidFill>
                  <a:latin typeface="Calibri" panose="020F0502020204030204" pitchFamily="34" charset="0"/>
                  <a:cs typeface="Calibri" panose="020F0502020204030204" pitchFamily="34" charset="0"/>
                </a:endParaRPr>
              </a:p>
            </p:txBody>
          </p:sp>
          <p:sp>
            <p:nvSpPr>
              <p:cNvPr id="64" name="Pijl: punthaak 63">
                <a:extLst>
                  <a:ext uri="{FF2B5EF4-FFF2-40B4-BE49-F238E27FC236}">
                    <a16:creationId xmlns:a16="http://schemas.microsoft.com/office/drawing/2014/main" id="{F0B2B7F6-A35A-19F0-47DD-73195CE79F31}"/>
                  </a:ext>
                </a:extLst>
              </p:cNvPr>
              <p:cNvSpPr>
                <a:spLocks noGrp="1" noRot="1" noMove="1" noResize="1" noEditPoints="1" noAdjustHandles="1" noChangeArrowheads="1" noChangeShapeType="1"/>
              </p:cNvSpPr>
              <p:nvPr userDrawn="1"/>
            </p:nvSpPr>
            <p:spPr>
              <a:xfrm rot="16200000">
                <a:off x="-3244286" y="1420769"/>
                <a:ext cx="41469" cy="60384"/>
              </a:xfrm>
              <a:prstGeom prst="chevron">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800" b="1" noProof="0" dirty="0">
                  <a:solidFill>
                    <a:srgbClr val="211F26"/>
                  </a:solidFill>
                  <a:latin typeface="Calibri" panose="020F0502020204030204" pitchFamily="34" charset="0"/>
                  <a:cs typeface="Calibri" panose="020F0502020204030204" pitchFamily="34" charset="0"/>
                </a:endParaRPr>
              </a:p>
            </p:txBody>
          </p:sp>
          <p:sp>
            <p:nvSpPr>
              <p:cNvPr id="65" name="Rechthoek 64">
                <a:extLst>
                  <a:ext uri="{FF2B5EF4-FFF2-40B4-BE49-F238E27FC236}">
                    <a16:creationId xmlns:a16="http://schemas.microsoft.com/office/drawing/2014/main" id="{E3DD5ECD-6FA1-C3DD-0124-39C2180677DF}"/>
                  </a:ext>
                </a:extLst>
              </p:cNvPr>
              <p:cNvSpPr>
                <a:spLocks noGrp="1" noRot="1" noMove="1" noResize="1" noEditPoints="1" noAdjustHandles="1" noChangeArrowheads="1" noChangeShapeType="1"/>
              </p:cNvSpPr>
              <p:nvPr userDrawn="1"/>
            </p:nvSpPr>
            <p:spPr>
              <a:xfrm flipV="1">
                <a:off x="-3234192" y="1543744"/>
                <a:ext cx="21280" cy="41469"/>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800" b="1" noProof="0" dirty="0">
                  <a:solidFill>
                    <a:srgbClr val="211F26"/>
                  </a:solidFill>
                  <a:latin typeface="Calibri" panose="020F0502020204030204" pitchFamily="34" charset="0"/>
                  <a:cs typeface="Calibri" panose="020F0502020204030204" pitchFamily="34" charset="0"/>
                </a:endParaRPr>
              </a:p>
            </p:txBody>
          </p:sp>
          <p:sp>
            <p:nvSpPr>
              <p:cNvPr id="66" name="Pijl: punthaak 65">
                <a:extLst>
                  <a:ext uri="{FF2B5EF4-FFF2-40B4-BE49-F238E27FC236}">
                    <a16:creationId xmlns:a16="http://schemas.microsoft.com/office/drawing/2014/main" id="{EB032A82-920B-9A7A-EEF3-70EF7D8100BD}"/>
                  </a:ext>
                </a:extLst>
              </p:cNvPr>
              <p:cNvSpPr>
                <a:spLocks noGrp="1" noRot="1" noMove="1" noResize="1" noEditPoints="1" noAdjustHandles="1" noChangeArrowheads="1" noChangeShapeType="1"/>
              </p:cNvSpPr>
              <p:nvPr userDrawn="1"/>
            </p:nvSpPr>
            <p:spPr>
              <a:xfrm rot="5400000" flipV="1">
                <a:off x="-3244286" y="1539955"/>
                <a:ext cx="41469" cy="60384"/>
              </a:xfrm>
              <a:prstGeom prst="chevron">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800" b="1" noProof="0" dirty="0">
                  <a:solidFill>
                    <a:srgbClr val="211F26"/>
                  </a:solidFill>
                  <a:latin typeface="Calibri" panose="020F0502020204030204" pitchFamily="34" charset="0"/>
                  <a:cs typeface="Calibri" panose="020F0502020204030204" pitchFamily="34" charset="0"/>
                </a:endParaRPr>
              </a:p>
            </p:txBody>
          </p:sp>
          <p:cxnSp>
            <p:nvCxnSpPr>
              <p:cNvPr id="67" name="Rechte verbindingslijn 66">
                <a:extLst>
                  <a:ext uri="{FF2B5EF4-FFF2-40B4-BE49-F238E27FC236}">
                    <a16:creationId xmlns:a16="http://schemas.microsoft.com/office/drawing/2014/main" id="{E6B5DE1B-A234-37C9-861E-293348EF406B}"/>
                  </a:ext>
                </a:extLst>
              </p:cNvPr>
              <p:cNvCxnSpPr>
                <a:cxnSpLocks noGrp="1" noRot="1" noMove="1" noResize="1" noEditPoints="1" noAdjustHandles="1" noChangeArrowheads="1" noChangeShapeType="1"/>
              </p:cNvCxnSpPr>
              <p:nvPr userDrawn="1"/>
            </p:nvCxnSpPr>
            <p:spPr>
              <a:xfrm>
                <a:off x="-3202653" y="1432300"/>
                <a:ext cx="66956" cy="0"/>
              </a:xfrm>
              <a:prstGeom prst="line">
                <a:avLst/>
              </a:prstGeom>
              <a:noFill/>
              <a:ln w="12700" cap="rnd" cmpd="sng" algn="ctr">
                <a:solidFill>
                  <a:srgbClr val="818181"/>
                </a:solidFill>
                <a:prstDash val="sysDot"/>
              </a:ln>
              <a:effectLst/>
            </p:spPr>
          </p:cxnSp>
          <p:cxnSp>
            <p:nvCxnSpPr>
              <p:cNvPr id="68" name="Rechte verbindingslijn 67">
                <a:extLst>
                  <a:ext uri="{FF2B5EF4-FFF2-40B4-BE49-F238E27FC236}">
                    <a16:creationId xmlns:a16="http://schemas.microsoft.com/office/drawing/2014/main" id="{73C5D84C-822D-256D-3C73-6CA0213CB63A}"/>
                  </a:ext>
                </a:extLst>
              </p:cNvPr>
              <p:cNvCxnSpPr>
                <a:cxnSpLocks noGrp="1" noRot="1" noMove="1" noResize="1" noEditPoints="1" noAdjustHandles="1" noChangeArrowheads="1" noChangeShapeType="1"/>
              </p:cNvCxnSpPr>
              <p:nvPr userDrawn="1"/>
            </p:nvCxnSpPr>
            <p:spPr>
              <a:xfrm>
                <a:off x="-3202653" y="1585650"/>
                <a:ext cx="66956" cy="0"/>
              </a:xfrm>
              <a:prstGeom prst="line">
                <a:avLst/>
              </a:prstGeom>
              <a:noFill/>
              <a:ln w="12700" cap="rnd" cmpd="sng" algn="ctr">
                <a:solidFill>
                  <a:srgbClr val="818181"/>
                </a:solidFill>
                <a:prstDash val="sysDot"/>
              </a:ln>
              <a:effectLst/>
            </p:spPr>
          </p:cxnSp>
          <p:sp>
            <p:nvSpPr>
              <p:cNvPr id="69" name="Vrije vorm: vorm 68">
                <a:extLst>
                  <a:ext uri="{FF2B5EF4-FFF2-40B4-BE49-F238E27FC236}">
                    <a16:creationId xmlns:a16="http://schemas.microsoft.com/office/drawing/2014/main" id="{6F8AF381-F0C1-5F10-82C1-D186390C7886}"/>
                  </a:ext>
                </a:extLst>
              </p:cNvPr>
              <p:cNvSpPr>
                <a:spLocks noGrp="1" noRot="1" noMove="1" noResize="1" noEditPoints="1" noAdjustHandles="1" noChangeArrowheads="1" noChangeShapeType="1"/>
              </p:cNvSpPr>
              <p:nvPr userDrawn="1"/>
            </p:nvSpPr>
            <p:spPr>
              <a:xfrm>
                <a:off x="-3175561" y="1707315"/>
                <a:ext cx="42279" cy="61833"/>
              </a:xfrm>
              <a:custGeom>
                <a:avLst/>
                <a:gdLst>
                  <a:gd name="connsiteX0" fmla="*/ 50006 w 111919"/>
                  <a:gd name="connsiteY0" fmla="*/ 64294 h 145256"/>
                  <a:gd name="connsiteX1" fmla="*/ 47625 w 111919"/>
                  <a:gd name="connsiteY1" fmla="*/ 145256 h 145256"/>
                  <a:gd name="connsiteX2" fmla="*/ 111919 w 111919"/>
                  <a:gd name="connsiteY2" fmla="*/ 92869 h 145256"/>
                  <a:gd name="connsiteX3" fmla="*/ 111919 w 111919"/>
                  <a:gd name="connsiteY3" fmla="*/ 28575 h 145256"/>
                  <a:gd name="connsiteX4" fmla="*/ 52387 w 111919"/>
                  <a:gd name="connsiteY4" fmla="*/ 0 h 145256"/>
                  <a:gd name="connsiteX5" fmla="*/ 4762 w 111919"/>
                  <a:gd name="connsiteY5" fmla="*/ 11906 h 145256"/>
                  <a:gd name="connsiteX6" fmla="*/ 0 w 111919"/>
                  <a:gd name="connsiteY6" fmla="*/ 45244 h 145256"/>
                  <a:gd name="connsiteX7" fmla="*/ 50006 w 111919"/>
                  <a:gd name="connsiteY7" fmla="*/ 64294 h 145256"/>
                  <a:gd name="connsiteX0" fmla="*/ 50006 w 124049"/>
                  <a:gd name="connsiteY0" fmla="*/ 64294 h 145256"/>
                  <a:gd name="connsiteX1" fmla="*/ 47625 w 124049"/>
                  <a:gd name="connsiteY1" fmla="*/ 145256 h 145256"/>
                  <a:gd name="connsiteX2" fmla="*/ 111919 w 124049"/>
                  <a:gd name="connsiteY2" fmla="*/ 92869 h 145256"/>
                  <a:gd name="connsiteX3" fmla="*/ 111919 w 124049"/>
                  <a:gd name="connsiteY3" fmla="*/ 28575 h 145256"/>
                  <a:gd name="connsiteX4" fmla="*/ 52387 w 124049"/>
                  <a:gd name="connsiteY4" fmla="*/ 0 h 145256"/>
                  <a:gd name="connsiteX5" fmla="*/ 4762 w 124049"/>
                  <a:gd name="connsiteY5" fmla="*/ 11906 h 145256"/>
                  <a:gd name="connsiteX6" fmla="*/ 0 w 124049"/>
                  <a:gd name="connsiteY6" fmla="*/ 45244 h 145256"/>
                  <a:gd name="connsiteX7" fmla="*/ 50006 w 124049"/>
                  <a:gd name="connsiteY7" fmla="*/ 64294 h 145256"/>
                  <a:gd name="connsiteX0" fmla="*/ 50006 w 123624"/>
                  <a:gd name="connsiteY0" fmla="*/ 64294 h 145256"/>
                  <a:gd name="connsiteX1" fmla="*/ 47625 w 123624"/>
                  <a:gd name="connsiteY1" fmla="*/ 145256 h 145256"/>
                  <a:gd name="connsiteX2" fmla="*/ 111919 w 123624"/>
                  <a:gd name="connsiteY2" fmla="*/ 92869 h 145256"/>
                  <a:gd name="connsiteX3" fmla="*/ 111919 w 123624"/>
                  <a:gd name="connsiteY3" fmla="*/ 28575 h 145256"/>
                  <a:gd name="connsiteX4" fmla="*/ 52387 w 123624"/>
                  <a:gd name="connsiteY4" fmla="*/ 0 h 145256"/>
                  <a:gd name="connsiteX5" fmla="*/ 4762 w 123624"/>
                  <a:gd name="connsiteY5" fmla="*/ 11906 h 145256"/>
                  <a:gd name="connsiteX6" fmla="*/ 0 w 123624"/>
                  <a:gd name="connsiteY6" fmla="*/ 45244 h 145256"/>
                  <a:gd name="connsiteX7" fmla="*/ 50006 w 123624"/>
                  <a:gd name="connsiteY7" fmla="*/ 64294 h 145256"/>
                  <a:gd name="connsiteX0" fmla="*/ 50006 w 123624"/>
                  <a:gd name="connsiteY0" fmla="*/ 67517 h 148479"/>
                  <a:gd name="connsiteX1" fmla="*/ 47625 w 123624"/>
                  <a:gd name="connsiteY1" fmla="*/ 148479 h 148479"/>
                  <a:gd name="connsiteX2" fmla="*/ 111919 w 123624"/>
                  <a:gd name="connsiteY2" fmla="*/ 96092 h 148479"/>
                  <a:gd name="connsiteX3" fmla="*/ 111919 w 123624"/>
                  <a:gd name="connsiteY3" fmla="*/ 31798 h 148479"/>
                  <a:gd name="connsiteX4" fmla="*/ 52387 w 123624"/>
                  <a:gd name="connsiteY4" fmla="*/ 3223 h 148479"/>
                  <a:gd name="connsiteX5" fmla="*/ 4762 w 123624"/>
                  <a:gd name="connsiteY5" fmla="*/ 15129 h 148479"/>
                  <a:gd name="connsiteX6" fmla="*/ 0 w 123624"/>
                  <a:gd name="connsiteY6" fmla="*/ 48467 h 148479"/>
                  <a:gd name="connsiteX7" fmla="*/ 50006 w 123624"/>
                  <a:gd name="connsiteY7" fmla="*/ 67517 h 148479"/>
                  <a:gd name="connsiteX0" fmla="*/ 50006 w 118952"/>
                  <a:gd name="connsiteY0" fmla="*/ 73868 h 154830"/>
                  <a:gd name="connsiteX1" fmla="*/ 47625 w 118952"/>
                  <a:gd name="connsiteY1" fmla="*/ 154830 h 154830"/>
                  <a:gd name="connsiteX2" fmla="*/ 111919 w 118952"/>
                  <a:gd name="connsiteY2" fmla="*/ 102443 h 154830"/>
                  <a:gd name="connsiteX3" fmla="*/ 111919 w 118952"/>
                  <a:gd name="connsiteY3" fmla="*/ 38149 h 154830"/>
                  <a:gd name="connsiteX4" fmla="*/ 64294 w 118952"/>
                  <a:gd name="connsiteY4" fmla="*/ 2430 h 154830"/>
                  <a:gd name="connsiteX5" fmla="*/ 4762 w 118952"/>
                  <a:gd name="connsiteY5" fmla="*/ 21480 h 154830"/>
                  <a:gd name="connsiteX6" fmla="*/ 0 w 118952"/>
                  <a:gd name="connsiteY6" fmla="*/ 54818 h 154830"/>
                  <a:gd name="connsiteX7" fmla="*/ 50006 w 118952"/>
                  <a:gd name="connsiteY7" fmla="*/ 73868 h 154830"/>
                  <a:gd name="connsiteX0" fmla="*/ 50006 w 118952"/>
                  <a:gd name="connsiteY0" fmla="*/ 71438 h 152400"/>
                  <a:gd name="connsiteX1" fmla="*/ 47625 w 118952"/>
                  <a:gd name="connsiteY1" fmla="*/ 152400 h 152400"/>
                  <a:gd name="connsiteX2" fmla="*/ 111919 w 118952"/>
                  <a:gd name="connsiteY2" fmla="*/ 100013 h 152400"/>
                  <a:gd name="connsiteX3" fmla="*/ 111919 w 118952"/>
                  <a:gd name="connsiteY3" fmla="*/ 35719 h 152400"/>
                  <a:gd name="connsiteX4" fmla="*/ 64294 w 118952"/>
                  <a:gd name="connsiteY4" fmla="*/ 0 h 152400"/>
                  <a:gd name="connsiteX5" fmla="*/ 0 w 118952"/>
                  <a:gd name="connsiteY5" fmla="*/ 52388 h 152400"/>
                  <a:gd name="connsiteX6" fmla="*/ 50006 w 118952"/>
                  <a:gd name="connsiteY6" fmla="*/ 71438 h 152400"/>
                  <a:gd name="connsiteX0" fmla="*/ 50006 w 118952"/>
                  <a:gd name="connsiteY0" fmla="*/ 71735 h 152697"/>
                  <a:gd name="connsiteX1" fmla="*/ 47625 w 118952"/>
                  <a:gd name="connsiteY1" fmla="*/ 152697 h 152697"/>
                  <a:gd name="connsiteX2" fmla="*/ 111919 w 118952"/>
                  <a:gd name="connsiteY2" fmla="*/ 100310 h 152697"/>
                  <a:gd name="connsiteX3" fmla="*/ 111919 w 118952"/>
                  <a:gd name="connsiteY3" fmla="*/ 36016 h 152697"/>
                  <a:gd name="connsiteX4" fmla="*/ 64294 w 118952"/>
                  <a:gd name="connsiteY4" fmla="*/ 297 h 152697"/>
                  <a:gd name="connsiteX5" fmla="*/ 0 w 118952"/>
                  <a:gd name="connsiteY5" fmla="*/ 52685 h 152697"/>
                  <a:gd name="connsiteX6" fmla="*/ 50006 w 118952"/>
                  <a:gd name="connsiteY6" fmla="*/ 71735 h 152697"/>
                  <a:gd name="connsiteX0" fmla="*/ 50006 w 118952"/>
                  <a:gd name="connsiteY0" fmla="*/ 71961 h 152923"/>
                  <a:gd name="connsiteX1" fmla="*/ 47625 w 118952"/>
                  <a:gd name="connsiteY1" fmla="*/ 152923 h 152923"/>
                  <a:gd name="connsiteX2" fmla="*/ 111919 w 118952"/>
                  <a:gd name="connsiteY2" fmla="*/ 100536 h 152923"/>
                  <a:gd name="connsiteX3" fmla="*/ 111919 w 118952"/>
                  <a:gd name="connsiteY3" fmla="*/ 36242 h 152923"/>
                  <a:gd name="connsiteX4" fmla="*/ 64294 w 118952"/>
                  <a:gd name="connsiteY4" fmla="*/ 523 h 152923"/>
                  <a:gd name="connsiteX5" fmla="*/ 0 w 118952"/>
                  <a:gd name="connsiteY5" fmla="*/ 52911 h 152923"/>
                  <a:gd name="connsiteX6" fmla="*/ 50006 w 118952"/>
                  <a:gd name="connsiteY6" fmla="*/ 71961 h 152923"/>
                  <a:gd name="connsiteX0" fmla="*/ 50006 w 118480"/>
                  <a:gd name="connsiteY0" fmla="*/ 71961 h 152923"/>
                  <a:gd name="connsiteX1" fmla="*/ 47625 w 118480"/>
                  <a:gd name="connsiteY1" fmla="*/ 152923 h 152923"/>
                  <a:gd name="connsiteX2" fmla="*/ 111919 w 118480"/>
                  <a:gd name="connsiteY2" fmla="*/ 100536 h 152923"/>
                  <a:gd name="connsiteX3" fmla="*/ 111919 w 118480"/>
                  <a:gd name="connsiteY3" fmla="*/ 36242 h 152923"/>
                  <a:gd name="connsiteX4" fmla="*/ 64294 w 118480"/>
                  <a:gd name="connsiteY4" fmla="*/ 523 h 152923"/>
                  <a:gd name="connsiteX5" fmla="*/ 0 w 118480"/>
                  <a:gd name="connsiteY5" fmla="*/ 52911 h 152923"/>
                  <a:gd name="connsiteX6" fmla="*/ 50006 w 118480"/>
                  <a:gd name="connsiteY6" fmla="*/ 71961 h 152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480" h="152923">
                    <a:moveTo>
                      <a:pt x="50006" y="71961"/>
                    </a:moveTo>
                    <a:cubicBezTo>
                      <a:pt x="49212" y="98948"/>
                      <a:pt x="48419" y="125936"/>
                      <a:pt x="47625" y="152923"/>
                    </a:cubicBezTo>
                    <a:cubicBezTo>
                      <a:pt x="69056" y="135461"/>
                      <a:pt x="102395" y="122761"/>
                      <a:pt x="111919" y="100536"/>
                    </a:cubicBezTo>
                    <a:cubicBezTo>
                      <a:pt x="121443" y="78311"/>
                      <a:pt x="119856" y="52911"/>
                      <a:pt x="111919" y="36242"/>
                    </a:cubicBezTo>
                    <a:cubicBezTo>
                      <a:pt x="103982" y="19573"/>
                      <a:pt x="94853" y="4888"/>
                      <a:pt x="64294" y="523"/>
                    </a:cubicBezTo>
                    <a:cubicBezTo>
                      <a:pt x="33735" y="-3842"/>
                      <a:pt x="0" y="19574"/>
                      <a:pt x="0" y="52911"/>
                    </a:cubicBezTo>
                    <a:lnTo>
                      <a:pt x="50006" y="71961"/>
                    </a:lnTo>
                    <a:close/>
                  </a:path>
                </a:pathLst>
              </a:cu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800" b="1" noProof="0" dirty="0">
                  <a:solidFill>
                    <a:srgbClr val="211F26"/>
                  </a:solidFill>
                  <a:latin typeface="Calibri" panose="020F0502020204030204" pitchFamily="34" charset="0"/>
                  <a:cs typeface="Calibri" panose="020F0502020204030204" pitchFamily="34" charset="0"/>
                </a:endParaRPr>
              </a:p>
            </p:txBody>
          </p:sp>
          <p:sp>
            <p:nvSpPr>
              <p:cNvPr id="70" name="Rechthoek: afgeronde hoeken 69">
                <a:extLst>
                  <a:ext uri="{FF2B5EF4-FFF2-40B4-BE49-F238E27FC236}">
                    <a16:creationId xmlns:a16="http://schemas.microsoft.com/office/drawing/2014/main" id="{F7758697-089F-108B-7093-6B88C0449719}"/>
                  </a:ext>
                </a:extLst>
              </p:cNvPr>
              <p:cNvSpPr>
                <a:spLocks noGrp="1" noRot="1" noMove="1" noResize="1" noEditPoints="1" noAdjustHandles="1" noChangeArrowheads="1" noChangeShapeType="1"/>
              </p:cNvSpPr>
              <p:nvPr userDrawn="1"/>
            </p:nvSpPr>
            <p:spPr>
              <a:xfrm rot="2770829">
                <a:off x="-3234197" y="1703273"/>
                <a:ext cx="57923" cy="72481"/>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en-GB" sz="800" b="0" noProof="0" dirty="0">
                  <a:solidFill>
                    <a:srgbClr val="211F26"/>
                  </a:solidFill>
                  <a:latin typeface="Calibri" panose="020F0502020204030204" pitchFamily="34" charset="0"/>
                  <a:cs typeface="Calibri" panose="020F0502020204030204" pitchFamily="34" charset="0"/>
                </a:endParaRPr>
              </a:p>
            </p:txBody>
          </p:sp>
          <p:sp>
            <p:nvSpPr>
              <p:cNvPr id="71" name="Vrije vorm: vorm 70">
                <a:extLst>
                  <a:ext uri="{FF2B5EF4-FFF2-40B4-BE49-F238E27FC236}">
                    <a16:creationId xmlns:a16="http://schemas.microsoft.com/office/drawing/2014/main" id="{41A317C6-B898-8298-0E5B-6D424F263FD3}"/>
                  </a:ext>
                </a:extLst>
              </p:cNvPr>
              <p:cNvSpPr>
                <a:spLocks noGrp="1" noRot="1" noMove="1" noResize="1" noEditPoints="1" noAdjustHandles="1" noChangeArrowheads="1" noChangeShapeType="1"/>
              </p:cNvSpPr>
              <p:nvPr userDrawn="1"/>
            </p:nvSpPr>
            <p:spPr>
              <a:xfrm>
                <a:off x="-3237180" y="1677339"/>
                <a:ext cx="42279" cy="55298"/>
              </a:xfrm>
              <a:custGeom>
                <a:avLst/>
                <a:gdLst>
                  <a:gd name="connsiteX0" fmla="*/ 76475 w 79906"/>
                  <a:gd name="connsiteY0" fmla="*/ 104510 h 104510"/>
                  <a:gd name="connsiteX1" fmla="*/ 71712 w 79906"/>
                  <a:gd name="connsiteY1" fmla="*/ 6879 h 104510"/>
                  <a:gd name="connsiteX2" fmla="*/ 5037 w 79906"/>
                  <a:gd name="connsiteY2" fmla="*/ 16404 h 104510"/>
                  <a:gd name="connsiteX3" fmla="*/ 9800 w 79906"/>
                  <a:gd name="connsiteY3" fmla="*/ 83079 h 104510"/>
                </a:gdLst>
                <a:ahLst/>
                <a:cxnLst>
                  <a:cxn ang="0">
                    <a:pos x="connsiteX0" y="connsiteY0"/>
                  </a:cxn>
                  <a:cxn ang="0">
                    <a:pos x="connsiteX1" y="connsiteY1"/>
                  </a:cxn>
                  <a:cxn ang="0">
                    <a:pos x="connsiteX2" y="connsiteY2"/>
                  </a:cxn>
                  <a:cxn ang="0">
                    <a:pos x="connsiteX3" y="connsiteY3"/>
                  </a:cxn>
                </a:cxnLst>
                <a:rect l="l" t="t" r="r" b="b"/>
                <a:pathLst>
                  <a:path w="79906" h="104510">
                    <a:moveTo>
                      <a:pt x="76475" y="104510"/>
                    </a:moveTo>
                    <a:cubicBezTo>
                      <a:pt x="80046" y="63036"/>
                      <a:pt x="83618" y="21563"/>
                      <a:pt x="71712" y="6879"/>
                    </a:cubicBezTo>
                    <a:cubicBezTo>
                      <a:pt x="59806" y="-7805"/>
                      <a:pt x="15356" y="3704"/>
                      <a:pt x="5037" y="16404"/>
                    </a:cubicBezTo>
                    <a:cubicBezTo>
                      <a:pt x="-5282" y="29104"/>
                      <a:pt x="2259" y="56091"/>
                      <a:pt x="9800" y="83079"/>
                    </a:cubicBezTo>
                  </a:path>
                </a:pathLst>
              </a:custGeom>
              <a:no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800" noProof="0" dirty="0">
                  <a:solidFill>
                    <a:srgbClr val="211F26"/>
                  </a:solidFill>
                  <a:latin typeface="Calibri" panose="020F0502020204030204" pitchFamily="34" charset="0"/>
                  <a:cs typeface="Calibri" panose="020F0502020204030204" pitchFamily="34" charset="0"/>
                </a:endParaRPr>
              </a:p>
            </p:txBody>
          </p:sp>
          <p:sp>
            <p:nvSpPr>
              <p:cNvPr id="72" name="Vrije vorm: vorm 71">
                <a:extLst>
                  <a:ext uri="{FF2B5EF4-FFF2-40B4-BE49-F238E27FC236}">
                    <a16:creationId xmlns:a16="http://schemas.microsoft.com/office/drawing/2014/main" id="{0F288E06-382E-8968-0D4D-101344A3EAB1}"/>
                  </a:ext>
                </a:extLst>
              </p:cNvPr>
              <p:cNvSpPr>
                <a:spLocks noGrp="1" noRot="1" noMove="1" noResize="1" noEditPoints="1" noAdjustHandles="1" noChangeArrowheads="1" noChangeShapeType="1"/>
              </p:cNvSpPr>
              <p:nvPr userDrawn="1"/>
            </p:nvSpPr>
            <p:spPr>
              <a:xfrm>
                <a:off x="-3147647" y="1714096"/>
                <a:ext cx="57254" cy="77074"/>
              </a:xfrm>
              <a:custGeom>
                <a:avLst/>
                <a:gdLst>
                  <a:gd name="connsiteX0" fmla="*/ 0 w 61912"/>
                  <a:gd name="connsiteY0" fmla="*/ 80963 h 80963"/>
                  <a:gd name="connsiteX1" fmla="*/ 57150 w 61912"/>
                  <a:gd name="connsiteY1" fmla="*/ 0 h 80963"/>
                  <a:gd name="connsiteX2" fmla="*/ 61912 w 61912"/>
                  <a:gd name="connsiteY2" fmla="*/ 50006 h 80963"/>
                  <a:gd name="connsiteX3" fmla="*/ 0 w 61912"/>
                  <a:gd name="connsiteY3" fmla="*/ 80963 h 80963"/>
                  <a:gd name="connsiteX0" fmla="*/ 0 w 61912"/>
                  <a:gd name="connsiteY0" fmla="*/ 80963 h 83344"/>
                  <a:gd name="connsiteX1" fmla="*/ 57150 w 61912"/>
                  <a:gd name="connsiteY1" fmla="*/ 0 h 83344"/>
                  <a:gd name="connsiteX2" fmla="*/ 61912 w 61912"/>
                  <a:gd name="connsiteY2" fmla="*/ 50006 h 83344"/>
                  <a:gd name="connsiteX3" fmla="*/ 19050 w 61912"/>
                  <a:gd name="connsiteY3" fmla="*/ 83344 h 83344"/>
                  <a:gd name="connsiteX4" fmla="*/ 0 w 61912"/>
                  <a:gd name="connsiteY4" fmla="*/ 80963 h 833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12" h="83344">
                    <a:moveTo>
                      <a:pt x="0" y="80963"/>
                    </a:moveTo>
                    <a:lnTo>
                      <a:pt x="57150" y="0"/>
                    </a:lnTo>
                    <a:lnTo>
                      <a:pt x="61912" y="50006"/>
                    </a:lnTo>
                    <a:cubicBezTo>
                      <a:pt x="48418" y="56356"/>
                      <a:pt x="32544" y="76994"/>
                      <a:pt x="19050" y="83344"/>
                    </a:cubicBezTo>
                    <a:lnTo>
                      <a:pt x="0" y="80963"/>
                    </a:lnTo>
                    <a:close/>
                  </a:path>
                </a:pathLst>
              </a:cu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800" b="1" noProof="0" dirty="0">
                  <a:solidFill>
                    <a:srgbClr val="211F26"/>
                  </a:solidFill>
                  <a:latin typeface="Calibri" panose="020F0502020204030204" pitchFamily="34" charset="0"/>
                  <a:cs typeface="Calibri" panose="020F0502020204030204" pitchFamily="34" charset="0"/>
                </a:endParaRPr>
              </a:p>
            </p:txBody>
          </p:sp>
          <p:sp>
            <p:nvSpPr>
              <p:cNvPr id="73" name="Ovaal 72">
                <a:extLst>
                  <a:ext uri="{FF2B5EF4-FFF2-40B4-BE49-F238E27FC236}">
                    <a16:creationId xmlns:a16="http://schemas.microsoft.com/office/drawing/2014/main" id="{89D391F8-0DD4-C31A-857C-25DC79B809DB}"/>
                  </a:ext>
                </a:extLst>
              </p:cNvPr>
              <p:cNvSpPr>
                <a:spLocks noGrp="1" noRot="1" noMove="1" noResize="1" noEditPoints="1" noAdjustHandles="1" noChangeArrowheads="1" noChangeShapeType="1"/>
              </p:cNvSpPr>
              <p:nvPr userDrawn="1"/>
            </p:nvSpPr>
            <p:spPr>
              <a:xfrm rot="12332780">
                <a:off x="-3185085" y="1782358"/>
                <a:ext cx="50650" cy="57255"/>
              </a:xfrm>
              <a:prstGeom prst="ellipse">
                <a:avLst/>
              </a:prstGeom>
              <a:solidFill>
                <a:schemeClr val="bg1"/>
              </a:solidFill>
              <a:ln w="9525">
                <a:solidFill>
                  <a:srgbClr val="4D82B8"/>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800" b="1" noProof="0" dirty="0">
                  <a:solidFill>
                    <a:srgbClr val="211F26"/>
                  </a:solidFill>
                  <a:latin typeface="Calibri" panose="020F0502020204030204" pitchFamily="34" charset="0"/>
                  <a:cs typeface="Calibri" panose="020F0502020204030204" pitchFamily="34" charset="0"/>
                </a:endParaRPr>
              </a:p>
            </p:txBody>
          </p:sp>
          <p:sp>
            <p:nvSpPr>
              <p:cNvPr id="74" name="Gelijkbenige driehoek 34">
                <a:extLst>
                  <a:ext uri="{FF2B5EF4-FFF2-40B4-BE49-F238E27FC236}">
                    <a16:creationId xmlns:a16="http://schemas.microsoft.com/office/drawing/2014/main" id="{0E3F6281-DD43-BB2F-3263-68CEFF41C63A}"/>
                  </a:ext>
                </a:extLst>
              </p:cNvPr>
              <p:cNvSpPr>
                <a:spLocks noGrp="1" noRot="1" noMove="1" noResize="1" noEditPoints="1" noAdjustHandles="1" noChangeArrowheads="1" noChangeShapeType="1"/>
              </p:cNvSpPr>
              <p:nvPr userDrawn="1"/>
            </p:nvSpPr>
            <p:spPr>
              <a:xfrm rot="14772351">
                <a:off x="-3215597" y="1797313"/>
                <a:ext cx="52327" cy="57916"/>
              </a:xfrm>
              <a:custGeom>
                <a:avLst/>
                <a:gdLst>
                  <a:gd name="connsiteX0" fmla="*/ 0 w 56584"/>
                  <a:gd name="connsiteY0" fmla="*/ 55534 h 55534"/>
                  <a:gd name="connsiteX1" fmla="*/ 28292 w 56584"/>
                  <a:gd name="connsiteY1" fmla="*/ 0 h 55534"/>
                  <a:gd name="connsiteX2" fmla="*/ 56584 w 56584"/>
                  <a:gd name="connsiteY2" fmla="*/ 55534 h 55534"/>
                  <a:gd name="connsiteX3" fmla="*/ 0 w 56584"/>
                  <a:gd name="connsiteY3" fmla="*/ 55534 h 55534"/>
                  <a:gd name="connsiteX0" fmla="*/ 0 w 56584"/>
                  <a:gd name="connsiteY0" fmla="*/ 55534 h 60261"/>
                  <a:gd name="connsiteX1" fmla="*/ 28292 w 56584"/>
                  <a:gd name="connsiteY1" fmla="*/ 0 h 60261"/>
                  <a:gd name="connsiteX2" fmla="*/ 56584 w 56584"/>
                  <a:gd name="connsiteY2" fmla="*/ 55534 h 60261"/>
                  <a:gd name="connsiteX3" fmla="*/ 0 w 56584"/>
                  <a:gd name="connsiteY3" fmla="*/ 55534 h 60261"/>
                  <a:gd name="connsiteX0" fmla="*/ 0 w 56584"/>
                  <a:gd name="connsiteY0" fmla="*/ 55534 h 62627"/>
                  <a:gd name="connsiteX1" fmla="*/ 28292 w 56584"/>
                  <a:gd name="connsiteY1" fmla="*/ 0 h 62627"/>
                  <a:gd name="connsiteX2" fmla="*/ 56584 w 56584"/>
                  <a:gd name="connsiteY2" fmla="*/ 55534 h 62627"/>
                  <a:gd name="connsiteX3" fmla="*/ 0 w 56584"/>
                  <a:gd name="connsiteY3" fmla="*/ 55534 h 62627"/>
                </a:gdLst>
                <a:ahLst/>
                <a:cxnLst>
                  <a:cxn ang="0">
                    <a:pos x="connsiteX0" y="connsiteY0"/>
                  </a:cxn>
                  <a:cxn ang="0">
                    <a:pos x="connsiteX1" y="connsiteY1"/>
                  </a:cxn>
                  <a:cxn ang="0">
                    <a:pos x="connsiteX2" y="connsiteY2"/>
                  </a:cxn>
                  <a:cxn ang="0">
                    <a:pos x="connsiteX3" y="connsiteY3"/>
                  </a:cxn>
                </a:cxnLst>
                <a:rect l="l" t="t" r="r" b="b"/>
                <a:pathLst>
                  <a:path w="56584" h="62627">
                    <a:moveTo>
                      <a:pt x="0" y="55534"/>
                    </a:moveTo>
                    <a:lnTo>
                      <a:pt x="28292" y="0"/>
                    </a:lnTo>
                    <a:lnTo>
                      <a:pt x="56584" y="55534"/>
                    </a:lnTo>
                    <a:cubicBezTo>
                      <a:pt x="44518" y="63735"/>
                      <a:pt x="19376" y="66171"/>
                      <a:pt x="0" y="55534"/>
                    </a:cubicBezTo>
                    <a:close/>
                  </a:path>
                </a:pathLst>
              </a:cu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800" b="1" noProof="0" dirty="0">
                  <a:solidFill>
                    <a:srgbClr val="211F26"/>
                  </a:solidFill>
                  <a:latin typeface="Calibri" panose="020F0502020204030204" pitchFamily="34" charset="0"/>
                  <a:cs typeface="Calibri" panose="020F0502020204030204" pitchFamily="34" charset="0"/>
                </a:endParaRPr>
              </a:p>
            </p:txBody>
          </p:sp>
        </p:grpSp>
        <p:grpSp>
          <p:nvGrpSpPr>
            <p:cNvPr id="14" name="Groep 13">
              <a:extLst>
                <a:ext uri="{FF2B5EF4-FFF2-40B4-BE49-F238E27FC236}">
                  <a16:creationId xmlns:a16="http://schemas.microsoft.com/office/drawing/2014/main" id="{381341F1-4317-78BE-C5A9-62850A257786}"/>
                </a:ext>
              </a:extLst>
            </p:cNvPr>
            <p:cNvGrpSpPr>
              <a:grpSpLocks noGrp="1" noUngrp="1" noRot="1" noMove="1" noResize="1"/>
            </p:cNvGrpSpPr>
            <p:nvPr userDrawn="1"/>
          </p:nvGrpSpPr>
          <p:grpSpPr>
            <a:xfrm>
              <a:off x="-3323231" y="3821749"/>
              <a:ext cx="2734765" cy="262633"/>
              <a:chOff x="5114260" y="1193211"/>
              <a:chExt cx="2516594" cy="241682"/>
            </a:xfrm>
          </p:grpSpPr>
          <p:sp>
            <p:nvSpPr>
              <p:cNvPr id="49" name="Rechthoek 48">
                <a:extLst>
                  <a:ext uri="{FF2B5EF4-FFF2-40B4-BE49-F238E27FC236}">
                    <a16:creationId xmlns:a16="http://schemas.microsoft.com/office/drawing/2014/main" id="{1613A34F-D57A-C388-8FD8-20F64BF6D5C8}"/>
                  </a:ext>
                </a:extLst>
              </p:cNvPr>
              <p:cNvSpPr>
                <a:spLocks noGrp="1" noRot="1" noMove="1" noResize="1" noEditPoints="1" noAdjustHandles="1" noChangeArrowheads="1" noChangeShapeType="1"/>
              </p:cNvSpPr>
              <p:nvPr userDrawn="1"/>
            </p:nvSpPr>
            <p:spPr>
              <a:xfrm>
                <a:off x="5114260" y="1193211"/>
                <a:ext cx="2516594" cy="241682"/>
              </a:xfrm>
              <a:prstGeom prst="rect">
                <a:avLst/>
              </a:prstGeom>
              <a:solidFill>
                <a:srgbClr val="F0F0F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50" name="Tekstvak 49">
                <a:extLst>
                  <a:ext uri="{FF2B5EF4-FFF2-40B4-BE49-F238E27FC236}">
                    <a16:creationId xmlns:a16="http://schemas.microsoft.com/office/drawing/2014/main" id="{BCB822B3-04DC-D1FA-C9E7-E2AD9D9C6250}"/>
                  </a:ext>
                </a:extLst>
              </p:cNvPr>
              <p:cNvSpPr txBox="1">
                <a:spLocks noGrp="1" noRot="1" noMove="1" noResize="1" noEditPoints="1" noAdjustHandles="1" noChangeArrowheads="1" noChangeShapeType="1"/>
              </p:cNvSpPr>
              <p:nvPr userDrawn="1"/>
            </p:nvSpPr>
            <p:spPr>
              <a:xfrm>
                <a:off x="5121009" y="1214216"/>
                <a:ext cx="1156604" cy="212418"/>
              </a:xfrm>
              <a:prstGeom prst="rect">
                <a:avLst/>
              </a:prstGeom>
              <a:noFill/>
            </p:spPr>
            <p:txBody>
              <a:bodyPr wrap="square" rtlCol="0">
                <a:spAutoFit/>
              </a:bodyPr>
              <a:lstStyle/>
              <a:p>
                <a:pPr marL="0" algn="l" defTabSz="1217512" rtl="0" eaLnBrk="1" latinLnBrk="0" hangingPunct="1">
                  <a:lnSpc>
                    <a:spcPct val="100000"/>
                  </a:lnSpc>
                  <a:spcBef>
                    <a:spcPts val="600"/>
                  </a:spcBef>
                  <a:spcAft>
                    <a:spcPts val="600"/>
                  </a:spcAft>
                </a:pPr>
                <a:r>
                  <a:rPr lang="en-GB" sz="900" b="0" u="none" kern="1200" noProof="0" dirty="0">
                    <a:solidFill>
                      <a:srgbClr val="211F26"/>
                    </a:solidFill>
                    <a:latin typeface="Calibri" panose="020F0502020204030204" pitchFamily="34" charset="0"/>
                    <a:ea typeface="+mn-ea"/>
                    <a:cs typeface="Calibri" panose="020F0502020204030204" pitchFamily="34" charset="0"/>
                  </a:rPr>
                  <a:t>Transparency</a:t>
                </a:r>
              </a:p>
            </p:txBody>
          </p:sp>
          <p:cxnSp>
            <p:nvCxnSpPr>
              <p:cNvPr id="51" name="Rechte verbindingslijn 50">
                <a:extLst>
                  <a:ext uri="{FF2B5EF4-FFF2-40B4-BE49-F238E27FC236}">
                    <a16:creationId xmlns:a16="http://schemas.microsoft.com/office/drawing/2014/main" id="{CCA05868-5640-4196-C90E-004DDBE2543F}"/>
                  </a:ext>
                </a:extLst>
              </p:cNvPr>
              <p:cNvCxnSpPr>
                <a:cxnSpLocks noGrp="1" noRot="1" noMove="1" noResize="1" noEditPoints="1" noAdjustHandles="1" noChangeArrowheads="1" noChangeShapeType="1"/>
                <a:endCxn id="55" idx="1"/>
              </p:cNvCxnSpPr>
              <p:nvPr userDrawn="1"/>
            </p:nvCxnSpPr>
            <p:spPr>
              <a:xfrm>
                <a:off x="5949074" y="1317963"/>
                <a:ext cx="958480" cy="0"/>
              </a:xfrm>
              <a:prstGeom prst="line">
                <a:avLst/>
              </a:prstGeom>
              <a:noFill/>
              <a:ln w="12700" cap="flat" cmpd="sng" algn="ctr">
                <a:solidFill>
                  <a:srgbClr val="9D9FA1"/>
                </a:solidFill>
                <a:prstDash val="solid"/>
              </a:ln>
              <a:effectLst/>
            </p:spPr>
          </p:cxnSp>
          <p:sp>
            <p:nvSpPr>
              <p:cNvPr id="52" name="Rechthoek 51">
                <a:extLst>
                  <a:ext uri="{FF2B5EF4-FFF2-40B4-BE49-F238E27FC236}">
                    <a16:creationId xmlns:a16="http://schemas.microsoft.com/office/drawing/2014/main" id="{62E25B11-904F-AFA3-0926-E0E18E94DC9E}"/>
                  </a:ext>
                </a:extLst>
              </p:cNvPr>
              <p:cNvSpPr>
                <a:spLocks noGrp="1" noRot="1" noMove="1" noResize="1" noEditPoints="1" noAdjustHandles="1" noChangeArrowheads="1" noChangeShapeType="1"/>
              </p:cNvSpPr>
              <p:nvPr userDrawn="1"/>
            </p:nvSpPr>
            <p:spPr>
              <a:xfrm>
                <a:off x="7020991" y="1230251"/>
                <a:ext cx="570656" cy="159490"/>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36000" tIns="36000" rIns="36000" bIns="36000" numCol="1" spcCol="0" rtlCol="0" fromWordArt="0" anchor="ctr" anchorCtr="0" forceAA="0" compatLnSpc="1">
                <a:prstTxWarp prst="textNoShape">
                  <a:avLst/>
                </a:prstTxWarp>
                <a:noAutofit/>
              </a:bodyPr>
              <a:lstStyle/>
              <a:p>
                <a:pPr lvl="0" algn="l">
                  <a:lnSpc>
                    <a:spcPct val="100000"/>
                  </a:lnSpc>
                  <a:spcBef>
                    <a:spcPts val="600"/>
                  </a:spcBef>
                  <a:spcAft>
                    <a:spcPts val="600"/>
                  </a:spcAft>
                </a:pPr>
                <a:r>
                  <a:rPr lang="en-GB" sz="900" b="0" noProof="0" dirty="0">
                    <a:solidFill>
                      <a:srgbClr val="211F26"/>
                    </a:solidFill>
                    <a:latin typeface="Calibri" panose="020F0502020204030204" pitchFamily="34" charset="0"/>
                    <a:cs typeface="Calibri" panose="020F0502020204030204" pitchFamily="34" charset="0"/>
                  </a:rPr>
                  <a:t>100%</a:t>
                </a:r>
              </a:p>
            </p:txBody>
          </p:sp>
          <p:sp>
            <p:nvSpPr>
              <p:cNvPr id="53" name="Gelijkbenige driehoek 52">
                <a:extLst>
                  <a:ext uri="{FF2B5EF4-FFF2-40B4-BE49-F238E27FC236}">
                    <a16:creationId xmlns:a16="http://schemas.microsoft.com/office/drawing/2014/main" id="{853F1B6C-EA29-27A2-ABF6-A3C7F399F358}"/>
                  </a:ext>
                </a:extLst>
              </p:cNvPr>
              <p:cNvSpPr>
                <a:spLocks noGrp="1" noRot="1" noMove="1" noResize="1" noEditPoints="1" noAdjustHandles="1" noChangeArrowheads="1" noChangeShapeType="1"/>
              </p:cNvSpPr>
              <p:nvPr userDrawn="1"/>
            </p:nvSpPr>
            <p:spPr>
              <a:xfrm>
                <a:off x="7508703" y="1255045"/>
                <a:ext cx="44712" cy="31855"/>
              </a:xfrm>
              <a:prstGeom prst="triangle">
                <a:avLst/>
              </a:prstGeom>
              <a:solidFill>
                <a:srgbClr val="69696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54" name="Gelijkbenige driehoek 53">
                <a:extLst>
                  <a:ext uri="{FF2B5EF4-FFF2-40B4-BE49-F238E27FC236}">
                    <a16:creationId xmlns:a16="http://schemas.microsoft.com/office/drawing/2014/main" id="{35C09C94-75E6-1E20-8A00-01AE2BF86EC1}"/>
                  </a:ext>
                </a:extLst>
              </p:cNvPr>
              <p:cNvSpPr>
                <a:spLocks noGrp="1" noRot="1" noMove="1" noResize="1" noEditPoints="1" noAdjustHandles="1" noChangeArrowheads="1" noChangeShapeType="1"/>
              </p:cNvSpPr>
              <p:nvPr userDrawn="1"/>
            </p:nvSpPr>
            <p:spPr>
              <a:xfrm flipV="1">
                <a:off x="7508703" y="1332327"/>
                <a:ext cx="44712" cy="31855"/>
              </a:xfrm>
              <a:prstGeom prst="triangle">
                <a:avLst/>
              </a:prstGeom>
              <a:solidFill>
                <a:srgbClr val="69696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sp>
            <p:nvSpPr>
              <p:cNvPr id="55" name="Rechthoek 54">
                <a:extLst>
                  <a:ext uri="{FF2B5EF4-FFF2-40B4-BE49-F238E27FC236}">
                    <a16:creationId xmlns:a16="http://schemas.microsoft.com/office/drawing/2014/main" id="{091428D3-AF6A-8B81-9689-4EB5B586D60A}"/>
                  </a:ext>
                </a:extLst>
              </p:cNvPr>
              <p:cNvSpPr>
                <a:spLocks noGrp="1" noRot="1" noMove="1" noResize="1" noEditPoints="1" noAdjustHandles="1" noChangeArrowheads="1" noChangeShapeType="1"/>
              </p:cNvSpPr>
              <p:nvPr userDrawn="1"/>
            </p:nvSpPr>
            <p:spPr>
              <a:xfrm>
                <a:off x="6907553" y="1274066"/>
                <a:ext cx="28792" cy="87795"/>
              </a:xfrm>
              <a:prstGeom prst="rect">
                <a:avLst/>
              </a:prstGeom>
              <a:solidFill>
                <a:srgbClr val="CC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dirty="0">
                  <a:solidFill>
                    <a:srgbClr val="211F26"/>
                  </a:solidFill>
                  <a:latin typeface="Calibri" panose="020F0502020204030204" pitchFamily="34" charset="0"/>
                  <a:cs typeface="Calibri" panose="020F0502020204030204" pitchFamily="34" charset="0"/>
                </a:endParaRPr>
              </a:p>
            </p:txBody>
          </p:sp>
        </p:grpSp>
        <p:sp>
          <p:nvSpPr>
            <p:cNvPr id="15" name="Ovaal 14">
              <a:extLst>
                <a:ext uri="{FF2B5EF4-FFF2-40B4-BE49-F238E27FC236}">
                  <a16:creationId xmlns:a16="http://schemas.microsoft.com/office/drawing/2014/main" id="{378CAA15-261D-24B1-9D7B-AEE80DF08888}"/>
                </a:ext>
              </a:extLst>
            </p:cNvPr>
            <p:cNvSpPr>
              <a:spLocks noGrp="1" noRot="1" noMove="1" noResize="1" noEditPoints="1" noAdjustHandles="1" noChangeArrowheads="1" noChangeShapeType="1"/>
            </p:cNvSpPr>
            <p:nvPr userDrawn="1"/>
          </p:nvSpPr>
          <p:spPr>
            <a:xfrm>
              <a:off x="-3603859" y="4266028"/>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4</a:t>
              </a:r>
            </a:p>
          </p:txBody>
        </p:sp>
        <p:sp>
          <p:nvSpPr>
            <p:cNvPr id="19" name="Rechthoek 18">
              <a:extLst>
                <a:ext uri="{FF2B5EF4-FFF2-40B4-BE49-F238E27FC236}">
                  <a16:creationId xmlns:a16="http://schemas.microsoft.com/office/drawing/2014/main" id="{A99DDD90-7E82-DFCC-F21C-6C4E08E89CA5}"/>
                </a:ext>
              </a:extLst>
            </p:cNvPr>
            <p:cNvSpPr>
              <a:spLocks noGrp="1" noRot="1" noMove="1" noResize="1" noEditPoints="1" noAdjustHandles="1" noChangeArrowheads="1" noChangeShapeType="1"/>
            </p:cNvSpPr>
            <p:nvPr userDrawn="1"/>
          </p:nvSpPr>
          <p:spPr>
            <a:xfrm>
              <a:off x="-3319687" y="4266029"/>
              <a:ext cx="2944682" cy="794492"/>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Click on the transparent shape and use the shortcut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Ctrl + K</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to add a hyperlink. At the left side of the window, click 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‘Place in this document’</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and select the preferred slide</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in the list. Then click on </a:t>
              </a: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‘OK’</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br>
                <a:rPr kumimoji="0" lang="en-GB" sz="6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endPar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21" name="Ovaal 20">
              <a:extLst>
                <a:ext uri="{FF2B5EF4-FFF2-40B4-BE49-F238E27FC236}">
                  <a16:creationId xmlns:a16="http://schemas.microsoft.com/office/drawing/2014/main" id="{63C14303-A7C4-576B-E496-E5B236133B68}"/>
                </a:ext>
              </a:extLst>
            </p:cNvPr>
            <p:cNvSpPr>
              <a:spLocks noGrp="1" noRot="1" noMove="1" noResize="1" noEditPoints="1" noAdjustHandles="1" noChangeArrowheads="1" noChangeShapeType="1"/>
            </p:cNvSpPr>
            <p:nvPr userDrawn="1"/>
          </p:nvSpPr>
          <p:spPr>
            <a:xfrm>
              <a:off x="-3603859" y="5245985"/>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5</a:t>
              </a:r>
            </a:p>
          </p:txBody>
        </p:sp>
        <p:sp>
          <p:nvSpPr>
            <p:cNvPr id="22" name="Rechthoek 21">
              <a:extLst>
                <a:ext uri="{FF2B5EF4-FFF2-40B4-BE49-F238E27FC236}">
                  <a16:creationId xmlns:a16="http://schemas.microsoft.com/office/drawing/2014/main" id="{44948BB9-1F59-B75F-473F-4EB2D9431755}"/>
                </a:ext>
              </a:extLst>
            </p:cNvPr>
            <p:cNvSpPr>
              <a:spLocks noGrp="1" noRot="1" noMove="1" noResize="1" noEditPoints="1" noAdjustHandles="1" noChangeArrowheads="1" noChangeShapeType="1"/>
            </p:cNvSpPr>
            <p:nvPr userDrawn="1"/>
          </p:nvSpPr>
          <p:spPr>
            <a:xfrm>
              <a:off x="-3319687" y="5245987"/>
              <a:ext cx="2944682" cy="30721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Copy the transparent shape and repeat</a:t>
              </a:r>
              <a:b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br>
              <a:r>
                <a:rPr kumimoji="0" lang="en-GB" sz="12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step 4</a:t>
              </a:r>
              <a:r>
                <a:rPr kumimoji="0" lang="en-GB"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 Do this for all menu buttons.</a:t>
              </a:r>
            </a:p>
          </p:txBody>
        </p:sp>
        <p:sp>
          <p:nvSpPr>
            <p:cNvPr id="23" name="Rechthoek 22">
              <a:extLst>
                <a:ext uri="{FF2B5EF4-FFF2-40B4-BE49-F238E27FC236}">
                  <a16:creationId xmlns:a16="http://schemas.microsoft.com/office/drawing/2014/main" id="{37C121DE-A66E-EB19-E2B8-DCDBDC099324}"/>
                </a:ext>
              </a:extLst>
            </p:cNvPr>
            <p:cNvSpPr>
              <a:spLocks noGrp="1" noRot="1" noMove="1" noResize="1" noEditPoints="1" noAdjustHandles="1" noChangeArrowheads="1" noChangeShapeType="1"/>
            </p:cNvSpPr>
            <p:nvPr userDrawn="1"/>
          </p:nvSpPr>
          <p:spPr>
            <a:xfrm>
              <a:off x="-3786164" y="5740295"/>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dirty="0">
                  <a:solidFill>
                    <a:srgbClr val="211F26"/>
                  </a:solidFill>
                  <a:latin typeface="Calibri" panose="020F0502020204030204" pitchFamily="34" charset="0"/>
                  <a:cs typeface="Calibri" panose="020F0502020204030204" pitchFamily="34" charset="0"/>
                </a:rPr>
                <a:t>Want to know more?</a:t>
              </a:r>
              <a:br>
                <a:rPr lang="en-GB" sz="1200" b="1" cap="all" baseline="0" noProof="0" dirty="0">
                  <a:solidFill>
                    <a:srgbClr val="211F26"/>
                  </a:solidFill>
                  <a:latin typeface="Calibri" panose="020F0502020204030204" pitchFamily="34" charset="0"/>
                  <a:cs typeface="Calibri" panose="020F0502020204030204" pitchFamily="34" charset="0"/>
                </a:rPr>
              </a:br>
              <a:r>
                <a:rPr lang="en-GB" sz="1200" cap="none" baseline="0" noProof="0" dirty="0">
                  <a:solidFill>
                    <a:srgbClr val="211F26"/>
                  </a:solidFill>
                  <a:latin typeface="Calibri" panose="020F0502020204030204" pitchFamily="34" charset="0"/>
                  <a:cs typeface="Calibri" panose="020F0502020204030204" pitchFamily="34" charset="0"/>
                </a:rPr>
                <a:t>Go to the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tab</a:t>
              </a:r>
              <a:r>
                <a:rPr lang="en-GB" sz="1200" b="1" cap="all" baseline="0" noProof="0" dirty="0">
                  <a:solidFill>
                    <a:srgbClr val="211F26"/>
                  </a:solidFill>
                  <a:latin typeface="Calibri" panose="020F0502020204030204" pitchFamily="34" charset="0"/>
                  <a:cs typeface="Calibri" panose="020F0502020204030204" pitchFamily="34" charset="0"/>
                </a:rPr>
                <a:t> 'SLIDEBUILDER’ </a:t>
              </a:r>
              <a:r>
                <a:rPr lang="en-GB" sz="1200" kern="1200" cap="none" baseline="0" noProof="0" dirty="0">
                  <a:solidFill>
                    <a:srgbClr val="211F26"/>
                  </a:solidFill>
                  <a:latin typeface="Calibri" panose="020F0502020204030204" pitchFamily="34" charset="0"/>
                  <a:ea typeface="+mn-ea"/>
                  <a:cs typeface="Calibri" panose="020F0502020204030204" pitchFamily="34" charset="0"/>
                </a:rPr>
                <a:t>and click</a:t>
              </a:r>
              <a:br>
                <a:rPr lang="en-GB" sz="1200" kern="1200" cap="none" baseline="0" noProof="0" dirty="0">
                  <a:solidFill>
                    <a:srgbClr val="211F26"/>
                  </a:solidFill>
                  <a:latin typeface="Calibri" panose="020F0502020204030204" pitchFamily="34" charset="0"/>
                  <a:ea typeface="+mn-ea"/>
                  <a:cs typeface="Calibri" panose="020F0502020204030204" pitchFamily="34" charset="0"/>
                </a:rPr>
              </a:br>
              <a:r>
                <a:rPr lang="en-GB" sz="1200" kern="1200" cap="none" baseline="0" noProof="0" dirty="0">
                  <a:solidFill>
                    <a:srgbClr val="211F26"/>
                  </a:solidFill>
                  <a:latin typeface="Calibri" panose="020F0502020204030204" pitchFamily="34" charset="0"/>
                  <a:ea typeface="+mn-ea"/>
                  <a:cs typeface="Calibri" panose="020F0502020204030204" pitchFamily="34" charset="0"/>
                </a:rPr>
                <a:t>on the button </a:t>
              </a:r>
              <a:r>
                <a:rPr lang="en-GB" sz="1200" b="1" cap="all" baseline="0" noProof="0" dirty="0">
                  <a:solidFill>
                    <a:srgbClr val="211F26"/>
                  </a:solidFill>
                  <a:latin typeface="Calibri" panose="020F0502020204030204" pitchFamily="34" charset="0"/>
                  <a:cs typeface="Calibri" panose="020F0502020204030204" pitchFamily="34" charset="0"/>
                </a:rPr>
                <a:t>‘Inspiration'</a:t>
              </a:r>
            </a:p>
          </p:txBody>
        </p:sp>
        <p:grpSp>
          <p:nvGrpSpPr>
            <p:cNvPr id="24" name="ICOON_info">
              <a:extLst>
                <a:ext uri="{FF2B5EF4-FFF2-40B4-BE49-F238E27FC236}">
                  <a16:creationId xmlns:a16="http://schemas.microsoft.com/office/drawing/2014/main" id="{452B83F7-AB46-963B-D270-3E5515CEA644}"/>
                </a:ext>
              </a:extLst>
            </p:cNvPr>
            <p:cNvGrpSpPr>
              <a:grpSpLocks noGrp="1" noUngrp="1" noRot="1" noMove="1" noResize="1"/>
            </p:cNvGrpSpPr>
            <p:nvPr userDrawn="1"/>
          </p:nvGrpSpPr>
          <p:grpSpPr>
            <a:xfrm>
              <a:off x="-376736" y="5569246"/>
              <a:ext cx="283685" cy="283685"/>
              <a:chOff x="-510741" y="5913713"/>
              <a:chExt cx="267555" cy="267555"/>
            </a:xfrm>
          </p:grpSpPr>
          <p:sp>
            <p:nvSpPr>
              <p:cNvPr id="47" name="Ovaal 46">
                <a:extLst>
                  <a:ext uri="{FF2B5EF4-FFF2-40B4-BE49-F238E27FC236}">
                    <a16:creationId xmlns:a16="http://schemas.microsoft.com/office/drawing/2014/main" id="{DA9835B9-C7C6-02A9-82F1-FADDEC3143CE}"/>
                  </a:ext>
                </a:extLst>
              </p:cNvPr>
              <p:cNvSpPr>
                <a:spLocks noGrp="1" noRot="1" noMove="1" noResize="1" noEditPoints="1" noAdjustHandles="1" noChangeArrowheads="1" noChangeShapeType="1"/>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dirty="0">
                  <a:latin typeface="Calibri" panose="020F0502020204030204" pitchFamily="34" charset="0"/>
                  <a:cs typeface="Calibri" panose="020F0502020204030204" pitchFamily="34" charset="0"/>
                </a:endParaRPr>
              </a:p>
            </p:txBody>
          </p:sp>
          <p:sp>
            <p:nvSpPr>
              <p:cNvPr id="48" name="Graphic 163" descr="Informatie">
                <a:extLst>
                  <a:ext uri="{FF2B5EF4-FFF2-40B4-BE49-F238E27FC236}">
                    <a16:creationId xmlns:a16="http://schemas.microsoft.com/office/drawing/2014/main" id="{2E0C297F-87B3-2913-09D0-687E936A43E7}"/>
                  </a:ext>
                </a:extLst>
              </p:cNvPr>
              <p:cNvSpPr>
                <a:spLocks noGrp="1" noRot="1" noMove="1" noResize="1" noEditPoints="1" noAdjustHandles="1" noChangeArrowheads="1" noChangeShapeType="1"/>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en-GB" sz="2000" noProof="0" dirty="0">
                  <a:solidFill>
                    <a:srgbClr val="211F26"/>
                  </a:solidFill>
                  <a:latin typeface="Calibri" panose="020F0502020204030204" pitchFamily="34" charset="0"/>
                  <a:cs typeface="Calibri" panose="020F0502020204030204" pitchFamily="34" charset="0"/>
                </a:endParaRPr>
              </a:p>
            </p:txBody>
          </p:sp>
        </p:grpSp>
        <p:grpSp>
          <p:nvGrpSpPr>
            <p:cNvPr id="29" name="Groep 28">
              <a:extLst>
                <a:ext uri="{FF2B5EF4-FFF2-40B4-BE49-F238E27FC236}">
                  <a16:creationId xmlns:a16="http://schemas.microsoft.com/office/drawing/2014/main" id="{5D61042B-E99A-BE00-11E6-10E69131B8A4}"/>
                </a:ext>
              </a:extLst>
            </p:cNvPr>
            <p:cNvGrpSpPr>
              <a:grpSpLocks noGrp="1" noUngrp="1" noRot="1" noMove="1" noResize="1"/>
            </p:cNvGrpSpPr>
            <p:nvPr userDrawn="1"/>
          </p:nvGrpSpPr>
          <p:grpSpPr>
            <a:xfrm>
              <a:off x="-938434" y="5877672"/>
              <a:ext cx="627798" cy="576693"/>
              <a:chOff x="-938434" y="4570310"/>
              <a:chExt cx="627798" cy="576693"/>
            </a:xfrm>
          </p:grpSpPr>
          <p:grpSp>
            <p:nvGrpSpPr>
              <p:cNvPr id="34" name="Inspireren">
                <a:extLst>
                  <a:ext uri="{FF2B5EF4-FFF2-40B4-BE49-F238E27FC236}">
                    <a16:creationId xmlns:a16="http://schemas.microsoft.com/office/drawing/2014/main" id="{EC574CDD-75E9-74C7-A608-98003A932C89}"/>
                  </a:ext>
                </a:extLst>
              </p:cNvPr>
              <p:cNvGrpSpPr>
                <a:grpSpLocks noGrp="1" noUngrp="1" noRot="1" noChangeAspect="1" noMove="1" noResize="1"/>
              </p:cNvGrpSpPr>
              <p:nvPr userDrawn="1"/>
            </p:nvGrpSpPr>
            <p:grpSpPr bwMode="auto">
              <a:xfrm>
                <a:off x="-716116" y="4570310"/>
                <a:ext cx="169778" cy="242385"/>
                <a:chOff x="4768" y="2783"/>
                <a:chExt cx="788" cy="1125"/>
              </a:xfrm>
              <a:gradFill>
                <a:gsLst>
                  <a:gs pos="0">
                    <a:srgbClr val="9D9FA1"/>
                  </a:gs>
                  <a:gs pos="70000">
                    <a:srgbClr val="211F26"/>
                  </a:gs>
                </a:gsLst>
                <a:lin ang="2700000" scaled="0"/>
              </a:gradFill>
            </p:grpSpPr>
            <p:sp>
              <p:nvSpPr>
                <p:cNvPr id="44" name="Freeform 12">
                  <a:extLst>
                    <a:ext uri="{FF2B5EF4-FFF2-40B4-BE49-F238E27FC236}">
                      <a16:creationId xmlns:a16="http://schemas.microsoft.com/office/drawing/2014/main" id="{1112DBD4-A138-3BD7-D6A2-14AA67ED20CE}"/>
                    </a:ext>
                  </a:extLst>
                </p:cNvPr>
                <p:cNvSpPr>
                  <a:spLocks noGrp="1" noRot="1" noMove="1" noResize="1" noEditPoints="1" noAdjustHandles="1" noChangeArrowheads="1" noChangeShapeType="1"/>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a:moveTo>
                        <a:pt x="220" y="288"/>
                      </a:moveTo>
                      <a:lnTo>
                        <a:pt x="107" y="288"/>
                      </a:lnTo>
                      <a:lnTo>
                        <a:pt x="0" y="0"/>
                      </a:lnTo>
                      <a:lnTo>
                        <a:pt x="319" y="0"/>
                      </a:lnTo>
                      <a:lnTo>
                        <a:pt x="220" y="288"/>
                      </a:lnTo>
                      <a:close/>
                    </a:path>
                  </a:pathLst>
                </a:custGeom>
                <a:solidFill>
                  <a:srgbClr val="1FF5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45" name="Freeform 13">
                  <a:extLst>
                    <a:ext uri="{FF2B5EF4-FFF2-40B4-BE49-F238E27FC236}">
                      <a16:creationId xmlns:a16="http://schemas.microsoft.com/office/drawing/2014/main" id="{15A37159-376D-BCEE-ECFB-AE9655423724}"/>
                    </a:ext>
                  </a:extLst>
                </p:cNvPr>
                <p:cNvSpPr>
                  <a:spLocks noGrp="1" noRot="1" noMove="1" noResize="1" noEditPoints="1" noAdjustHandles="1" noChangeArrowheads="1" noChangeShapeType="1"/>
                </p:cNvSpPr>
                <p:nvPr/>
              </p:nvSpPr>
              <p:spPr bwMode="auto">
                <a:xfrm>
                  <a:off x="5022" y="3796"/>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sp>
              <p:nvSpPr>
                <p:cNvPr id="46" name="Freeform 14">
                  <a:extLst>
                    <a:ext uri="{FF2B5EF4-FFF2-40B4-BE49-F238E27FC236}">
                      <a16:creationId xmlns:a16="http://schemas.microsoft.com/office/drawing/2014/main" id="{61F2693F-87A8-9848-2C1A-63AD13FDF40E}"/>
                    </a:ext>
                  </a:extLst>
                </p:cNvPr>
                <p:cNvSpPr>
                  <a:spLocks noGrp="1" noRot="1" noMove="1" noResize="1" noEditPoints="1" noAdjustHandles="1" noChangeArrowheads="1" noChangeShapeType="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95469" eaLnBrk="1" fontAlgn="auto" latinLnBrk="0" hangingPunct="1">
                    <a:lnSpc>
                      <a:spcPct val="100000"/>
                    </a:lnSpc>
                    <a:spcBef>
                      <a:spcPts val="0"/>
                    </a:spcBef>
                    <a:spcAft>
                      <a:spcPts val="0"/>
                    </a:spcAft>
                    <a:buClrTx/>
                    <a:buSzTx/>
                    <a:buFontTx/>
                    <a:buNone/>
                    <a:tabLst/>
                    <a:defRPr/>
                  </a:pPr>
                  <a:endParaRPr kumimoji="0" lang="en-GB" sz="300" b="0" i="0" u="none" strike="noStrike" kern="0" cap="none" spc="0" normalizeH="0" baseline="0" noProof="0" dirty="0">
                    <a:ln>
                      <a:noFill/>
                    </a:ln>
                    <a:solidFill>
                      <a:srgbClr val="211F26"/>
                    </a:solidFill>
                    <a:effectLst/>
                    <a:uLnTx/>
                    <a:uFillTx/>
                    <a:latin typeface="+mn-lt"/>
                  </a:endParaRPr>
                </a:p>
              </p:txBody>
            </p:sp>
          </p:grpSp>
          <p:sp>
            <p:nvSpPr>
              <p:cNvPr id="39" name="Tekstvak 38">
                <a:extLst>
                  <a:ext uri="{FF2B5EF4-FFF2-40B4-BE49-F238E27FC236}">
                    <a16:creationId xmlns:a16="http://schemas.microsoft.com/office/drawing/2014/main" id="{C9D33603-F909-F5BB-9674-844515620059}"/>
                  </a:ext>
                </a:extLst>
              </p:cNvPr>
              <p:cNvSpPr txBox="1">
                <a:spLocks noGrp="1" noRot="1" noMove="1" noResize="1" noEditPoints="1" noAdjustHandles="1" noChangeArrowheads="1" noChangeShapeType="1"/>
              </p:cNvSpPr>
              <p:nvPr userDrawn="1"/>
            </p:nvSpPr>
            <p:spPr>
              <a:xfrm>
                <a:off x="-938434" y="4824764"/>
                <a:ext cx="627798" cy="322239"/>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90000"/>
                  </a:lnSpc>
                  <a:spcBef>
                    <a:spcPts val="600"/>
                  </a:spcBef>
                  <a:spcAft>
                    <a:spcPts val="600"/>
                  </a:spcAft>
                  <a:buClrTx/>
                  <a:buSzTx/>
                  <a:buFontTx/>
                  <a:buNone/>
                  <a:tabLst/>
                  <a:defRPr/>
                </a:pPr>
                <a:r>
                  <a:rPr kumimoji="0" lang="en-GB" sz="10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Inspiration</a:t>
                </a:r>
              </a:p>
            </p:txBody>
          </p:sp>
        </p:grpSp>
      </p:grpSp>
      <p:sp>
        <p:nvSpPr>
          <p:cNvPr id="81" name="Rectangle 80">
            <a:extLst>
              <a:ext uri="{FF2B5EF4-FFF2-40B4-BE49-F238E27FC236}">
                <a16:creationId xmlns:a16="http://schemas.microsoft.com/office/drawing/2014/main" id="{C8D0A856-026F-964F-E43C-C7094EEF7EA2}"/>
              </a:ext>
            </a:extLst>
          </p:cNvPr>
          <p:cNvSpPr/>
          <p:nvPr/>
        </p:nvSpPr>
        <p:spPr>
          <a:xfrm>
            <a:off x="663873" y="0"/>
            <a:ext cx="10922618" cy="4050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LID4096" sz="1600" dirty="0" err="1"/>
          </a:p>
        </p:txBody>
      </p:sp>
    </p:spTree>
    <p:extLst>
      <p:ext uri="{BB962C8B-B14F-4D97-AF65-F5344CB8AC3E}">
        <p14:creationId xmlns:p14="http://schemas.microsoft.com/office/powerpoint/2010/main" val="31401711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CABCDA32-BC14-A5D4-05B8-0BCC781377BC}"/>
              </a:ext>
            </a:extLst>
          </p:cNvPr>
          <p:cNvSpPr>
            <a:spLocks noGrp="1"/>
          </p:cNvSpPr>
          <p:nvPr>
            <p:ph type="title"/>
          </p:nvPr>
        </p:nvSpPr>
        <p:spPr/>
        <p:txBody>
          <a:bodyPr/>
          <a:lstStyle/>
          <a:p>
            <a:r>
              <a:rPr lang="en-GB" dirty="0"/>
              <a:t>Chapter | dark mode</a:t>
            </a:r>
          </a:p>
        </p:txBody>
      </p:sp>
      <p:sp>
        <p:nvSpPr>
          <p:cNvPr id="5" name="Tijdelijke aanduiding voor datum 4">
            <a:extLst>
              <a:ext uri="{FF2B5EF4-FFF2-40B4-BE49-F238E27FC236}">
                <a16:creationId xmlns:a16="http://schemas.microsoft.com/office/drawing/2014/main" id="{D67A1CDF-CE7A-2845-FCD6-C8689DAE85AF}"/>
              </a:ext>
            </a:extLst>
          </p:cNvPr>
          <p:cNvSpPr>
            <a:spLocks noGrp="1"/>
          </p:cNvSpPr>
          <p:nvPr>
            <p:ph type="dt" sz="half" idx="10"/>
          </p:nvPr>
        </p:nvSpPr>
        <p:spPr/>
        <p:txBody>
          <a:bodyPr/>
          <a:lstStyle/>
          <a:p>
            <a:r>
              <a:rPr lang="LID4096"/>
              <a:t>08/30/2024</a:t>
            </a:r>
            <a:endParaRPr lang="en-GB" dirty="0"/>
          </a:p>
        </p:txBody>
      </p:sp>
      <p:sp>
        <p:nvSpPr>
          <p:cNvPr id="11" name="Tijdelijke aanduiding voor dianummer 10">
            <a:extLst>
              <a:ext uri="{FF2B5EF4-FFF2-40B4-BE49-F238E27FC236}">
                <a16:creationId xmlns:a16="http://schemas.microsoft.com/office/drawing/2014/main" id="{3C89D748-71DD-4DAC-8848-8CDE7F6AAE87}"/>
              </a:ext>
            </a:extLst>
          </p:cNvPr>
          <p:cNvSpPr>
            <a:spLocks noGrp="1"/>
          </p:cNvSpPr>
          <p:nvPr>
            <p:ph type="sldNum" sz="quarter" idx="12"/>
          </p:nvPr>
        </p:nvSpPr>
        <p:spPr/>
        <p:txBody>
          <a:bodyPr/>
          <a:lstStyle/>
          <a:p>
            <a:fld id="{9E843DB9-9987-4157-AB9C-CEA8D7D910BB}" type="slidenum">
              <a:rPr lang="en-GB" smtClean="0"/>
              <a:pPr/>
              <a:t>4</a:t>
            </a:fld>
            <a:endParaRPr lang="en-GB" dirty="0"/>
          </a:p>
        </p:txBody>
      </p:sp>
      <p:sp>
        <p:nvSpPr>
          <p:cNvPr id="2" name="Rechthoek 1">
            <a:extLst>
              <a:ext uri="{FF2B5EF4-FFF2-40B4-BE49-F238E27FC236}">
                <a16:creationId xmlns:a16="http://schemas.microsoft.com/office/drawing/2014/main" id="{36102112-C438-D13C-6335-326E6F2420A1}"/>
              </a:ext>
            </a:extLst>
          </p:cNvPr>
          <p:cNvSpPr>
            <a:spLocks noGrp="1" noRot="1" noMove="1" noResize="1" noEditPoints="1" noAdjustHandles="1" noChangeArrowheads="1" noChangeShapeType="1"/>
          </p:cNvSpPr>
          <p:nvPr/>
        </p:nvSpPr>
        <p:spPr>
          <a:xfrm>
            <a:off x="3818238" y="719138"/>
            <a:ext cx="7651524" cy="52816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grpSp>
        <p:nvGrpSpPr>
          <p:cNvPr id="3" name="Groep 2">
            <a:extLst>
              <a:ext uri="{FF2B5EF4-FFF2-40B4-BE49-F238E27FC236}">
                <a16:creationId xmlns:a16="http://schemas.microsoft.com/office/drawing/2014/main" id="{3E21F999-9BE4-73A4-CEC3-8DB27FA1FE2D}"/>
              </a:ext>
            </a:extLst>
          </p:cNvPr>
          <p:cNvGrpSpPr>
            <a:grpSpLocks noGrp="1" noUngrp="1" noRot="1" noMove="1" noResize="1"/>
          </p:cNvGrpSpPr>
          <p:nvPr/>
        </p:nvGrpSpPr>
        <p:grpSpPr>
          <a:xfrm>
            <a:off x="719138" y="1565275"/>
            <a:ext cx="4005803" cy="2251756"/>
            <a:chOff x="719138" y="1565275"/>
            <a:chExt cx="5348870" cy="3006725"/>
          </a:xfrm>
        </p:grpSpPr>
        <p:sp>
          <p:nvSpPr>
            <p:cNvPr id="4" name="Rechthoek 3">
              <a:extLst>
                <a:ext uri="{FF2B5EF4-FFF2-40B4-BE49-F238E27FC236}">
                  <a16:creationId xmlns:a16="http://schemas.microsoft.com/office/drawing/2014/main" id="{686B24DA-A24B-B5D4-D76A-70FD016CDC67}"/>
                </a:ext>
              </a:extLst>
            </p:cNvPr>
            <p:cNvSpPr>
              <a:spLocks noGrp="1" noRot="1" noMove="1" noResize="1" noEditPoints="1" noAdjustHandles="1" noChangeArrowheads="1" noChangeShapeType="1"/>
            </p:cNvSpPr>
            <p:nvPr userDrawn="1"/>
          </p:nvSpPr>
          <p:spPr>
            <a:xfrm>
              <a:off x="719138" y="1565275"/>
              <a:ext cx="5348870" cy="30067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sp>
          <p:nvSpPr>
            <p:cNvPr id="6" name="Vrije vorm: vorm 5">
              <a:extLst>
                <a:ext uri="{FF2B5EF4-FFF2-40B4-BE49-F238E27FC236}">
                  <a16:creationId xmlns:a16="http://schemas.microsoft.com/office/drawing/2014/main" id="{02A74C40-C846-C559-1C08-87DDD3CDA6A7}"/>
                </a:ext>
              </a:extLst>
            </p:cNvPr>
            <p:cNvSpPr>
              <a:spLocks noGrp="1" noRot="1" noMove="1" noResize="1" noEditPoints="1" noAdjustHandles="1" noChangeArrowheads="1" noChangeShapeType="1"/>
            </p:cNvSpPr>
            <p:nvPr userDrawn="1"/>
          </p:nvSpPr>
          <p:spPr>
            <a:xfrm>
              <a:off x="719138" y="1565275"/>
              <a:ext cx="5348870" cy="3006089"/>
            </a:xfrm>
            <a:custGeom>
              <a:avLst/>
              <a:gdLst>
                <a:gd name="connsiteX0" fmla="*/ 9196825 w 12202751"/>
                <a:gd name="connsiteY0" fmla="*/ 6253791 h 6858000"/>
                <a:gd name="connsiteX1" fmla="*/ 9228283 w 12202751"/>
                <a:gd name="connsiteY1" fmla="*/ 6260764 h 6858000"/>
                <a:gd name="connsiteX2" fmla="*/ 9319129 w 12202751"/>
                <a:gd name="connsiteY2" fmla="*/ 6797771 h 6858000"/>
                <a:gd name="connsiteX3" fmla="*/ 9315062 w 12202751"/>
                <a:gd name="connsiteY3" fmla="*/ 6858000 h 6858000"/>
                <a:gd name="connsiteX4" fmla="*/ 8712780 w 12202751"/>
                <a:gd name="connsiteY4" fmla="*/ 6858000 h 6858000"/>
                <a:gd name="connsiteX5" fmla="*/ 8752852 w 12202751"/>
                <a:gd name="connsiteY5" fmla="*/ 6786092 h 6858000"/>
                <a:gd name="connsiteX6" fmla="*/ 9165949 w 12202751"/>
                <a:gd name="connsiteY6" fmla="*/ 6254507 h 6858000"/>
                <a:gd name="connsiteX7" fmla="*/ 9196825 w 12202751"/>
                <a:gd name="connsiteY7" fmla="*/ 6253791 h 6858000"/>
                <a:gd name="connsiteX8" fmla="*/ 6322661 w 12202751"/>
                <a:gd name="connsiteY8" fmla="*/ 860036 h 6858000"/>
                <a:gd name="connsiteX9" fmla="*/ 6406295 w 12202751"/>
                <a:gd name="connsiteY9" fmla="*/ 923793 h 6858000"/>
                <a:gd name="connsiteX10" fmla="*/ 6343263 w 12202751"/>
                <a:gd name="connsiteY10" fmla="*/ 1578190 h 6858000"/>
                <a:gd name="connsiteX11" fmla="*/ 3612233 w 12202751"/>
                <a:gd name="connsiteY11" fmla="*/ 6735009 h 6858000"/>
                <a:gd name="connsiteX12" fmla="*/ 3592717 w 12202751"/>
                <a:gd name="connsiteY12" fmla="*/ 6858000 h 6858000"/>
                <a:gd name="connsiteX13" fmla="*/ 0 w 12202751"/>
                <a:gd name="connsiteY13" fmla="*/ 6858000 h 6858000"/>
                <a:gd name="connsiteX14" fmla="*/ 0 w 12202751"/>
                <a:gd name="connsiteY14" fmla="*/ 6632489 h 6858000"/>
                <a:gd name="connsiteX15" fmla="*/ 339610 w 12202751"/>
                <a:gd name="connsiteY15" fmla="*/ 6322172 h 6858000"/>
                <a:gd name="connsiteX16" fmla="*/ 5674132 w 12202751"/>
                <a:gd name="connsiteY16" fmla="*/ 1607274 h 6858000"/>
                <a:gd name="connsiteX17" fmla="*/ 6322661 w 12202751"/>
                <a:gd name="connsiteY17" fmla="*/ 860036 h 6858000"/>
                <a:gd name="connsiteX18" fmla="*/ 11650950 w 12202751"/>
                <a:gd name="connsiteY18" fmla="*/ 0 h 6858000"/>
                <a:gd name="connsiteX19" fmla="*/ 12202751 w 12202751"/>
                <a:gd name="connsiteY19" fmla="*/ 0 h 6858000"/>
                <a:gd name="connsiteX20" fmla="*/ 12202751 w 12202751"/>
                <a:gd name="connsiteY20" fmla="*/ 4442690 h 6858000"/>
                <a:gd name="connsiteX21" fmla="*/ 12090669 w 12202751"/>
                <a:gd name="connsiteY21" fmla="*/ 4422014 h 6858000"/>
                <a:gd name="connsiteX22" fmla="*/ 10571396 w 12202751"/>
                <a:gd name="connsiteY22" fmla="*/ 2213198 h 6858000"/>
                <a:gd name="connsiteX23" fmla="*/ 11525799 w 12202751"/>
                <a:gd name="connsiteY23" fmla="*/ 135882 h 6858000"/>
                <a:gd name="connsiteX24" fmla="*/ 0 w 12202751"/>
                <a:gd name="connsiteY24" fmla="*/ 0 h 6858000"/>
                <a:gd name="connsiteX25" fmla="*/ 2054194 w 12202751"/>
                <a:gd name="connsiteY25" fmla="*/ 0 h 6858000"/>
                <a:gd name="connsiteX26" fmla="*/ 1941123 w 12202751"/>
                <a:gd name="connsiteY26" fmla="*/ 75811 h 6858000"/>
                <a:gd name="connsiteX27" fmla="*/ 206525 w 12202751"/>
                <a:gd name="connsiteY27" fmla="*/ 1437904 h 6858000"/>
                <a:gd name="connsiteX28" fmla="*/ 0 w 12202751"/>
                <a:gd name="connsiteY28" fmla="*/ 163234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2202751" h="6858000">
                  <a:moveTo>
                    <a:pt x="9196825" y="6253791"/>
                  </a:moveTo>
                  <a:cubicBezTo>
                    <a:pt x="9207202" y="6254820"/>
                    <a:pt x="9217676" y="6257130"/>
                    <a:pt x="9228283" y="6260764"/>
                  </a:cubicBezTo>
                  <a:cubicBezTo>
                    <a:pt x="9307834" y="6289395"/>
                    <a:pt x="9333091" y="6516346"/>
                    <a:pt x="9319129" y="6797771"/>
                  </a:cubicBezTo>
                  <a:lnTo>
                    <a:pt x="9315062" y="6858000"/>
                  </a:lnTo>
                  <a:lnTo>
                    <a:pt x="8712780" y="6858000"/>
                  </a:lnTo>
                  <a:lnTo>
                    <a:pt x="8752852" y="6786092"/>
                  </a:lnTo>
                  <a:cubicBezTo>
                    <a:pt x="8924836" y="6476801"/>
                    <a:pt x="9040774" y="6272774"/>
                    <a:pt x="9165949" y="6254507"/>
                  </a:cubicBezTo>
                  <a:cubicBezTo>
                    <a:pt x="9176167" y="6253017"/>
                    <a:pt x="9186447" y="6252763"/>
                    <a:pt x="9196825" y="6253791"/>
                  </a:cubicBezTo>
                  <a:close/>
                  <a:moveTo>
                    <a:pt x="6322661" y="860036"/>
                  </a:moveTo>
                  <a:cubicBezTo>
                    <a:pt x="6359190" y="857387"/>
                    <a:pt x="6388114" y="876530"/>
                    <a:pt x="6406295" y="923793"/>
                  </a:cubicBezTo>
                  <a:cubicBezTo>
                    <a:pt x="6454783" y="1049825"/>
                    <a:pt x="6420842" y="1229178"/>
                    <a:pt x="6343263" y="1578190"/>
                  </a:cubicBezTo>
                  <a:cubicBezTo>
                    <a:pt x="5856638" y="3709453"/>
                    <a:pt x="3958041" y="5234882"/>
                    <a:pt x="3612233" y="6735009"/>
                  </a:cubicBezTo>
                  <a:lnTo>
                    <a:pt x="3592717" y="6858000"/>
                  </a:lnTo>
                  <a:lnTo>
                    <a:pt x="0" y="6858000"/>
                  </a:lnTo>
                  <a:lnTo>
                    <a:pt x="0" y="6632489"/>
                  </a:lnTo>
                  <a:lnTo>
                    <a:pt x="339610" y="6322172"/>
                  </a:lnTo>
                  <a:cubicBezTo>
                    <a:pt x="2196386" y="4691797"/>
                    <a:pt x="4577580" y="3447091"/>
                    <a:pt x="5674132" y="1607274"/>
                  </a:cubicBezTo>
                  <a:cubicBezTo>
                    <a:pt x="5863234" y="1292194"/>
                    <a:pt x="6164370" y="871513"/>
                    <a:pt x="6322661" y="860036"/>
                  </a:cubicBezTo>
                  <a:close/>
                  <a:moveTo>
                    <a:pt x="11650950" y="0"/>
                  </a:moveTo>
                  <a:lnTo>
                    <a:pt x="12202751" y="0"/>
                  </a:lnTo>
                  <a:lnTo>
                    <a:pt x="12202751" y="4442690"/>
                  </a:lnTo>
                  <a:lnTo>
                    <a:pt x="12090669" y="4422014"/>
                  </a:lnTo>
                  <a:cubicBezTo>
                    <a:pt x="11211465" y="4223417"/>
                    <a:pt x="10568413" y="3552240"/>
                    <a:pt x="10571396" y="2213198"/>
                  </a:cubicBezTo>
                  <a:cubicBezTo>
                    <a:pt x="10572439" y="1498198"/>
                    <a:pt x="10939503" y="807920"/>
                    <a:pt x="11525799" y="135882"/>
                  </a:cubicBezTo>
                  <a:close/>
                  <a:moveTo>
                    <a:pt x="0" y="0"/>
                  </a:moveTo>
                  <a:lnTo>
                    <a:pt x="2054194" y="0"/>
                  </a:lnTo>
                  <a:lnTo>
                    <a:pt x="1941123" y="75811"/>
                  </a:lnTo>
                  <a:cubicBezTo>
                    <a:pt x="1355823" y="476321"/>
                    <a:pt x="767225" y="928929"/>
                    <a:pt x="206525" y="1437904"/>
                  </a:cubicBezTo>
                  <a:lnTo>
                    <a:pt x="0" y="1632346"/>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ctr">
              <a:noAutofit/>
            </a:bodyPr>
            <a:lstStyle/>
            <a:p>
              <a:pPr algn="ctr">
                <a:lnSpc>
                  <a:spcPct val="90000"/>
                </a:lnSpc>
                <a:spcBef>
                  <a:spcPts val="200"/>
                </a:spcBef>
                <a:spcAft>
                  <a:spcPts val="200"/>
                </a:spcAft>
              </a:pPr>
              <a:r>
                <a:rPr lang="en-GB" sz="1600"/>
                <a:t> </a:t>
              </a:r>
              <a:endParaRPr lang="en-GB" sz="1600" dirty="0"/>
            </a:p>
          </p:txBody>
        </p:sp>
      </p:grpSp>
      <p:sp>
        <p:nvSpPr>
          <p:cNvPr id="7" name="Tijdelijke aanduiding voor tekst 3">
            <a:extLst>
              <a:ext uri="{FF2B5EF4-FFF2-40B4-BE49-F238E27FC236}">
                <a16:creationId xmlns:a16="http://schemas.microsoft.com/office/drawing/2014/main" id="{80D4DB86-2992-F491-DE66-9AF86B0B7935}"/>
              </a:ext>
            </a:extLst>
          </p:cNvPr>
          <p:cNvSpPr txBox="1">
            <a:spLocks noGrp="1" noRot="1" noMove="1" noResize="1" noEditPoints="1" noAdjustHandles="1" noChangeArrowheads="1" noChangeShapeType="1"/>
          </p:cNvSpPr>
          <p:nvPr/>
        </p:nvSpPr>
        <p:spPr>
          <a:xfrm>
            <a:off x="5452533" y="2697634"/>
            <a:ext cx="5288703" cy="666849"/>
          </a:xfrm>
          <a:prstGeom prst="rect">
            <a:avLst/>
          </a:prstGeom>
        </p:spPr>
        <p:txBody>
          <a:bodyPr wrap="square" lIns="0" tIns="0" rIns="0" bIns="0" anchor="b" anchorCtr="0">
            <a:spAutoFit/>
          </a:bodyPr>
          <a:lstStyle>
            <a:lvl1pPr marL="0" indent="0" algn="l" defTabSz="914400" rtl="0" eaLnBrk="1" latinLnBrk="0" hangingPunct="1">
              <a:lnSpc>
                <a:spcPts val="5200"/>
              </a:lnSpc>
              <a:spcBef>
                <a:spcPts val="0"/>
              </a:spcBef>
              <a:spcAft>
                <a:spcPts val="0"/>
              </a:spcAft>
              <a:buClr>
                <a:schemeClr val="accent1"/>
              </a:buClr>
              <a:buSzPct val="120000"/>
              <a:buFont typeface="Arial" panose="020B0604020202020204" pitchFamily="34" charset="0"/>
              <a:buNone/>
              <a:defRPr sz="4800" b="1" i="0" kern="1200">
                <a:solidFill>
                  <a:schemeClr val="bg1"/>
                </a:solidFill>
                <a:latin typeface="+mj-lt"/>
                <a:ea typeface="+mn-ea"/>
                <a:cs typeface="+mn-cs"/>
              </a:defRPr>
            </a:lvl1pPr>
            <a:lvl2pPr marL="0" indent="0" algn="r" defTabSz="914400" rtl="0" eaLnBrk="1" latinLnBrk="0" hangingPunct="1">
              <a:lnSpc>
                <a:spcPct val="90000"/>
              </a:lnSpc>
              <a:spcBef>
                <a:spcPts val="600"/>
              </a:spcBef>
              <a:spcAft>
                <a:spcPts val="600"/>
              </a:spcAft>
              <a:buClr>
                <a:schemeClr val="accent1"/>
              </a:buClr>
              <a:buSzPct val="120000"/>
              <a:buFont typeface="Arial" panose="020B0604020202020204" pitchFamily="34" charset="0"/>
              <a:buNone/>
              <a:tabLst>
                <a:tab pos="712788" algn="l"/>
              </a:tabLst>
              <a:defRPr sz="4400" b="1" i="0" kern="1200">
                <a:solidFill>
                  <a:schemeClr val="bg1"/>
                </a:solidFill>
                <a:latin typeface="+mj-lt"/>
                <a:ea typeface="+mn-ea"/>
                <a:cs typeface="+mn-cs"/>
              </a:defRPr>
            </a:lvl2pPr>
            <a:lvl3pPr marL="0" indent="0" algn="r" defTabSz="914400" rtl="0" eaLnBrk="1" latinLnBrk="0" hangingPunct="1">
              <a:lnSpc>
                <a:spcPct val="90000"/>
              </a:lnSpc>
              <a:spcBef>
                <a:spcPts val="600"/>
              </a:spcBef>
              <a:spcAft>
                <a:spcPts val="600"/>
              </a:spcAft>
              <a:buClr>
                <a:schemeClr val="accent3"/>
              </a:buClr>
              <a:buFont typeface="Arial" panose="020B0604020202020204" pitchFamily="34" charset="0"/>
              <a:buNone/>
              <a:defRPr sz="4400" b="1" i="0" kern="1200">
                <a:solidFill>
                  <a:schemeClr val="bg1"/>
                </a:solidFill>
                <a:latin typeface="+mj-lt"/>
                <a:ea typeface="+mn-ea"/>
                <a:cs typeface="+mn-cs"/>
              </a:defRPr>
            </a:lvl3pPr>
            <a:lvl4pPr marL="0" indent="0" algn="r" defTabSz="914400" rtl="0" eaLnBrk="1" latinLnBrk="0" hangingPunct="1">
              <a:lnSpc>
                <a:spcPct val="90000"/>
              </a:lnSpc>
              <a:spcBef>
                <a:spcPts val="600"/>
              </a:spcBef>
              <a:spcAft>
                <a:spcPts val="600"/>
              </a:spcAft>
              <a:buFont typeface="Arial" panose="020B0604020202020204" pitchFamily="34" charset="0"/>
              <a:buNone/>
              <a:defRPr sz="4400" b="1" i="0" kern="1200">
                <a:solidFill>
                  <a:schemeClr val="bg1"/>
                </a:solidFill>
                <a:latin typeface="+mj-lt"/>
                <a:ea typeface="+mn-ea"/>
                <a:cs typeface="+mn-cs"/>
              </a:defRPr>
            </a:lvl4pPr>
            <a:lvl5pPr marL="0" indent="0" algn="r" defTabSz="914400" rtl="0" eaLnBrk="1" latinLnBrk="0" hangingPunct="1">
              <a:lnSpc>
                <a:spcPct val="90000"/>
              </a:lnSpc>
              <a:spcBef>
                <a:spcPts val="600"/>
              </a:spcBef>
              <a:spcAft>
                <a:spcPts val="600"/>
              </a:spcAft>
              <a:buFont typeface="Arial" panose="020B0604020202020204" pitchFamily="34" charset="0"/>
              <a:buNone/>
              <a:defRPr sz="4400" b="1" i="0" kern="1200">
                <a:solidFill>
                  <a:schemeClr val="bg1"/>
                </a:solidFill>
                <a:latin typeface="+mj-lt"/>
                <a:ea typeface="+mn-ea"/>
                <a:cs typeface="+mn-cs"/>
              </a:defRPr>
            </a:lvl5pPr>
            <a:lvl6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defRPr sz="4400" b="1" i="0" kern="1200" cap="none" baseline="0">
                <a:solidFill>
                  <a:schemeClr val="bg1"/>
                </a:solidFill>
                <a:latin typeface="+mj-lt"/>
                <a:ea typeface="+mn-ea"/>
                <a:cs typeface="+mn-cs"/>
              </a:defRPr>
            </a:lvl6pPr>
            <a:lvl7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tabLst/>
              <a:defRPr sz="4400" b="1" i="0" kern="1200">
                <a:solidFill>
                  <a:schemeClr val="bg1"/>
                </a:solidFill>
                <a:latin typeface="+mj-lt"/>
                <a:ea typeface="+mn-ea"/>
                <a:cs typeface="+mn-cs"/>
              </a:defRPr>
            </a:lvl7pPr>
            <a:lvl8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defRPr sz="4400" b="1" i="0" kern="1200">
                <a:solidFill>
                  <a:schemeClr val="bg1"/>
                </a:solidFill>
                <a:latin typeface="+mj-lt"/>
                <a:ea typeface="+mn-ea"/>
                <a:cs typeface="+mn-cs"/>
              </a:defRPr>
            </a:lvl8pPr>
            <a:lvl9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defRPr sz="4400" b="1" i="0" kern="1200">
                <a:solidFill>
                  <a:schemeClr val="bg1"/>
                </a:solidFill>
                <a:latin typeface="+mj-lt"/>
                <a:ea typeface="+mn-ea"/>
                <a:cs typeface="+mn-cs"/>
              </a:defRPr>
            </a:lvl9pPr>
          </a:lstStyle>
          <a:p>
            <a:r>
              <a:rPr lang="en-GB" dirty="0"/>
              <a:t>Objective</a:t>
            </a:r>
          </a:p>
        </p:txBody>
      </p:sp>
      <p:sp>
        <p:nvSpPr>
          <p:cNvPr id="10" name="Tijdelijke aanduiding voor tekst 5">
            <a:extLst>
              <a:ext uri="{FF2B5EF4-FFF2-40B4-BE49-F238E27FC236}">
                <a16:creationId xmlns:a16="http://schemas.microsoft.com/office/drawing/2014/main" id="{D5F16DBA-8655-CF0A-8BAC-50EAA8514BEF}"/>
              </a:ext>
            </a:extLst>
          </p:cNvPr>
          <p:cNvSpPr txBox="1">
            <a:spLocks noGrp="1" noRot="1" noMove="1" noResize="1" noEditPoints="1" noAdjustHandles="1" noChangeArrowheads="1" noChangeShapeType="1"/>
          </p:cNvSpPr>
          <p:nvPr/>
        </p:nvSpPr>
        <p:spPr>
          <a:xfrm>
            <a:off x="1945226" y="1980190"/>
            <a:ext cx="1553631" cy="1421928"/>
          </a:xfrm>
          <a:prstGeom prst="rect">
            <a:avLst/>
          </a:prstGeom>
        </p:spPr>
        <p:txBody>
          <a:bodyPr wrap="none" anchor="ctr" anchorCtr="0">
            <a:spAutoFit/>
          </a:bodyPr>
          <a:lstStyle>
            <a:lvl1pPr marL="0" indent="0" algn="ctr" defTabSz="914400" rtl="0" eaLnBrk="1" latinLnBrk="0" hangingPunct="1">
              <a:lnSpc>
                <a:spcPct val="90000"/>
              </a:lnSpc>
              <a:spcBef>
                <a:spcPts val="600"/>
              </a:spcBef>
              <a:spcAft>
                <a:spcPts val="600"/>
              </a:spcAft>
              <a:buClr>
                <a:schemeClr val="accent1"/>
              </a:buClr>
              <a:buSzPct val="120000"/>
              <a:buFont typeface="Arial" panose="020B0604020202020204" pitchFamily="34" charset="0"/>
              <a:buNone/>
              <a:defRPr sz="9600" b="0" i="0" kern="1200" cap="all" baseline="0">
                <a:solidFill>
                  <a:schemeClr val="bg1"/>
                </a:solidFill>
                <a:latin typeface="+mn-lt"/>
                <a:ea typeface="+mn-ea"/>
                <a:cs typeface="+mn-cs"/>
              </a:defRPr>
            </a:lvl1pPr>
            <a:lvl2pPr marL="0" indent="0" algn="r" defTabSz="914400" rtl="0" eaLnBrk="1" latinLnBrk="0" hangingPunct="1">
              <a:lnSpc>
                <a:spcPct val="90000"/>
              </a:lnSpc>
              <a:spcBef>
                <a:spcPts val="600"/>
              </a:spcBef>
              <a:spcAft>
                <a:spcPts val="600"/>
              </a:spcAft>
              <a:buClr>
                <a:schemeClr val="accent1"/>
              </a:buClr>
              <a:buSzPct val="120000"/>
              <a:buFont typeface="Arial" panose="020B0604020202020204" pitchFamily="34" charset="0"/>
              <a:buNone/>
              <a:tabLst>
                <a:tab pos="712788" algn="l"/>
              </a:tabLst>
              <a:defRPr sz="2400" b="0" i="0" kern="1200">
                <a:solidFill>
                  <a:schemeClr val="bg1"/>
                </a:solidFill>
                <a:latin typeface="+mn-lt"/>
                <a:ea typeface="+mn-ea"/>
                <a:cs typeface="+mn-cs"/>
              </a:defRPr>
            </a:lvl2pPr>
            <a:lvl3pPr marL="0" indent="0" algn="r" defTabSz="914400" rtl="0" eaLnBrk="1" latinLnBrk="0" hangingPunct="1">
              <a:lnSpc>
                <a:spcPct val="90000"/>
              </a:lnSpc>
              <a:spcBef>
                <a:spcPts val="600"/>
              </a:spcBef>
              <a:spcAft>
                <a:spcPts val="600"/>
              </a:spcAft>
              <a:buClr>
                <a:schemeClr val="accent3"/>
              </a:buClr>
              <a:buFont typeface="Arial" panose="020B0604020202020204" pitchFamily="34" charset="0"/>
              <a:buNone/>
              <a:defRPr sz="2400" b="0" i="0" kern="1200">
                <a:solidFill>
                  <a:schemeClr val="bg1"/>
                </a:solidFill>
                <a:latin typeface="+mn-lt"/>
                <a:ea typeface="+mn-ea"/>
                <a:cs typeface="+mn-cs"/>
              </a:defRPr>
            </a:lvl3pPr>
            <a:lvl4pPr marL="0" indent="0" algn="r" defTabSz="914400" rtl="0" eaLnBrk="1" latinLnBrk="0" hangingPunct="1">
              <a:lnSpc>
                <a:spcPct val="90000"/>
              </a:lnSpc>
              <a:spcBef>
                <a:spcPts val="600"/>
              </a:spcBef>
              <a:spcAft>
                <a:spcPts val="600"/>
              </a:spcAft>
              <a:buFont typeface="Arial" panose="020B0604020202020204" pitchFamily="34" charset="0"/>
              <a:buNone/>
              <a:defRPr sz="2400" b="0" i="0" kern="1200">
                <a:solidFill>
                  <a:schemeClr val="bg1"/>
                </a:solidFill>
                <a:latin typeface="+mn-lt"/>
                <a:ea typeface="+mn-ea"/>
                <a:cs typeface="+mn-cs"/>
              </a:defRPr>
            </a:lvl4pPr>
            <a:lvl5pPr marL="0" indent="0" algn="r" defTabSz="914400" rtl="0" eaLnBrk="1" latinLnBrk="0" hangingPunct="1">
              <a:lnSpc>
                <a:spcPct val="90000"/>
              </a:lnSpc>
              <a:spcBef>
                <a:spcPts val="600"/>
              </a:spcBef>
              <a:spcAft>
                <a:spcPts val="600"/>
              </a:spcAft>
              <a:buFont typeface="Arial" panose="020B0604020202020204" pitchFamily="34" charset="0"/>
              <a:buNone/>
              <a:defRPr sz="2400" b="0" i="0" kern="1200">
                <a:solidFill>
                  <a:schemeClr val="bg1"/>
                </a:solidFill>
                <a:latin typeface="+mn-lt"/>
                <a:ea typeface="+mn-ea"/>
                <a:cs typeface="+mn-cs"/>
              </a:defRPr>
            </a:lvl5pPr>
            <a:lvl6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defRPr sz="2400" b="0" i="0" kern="1200" cap="none" baseline="0">
                <a:solidFill>
                  <a:schemeClr val="bg1"/>
                </a:solidFill>
                <a:latin typeface="+mn-lt"/>
                <a:ea typeface="+mn-ea"/>
                <a:cs typeface="+mn-cs"/>
              </a:defRPr>
            </a:lvl6pPr>
            <a:lvl7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tabLst/>
              <a:defRPr sz="2400" b="0" i="0" kern="1200">
                <a:solidFill>
                  <a:schemeClr val="bg1"/>
                </a:solidFill>
                <a:latin typeface="+mn-lt"/>
                <a:ea typeface="+mn-ea"/>
                <a:cs typeface="+mn-cs"/>
              </a:defRPr>
            </a:lvl7pPr>
            <a:lvl8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defRPr sz="2400" b="0" i="0" kern="1200">
                <a:solidFill>
                  <a:schemeClr val="bg1"/>
                </a:solidFill>
                <a:latin typeface="+mn-lt"/>
                <a:ea typeface="+mn-ea"/>
                <a:cs typeface="+mn-cs"/>
              </a:defRPr>
            </a:lvl8pPr>
            <a:lvl9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defRPr sz="2400" b="0" i="0" kern="1200">
                <a:solidFill>
                  <a:schemeClr val="bg1"/>
                </a:solidFill>
                <a:latin typeface="+mn-lt"/>
                <a:ea typeface="+mn-ea"/>
                <a:cs typeface="+mn-cs"/>
              </a:defRPr>
            </a:lvl9pPr>
          </a:lstStyle>
          <a:p>
            <a:r>
              <a:rPr lang="en-GB" dirty="0"/>
              <a:t>01</a:t>
            </a:r>
          </a:p>
        </p:txBody>
      </p:sp>
      <p:sp>
        <p:nvSpPr>
          <p:cNvPr id="12" name="Rectangle: Rounded Corners 11">
            <a:extLst>
              <a:ext uri="{FF2B5EF4-FFF2-40B4-BE49-F238E27FC236}">
                <a16:creationId xmlns:a16="http://schemas.microsoft.com/office/drawing/2014/main" id="{C5873472-1176-A810-EF65-6CD9439A5E03}"/>
              </a:ext>
            </a:extLst>
          </p:cNvPr>
          <p:cNvSpPr/>
          <p:nvPr/>
        </p:nvSpPr>
        <p:spPr>
          <a:xfrm>
            <a:off x="3423407" y="416687"/>
            <a:ext cx="1034144" cy="84898"/>
          </a:xfrm>
          <a:prstGeom prst="roundRect">
            <a:avLst>
              <a:gd name="adj" fmla="val 50000"/>
            </a:avLst>
          </a:prstGeom>
          <a:solidFill>
            <a:srgbClr val="00A6D6"/>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LID4096" sz="1600" dirty="0" err="1"/>
          </a:p>
        </p:txBody>
      </p:sp>
    </p:spTree>
    <p:extLst>
      <p:ext uri="{BB962C8B-B14F-4D97-AF65-F5344CB8AC3E}">
        <p14:creationId xmlns:p14="http://schemas.microsoft.com/office/powerpoint/2010/main" val="211119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itel 65">
            <a:extLst>
              <a:ext uri="{FF2B5EF4-FFF2-40B4-BE49-F238E27FC236}">
                <a16:creationId xmlns:a16="http://schemas.microsoft.com/office/drawing/2014/main" id="{B19C8BEE-4059-7459-29A4-89D77B129DA3}"/>
              </a:ext>
            </a:extLst>
          </p:cNvPr>
          <p:cNvSpPr>
            <a:spLocks noGrp="1"/>
          </p:cNvSpPr>
          <p:nvPr>
            <p:ph type="title"/>
          </p:nvPr>
        </p:nvSpPr>
        <p:spPr>
          <a:xfrm>
            <a:off x="0" y="-429019"/>
            <a:ext cx="679673" cy="276999"/>
          </a:xfrm>
        </p:spPr>
        <p:txBody>
          <a:bodyPr/>
          <a:lstStyle/>
          <a:p>
            <a:r>
              <a:rPr lang="en-GB" dirty="0"/>
              <a:t>Pause</a:t>
            </a:r>
          </a:p>
        </p:txBody>
      </p:sp>
      <p:sp>
        <p:nvSpPr>
          <p:cNvPr id="5" name="Tijdelijke aanduiding voor datum 4">
            <a:extLst>
              <a:ext uri="{FF2B5EF4-FFF2-40B4-BE49-F238E27FC236}">
                <a16:creationId xmlns:a16="http://schemas.microsoft.com/office/drawing/2014/main" id="{663B67AD-B21E-890E-5572-621797BFDC60}"/>
              </a:ext>
            </a:extLst>
          </p:cNvPr>
          <p:cNvSpPr>
            <a:spLocks noGrp="1"/>
          </p:cNvSpPr>
          <p:nvPr>
            <p:ph type="dt" sz="half" idx="10"/>
          </p:nvPr>
        </p:nvSpPr>
        <p:spPr>
          <a:xfrm>
            <a:off x="10146569" y="6405669"/>
            <a:ext cx="766235" cy="184666"/>
          </a:xfrm>
        </p:spPr>
        <p:txBody>
          <a:bodyPr/>
          <a:lstStyle/>
          <a:p>
            <a:r>
              <a:rPr lang="LID4096"/>
              <a:t>08/30/2024</a:t>
            </a:r>
            <a:endParaRPr lang="en-GB" dirty="0"/>
          </a:p>
        </p:txBody>
      </p:sp>
      <p:sp>
        <p:nvSpPr>
          <p:cNvPr id="29" name="Tijdelijke aanduiding voor dianummer 28">
            <a:extLst>
              <a:ext uri="{FF2B5EF4-FFF2-40B4-BE49-F238E27FC236}">
                <a16:creationId xmlns:a16="http://schemas.microsoft.com/office/drawing/2014/main" id="{53323EEB-989D-467E-965D-121AB80D66CB}"/>
              </a:ext>
            </a:extLst>
          </p:cNvPr>
          <p:cNvSpPr>
            <a:spLocks noGrp="1"/>
          </p:cNvSpPr>
          <p:nvPr>
            <p:ph type="sldNum" sz="quarter" idx="12"/>
          </p:nvPr>
        </p:nvSpPr>
        <p:spPr>
          <a:xfrm>
            <a:off x="11178464" y="6405669"/>
            <a:ext cx="291298" cy="184666"/>
          </a:xfrm>
        </p:spPr>
        <p:txBody>
          <a:bodyPr/>
          <a:lstStyle/>
          <a:p>
            <a:fld id="{9E843DB9-9987-4157-AB9C-CEA8D7D910BB}" type="slidenum">
              <a:rPr lang="en-GB" smtClean="0"/>
              <a:pPr/>
              <a:t>5</a:t>
            </a:fld>
            <a:endParaRPr lang="en-GB" dirty="0"/>
          </a:p>
        </p:txBody>
      </p:sp>
      <p:sp>
        <p:nvSpPr>
          <p:cNvPr id="26" name="Tijdelijke aanduiding voor tekst 18">
            <a:extLst>
              <a:ext uri="{FF2B5EF4-FFF2-40B4-BE49-F238E27FC236}">
                <a16:creationId xmlns:a16="http://schemas.microsoft.com/office/drawing/2014/main" id="{E75EB84B-48FC-5468-05A0-A72FD2721B20}"/>
              </a:ext>
            </a:extLst>
          </p:cNvPr>
          <p:cNvSpPr txBox="1">
            <a:spLocks noGrp="1" noRot="1" noMove="1" noResize="1" noEditPoints="1" noAdjustHandles="1" noChangeArrowheads="1" noChangeShapeType="1"/>
          </p:cNvSpPr>
          <p:nvPr/>
        </p:nvSpPr>
        <p:spPr>
          <a:xfrm>
            <a:off x="720362" y="6216736"/>
            <a:ext cx="961200" cy="381600"/>
          </a:xfrm>
          <a:prstGeom prst="rect">
            <a:avLst/>
          </a:prstGeom>
          <a:blipFill>
            <a:blip r:embed="rId3">
              <a:lum bright="100000"/>
              <a:extLst>
                <a:ext uri="{96DAC541-7B7A-43D3-8B79-37D633B846F1}">
                  <asvg:svgBlip xmlns:asvg="http://schemas.microsoft.com/office/drawing/2016/SVG/main" r:embed="rId4"/>
                </a:ext>
              </a:extLst>
            </a:blip>
            <a:srcRect/>
            <a:stretch>
              <a:fillRect t="53" b="53"/>
            </a:stretch>
          </a:blipFill>
        </p:spPr>
        <p:txBody>
          <a:bodyPr/>
          <a:lstStyle>
            <a:lvl1pPr marL="0" indent="0" algn="l" defTabSz="914400" rtl="0" eaLnBrk="1" latinLnBrk="0" hangingPunct="1">
              <a:lnSpc>
                <a:spcPct val="90000"/>
              </a:lnSpc>
              <a:spcBef>
                <a:spcPts val="600"/>
              </a:spcBef>
              <a:spcAft>
                <a:spcPts val="600"/>
              </a:spcAft>
              <a:buClr>
                <a:schemeClr val="accent1"/>
              </a:buClr>
              <a:buSzPct val="120000"/>
              <a:buFont typeface="Arial" panose="020B0604020202020204" pitchFamily="34" charset="0"/>
              <a:buNone/>
              <a:defRPr sz="100" kern="1200">
                <a:solidFill>
                  <a:schemeClr val="bg1"/>
                </a:solidFill>
                <a:latin typeface="+mn-lt"/>
                <a:ea typeface="+mn-ea"/>
                <a:cs typeface="+mn-cs"/>
              </a:defRPr>
            </a:lvl1pPr>
            <a:lvl2pPr marL="712788" indent="-350838" algn="l" defTabSz="914400" rtl="0" eaLnBrk="1" latinLnBrk="0" hangingPunct="1">
              <a:lnSpc>
                <a:spcPct val="90000"/>
              </a:lnSpc>
              <a:spcBef>
                <a:spcPts val="600"/>
              </a:spcBef>
              <a:spcAft>
                <a:spcPts val="600"/>
              </a:spcAft>
              <a:buClr>
                <a:schemeClr val="accent1"/>
              </a:buClr>
              <a:buSzPct val="120000"/>
              <a:buFont typeface="Arial" panose="020B0604020202020204" pitchFamily="34" charset="0"/>
              <a:buChar char="•"/>
              <a:tabLst>
                <a:tab pos="712788" algn="l"/>
              </a:tabLst>
              <a:defRPr sz="2000" kern="1200">
                <a:solidFill>
                  <a:schemeClr val="tx2"/>
                </a:solidFill>
                <a:latin typeface="+mn-lt"/>
                <a:ea typeface="+mn-ea"/>
                <a:cs typeface="+mn-cs"/>
              </a:defRPr>
            </a:lvl2pPr>
            <a:lvl3pPr marL="0" indent="0" algn="l" defTabSz="914400" rtl="0" eaLnBrk="1" latinLnBrk="0" hangingPunct="1">
              <a:lnSpc>
                <a:spcPct val="90000"/>
              </a:lnSpc>
              <a:spcBef>
                <a:spcPts val="600"/>
              </a:spcBef>
              <a:spcAft>
                <a:spcPts val="600"/>
              </a:spcAft>
              <a:buClr>
                <a:schemeClr val="accent3"/>
              </a:buClr>
              <a:buFont typeface="Segoe UI Light" panose="020B0502040204020203" pitchFamily="34" charset="0"/>
              <a:buNone/>
              <a:defRPr sz="2000" kern="1200">
                <a:solidFill>
                  <a:schemeClr val="tx2"/>
                </a:solidFill>
                <a:latin typeface="+mn-lt"/>
                <a:ea typeface="+mn-ea"/>
                <a:cs typeface="+mn-cs"/>
              </a:defRPr>
            </a:lvl3pPr>
            <a:lvl4pPr marL="0" indent="0" algn="l" defTabSz="914400" rtl="0" eaLnBrk="1" latinLnBrk="0" hangingPunct="1">
              <a:lnSpc>
                <a:spcPct val="90000"/>
              </a:lnSpc>
              <a:spcBef>
                <a:spcPts val="600"/>
              </a:spcBef>
              <a:spcAft>
                <a:spcPts val="600"/>
              </a:spcAft>
              <a:buFont typeface="Arial" panose="020B0604020202020204" pitchFamily="34" charset="0"/>
              <a:buNone/>
              <a:defRPr sz="3600" b="1" kern="1200">
                <a:solidFill>
                  <a:schemeClr val="tx2"/>
                </a:solidFill>
                <a:latin typeface="+mj-lt"/>
                <a:ea typeface="+mn-ea"/>
                <a:cs typeface="+mn-cs"/>
              </a:defRPr>
            </a:lvl4pPr>
            <a:lvl5pPr marL="0" indent="0" algn="l" defTabSz="914400" rtl="0" eaLnBrk="1" latinLnBrk="0" hangingPunct="1">
              <a:lnSpc>
                <a:spcPct val="90000"/>
              </a:lnSpc>
              <a:spcBef>
                <a:spcPts val="600"/>
              </a:spcBef>
              <a:spcAft>
                <a:spcPts val="600"/>
              </a:spcAft>
              <a:buFont typeface="Arial" panose="020B0604020202020204" pitchFamily="34" charset="0"/>
              <a:buNone/>
              <a:defRPr sz="2400" b="0" kern="1200">
                <a:solidFill>
                  <a:schemeClr val="accent1"/>
                </a:solidFill>
                <a:latin typeface="+mj-lt"/>
                <a:ea typeface="+mn-ea"/>
                <a:cs typeface="+mn-cs"/>
              </a:defRPr>
            </a:lvl5pPr>
            <a:lvl6pPr marL="0" indent="0" algn="l" defTabSz="914400" rtl="0" eaLnBrk="1" latinLnBrk="0" hangingPunct="1">
              <a:lnSpc>
                <a:spcPct val="90000"/>
              </a:lnSpc>
              <a:spcBef>
                <a:spcPts val="600"/>
              </a:spcBef>
              <a:spcAft>
                <a:spcPts val="600"/>
              </a:spcAft>
              <a:buClr>
                <a:schemeClr val="accent1"/>
              </a:buClr>
              <a:buFont typeface="Arial" panose="020B0604020202020204" pitchFamily="34" charset="0"/>
              <a:buNone/>
              <a:defRPr sz="2000" b="0" kern="1200" cap="none" baseline="0">
                <a:solidFill>
                  <a:schemeClr val="tx1"/>
                </a:solidFill>
                <a:latin typeface="+mj-lt"/>
                <a:ea typeface="+mn-ea"/>
                <a:cs typeface="+mn-cs"/>
              </a:defRPr>
            </a:lvl6pPr>
            <a:lvl7pPr marL="361950" indent="-361950" algn="l" defTabSz="914400" rtl="0" eaLnBrk="1" latinLnBrk="0" hangingPunct="1">
              <a:lnSpc>
                <a:spcPct val="90000"/>
              </a:lnSpc>
              <a:spcBef>
                <a:spcPts val="600"/>
              </a:spcBef>
              <a:spcAft>
                <a:spcPts val="600"/>
              </a:spcAft>
              <a:buClr>
                <a:schemeClr val="accent1"/>
              </a:buClr>
              <a:buFont typeface="+mj-lt"/>
              <a:buAutoNum type="arabicPeriod"/>
              <a:tabLst/>
              <a:defRPr sz="2000" kern="1200">
                <a:solidFill>
                  <a:schemeClr val="tx1"/>
                </a:solidFill>
                <a:latin typeface="+mn-lt"/>
                <a:ea typeface="+mn-ea"/>
                <a:cs typeface="+mn-cs"/>
              </a:defRPr>
            </a:lvl7pPr>
            <a:lvl8pPr marL="361950" indent="-361950" algn="l" defTabSz="914400" rtl="0" eaLnBrk="1" latinLnBrk="0" hangingPunct="1">
              <a:lnSpc>
                <a:spcPct val="90000"/>
              </a:lnSpc>
              <a:spcBef>
                <a:spcPts val="600"/>
              </a:spcBef>
              <a:spcAft>
                <a:spcPts val="600"/>
              </a:spcAft>
              <a:buClr>
                <a:schemeClr val="accent1"/>
              </a:buClr>
              <a:buFont typeface="+mj-lt"/>
              <a:buAutoNum type="alphaLcPeriod"/>
              <a:defRPr sz="2000" kern="1200">
                <a:solidFill>
                  <a:schemeClr val="tx1"/>
                </a:solidFill>
                <a:latin typeface="+mn-lt"/>
                <a:ea typeface="+mn-ea"/>
                <a:cs typeface="+mn-cs"/>
              </a:defRPr>
            </a:lvl8pPr>
            <a:lvl9pPr marL="0" indent="0" algn="l" defTabSz="914400" rtl="0" eaLnBrk="1" latinLnBrk="0" hangingPunct="1">
              <a:lnSpc>
                <a:spcPct val="90000"/>
              </a:lnSpc>
              <a:spcBef>
                <a:spcPts val="600"/>
              </a:spcBef>
              <a:spcAft>
                <a:spcPts val="600"/>
              </a:spcAft>
              <a:buClr>
                <a:schemeClr val="accent1"/>
              </a:buClr>
              <a:buFont typeface="Arial" panose="020B0604020202020204" pitchFamily="34" charset="0"/>
              <a:buNone/>
              <a:defRPr sz="1600" i="1" kern="1200">
                <a:solidFill>
                  <a:schemeClr val="tx1"/>
                </a:solidFill>
                <a:latin typeface="+mn-lt"/>
                <a:ea typeface="+mn-ea"/>
                <a:cs typeface="+mn-cs"/>
              </a:defRPr>
            </a:lvl9pPr>
          </a:lstStyle>
          <a:p>
            <a:r>
              <a:rPr lang="en-GB"/>
              <a:t> </a:t>
            </a:r>
            <a:endParaRPr lang="en-GB" dirty="0"/>
          </a:p>
        </p:txBody>
      </p:sp>
      <p:sp>
        <p:nvSpPr>
          <p:cNvPr id="2" name="Tijdelijke aanduiding voor tekst 3">
            <a:extLst>
              <a:ext uri="{FF2B5EF4-FFF2-40B4-BE49-F238E27FC236}">
                <a16:creationId xmlns:a16="http://schemas.microsoft.com/office/drawing/2014/main" id="{EF8CE91D-C6B3-574B-4805-9B0A40E0347E}"/>
              </a:ext>
            </a:extLst>
          </p:cNvPr>
          <p:cNvSpPr txBox="1">
            <a:spLocks/>
          </p:cNvSpPr>
          <p:nvPr/>
        </p:nvSpPr>
        <p:spPr>
          <a:xfrm>
            <a:off x="5537200" y="4215448"/>
            <a:ext cx="5934075" cy="1333698"/>
          </a:xfrm>
          <a:prstGeom prst="rect">
            <a:avLst/>
          </a:prstGeom>
        </p:spPr>
        <p:txBody>
          <a:bodyPr vert="horz" wrap="square" lIns="0" tIns="0" rIns="0" bIns="0" rtlCol="0" anchor="b" anchorCtr="0">
            <a:spAutoFit/>
          </a:bodyPr>
          <a:lstStyle>
            <a:lvl1pPr marL="0" indent="0" algn="l" defTabSz="914400" rtl="0" eaLnBrk="1" latinLnBrk="0" hangingPunct="1">
              <a:lnSpc>
                <a:spcPts val="5200"/>
              </a:lnSpc>
              <a:spcBef>
                <a:spcPts val="0"/>
              </a:spcBef>
              <a:spcAft>
                <a:spcPts val="0"/>
              </a:spcAft>
              <a:buClr>
                <a:schemeClr val="accent1"/>
              </a:buClr>
              <a:buSzPct val="120000"/>
              <a:buFont typeface="Arial" panose="020B0604020202020204" pitchFamily="34" charset="0"/>
              <a:buNone/>
              <a:defRPr sz="4800" b="1" i="0" kern="1200">
                <a:solidFill>
                  <a:schemeClr val="bg1"/>
                </a:solidFill>
                <a:latin typeface="+mj-lt"/>
                <a:ea typeface="+mn-ea"/>
                <a:cs typeface="+mn-cs"/>
              </a:defRPr>
            </a:lvl1pPr>
            <a:lvl2pPr marL="0" indent="0" algn="r" defTabSz="914400" rtl="0" eaLnBrk="1" latinLnBrk="0" hangingPunct="1">
              <a:lnSpc>
                <a:spcPct val="90000"/>
              </a:lnSpc>
              <a:spcBef>
                <a:spcPts val="600"/>
              </a:spcBef>
              <a:spcAft>
                <a:spcPts val="600"/>
              </a:spcAft>
              <a:buClr>
                <a:schemeClr val="accent1"/>
              </a:buClr>
              <a:buSzPct val="120000"/>
              <a:buFont typeface="Arial" panose="020B0604020202020204" pitchFamily="34" charset="0"/>
              <a:buNone/>
              <a:tabLst>
                <a:tab pos="712788" algn="l"/>
              </a:tabLst>
              <a:defRPr sz="4400" b="1" i="0" kern="1200">
                <a:solidFill>
                  <a:schemeClr val="bg1"/>
                </a:solidFill>
                <a:latin typeface="+mj-lt"/>
                <a:ea typeface="+mn-ea"/>
                <a:cs typeface="+mn-cs"/>
              </a:defRPr>
            </a:lvl2pPr>
            <a:lvl3pPr marL="0" indent="0" algn="r" defTabSz="914400" rtl="0" eaLnBrk="1" latinLnBrk="0" hangingPunct="1">
              <a:lnSpc>
                <a:spcPct val="90000"/>
              </a:lnSpc>
              <a:spcBef>
                <a:spcPts val="600"/>
              </a:spcBef>
              <a:spcAft>
                <a:spcPts val="600"/>
              </a:spcAft>
              <a:buClr>
                <a:schemeClr val="accent3"/>
              </a:buClr>
              <a:buFont typeface="Arial" panose="020B0604020202020204" pitchFamily="34" charset="0"/>
              <a:buNone/>
              <a:defRPr sz="4400" b="1" i="0" kern="1200">
                <a:solidFill>
                  <a:schemeClr val="bg1"/>
                </a:solidFill>
                <a:latin typeface="+mj-lt"/>
                <a:ea typeface="+mn-ea"/>
                <a:cs typeface="+mn-cs"/>
              </a:defRPr>
            </a:lvl3pPr>
            <a:lvl4pPr marL="0" indent="0" algn="r" defTabSz="914400" rtl="0" eaLnBrk="1" latinLnBrk="0" hangingPunct="1">
              <a:lnSpc>
                <a:spcPct val="90000"/>
              </a:lnSpc>
              <a:spcBef>
                <a:spcPts val="600"/>
              </a:spcBef>
              <a:spcAft>
                <a:spcPts val="600"/>
              </a:spcAft>
              <a:buFont typeface="Arial" panose="020B0604020202020204" pitchFamily="34" charset="0"/>
              <a:buNone/>
              <a:defRPr sz="4400" b="1" i="0" kern="1200">
                <a:solidFill>
                  <a:schemeClr val="bg1"/>
                </a:solidFill>
                <a:latin typeface="+mj-lt"/>
                <a:ea typeface="+mn-ea"/>
                <a:cs typeface="+mn-cs"/>
              </a:defRPr>
            </a:lvl4pPr>
            <a:lvl5pPr marL="0" indent="0" algn="r" defTabSz="914400" rtl="0" eaLnBrk="1" latinLnBrk="0" hangingPunct="1">
              <a:lnSpc>
                <a:spcPct val="90000"/>
              </a:lnSpc>
              <a:spcBef>
                <a:spcPts val="600"/>
              </a:spcBef>
              <a:spcAft>
                <a:spcPts val="600"/>
              </a:spcAft>
              <a:buFont typeface="Arial" panose="020B0604020202020204" pitchFamily="34" charset="0"/>
              <a:buNone/>
              <a:defRPr sz="4400" b="1" i="0" kern="1200">
                <a:solidFill>
                  <a:schemeClr val="bg1"/>
                </a:solidFill>
                <a:latin typeface="+mj-lt"/>
                <a:ea typeface="+mn-ea"/>
                <a:cs typeface="+mn-cs"/>
              </a:defRPr>
            </a:lvl5pPr>
            <a:lvl6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defRPr sz="4400" b="1" i="0" kern="1200" cap="none" baseline="0">
                <a:solidFill>
                  <a:schemeClr val="bg1"/>
                </a:solidFill>
                <a:latin typeface="+mj-lt"/>
                <a:ea typeface="+mn-ea"/>
                <a:cs typeface="+mn-cs"/>
              </a:defRPr>
            </a:lvl6pPr>
            <a:lvl7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tabLst/>
              <a:defRPr sz="4400" b="1" i="0" kern="1200">
                <a:solidFill>
                  <a:schemeClr val="bg1"/>
                </a:solidFill>
                <a:latin typeface="+mj-lt"/>
                <a:ea typeface="+mn-ea"/>
                <a:cs typeface="+mn-cs"/>
              </a:defRPr>
            </a:lvl7pPr>
            <a:lvl8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defRPr sz="4400" b="1" i="0" kern="1200">
                <a:solidFill>
                  <a:schemeClr val="bg1"/>
                </a:solidFill>
                <a:latin typeface="+mj-lt"/>
                <a:ea typeface="+mn-ea"/>
                <a:cs typeface="+mn-cs"/>
              </a:defRPr>
            </a:lvl8pPr>
            <a:lvl9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defRPr sz="4400" b="1" i="0" kern="1200">
                <a:solidFill>
                  <a:schemeClr val="bg1"/>
                </a:solidFill>
                <a:latin typeface="+mj-lt"/>
                <a:ea typeface="+mn-ea"/>
                <a:cs typeface="+mn-cs"/>
              </a:defRPr>
            </a:lvl9pPr>
          </a:lstStyle>
          <a:p>
            <a:r>
              <a:rPr lang="en-GB" noProof="0" dirty="0"/>
              <a:t>But first … why?</a:t>
            </a:r>
            <a:br>
              <a:rPr lang="en-GB" noProof="0" dirty="0"/>
            </a:br>
            <a:endParaRPr lang="en-GB" noProof="0" dirty="0"/>
          </a:p>
        </p:txBody>
      </p:sp>
      <p:pic>
        <p:nvPicPr>
          <p:cNvPr id="14" name="Picture Placeholder 13" descr="A person in a blue shirt&#10;&#10;Description automatically generated">
            <a:extLst>
              <a:ext uri="{FF2B5EF4-FFF2-40B4-BE49-F238E27FC236}">
                <a16:creationId xmlns:a16="http://schemas.microsoft.com/office/drawing/2014/main" id="{4F933558-9012-B54E-C858-F1CCCA6A5DAB}"/>
              </a:ext>
            </a:extLst>
          </p:cNvPr>
          <p:cNvPicPr>
            <a:picLocks noGrp="1" noChangeAspect="1"/>
          </p:cNvPicPr>
          <p:nvPr>
            <p:ph type="pic" sz="quarter" idx="13"/>
          </p:nvPr>
        </p:nvPicPr>
        <p:blipFill rotWithShape="1">
          <a:blip r:embed="rId5">
            <a:extLst>
              <a:ext uri="{28A0092B-C50C-407E-A947-70E740481C1C}">
                <a14:useLocalDpi xmlns:a14="http://schemas.microsoft.com/office/drawing/2010/main" val="0"/>
              </a:ext>
            </a:extLst>
          </a:blip>
          <a:srcRect l="25682" t="23585" r="28519" b="30554"/>
          <a:stretch/>
        </p:blipFill>
        <p:spPr>
          <a:xfrm>
            <a:off x="0" y="0"/>
            <a:ext cx="4883643" cy="6858000"/>
          </a:xfrm>
        </p:spPr>
      </p:pic>
    </p:spTree>
    <p:extLst>
      <p:ext uri="{BB962C8B-B14F-4D97-AF65-F5344CB8AC3E}">
        <p14:creationId xmlns:p14="http://schemas.microsoft.com/office/powerpoint/2010/main" val="19018300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5AC370A2-9ABE-6025-730D-09ED69827654}"/>
              </a:ext>
            </a:extLst>
          </p:cNvPr>
          <p:cNvPicPr>
            <a:picLocks noChangeAspect="1"/>
          </p:cNvPicPr>
          <p:nvPr/>
        </p:nvPicPr>
        <p:blipFill>
          <a:blip r:embed="rId3"/>
          <a:stretch>
            <a:fillRect/>
          </a:stretch>
        </p:blipFill>
        <p:spPr>
          <a:xfrm>
            <a:off x="6434123" y="655700"/>
            <a:ext cx="5035565" cy="5468474"/>
          </a:xfrm>
          <a:prstGeom prst="rect">
            <a:avLst/>
          </a:prstGeom>
        </p:spPr>
      </p:pic>
      <p:sp>
        <p:nvSpPr>
          <p:cNvPr id="5" name="Tijdelijke aanduiding voor datum 4">
            <a:extLst>
              <a:ext uri="{FF2B5EF4-FFF2-40B4-BE49-F238E27FC236}">
                <a16:creationId xmlns:a16="http://schemas.microsoft.com/office/drawing/2014/main" id="{B994BAD7-1490-F4D5-9092-3EB7111B7DF7}"/>
              </a:ext>
            </a:extLst>
          </p:cNvPr>
          <p:cNvSpPr>
            <a:spLocks noGrp="1"/>
          </p:cNvSpPr>
          <p:nvPr>
            <p:ph type="dt" sz="half" idx="18"/>
          </p:nvPr>
        </p:nvSpPr>
        <p:spPr>
          <a:xfrm>
            <a:off x="10215497" y="6405669"/>
            <a:ext cx="697307" cy="184666"/>
          </a:xfrm>
        </p:spPr>
        <p:txBody>
          <a:bodyPr/>
          <a:lstStyle/>
          <a:p>
            <a:r>
              <a:rPr lang="LID4096" dirty="0"/>
              <a:t>08/30/2024</a:t>
            </a:r>
            <a:endParaRPr lang="en-GB" dirty="0"/>
          </a:p>
        </p:txBody>
      </p:sp>
      <p:sp>
        <p:nvSpPr>
          <p:cNvPr id="16" name="Tijdelijke aanduiding voor dianummer 15">
            <a:extLst>
              <a:ext uri="{FF2B5EF4-FFF2-40B4-BE49-F238E27FC236}">
                <a16:creationId xmlns:a16="http://schemas.microsoft.com/office/drawing/2014/main" id="{BBB35617-5649-3A69-5ACC-A5828B3F289A}"/>
              </a:ext>
            </a:extLst>
          </p:cNvPr>
          <p:cNvSpPr>
            <a:spLocks noGrp="1"/>
          </p:cNvSpPr>
          <p:nvPr>
            <p:ph type="sldNum" sz="quarter" idx="20"/>
          </p:nvPr>
        </p:nvSpPr>
        <p:spPr>
          <a:xfrm>
            <a:off x="11178464" y="6405669"/>
            <a:ext cx="291298" cy="184666"/>
          </a:xfrm>
        </p:spPr>
        <p:txBody>
          <a:bodyPr/>
          <a:lstStyle/>
          <a:p>
            <a:fld id="{9E843DB9-9987-4157-AB9C-CEA8D7D910BB}" type="slidenum">
              <a:rPr lang="en-GB" smtClean="0"/>
              <a:pPr/>
              <a:t>6</a:t>
            </a:fld>
            <a:endParaRPr lang="en-GB" dirty="0"/>
          </a:p>
        </p:txBody>
      </p:sp>
      <p:sp>
        <p:nvSpPr>
          <p:cNvPr id="8" name="Tijdelijke aanduiding voor tekst 7">
            <a:extLst>
              <a:ext uri="{FF2B5EF4-FFF2-40B4-BE49-F238E27FC236}">
                <a16:creationId xmlns:a16="http://schemas.microsoft.com/office/drawing/2014/main" id="{73C0F465-AC54-5AF4-B9C9-64F21371EF32}"/>
              </a:ext>
            </a:extLst>
          </p:cNvPr>
          <p:cNvSpPr>
            <a:spLocks noGrp="1"/>
          </p:cNvSpPr>
          <p:nvPr>
            <p:ph type="body" sz="quarter" idx="21"/>
          </p:nvPr>
        </p:nvSpPr>
        <p:spPr>
          <a:xfrm>
            <a:off x="717552" y="1438162"/>
            <a:ext cx="4530854" cy="4435475"/>
          </a:xfrm>
        </p:spPr>
        <p:txBody>
          <a:bodyPr/>
          <a:lstStyle/>
          <a:p>
            <a:pPr lvl="2"/>
            <a:r>
              <a:rPr lang="en-US" dirty="0"/>
              <a:t>Why I chose </a:t>
            </a:r>
            <a:r>
              <a:rPr lang="en-US" u="sng" dirty="0"/>
              <a:t>reinforcement learning</a:t>
            </a:r>
            <a:r>
              <a:rPr lang="en-US" dirty="0"/>
              <a:t> for </a:t>
            </a:r>
            <a:r>
              <a:rPr lang="en-US" u="sng" dirty="0"/>
              <a:t>flight control</a:t>
            </a:r>
            <a:r>
              <a:rPr lang="en-US" dirty="0"/>
              <a:t>.</a:t>
            </a:r>
            <a:br>
              <a:rPr lang="en-GB" dirty="0"/>
            </a:br>
            <a:endParaRPr lang="en-GB" dirty="0"/>
          </a:p>
          <a:p>
            <a:pPr lvl="4"/>
            <a:r>
              <a:rPr lang="en-GB" dirty="0"/>
              <a:t>Practical Reasons </a:t>
            </a:r>
          </a:p>
          <a:p>
            <a:pPr lvl="6"/>
            <a:r>
              <a:rPr lang="en-GB" dirty="0"/>
              <a:t>Fault tolerance</a:t>
            </a:r>
          </a:p>
          <a:p>
            <a:pPr lvl="6"/>
            <a:r>
              <a:rPr lang="en-GB" dirty="0"/>
              <a:t>Adaptive control</a:t>
            </a:r>
          </a:p>
          <a:p>
            <a:pPr lvl="6"/>
            <a:r>
              <a:rPr lang="en-GB" dirty="0"/>
              <a:t>Less model dependence</a:t>
            </a:r>
          </a:p>
          <a:p>
            <a:pPr marL="0" lvl="6" indent="0">
              <a:buNone/>
            </a:pPr>
            <a:endParaRPr lang="en-GB" dirty="0"/>
          </a:p>
          <a:p>
            <a:pPr lvl="4"/>
            <a:r>
              <a:rPr lang="en-GB" dirty="0"/>
              <a:t>Personal Reasons </a:t>
            </a:r>
          </a:p>
          <a:p>
            <a:pPr lvl="6"/>
            <a:r>
              <a:rPr lang="en-GB" dirty="0"/>
              <a:t>Technological enthusiasm</a:t>
            </a:r>
          </a:p>
          <a:p>
            <a:pPr lvl="6"/>
            <a:r>
              <a:rPr lang="en-GB" dirty="0"/>
              <a:t>… need to graduate</a:t>
            </a:r>
          </a:p>
          <a:p>
            <a:pPr marL="0" lvl="6" indent="0">
              <a:buNone/>
            </a:pPr>
            <a:endParaRPr lang="en-GB" dirty="0"/>
          </a:p>
        </p:txBody>
      </p:sp>
      <p:sp>
        <p:nvSpPr>
          <p:cNvPr id="14" name="Titel 13">
            <a:extLst>
              <a:ext uri="{FF2B5EF4-FFF2-40B4-BE49-F238E27FC236}">
                <a16:creationId xmlns:a16="http://schemas.microsoft.com/office/drawing/2014/main" id="{4E840CAD-8869-66D6-F142-07912B6A4DF2}"/>
              </a:ext>
            </a:extLst>
          </p:cNvPr>
          <p:cNvSpPr>
            <a:spLocks noGrp="1"/>
          </p:cNvSpPr>
          <p:nvPr>
            <p:ph type="title"/>
          </p:nvPr>
        </p:nvSpPr>
        <p:spPr>
          <a:xfrm>
            <a:off x="718666" y="722454"/>
            <a:ext cx="10752610" cy="323409"/>
          </a:xfrm>
        </p:spPr>
        <p:txBody>
          <a:bodyPr/>
          <a:lstStyle/>
          <a:p>
            <a:r>
              <a:rPr lang="en-GB" dirty="0"/>
              <a:t>Motivations</a:t>
            </a:r>
          </a:p>
        </p:txBody>
      </p:sp>
      <p:sp>
        <p:nvSpPr>
          <p:cNvPr id="3" name="Rectangle: Rounded Corners 2">
            <a:extLst>
              <a:ext uri="{FF2B5EF4-FFF2-40B4-BE49-F238E27FC236}">
                <a16:creationId xmlns:a16="http://schemas.microsoft.com/office/drawing/2014/main" id="{925F389A-4FC5-54AB-2FAB-9A2F6B4A08F1}"/>
              </a:ext>
            </a:extLst>
          </p:cNvPr>
          <p:cNvSpPr/>
          <p:nvPr/>
        </p:nvSpPr>
        <p:spPr>
          <a:xfrm>
            <a:off x="3423407" y="416687"/>
            <a:ext cx="1034144" cy="84898"/>
          </a:xfrm>
          <a:prstGeom prst="roundRect">
            <a:avLst>
              <a:gd name="adj" fmla="val 50000"/>
            </a:avLst>
          </a:prstGeom>
          <a:solidFill>
            <a:srgbClr val="00A6D6"/>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LID4096" sz="1600" dirty="0" err="1"/>
          </a:p>
        </p:txBody>
      </p:sp>
    </p:spTree>
    <p:extLst>
      <p:ext uri="{BB962C8B-B14F-4D97-AF65-F5344CB8AC3E}">
        <p14:creationId xmlns:p14="http://schemas.microsoft.com/office/powerpoint/2010/main" val="3265783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jdelijke aanduiding voor datum 4">
            <a:extLst>
              <a:ext uri="{FF2B5EF4-FFF2-40B4-BE49-F238E27FC236}">
                <a16:creationId xmlns:a16="http://schemas.microsoft.com/office/drawing/2014/main" id="{B994BAD7-1490-F4D5-9092-3EB7111B7DF7}"/>
              </a:ext>
            </a:extLst>
          </p:cNvPr>
          <p:cNvSpPr>
            <a:spLocks noGrp="1"/>
          </p:cNvSpPr>
          <p:nvPr>
            <p:ph type="dt" sz="half" idx="18"/>
          </p:nvPr>
        </p:nvSpPr>
        <p:spPr>
          <a:xfrm>
            <a:off x="10146569" y="6405669"/>
            <a:ext cx="766235" cy="184666"/>
          </a:xfrm>
        </p:spPr>
        <p:txBody>
          <a:bodyPr/>
          <a:lstStyle/>
          <a:p>
            <a:r>
              <a:rPr lang="LID4096"/>
              <a:t>08/30/2024</a:t>
            </a:r>
            <a:endParaRPr lang="en-GB" dirty="0"/>
          </a:p>
        </p:txBody>
      </p:sp>
      <p:sp>
        <p:nvSpPr>
          <p:cNvPr id="16" name="Tijdelijke aanduiding voor dianummer 15">
            <a:extLst>
              <a:ext uri="{FF2B5EF4-FFF2-40B4-BE49-F238E27FC236}">
                <a16:creationId xmlns:a16="http://schemas.microsoft.com/office/drawing/2014/main" id="{BBB35617-5649-3A69-5ACC-A5828B3F289A}"/>
              </a:ext>
            </a:extLst>
          </p:cNvPr>
          <p:cNvSpPr>
            <a:spLocks noGrp="1"/>
          </p:cNvSpPr>
          <p:nvPr>
            <p:ph type="sldNum" sz="quarter" idx="20"/>
          </p:nvPr>
        </p:nvSpPr>
        <p:spPr>
          <a:xfrm>
            <a:off x="11178464" y="6405669"/>
            <a:ext cx="291298" cy="184666"/>
          </a:xfrm>
        </p:spPr>
        <p:txBody>
          <a:bodyPr/>
          <a:lstStyle/>
          <a:p>
            <a:fld id="{9E843DB9-9987-4157-AB9C-CEA8D7D910BB}" type="slidenum">
              <a:rPr lang="en-GB" smtClean="0"/>
              <a:pPr/>
              <a:t>7</a:t>
            </a:fld>
            <a:endParaRPr lang="en-GB" dirty="0"/>
          </a:p>
        </p:txBody>
      </p:sp>
      <p:sp>
        <p:nvSpPr>
          <p:cNvPr id="8" name="Tijdelijke aanduiding voor tekst 7">
            <a:extLst>
              <a:ext uri="{FF2B5EF4-FFF2-40B4-BE49-F238E27FC236}">
                <a16:creationId xmlns:a16="http://schemas.microsoft.com/office/drawing/2014/main" id="{73C0F465-AC54-5AF4-B9C9-64F21371EF32}"/>
              </a:ext>
            </a:extLst>
          </p:cNvPr>
          <p:cNvSpPr>
            <a:spLocks noGrp="1"/>
          </p:cNvSpPr>
          <p:nvPr>
            <p:ph type="body" sz="quarter" idx="21"/>
          </p:nvPr>
        </p:nvSpPr>
        <p:spPr>
          <a:xfrm>
            <a:off x="719139" y="2786742"/>
            <a:ext cx="10752136" cy="3214007"/>
          </a:xfrm>
        </p:spPr>
        <p:txBody>
          <a:bodyPr/>
          <a:lstStyle/>
          <a:p>
            <a:pPr lvl="2" algn="ctr"/>
            <a:r>
              <a:rPr lang="en-US" sz="2800" dirty="0">
                <a:solidFill>
                  <a:srgbClr val="0C2340"/>
                </a:solidFill>
              </a:rPr>
              <a:t>To improve the </a:t>
            </a:r>
            <a:r>
              <a:rPr lang="en-US" sz="2800" dirty="0">
                <a:solidFill>
                  <a:srgbClr val="00A6D6"/>
                </a:solidFill>
              </a:rPr>
              <a:t>fault-tolerance</a:t>
            </a:r>
            <a:r>
              <a:rPr lang="en-US" sz="2800" dirty="0">
                <a:solidFill>
                  <a:srgbClr val="0C2340"/>
                </a:solidFill>
              </a:rPr>
              <a:t> of RL based flight controllers by advancing the state of the art, through researching </a:t>
            </a:r>
            <a:r>
              <a:rPr lang="en-US" sz="2800" dirty="0">
                <a:solidFill>
                  <a:srgbClr val="00A6D6"/>
                </a:solidFill>
              </a:rPr>
              <a:t>novel augmentations </a:t>
            </a:r>
            <a:r>
              <a:rPr lang="en-US" sz="2800" dirty="0">
                <a:solidFill>
                  <a:srgbClr val="0C2340"/>
                </a:solidFill>
              </a:rPr>
              <a:t>to reinforcement learning algorithms</a:t>
            </a:r>
            <a:endParaRPr lang="en-GB" sz="2800" dirty="0">
              <a:solidFill>
                <a:srgbClr val="0C2340"/>
              </a:solidFill>
            </a:endParaRPr>
          </a:p>
        </p:txBody>
      </p:sp>
      <p:sp>
        <p:nvSpPr>
          <p:cNvPr id="14" name="Titel 13">
            <a:extLst>
              <a:ext uri="{FF2B5EF4-FFF2-40B4-BE49-F238E27FC236}">
                <a16:creationId xmlns:a16="http://schemas.microsoft.com/office/drawing/2014/main" id="{4E840CAD-8869-66D6-F142-07912B6A4DF2}"/>
              </a:ext>
            </a:extLst>
          </p:cNvPr>
          <p:cNvSpPr>
            <a:spLocks noGrp="1"/>
          </p:cNvSpPr>
          <p:nvPr>
            <p:ph type="title"/>
          </p:nvPr>
        </p:nvSpPr>
        <p:spPr>
          <a:xfrm>
            <a:off x="718666" y="722454"/>
            <a:ext cx="10752610" cy="323409"/>
          </a:xfrm>
        </p:spPr>
        <p:txBody>
          <a:bodyPr/>
          <a:lstStyle/>
          <a:p>
            <a:r>
              <a:rPr lang="en-GB" dirty="0"/>
              <a:t>Research Objective</a:t>
            </a:r>
          </a:p>
        </p:txBody>
      </p:sp>
      <p:sp>
        <p:nvSpPr>
          <p:cNvPr id="3" name="Rectangle: Rounded Corners 2">
            <a:extLst>
              <a:ext uri="{FF2B5EF4-FFF2-40B4-BE49-F238E27FC236}">
                <a16:creationId xmlns:a16="http://schemas.microsoft.com/office/drawing/2014/main" id="{C61F3DDC-F740-284E-F804-C10EAEAA27E0}"/>
              </a:ext>
            </a:extLst>
          </p:cNvPr>
          <p:cNvSpPr/>
          <p:nvPr/>
        </p:nvSpPr>
        <p:spPr>
          <a:xfrm>
            <a:off x="3423407" y="416687"/>
            <a:ext cx="1034144" cy="84898"/>
          </a:xfrm>
          <a:prstGeom prst="roundRect">
            <a:avLst>
              <a:gd name="adj" fmla="val 50000"/>
            </a:avLst>
          </a:prstGeom>
          <a:solidFill>
            <a:srgbClr val="00A6D6"/>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LID4096" sz="1600" dirty="0" err="1"/>
          </a:p>
        </p:txBody>
      </p:sp>
    </p:spTree>
    <p:extLst>
      <p:ext uri="{BB962C8B-B14F-4D97-AF65-F5344CB8AC3E}">
        <p14:creationId xmlns:p14="http://schemas.microsoft.com/office/powerpoint/2010/main" val="24457660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jdelijke aanduiding voor datum 4">
            <a:extLst>
              <a:ext uri="{FF2B5EF4-FFF2-40B4-BE49-F238E27FC236}">
                <a16:creationId xmlns:a16="http://schemas.microsoft.com/office/drawing/2014/main" id="{B994BAD7-1490-F4D5-9092-3EB7111B7DF7}"/>
              </a:ext>
            </a:extLst>
          </p:cNvPr>
          <p:cNvSpPr>
            <a:spLocks noGrp="1"/>
          </p:cNvSpPr>
          <p:nvPr>
            <p:ph type="dt" sz="half" idx="18"/>
          </p:nvPr>
        </p:nvSpPr>
        <p:spPr>
          <a:xfrm>
            <a:off x="10146569" y="6405669"/>
            <a:ext cx="766235" cy="184666"/>
          </a:xfrm>
        </p:spPr>
        <p:txBody>
          <a:bodyPr/>
          <a:lstStyle/>
          <a:p>
            <a:r>
              <a:rPr lang="LID4096"/>
              <a:t>08/30/2024</a:t>
            </a:r>
            <a:endParaRPr lang="en-GB" dirty="0"/>
          </a:p>
        </p:txBody>
      </p:sp>
      <p:sp>
        <p:nvSpPr>
          <p:cNvPr id="16" name="Tijdelijke aanduiding voor dianummer 15">
            <a:extLst>
              <a:ext uri="{FF2B5EF4-FFF2-40B4-BE49-F238E27FC236}">
                <a16:creationId xmlns:a16="http://schemas.microsoft.com/office/drawing/2014/main" id="{BBB35617-5649-3A69-5ACC-A5828B3F289A}"/>
              </a:ext>
            </a:extLst>
          </p:cNvPr>
          <p:cNvSpPr>
            <a:spLocks noGrp="1"/>
          </p:cNvSpPr>
          <p:nvPr>
            <p:ph type="sldNum" sz="quarter" idx="20"/>
          </p:nvPr>
        </p:nvSpPr>
        <p:spPr>
          <a:xfrm>
            <a:off x="11178464" y="6405669"/>
            <a:ext cx="291298" cy="184666"/>
          </a:xfrm>
        </p:spPr>
        <p:txBody>
          <a:bodyPr/>
          <a:lstStyle/>
          <a:p>
            <a:fld id="{9E843DB9-9987-4157-AB9C-CEA8D7D910BB}" type="slidenum">
              <a:rPr lang="en-GB" smtClean="0"/>
              <a:pPr/>
              <a:t>8</a:t>
            </a:fld>
            <a:endParaRPr lang="en-GB" dirty="0"/>
          </a:p>
        </p:txBody>
      </p:sp>
      <p:sp>
        <p:nvSpPr>
          <p:cNvPr id="8" name="Tijdelijke aanduiding voor tekst 7">
            <a:extLst>
              <a:ext uri="{FF2B5EF4-FFF2-40B4-BE49-F238E27FC236}">
                <a16:creationId xmlns:a16="http://schemas.microsoft.com/office/drawing/2014/main" id="{73C0F465-AC54-5AF4-B9C9-64F21371EF32}"/>
              </a:ext>
            </a:extLst>
          </p:cNvPr>
          <p:cNvSpPr>
            <a:spLocks noGrp="1"/>
          </p:cNvSpPr>
          <p:nvPr>
            <p:ph type="body" sz="quarter" idx="21"/>
          </p:nvPr>
        </p:nvSpPr>
        <p:spPr>
          <a:xfrm>
            <a:off x="719139" y="1565274"/>
            <a:ext cx="10752136" cy="323409"/>
          </a:xfrm>
        </p:spPr>
        <p:txBody>
          <a:bodyPr/>
          <a:lstStyle/>
          <a:p>
            <a:pPr lvl="2"/>
            <a:r>
              <a:rPr lang="en-GB" dirty="0"/>
              <a:t>Dissecting the research objective, we have the following research questions:</a:t>
            </a:r>
          </a:p>
          <a:p>
            <a:pPr lvl="4"/>
            <a:endParaRPr lang="en-GB" dirty="0"/>
          </a:p>
        </p:txBody>
      </p:sp>
      <p:sp>
        <p:nvSpPr>
          <p:cNvPr id="14" name="Titel 13">
            <a:extLst>
              <a:ext uri="{FF2B5EF4-FFF2-40B4-BE49-F238E27FC236}">
                <a16:creationId xmlns:a16="http://schemas.microsoft.com/office/drawing/2014/main" id="{4E840CAD-8869-66D6-F142-07912B6A4DF2}"/>
              </a:ext>
            </a:extLst>
          </p:cNvPr>
          <p:cNvSpPr>
            <a:spLocks noGrp="1"/>
          </p:cNvSpPr>
          <p:nvPr>
            <p:ph type="title"/>
          </p:nvPr>
        </p:nvSpPr>
        <p:spPr>
          <a:xfrm>
            <a:off x="718666" y="722454"/>
            <a:ext cx="10752610" cy="323409"/>
          </a:xfrm>
        </p:spPr>
        <p:txBody>
          <a:bodyPr/>
          <a:lstStyle/>
          <a:p>
            <a:r>
              <a:rPr lang="en-GB" dirty="0"/>
              <a:t>Research Questions</a:t>
            </a:r>
          </a:p>
        </p:txBody>
      </p:sp>
      <p:sp>
        <p:nvSpPr>
          <p:cNvPr id="2" name="TextBox 1">
            <a:extLst>
              <a:ext uri="{FF2B5EF4-FFF2-40B4-BE49-F238E27FC236}">
                <a16:creationId xmlns:a16="http://schemas.microsoft.com/office/drawing/2014/main" id="{9CD5277C-AEB1-4502-DC69-140AD0B67842}"/>
              </a:ext>
            </a:extLst>
          </p:cNvPr>
          <p:cNvSpPr txBox="1"/>
          <p:nvPr/>
        </p:nvSpPr>
        <p:spPr>
          <a:xfrm>
            <a:off x="-174171" y="2345590"/>
            <a:ext cx="11734800" cy="3603171"/>
          </a:xfrm>
          <a:prstGeom prst="rect">
            <a:avLst/>
          </a:prstGeom>
          <a:noFill/>
        </p:spPr>
        <p:txBody>
          <a:bodyPr wrap="square" lIns="0" tIns="0" rIns="0" bIns="0" rtlCol="0">
            <a:noAutofit/>
          </a:bodyPr>
          <a:lstStyle/>
          <a:p>
            <a:pPr algn="l">
              <a:spcBef>
                <a:spcPts val="600"/>
              </a:spcBef>
              <a:spcAft>
                <a:spcPts val="600"/>
              </a:spcAft>
            </a:pPr>
            <a:r>
              <a:rPr lang="en-US" sz="2000" dirty="0">
                <a:solidFill>
                  <a:srgbClr val="0C2340"/>
                </a:solidFill>
              </a:rPr>
              <a:t>	</a:t>
            </a:r>
            <a:r>
              <a:rPr lang="en-US" sz="2000" b="1" dirty="0">
                <a:solidFill>
                  <a:srgbClr val="0C2340"/>
                </a:solidFill>
              </a:rPr>
              <a:t>1</a:t>
            </a:r>
            <a:r>
              <a:rPr lang="en-US" sz="2000" dirty="0">
                <a:solidFill>
                  <a:srgbClr val="0C2340"/>
                </a:solidFill>
              </a:rPr>
              <a:t>. What promising </a:t>
            </a:r>
            <a:r>
              <a:rPr lang="en-US" sz="2000" u="sng" dirty="0">
                <a:solidFill>
                  <a:srgbClr val="0C2340"/>
                </a:solidFill>
              </a:rPr>
              <a:t>reinforcement learning algorithm</a:t>
            </a:r>
            <a:r>
              <a:rPr lang="en-US" sz="2000" dirty="0">
                <a:solidFill>
                  <a:srgbClr val="0C2340"/>
                </a:solidFill>
              </a:rPr>
              <a:t> for fault-tolerance and tracking performance	    should be further studied in the present research?</a:t>
            </a:r>
          </a:p>
          <a:p>
            <a:pPr algn="l">
              <a:spcBef>
                <a:spcPts val="600"/>
              </a:spcBef>
              <a:spcAft>
                <a:spcPts val="600"/>
              </a:spcAft>
            </a:pPr>
            <a:endParaRPr lang="en-US" sz="2000" dirty="0">
              <a:solidFill>
                <a:srgbClr val="0C2340"/>
              </a:solidFill>
            </a:endParaRPr>
          </a:p>
          <a:p>
            <a:pPr algn="l">
              <a:spcBef>
                <a:spcPts val="600"/>
              </a:spcBef>
              <a:spcAft>
                <a:spcPts val="600"/>
              </a:spcAft>
            </a:pPr>
            <a:r>
              <a:rPr lang="en-US" sz="2000" dirty="0">
                <a:solidFill>
                  <a:srgbClr val="0C2340"/>
                </a:solidFill>
              </a:rPr>
              <a:t>	</a:t>
            </a:r>
            <a:r>
              <a:rPr lang="en-US" sz="2000" b="1" dirty="0">
                <a:solidFill>
                  <a:srgbClr val="0C2340"/>
                </a:solidFill>
              </a:rPr>
              <a:t>2</a:t>
            </a:r>
            <a:r>
              <a:rPr lang="en-US" sz="2000" dirty="0">
                <a:solidFill>
                  <a:srgbClr val="0C2340"/>
                </a:solidFill>
              </a:rPr>
              <a:t>. How can the identified algorithm be applied to </a:t>
            </a:r>
            <a:r>
              <a:rPr lang="en-US" sz="2000" u="sng" dirty="0">
                <a:solidFill>
                  <a:srgbClr val="0C2340"/>
                </a:solidFill>
              </a:rPr>
              <a:t>control the PH-LAB</a:t>
            </a:r>
            <a:r>
              <a:rPr lang="en-US" sz="2000" dirty="0">
                <a:solidFill>
                  <a:srgbClr val="0C2340"/>
                </a:solidFill>
              </a:rPr>
              <a:t> research aircraft? </a:t>
            </a:r>
          </a:p>
          <a:p>
            <a:pPr algn="l">
              <a:spcBef>
                <a:spcPts val="600"/>
              </a:spcBef>
              <a:spcAft>
                <a:spcPts val="600"/>
              </a:spcAft>
            </a:pPr>
            <a:endParaRPr lang="en-US" sz="2000" dirty="0">
              <a:solidFill>
                <a:srgbClr val="0C2340"/>
              </a:solidFill>
            </a:endParaRPr>
          </a:p>
          <a:p>
            <a:pPr algn="l">
              <a:spcBef>
                <a:spcPts val="600"/>
              </a:spcBef>
              <a:spcAft>
                <a:spcPts val="600"/>
              </a:spcAft>
            </a:pPr>
            <a:r>
              <a:rPr lang="en-US" sz="2000" dirty="0">
                <a:solidFill>
                  <a:srgbClr val="0C2340"/>
                </a:solidFill>
              </a:rPr>
              <a:t>	</a:t>
            </a:r>
            <a:r>
              <a:rPr lang="en-US" sz="2000" b="1" dirty="0">
                <a:solidFill>
                  <a:srgbClr val="0C2340"/>
                </a:solidFill>
              </a:rPr>
              <a:t>3</a:t>
            </a:r>
            <a:r>
              <a:rPr lang="en-US" sz="2000" dirty="0">
                <a:solidFill>
                  <a:srgbClr val="0C2340"/>
                </a:solidFill>
              </a:rPr>
              <a:t>. How does the </a:t>
            </a:r>
            <a:r>
              <a:rPr lang="en-US" sz="2000" u="sng" dirty="0">
                <a:solidFill>
                  <a:srgbClr val="0C2340"/>
                </a:solidFill>
              </a:rPr>
              <a:t>developed flight controller perform</a:t>
            </a:r>
            <a:r>
              <a:rPr lang="en-US" sz="2000" dirty="0">
                <a:solidFill>
                  <a:srgbClr val="0C2340"/>
                </a:solidFill>
              </a:rPr>
              <a:t> during nominal flight and in the presence of 	    faults?</a:t>
            </a:r>
          </a:p>
        </p:txBody>
      </p:sp>
      <p:sp>
        <p:nvSpPr>
          <p:cNvPr id="3" name="Rectangle: Rounded Corners 2">
            <a:extLst>
              <a:ext uri="{FF2B5EF4-FFF2-40B4-BE49-F238E27FC236}">
                <a16:creationId xmlns:a16="http://schemas.microsoft.com/office/drawing/2014/main" id="{205820C8-2157-71B9-E25A-B24F8A542AB4}"/>
              </a:ext>
            </a:extLst>
          </p:cNvPr>
          <p:cNvSpPr/>
          <p:nvPr/>
        </p:nvSpPr>
        <p:spPr>
          <a:xfrm>
            <a:off x="3423407" y="416687"/>
            <a:ext cx="1034144" cy="84898"/>
          </a:xfrm>
          <a:prstGeom prst="roundRect">
            <a:avLst>
              <a:gd name="adj" fmla="val 50000"/>
            </a:avLst>
          </a:prstGeom>
          <a:solidFill>
            <a:srgbClr val="00A6D6"/>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LID4096" sz="1600" dirty="0" err="1"/>
          </a:p>
        </p:txBody>
      </p:sp>
    </p:spTree>
    <p:extLst>
      <p:ext uri="{BB962C8B-B14F-4D97-AF65-F5344CB8AC3E}">
        <p14:creationId xmlns:p14="http://schemas.microsoft.com/office/powerpoint/2010/main" val="34669150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58E7C436-EC2A-9405-90CB-80D54AC6FAB0}"/>
              </a:ext>
            </a:extLst>
          </p:cNvPr>
          <p:cNvSpPr>
            <a:spLocks noGrp="1"/>
          </p:cNvSpPr>
          <p:nvPr>
            <p:ph type="title"/>
          </p:nvPr>
        </p:nvSpPr>
        <p:spPr>
          <a:xfrm>
            <a:off x="0" y="-429019"/>
            <a:ext cx="2449388" cy="276999"/>
          </a:xfrm>
        </p:spPr>
        <p:txBody>
          <a:bodyPr/>
          <a:lstStyle/>
          <a:p>
            <a:r>
              <a:rPr lang="en-GB" dirty="0"/>
              <a:t>Chapter | colour mode</a:t>
            </a:r>
          </a:p>
        </p:txBody>
      </p:sp>
      <p:sp>
        <p:nvSpPr>
          <p:cNvPr id="5" name="Tijdelijke aanduiding voor datum 4">
            <a:extLst>
              <a:ext uri="{FF2B5EF4-FFF2-40B4-BE49-F238E27FC236}">
                <a16:creationId xmlns:a16="http://schemas.microsoft.com/office/drawing/2014/main" id="{D67A1CDF-CE7A-2845-FCD6-C8689DAE85AF}"/>
              </a:ext>
            </a:extLst>
          </p:cNvPr>
          <p:cNvSpPr>
            <a:spLocks noGrp="1"/>
          </p:cNvSpPr>
          <p:nvPr>
            <p:ph type="dt" sz="half" idx="10"/>
          </p:nvPr>
        </p:nvSpPr>
        <p:spPr/>
        <p:txBody>
          <a:bodyPr/>
          <a:lstStyle/>
          <a:p>
            <a:r>
              <a:rPr lang="LID4096"/>
              <a:t>08/30/2024</a:t>
            </a:r>
            <a:endParaRPr lang="en-GB" dirty="0"/>
          </a:p>
        </p:txBody>
      </p:sp>
      <p:sp>
        <p:nvSpPr>
          <p:cNvPr id="11" name="Tijdelijke aanduiding voor dianummer 10">
            <a:extLst>
              <a:ext uri="{FF2B5EF4-FFF2-40B4-BE49-F238E27FC236}">
                <a16:creationId xmlns:a16="http://schemas.microsoft.com/office/drawing/2014/main" id="{3C89D748-71DD-4DAC-8848-8CDE7F6AAE87}"/>
              </a:ext>
            </a:extLst>
          </p:cNvPr>
          <p:cNvSpPr>
            <a:spLocks noGrp="1"/>
          </p:cNvSpPr>
          <p:nvPr>
            <p:ph type="sldNum" sz="quarter" idx="12"/>
          </p:nvPr>
        </p:nvSpPr>
        <p:spPr/>
        <p:txBody>
          <a:bodyPr/>
          <a:lstStyle/>
          <a:p>
            <a:fld id="{9E843DB9-9987-4157-AB9C-CEA8D7D910BB}" type="slidenum">
              <a:rPr lang="en-GB" smtClean="0"/>
              <a:pPr/>
              <a:t>9</a:t>
            </a:fld>
            <a:endParaRPr lang="en-GB" dirty="0"/>
          </a:p>
        </p:txBody>
      </p:sp>
      <p:sp>
        <p:nvSpPr>
          <p:cNvPr id="2" name="Rechthoek 1">
            <a:extLst>
              <a:ext uri="{FF2B5EF4-FFF2-40B4-BE49-F238E27FC236}">
                <a16:creationId xmlns:a16="http://schemas.microsoft.com/office/drawing/2014/main" id="{27F21320-E507-82EC-7262-50851D3CBCD0}"/>
              </a:ext>
            </a:extLst>
          </p:cNvPr>
          <p:cNvSpPr>
            <a:spLocks noGrp="1" noRot="1" noMove="1" noResize="1" noEditPoints="1" noAdjustHandles="1" noChangeArrowheads="1" noChangeShapeType="1"/>
          </p:cNvSpPr>
          <p:nvPr/>
        </p:nvSpPr>
        <p:spPr>
          <a:xfrm>
            <a:off x="3818238" y="719138"/>
            <a:ext cx="7651524" cy="528161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grpSp>
        <p:nvGrpSpPr>
          <p:cNvPr id="3" name="Groep 2">
            <a:extLst>
              <a:ext uri="{FF2B5EF4-FFF2-40B4-BE49-F238E27FC236}">
                <a16:creationId xmlns:a16="http://schemas.microsoft.com/office/drawing/2014/main" id="{CC4D7E79-8F48-60CE-0514-1ADC020B654A}"/>
              </a:ext>
            </a:extLst>
          </p:cNvPr>
          <p:cNvGrpSpPr>
            <a:grpSpLocks noGrp="1" noUngrp="1" noRot="1" noMove="1" noResize="1"/>
          </p:cNvGrpSpPr>
          <p:nvPr/>
        </p:nvGrpSpPr>
        <p:grpSpPr>
          <a:xfrm>
            <a:off x="719138" y="1565275"/>
            <a:ext cx="4005803" cy="2251756"/>
            <a:chOff x="719138" y="1565275"/>
            <a:chExt cx="5348870" cy="3006725"/>
          </a:xfrm>
        </p:grpSpPr>
        <p:sp>
          <p:nvSpPr>
            <p:cNvPr id="4" name="Rechthoek 3">
              <a:extLst>
                <a:ext uri="{FF2B5EF4-FFF2-40B4-BE49-F238E27FC236}">
                  <a16:creationId xmlns:a16="http://schemas.microsoft.com/office/drawing/2014/main" id="{110ABE8C-C934-CB0D-3B36-E2A2ABBCAD3B}"/>
                </a:ext>
              </a:extLst>
            </p:cNvPr>
            <p:cNvSpPr>
              <a:spLocks noGrp="1" noRot="1" noMove="1" noResize="1" noEditPoints="1" noAdjustHandles="1" noChangeArrowheads="1" noChangeShapeType="1"/>
            </p:cNvSpPr>
            <p:nvPr userDrawn="1"/>
          </p:nvSpPr>
          <p:spPr>
            <a:xfrm>
              <a:off x="719138" y="1565275"/>
              <a:ext cx="5348870" cy="30067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sp>
          <p:nvSpPr>
            <p:cNvPr id="6" name="Vrije vorm: vorm 5">
              <a:extLst>
                <a:ext uri="{FF2B5EF4-FFF2-40B4-BE49-F238E27FC236}">
                  <a16:creationId xmlns:a16="http://schemas.microsoft.com/office/drawing/2014/main" id="{E41EEBF8-9DAA-E217-BE74-8FCDB293B03E}"/>
                </a:ext>
              </a:extLst>
            </p:cNvPr>
            <p:cNvSpPr>
              <a:spLocks noGrp="1" noRot="1" noMove="1" noResize="1" noEditPoints="1" noAdjustHandles="1" noChangeArrowheads="1" noChangeShapeType="1"/>
            </p:cNvSpPr>
            <p:nvPr userDrawn="1"/>
          </p:nvSpPr>
          <p:spPr>
            <a:xfrm>
              <a:off x="719138" y="1565275"/>
              <a:ext cx="5348870" cy="3006089"/>
            </a:xfrm>
            <a:custGeom>
              <a:avLst/>
              <a:gdLst>
                <a:gd name="connsiteX0" fmla="*/ 9196825 w 12202751"/>
                <a:gd name="connsiteY0" fmla="*/ 6253791 h 6858000"/>
                <a:gd name="connsiteX1" fmla="*/ 9228283 w 12202751"/>
                <a:gd name="connsiteY1" fmla="*/ 6260764 h 6858000"/>
                <a:gd name="connsiteX2" fmla="*/ 9319129 w 12202751"/>
                <a:gd name="connsiteY2" fmla="*/ 6797771 h 6858000"/>
                <a:gd name="connsiteX3" fmla="*/ 9315062 w 12202751"/>
                <a:gd name="connsiteY3" fmla="*/ 6858000 h 6858000"/>
                <a:gd name="connsiteX4" fmla="*/ 8712780 w 12202751"/>
                <a:gd name="connsiteY4" fmla="*/ 6858000 h 6858000"/>
                <a:gd name="connsiteX5" fmla="*/ 8752852 w 12202751"/>
                <a:gd name="connsiteY5" fmla="*/ 6786092 h 6858000"/>
                <a:gd name="connsiteX6" fmla="*/ 9165949 w 12202751"/>
                <a:gd name="connsiteY6" fmla="*/ 6254507 h 6858000"/>
                <a:gd name="connsiteX7" fmla="*/ 9196825 w 12202751"/>
                <a:gd name="connsiteY7" fmla="*/ 6253791 h 6858000"/>
                <a:gd name="connsiteX8" fmla="*/ 6322661 w 12202751"/>
                <a:gd name="connsiteY8" fmla="*/ 860036 h 6858000"/>
                <a:gd name="connsiteX9" fmla="*/ 6406295 w 12202751"/>
                <a:gd name="connsiteY9" fmla="*/ 923793 h 6858000"/>
                <a:gd name="connsiteX10" fmla="*/ 6343263 w 12202751"/>
                <a:gd name="connsiteY10" fmla="*/ 1578190 h 6858000"/>
                <a:gd name="connsiteX11" fmla="*/ 3612233 w 12202751"/>
                <a:gd name="connsiteY11" fmla="*/ 6735009 h 6858000"/>
                <a:gd name="connsiteX12" fmla="*/ 3592717 w 12202751"/>
                <a:gd name="connsiteY12" fmla="*/ 6858000 h 6858000"/>
                <a:gd name="connsiteX13" fmla="*/ 0 w 12202751"/>
                <a:gd name="connsiteY13" fmla="*/ 6858000 h 6858000"/>
                <a:gd name="connsiteX14" fmla="*/ 0 w 12202751"/>
                <a:gd name="connsiteY14" fmla="*/ 6632489 h 6858000"/>
                <a:gd name="connsiteX15" fmla="*/ 339610 w 12202751"/>
                <a:gd name="connsiteY15" fmla="*/ 6322172 h 6858000"/>
                <a:gd name="connsiteX16" fmla="*/ 5674132 w 12202751"/>
                <a:gd name="connsiteY16" fmla="*/ 1607274 h 6858000"/>
                <a:gd name="connsiteX17" fmla="*/ 6322661 w 12202751"/>
                <a:gd name="connsiteY17" fmla="*/ 860036 h 6858000"/>
                <a:gd name="connsiteX18" fmla="*/ 11650950 w 12202751"/>
                <a:gd name="connsiteY18" fmla="*/ 0 h 6858000"/>
                <a:gd name="connsiteX19" fmla="*/ 12202751 w 12202751"/>
                <a:gd name="connsiteY19" fmla="*/ 0 h 6858000"/>
                <a:gd name="connsiteX20" fmla="*/ 12202751 w 12202751"/>
                <a:gd name="connsiteY20" fmla="*/ 4442690 h 6858000"/>
                <a:gd name="connsiteX21" fmla="*/ 12090669 w 12202751"/>
                <a:gd name="connsiteY21" fmla="*/ 4422014 h 6858000"/>
                <a:gd name="connsiteX22" fmla="*/ 10571396 w 12202751"/>
                <a:gd name="connsiteY22" fmla="*/ 2213198 h 6858000"/>
                <a:gd name="connsiteX23" fmla="*/ 11525799 w 12202751"/>
                <a:gd name="connsiteY23" fmla="*/ 135882 h 6858000"/>
                <a:gd name="connsiteX24" fmla="*/ 0 w 12202751"/>
                <a:gd name="connsiteY24" fmla="*/ 0 h 6858000"/>
                <a:gd name="connsiteX25" fmla="*/ 2054194 w 12202751"/>
                <a:gd name="connsiteY25" fmla="*/ 0 h 6858000"/>
                <a:gd name="connsiteX26" fmla="*/ 1941123 w 12202751"/>
                <a:gd name="connsiteY26" fmla="*/ 75811 h 6858000"/>
                <a:gd name="connsiteX27" fmla="*/ 206525 w 12202751"/>
                <a:gd name="connsiteY27" fmla="*/ 1437904 h 6858000"/>
                <a:gd name="connsiteX28" fmla="*/ 0 w 12202751"/>
                <a:gd name="connsiteY28" fmla="*/ 163234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2202751" h="6858000">
                  <a:moveTo>
                    <a:pt x="9196825" y="6253791"/>
                  </a:moveTo>
                  <a:cubicBezTo>
                    <a:pt x="9207202" y="6254820"/>
                    <a:pt x="9217676" y="6257130"/>
                    <a:pt x="9228283" y="6260764"/>
                  </a:cubicBezTo>
                  <a:cubicBezTo>
                    <a:pt x="9307834" y="6289395"/>
                    <a:pt x="9333091" y="6516346"/>
                    <a:pt x="9319129" y="6797771"/>
                  </a:cubicBezTo>
                  <a:lnTo>
                    <a:pt x="9315062" y="6858000"/>
                  </a:lnTo>
                  <a:lnTo>
                    <a:pt x="8712780" y="6858000"/>
                  </a:lnTo>
                  <a:lnTo>
                    <a:pt x="8752852" y="6786092"/>
                  </a:lnTo>
                  <a:cubicBezTo>
                    <a:pt x="8924836" y="6476801"/>
                    <a:pt x="9040774" y="6272774"/>
                    <a:pt x="9165949" y="6254507"/>
                  </a:cubicBezTo>
                  <a:cubicBezTo>
                    <a:pt x="9176167" y="6253017"/>
                    <a:pt x="9186447" y="6252763"/>
                    <a:pt x="9196825" y="6253791"/>
                  </a:cubicBezTo>
                  <a:close/>
                  <a:moveTo>
                    <a:pt x="6322661" y="860036"/>
                  </a:moveTo>
                  <a:cubicBezTo>
                    <a:pt x="6359190" y="857387"/>
                    <a:pt x="6388114" y="876530"/>
                    <a:pt x="6406295" y="923793"/>
                  </a:cubicBezTo>
                  <a:cubicBezTo>
                    <a:pt x="6454783" y="1049825"/>
                    <a:pt x="6420842" y="1229178"/>
                    <a:pt x="6343263" y="1578190"/>
                  </a:cubicBezTo>
                  <a:cubicBezTo>
                    <a:pt x="5856638" y="3709453"/>
                    <a:pt x="3958041" y="5234882"/>
                    <a:pt x="3612233" y="6735009"/>
                  </a:cubicBezTo>
                  <a:lnTo>
                    <a:pt x="3592717" y="6858000"/>
                  </a:lnTo>
                  <a:lnTo>
                    <a:pt x="0" y="6858000"/>
                  </a:lnTo>
                  <a:lnTo>
                    <a:pt x="0" y="6632489"/>
                  </a:lnTo>
                  <a:lnTo>
                    <a:pt x="339610" y="6322172"/>
                  </a:lnTo>
                  <a:cubicBezTo>
                    <a:pt x="2196386" y="4691797"/>
                    <a:pt x="4577580" y="3447091"/>
                    <a:pt x="5674132" y="1607274"/>
                  </a:cubicBezTo>
                  <a:cubicBezTo>
                    <a:pt x="5863234" y="1292194"/>
                    <a:pt x="6164370" y="871513"/>
                    <a:pt x="6322661" y="860036"/>
                  </a:cubicBezTo>
                  <a:close/>
                  <a:moveTo>
                    <a:pt x="11650950" y="0"/>
                  </a:moveTo>
                  <a:lnTo>
                    <a:pt x="12202751" y="0"/>
                  </a:lnTo>
                  <a:lnTo>
                    <a:pt x="12202751" y="4442690"/>
                  </a:lnTo>
                  <a:lnTo>
                    <a:pt x="12090669" y="4422014"/>
                  </a:lnTo>
                  <a:cubicBezTo>
                    <a:pt x="11211465" y="4223417"/>
                    <a:pt x="10568413" y="3552240"/>
                    <a:pt x="10571396" y="2213198"/>
                  </a:cubicBezTo>
                  <a:cubicBezTo>
                    <a:pt x="10572439" y="1498198"/>
                    <a:pt x="10939503" y="807920"/>
                    <a:pt x="11525799" y="135882"/>
                  </a:cubicBezTo>
                  <a:close/>
                  <a:moveTo>
                    <a:pt x="0" y="0"/>
                  </a:moveTo>
                  <a:lnTo>
                    <a:pt x="2054194" y="0"/>
                  </a:lnTo>
                  <a:lnTo>
                    <a:pt x="1941123" y="75811"/>
                  </a:lnTo>
                  <a:cubicBezTo>
                    <a:pt x="1355823" y="476321"/>
                    <a:pt x="767225" y="928929"/>
                    <a:pt x="206525" y="1437904"/>
                  </a:cubicBezTo>
                  <a:lnTo>
                    <a:pt x="0" y="1632346"/>
                  </a:lnTo>
                  <a:close/>
                </a:path>
              </a:pathLst>
            </a:custGeom>
            <a:solidFill>
              <a:srgbClr val="0076C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ctr">
              <a:noAutofit/>
            </a:bodyPr>
            <a:lstStyle/>
            <a:p>
              <a:pPr algn="ctr">
                <a:lnSpc>
                  <a:spcPct val="90000"/>
                </a:lnSpc>
                <a:spcBef>
                  <a:spcPts val="200"/>
                </a:spcBef>
                <a:spcAft>
                  <a:spcPts val="200"/>
                </a:spcAft>
              </a:pPr>
              <a:r>
                <a:rPr lang="en-GB" sz="1600"/>
                <a:t> </a:t>
              </a:r>
              <a:endParaRPr lang="en-GB" sz="1600" dirty="0"/>
            </a:p>
          </p:txBody>
        </p:sp>
      </p:grpSp>
      <p:sp>
        <p:nvSpPr>
          <p:cNvPr id="8" name="Tijdelijke aanduiding voor tekst 3">
            <a:extLst>
              <a:ext uri="{FF2B5EF4-FFF2-40B4-BE49-F238E27FC236}">
                <a16:creationId xmlns:a16="http://schemas.microsoft.com/office/drawing/2014/main" id="{904ECCCE-3C2D-9085-7607-58AA5A2E95F6}"/>
              </a:ext>
            </a:extLst>
          </p:cNvPr>
          <p:cNvSpPr txBox="1">
            <a:spLocks noGrp="1" noRot="1" noMove="1" noResize="1" noEditPoints="1" noAdjustHandles="1" noChangeArrowheads="1" noChangeShapeType="1"/>
          </p:cNvSpPr>
          <p:nvPr/>
        </p:nvSpPr>
        <p:spPr>
          <a:xfrm>
            <a:off x="5452533" y="2697634"/>
            <a:ext cx="5288703" cy="666849"/>
          </a:xfrm>
          <a:prstGeom prst="rect">
            <a:avLst/>
          </a:prstGeom>
        </p:spPr>
        <p:txBody>
          <a:bodyPr wrap="square" lIns="0" tIns="0" rIns="0" bIns="0" anchor="b" anchorCtr="0">
            <a:spAutoFit/>
          </a:bodyPr>
          <a:lstStyle>
            <a:lvl1pPr marL="0" indent="0" algn="l" defTabSz="914400" rtl="0" eaLnBrk="1" latinLnBrk="0" hangingPunct="1">
              <a:lnSpc>
                <a:spcPts val="5200"/>
              </a:lnSpc>
              <a:spcBef>
                <a:spcPts val="0"/>
              </a:spcBef>
              <a:spcAft>
                <a:spcPts val="0"/>
              </a:spcAft>
              <a:buClr>
                <a:schemeClr val="accent1"/>
              </a:buClr>
              <a:buSzPct val="120000"/>
              <a:buFont typeface="Arial" panose="020B0604020202020204" pitchFamily="34" charset="0"/>
              <a:buNone/>
              <a:defRPr sz="4800" b="1" i="0" kern="1200">
                <a:solidFill>
                  <a:schemeClr val="bg1"/>
                </a:solidFill>
                <a:latin typeface="+mj-lt"/>
                <a:ea typeface="+mn-ea"/>
                <a:cs typeface="+mn-cs"/>
              </a:defRPr>
            </a:lvl1pPr>
            <a:lvl2pPr marL="0" indent="0" algn="r" defTabSz="914400" rtl="0" eaLnBrk="1" latinLnBrk="0" hangingPunct="1">
              <a:lnSpc>
                <a:spcPct val="90000"/>
              </a:lnSpc>
              <a:spcBef>
                <a:spcPts val="600"/>
              </a:spcBef>
              <a:spcAft>
                <a:spcPts val="600"/>
              </a:spcAft>
              <a:buClr>
                <a:schemeClr val="accent1"/>
              </a:buClr>
              <a:buSzPct val="120000"/>
              <a:buFont typeface="Arial" panose="020B0604020202020204" pitchFamily="34" charset="0"/>
              <a:buNone/>
              <a:tabLst>
                <a:tab pos="712788" algn="l"/>
              </a:tabLst>
              <a:defRPr sz="4400" b="1" i="0" kern="1200">
                <a:solidFill>
                  <a:schemeClr val="bg1"/>
                </a:solidFill>
                <a:latin typeface="+mj-lt"/>
                <a:ea typeface="+mn-ea"/>
                <a:cs typeface="+mn-cs"/>
              </a:defRPr>
            </a:lvl2pPr>
            <a:lvl3pPr marL="0" indent="0" algn="r" defTabSz="914400" rtl="0" eaLnBrk="1" latinLnBrk="0" hangingPunct="1">
              <a:lnSpc>
                <a:spcPct val="90000"/>
              </a:lnSpc>
              <a:spcBef>
                <a:spcPts val="600"/>
              </a:spcBef>
              <a:spcAft>
                <a:spcPts val="600"/>
              </a:spcAft>
              <a:buClr>
                <a:schemeClr val="accent3"/>
              </a:buClr>
              <a:buFont typeface="Arial" panose="020B0604020202020204" pitchFamily="34" charset="0"/>
              <a:buNone/>
              <a:defRPr sz="4400" b="1" i="0" kern="1200">
                <a:solidFill>
                  <a:schemeClr val="bg1"/>
                </a:solidFill>
                <a:latin typeface="+mj-lt"/>
                <a:ea typeface="+mn-ea"/>
                <a:cs typeface="+mn-cs"/>
              </a:defRPr>
            </a:lvl3pPr>
            <a:lvl4pPr marL="0" indent="0" algn="r" defTabSz="914400" rtl="0" eaLnBrk="1" latinLnBrk="0" hangingPunct="1">
              <a:lnSpc>
                <a:spcPct val="90000"/>
              </a:lnSpc>
              <a:spcBef>
                <a:spcPts val="600"/>
              </a:spcBef>
              <a:spcAft>
                <a:spcPts val="600"/>
              </a:spcAft>
              <a:buFont typeface="Arial" panose="020B0604020202020204" pitchFamily="34" charset="0"/>
              <a:buNone/>
              <a:defRPr sz="4400" b="1" i="0" kern="1200">
                <a:solidFill>
                  <a:schemeClr val="bg1"/>
                </a:solidFill>
                <a:latin typeface="+mj-lt"/>
                <a:ea typeface="+mn-ea"/>
                <a:cs typeface="+mn-cs"/>
              </a:defRPr>
            </a:lvl4pPr>
            <a:lvl5pPr marL="0" indent="0" algn="r" defTabSz="914400" rtl="0" eaLnBrk="1" latinLnBrk="0" hangingPunct="1">
              <a:lnSpc>
                <a:spcPct val="90000"/>
              </a:lnSpc>
              <a:spcBef>
                <a:spcPts val="600"/>
              </a:spcBef>
              <a:spcAft>
                <a:spcPts val="600"/>
              </a:spcAft>
              <a:buFont typeface="Arial" panose="020B0604020202020204" pitchFamily="34" charset="0"/>
              <a:buNone/>
              <a:defRPr sz="4400" b="1" i="0" kern="1200">
                <a:solidFill>
                  <a:schemeClr val="bg1"/>
                </a:solidFill>
                <a:latin typeface="+mj-lt"/>
                <a:ea typeface="+mn-ea"/>
                <a:cs typeface="+mn-cs"/>
              </a:defRPr>
            </a:lvl5pPr>
            <a:lvl6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defRPr sz="4400" b="1" i="0" kern="1200" cap="none" baseline="0">
                <a:solidFill>
                  <a:schemeClr val="bg1"/>
                </a:solidFill>
                <a:latin typeface="+mj-lt"/>
                <a:ea typeface="+mn-ea"/>
                <a:cs typeface="+mn-cs"/>
              </a:defRPr>
            </a:lvl6pPr>
            <a:lvl7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tabLst/>
              <a:defRPr sz="4400" b="1" i="0" kern="1200">
                <a:solidFill>
                  <a:schemeClr val="bg1"/>
                </a:solidFill>
                <a:latin typeface="+mj-lt"/>
                <a:ea typeface="+mn-ea"/>
                <a:cs typeface="+mn-cs"/>
              </a:defRPr>
            </a:lvl7pPr>
            <a:lvl8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defRPr sz="4400" b="1" i="0" kern="1200">
                <a:solidFill>
                  <a:schemeClr val="bg1"/>
                </a:solidFill>
                <a:latin typeface="+mj-lt"/>
                <a:ea typeface="+mn-ea"/>
                <a:cs typeface="+mn-cs"/>
              </a:defRPr>
            </a:lvl8pPr>
            <a:lvl9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defRPr sz="4400" b="1" i="0" kern="1200">
                <a:solidFill>
                  <a:schemeClr val="bg1"/>
                </a:solidFill>
                <a:latin typeface="+mj-lt"/>
                <a:ea typeface="+mn-ea"/>
                <a:cs typeface="+mn-cs"/>
              </a:defRPr>
            </a:lvl9pPr>
          </a:lstStyle>
          <a:p>
            <a:r>
              <a:rPr lang="en-GB" dirty="0"/>
              <a:t>Background</a:t>
            </a:r>
          </a:p>
        </p:txBody>
      </p:sp>
      <p:sp>
        <p:nvSpPr>
          <p:cNvPr id="12" name="Tijdelijke aanduiding voor tekst 5">
            <a:extLst>
              <a:ext uri="{FF2B5EF4-FFF2-40B4-BE49-F238E27FC236}">
                <a16:creationId xmlns:a16="http://schemas.microsoft.com/office/drawing/2014/main" id="{FC6E48BE-16C4-90C6-A537-A038938CAC70}"/>
              </a:ext>
            </a:extLst>
          </p:cNvPr>
          <p:cNvSpPr txBox="1">
            <a:spLocks noGrp="1" noRot="1" noMove="1" noResize="1" noEditPoints="1" noAdjustHandles="1" noChangeArrowheads="1" noChangeShapeType="1"/>
          </p:cNvSpPr>
          <p:nvPr/>
        </p:nvSpPr>
        <p:spPr>
          <a:xfrm>
            <a:off x="1945226" y="1980190"/>
            <a:ext cx="1553631" cy="1421928"/>
          </a:xfrm>
          <a:prstGeom prst="rect">
            <a:avLst/>
          </a:prstGeom>
        </p:spPr>
        <p:txBody>
          <a:bodyPr wrap="none" anchor="ctr" anchorCtr="0">
            <a:spAutoFit/>
          </a:bodyPr>
          <a:lstStyle>
            <a:lvl1pPr marL="0" indent="0" algn="ctr" defTabSz="914400" rtl="0" eaLnBrk="1" latinLnBrk="0" hangingPunct="1">
              <a:lnSpc>
                <a:spcPct val="90000"/>
              </a:lnSpc>
              <a:spcBef>
                <a:spcPts val="600"/>
              </a:spcBef>
              <a:spcAft>
                <a:spcPts val="600"/>
              </a:spcAft>
              <a:buClr>
                <a:schemeClr val="accent1"/>
              </a:buClr>
              <a:buSzPct val="120000"/>
              <a:buFont typeface="Arial" panose="020B0604020202020204" pitchFamily="34" charset="0"/>
              <a:buNone/>
              <a:defRPr sz="9600" b="0" i="0" kern="1200" cap="all" baseline="0">
                <a:solidFill>
                  <a:schemeClr val="bg1"/>
                </a:solidFill>
                <a:latin typeface="+mn-lt"/>
                <a:ea typeface="+mn-ea"/>
                <a:cs typeface="+mn-cs"/>
              </a:defRPr>
            </a:lvl1pPr>
            <a:lvl2pPr marL="0" indent="0" algn="r" defTabSz="914400" rtl="0" eaLnBrk="1" latinLnBrk="0" hangingPunct="1">
              <a:lnSpc>
                <a:spcPct val="90000"/>
              </a:lnSpc>
              <a:spcBef>
                <a:spcPts val="600"/>
              </a:spcBef>
              <a:spcAft>
                <a:spcPts val="600"/>
              </a:spcAft>
              <a:buClr>
                <a:schemeClr val="accent1"/>
              </a:buClr>
              <a:buSzPct val="120000"/>
              <a:buFont typeface="Arial" panose="020B0604020202020204" pitchFamily="34" charset="0"/>
              <a:buNone/>
              <a:tabLst>
                <a:tab pos="712788" algn="l"/>
              </a:tabLst>
              <a:defRPr sz="2400" b="0" i="0" kern="1200">
                <a:solidFill>
                  <a:schemeClr val="bg1"/>
                </a:solidFill>
                <a:latin typeface="+mn-lt"/>
                <a:ea typeface="+mn-ea"/>
                <a:cs typeface="+mn-cs"/>
              </a:defRPr>
            </a:lvl2pPr>
            <a:lvl3pPr marL="0" indent="0" algn="r" defTabSz="914400" rtl="0" eaLnBrk="1" latinLnBrk="0" hangingPunct="1">
              <a:lnSpc>
                <a:spcPct val="90000"/>
              </a:lnSpc>
              <a:spcBef>
                <a:spcPts val="600"/>
              </a:spcBef>
              <a:spcAft>
                <a:spcPts val="600"/>
              </a:spcAft>
              <a:buClr>
                <a:schemeClr val="accent3"/>
              </a:buClr>
              <a:buFont typeface="Arial" panose="020B0604020202020204" pitchFamily="34" charset="0"/>
              <a:buNone/>
              <a:defRPr sz="2400" b="0" i="0" kern="1200">
                <a:solidFill>
                  <a:schemeClr val="bg1"/>
                </a:solidFill>
                <a:latin typeface="+mn-lt"/>
                <a:ea typeface="+mn-ea"/>
                <a:cs typeface="+mn-cs"/>
              </a:defRPr>
            </a:lvl3pPr>
            <a:lvl4pPr marL="0" indent="0" algn="r" defTabSz="914400" rtl="0" eaLnBrk="1" latinLnBrk="0" hangingPunct="1">
              <a:lnSpc>
                <a:spcPct val="90000"/>
              </a:lnSpc>
              <a:spcBef>
                <a:spcPts val="600"/>
              </a:spcBef>
              <a:spcAft>
                <a:spcPts val="600"/>
              </a:spcAft>
              <a:buFont typeface="Arial" panose="020B0604020202020204" pitchFamily="34" charset="0"/>
              <a:buNone/>
              <a:defRPr sz="2400" b="0" i="0" kern="1200">
                <a:solidFill>
                  <a:schemeClr val="bg1"/>
                </a:solidFill>
                <a:latin typeface="+mn-lt"/>
                <a:ea typeface="+mn-ea"/>
                <a:cs typeface="+mn-cs"/>
              </a:defRPr>
            </a:lvl4pPr>
            <a:lvl5pPr marL="0" indent="0" algn="r" defTabSz="914400" rtl="0" eaLnBrk="1" latinLnBrk="0" hangingPunct="1">
              <a:lnSpc>
                <a:spcPct val="90000"/>
              </a:lnSpc>
              <a:spcBef>
                <a:spcPts val="600"/>
              </a:spcBef>
              <a:spcAft>
                <a:spcPts val="600"/>
              </a:spcAft>
              <a:buFont typeface="Arial" panose="020B0604020202020204" pitchFamily="34" charset="0"/>
              <a:buNone/>
              <a:defRPr sz="2400" b="0" i="0" kern="1200">
                <a:solidFill>
                  <a:schemeClr val="bg1"/>
                </a:solidFill>
                <a:latin typeface="+mn-lt"/>
                <a:ea typeface="+mn-ea"/>
                <a:cs typeface="+mn-cs"/>
              </a:defRPr>
            </a:lvl5pPr>
            <a:lvl6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defRPr sz="2400" b="0" i="0" kern="1200" cap="none" baseline="0">
                <a:solidFill>
                  <a:schemeClr val="bg1"/>
                </a:solidFill>
                <a:latin typeface="+mn-lt"/>
                <a:ea typeface="+mn-ea"/>
                <a:cs typeface="+mn-cs"/>
              </a:defRPr>
            </a:lvl6pPr>
            <a:lvl7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tabLst/>
              <a:defRPr sz="2400" b="0" i="0" kern="1200">
                <a:solidFill>
                  <a:schemeClr val="bg1"/>
                </a:solidFill>
                <a:latin typeface="+mn-lt"/>
                <a:ea typeface="+mn-ea"/>
                <a:cs typeface="+mn-cs"/>
              </a:defRPr>
            </a:lvl7pPr>
            <a:lvl8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defRPr sz="2400" b="0" i="0" kern="1200">
                <a:solidFill>
                  <a:schemeClr val="bg1"/>
                </a:solidFill>
                <a:latin typeface="+mn-lt"/>
                <a:ea typeface="+mn-ea"/>
                <a:cs typeface="+mn-cs"/>
              </a:defRPr>
            </a:lvl8pPr>
            <a:lvl9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defRPr sz="2400" b="0" i="0" kern="1200">
                <a:solidFill>
                  <a:schemeClr val="bg1"/>
                </a:solidFill>
                <a:latin typeface="+mn-lt"/>
                <a:ea typeface="+mn-ea"/>
                <a:cs typeface="+mn-cs"/>
              </a:defRPr>
            </a:lvl9pPr>
          </a:lstStyle>
          <a:p>
            <a:r>
              <a:rPr lang="en-GB" dirty="0"/>
              <a:t>02</a:t>
            </a:r>
          </a:p>
        </p:txBody>
      </p:sp>
      <p:sp>
        <p:nvSpPr>
          <p:cNvPr id="9" name="Rectangle: Rounded Corners 8">
            <a:extLst>
              <a:ext uri="{FF2B5EF4-FFF2-40B4-BE49-F238E27FC236}">
                <a16:creationId xmlns:a16="http://schemas.microsoft.com/office/drawing/2014/main" id="{14D0404E-909C-78C9-EAEC-18E5FD34E422}"/>
              </a:ext>
            </a:extLst>
          </p:cNvPr>
          <p:cNvSpPr/>
          <p:nvPr/>
        </p:nvSpPr>
        <p:spPr>
          <a:xfrm>
            <a:off x="3423407" y="416687"/>
            <a:ext cx="1034144" cy="84898"/>
          </a:xfrm>
          <a:prstGeom prst="roundRect">
            <a:avLst>
              <a:gd name="adj" fmla="val 50000"/>
            </a:avLst>
          </a:prstGeom>
          <a:solidFill>
            <a:srgbClr val="00A6D6"/>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LID4096" sz="1600" dirty="0" err="1"/>
          </a:p>
        </p:txBody>
      </p:sp>
    </p:spTree>
    <p:extLst>
      <p:ext uri="{BB962C8B-B14F-4D97-AF65-F5344CB8AC3E}">
        <p14:creationId xmlns:p14="http://schemas.microsoft.com/office/powerpoint/2010/main" val="2637685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grpId="0" nodeType="withEffect">
                                  <p:stCondLst>
                                    <p:cond delay="0"/>
                                  </p:stCondLst>
                                  <p:childTnLst>
                                    <p:animMotion origin="layout" path="M 2.91667E-6 1.85185E-6 L 0.09401 1.85185E-6 " pathEditMode="relative" rAng="0" ptsTypes="AA">
                                      <p:cBhvr>
                                        <p:cTn id="6" dur="2000" fill="hold"/>
                                        <p:tgtEl>
                                          <p:spTgt spid="9"/>
                                        </p:tgtEl>
                                        <p:attrNameLst>
                                          <p:attrName>ppt_x</p:attrName>
                                          <p:attrName>ppt_y</p:attrName>
                                        </p:attrNameLst>
                                      </p:cBhvr>
                                      <p:rCtr x="4701"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jdelijke aanduiding voor datum 4">
            <a:extLst>
              <a:ext uri="{FF2B5EF4-FFF2-40B4-BE49-F238E27FC236}">
                <a16:creationId xmlns:a16="http://schemas.microsoft.com/office/drawing/2014/main" id="{B994BAD7-1490-F4D5-9092-3EB7111B7DF7}"/>
              </a:ext>
            </a:extLst>
          </p:cNvPr>
          <p:cNvSpPr>
            <a:spLocks noGrp="1"/>
          </p:cNvSpPr>
          <p:nvPr>
            <p:ph type="dt" sz="half" idx="18"/>
          </p:nvPr>
        </p:nvSpPr>
        <p:spPr>
          <a:xfrm>
            <a:off x="10146569" y="6405669"/>
            <a:ext cx="766235" cy="184666"/>
          </a:xfrm>
        </p:spPr>
        <p:txBody>
          <a:bodyPr/>
          <a:lstStyle/>
          <a:p>
            <a:r>
              <a:rPr lang="LID4096"/>
              <a:t>08/30/2024</a:t>
            </a:r>
            <a:endParaRPr lang="en-GB" dirty="0"/>
          </a:p>
        </p:txBody>
      </p:sp>
      <p:sp>
        <p:nvSpPr>
          <p:cNvPr id="16" name="Tijdelijke aanduiding voor dianummer 15">
            <a:extLst>
              <a:ext uri="{FF2B5EF4-FFF2-40B4-BE49-F238E27FC236}">
                <a16:creationId xmlns:a16="http://schemas.microsoft.com/office/drawing/2014/main" id="{BBB35617-5649-3A69-5ACC-A5828B3F289A}"/>
              </a:ext>
            </a:extLst>
          </p:cNvPr>
          <p:cNvSpPr>
            <a:spLocks noGrp="1"/>
          </p:cNvSpPr>
          <p:nvPr>
            <p:ph type="sldNum" sz="quarter" idx="20"/>
          </p:nvPr>
        </p:nvSpPr>
        <p:spPr>
          <a:xfrm>
            <a:off x="11178464" y="6405669"/>
            <a:ext cx="291298" cy="184666"/>
          </a:xfrm>
        </p:spPr>
        <p:txBody>
          <a:bodyPr/>
          <a:lstStyle/>
          <a:p>
            <a:fld id="{9E843DB9-9987-4157-AB9C-CEA8D7D910BB}" type="slidenum">
              <a:rPr lang="en-GB" smtClean="0"/>
              <a:pPr/>
              <a:t>10</a:t>
            </a:fld>
            <a:endParaRPr lang="en-GB" dirty="0"/>
          </a:p>
        </p:txBody>
      </p:sp>
      <p:sp>
        <p:nvSpPr>
          <p:cNvPr id="8" name="Tijdelijke aanduiding voor tekst 7">
            <a:extLst>
              <a:ext uri="{FF2B5EF4-FFF2-40B4-BE49-F238E27FC236}">
                <a16:creationId xmlns:a16="http://schemas.microsoft.com/office/drawing/2014/main" id="{73C0F465-AC54-5AF4-B9C9-64F21371EF32}"/>
              </a:ext>
            </a:extLst>
          </p:cNvPr>
          <p:cNvSpPr>
            <a:spLocks noGrp="1"/>
          </p:cNvSpPr>
          <p:nvPr>
            <p:ph type="body" sz="quarter" idx="21"/>
          </p:nvPr>
        </p:nvSpPr>
        <p:spPr>
          <a:xfrm>
            <a:off x="719139" y="1565274"/>
            <a:ext cx="6394675" cy="4435476"/>
          </a:xfrm>
        </p:spPr>
        <p:txBody>
          <a:bodyPr/>
          <a:lstStyle/>
          <a:p>
            <a:pPr>
              <a:lnSpc>
                <a:spcPct val="100000"/>
              </a:lnSpc>
            </a:pPr>
            <a:r>
              <a:rPr lang="en-GB" b="1" dirty="0">
                <a:solidFill>
                  <a:srgbClr val="0C2340"/>
                </a:solidFill>
              </a:rPr>
              <a:t>What is reinforcement learning?</a:t>
            </a:r>
            <a:endParaRPr lang="en-GB" dirty="0"/>
          </a:p>
          <a:p>
            <a:pPr marL="361950" lvl="1" indent="0">
              <a:lnSpc>
                <a:spcPct val="100000"/>
              </a:lnSpc>
              <a:buNone/>
            </a:pPr>
            <a:r>
              <a:rPr lang="en-GB" dirty="0"/>
              <a:t>	The field of machine learning algorithms which 	learn to maximize expected reward through 	</a:t>
            </a:r>
            <a:r>
              <a:rPr lang="en-GB" u="sng" dirty="0"/>
              <a:t>repeated interactions</a:t>
            </a:r>
            <a:r>
              <a:rPr lang="en-GB" dirty="0"/>
              <a:t> with the environment</a:t>
            </a:r>
          </a:p>
          <a:p>
            <a:pPr marL="361950" lvl="1" indent="0">
              <a:lnSpc>
                <a:spcPct val="100000"/>
              </a:lnSpc>
              <a:buNone/>
            </a:pPr>
            <a:endParaRPr lang="en-GB" dirty="0"/>
          </a:p>
        </p:txBody>
      </p:sp>
      <p:sp>
        <p:nvSpPr>
          <p:cNvPr id="14" name="Titel 13">
            <a:extLst>
              <a:ext uri="{FF2B5EF4-FFF2-40B4-BE49-F238E27FC236}">
                <a16:creationId xmlns:a16="http://schemas.microsoft.com/office/drawing/2014/main" id="{4E840CAD-8869-66D6-F142-07912B6A4DF2}"/>
              </a:ext>
            </a:extLst>
          </p:cNvPr>
          <p:cNvSpPr>
            <a:spLocks noGrp="1"/>
          </p:cNvSpPr>
          <p:nvPr>
            <p:ph type="title"/>
          </p:nvPr>
        </p:nvSpPr>
        <p:spPr>
          <a:xfrm>
            <a:off x="718666" y="722454"/>
            <a:ext cx="10752610" cy="323409"/>
          </a:xfrm>
        </p:spPr>
        <p:txBody>
          <a:bodyPr/>
          <a:lstStyle/>
          <a:p>
            <a:r>
              <a:rPr lang="en-GB" dirty="0"/>
              <a:t>Reinforcement Learning</a:t>
            </a:r>
          </a:p>
        </p:txBody>
      </p:sp>
      <p:pic>
        <p:nvPicPr>
          <p:cNvPr id="11" name="Picture Placeholder 6" descr="A diagram of machine learning&#10;&#10;Description automatically generated">
            <a:extLst>
              <a:ext uri="{FF2B5EF4-FFF2-40B4-BE49-F238E27FC236}">
                <a16:creationId xmlns:a16="http://schemas.microsoft.com/office/drawing/2014/main" id="{9578EE8E-19DB-9E0C-5335-5819B1295E09}"/>
              </a:ext>
            </a:extLst>
          </p:cNvPr>
          <p:cNvPicPr>
            <a:picLocks noChangeAspect="1"/>
          </p:cNvPicPr>
          <p:nvPr/>
        </p:nvPicPr>
        <p:blipFill rotWithShape="1">
          <a:blip r:embed="rId3">
            <a:extLst>
              <a:ext uri="{28A0092B-C50C-407E-A947-70E740481C1C}">
                <a14:useLocalDpi xmlns:a14="http://schemas.microsoft.com/office/drawing/2010/main" val="0"/>
              </a:ext>
            </a:extLst>
          </a:blip>
          <a:srcRect t="476" b="1"/>
          <a:stretch/>
        </p:blipFill>
        <p:spPr>
          <a:xfrm>
            <a:off x="7023491" y="1258067"/>
            <a:ext cx="4507767" cy="4065171"/>
          </a:xfrm>
          <a:prstGeom prst="rect">
            <a:avLst/>
          </a:prstGeom>
        </p:spPr>
      </p:pic>
      <p:sp>
        <p:nvSpPr>
          <p:cNvPr id="2" name="TextBox 1">
            <a:extLst>
              <a:ext uri="{FF2B5EF4-FFF2-40B4-BE49-F238E27FC236}">
                <a16:creationId xmlns:a16="http://schemas.microsoft.com/office/drawing/2014/main" id="{780CA3EB-794F-D96D-918E-083D7781FDCA}"/>
              </a:ext>
            </a:extLst>
          </p:cNvPr>
          <p:cNvSpPr txBox="1"/>
          <p:nvPr/>
        </p:nvSpPr>
        <p:spPr>
          <a:xfrm>
            <a:off x="10214447" y="5301410"/>
            <a:ext cx="1497389" cy="184666"/>
          </a:xfrm>
          <a:prstGeom prst="rect">
            <a:avLst/>
          </a:prstGeom>
          <a:noFill/>
        </p:spPr>
        <p:txBody>
          <a:bodyPr wrap="square" lIns="0" tIns="0" rIns="0" bIns="0" rtlCol="0">
            <a:noAutofit/>
          </a:bodyPr>
          <a:lstStyle/>
          <a:p>
            <a:pPr algn="l">
              <a:lnSpc>
                <a:spcPct val="90000"/>
              </a:lnSpc>
              <a:spcBef>
                <a:spcPts val="600"/>
              </a:spcBef>
              <a:spcAft>
                <a:spcPts val="600"/>
              </a:spcAft>
            </a:pPr>
            <a:r>
              <a:rPr lang="en-US" sz="1100" dirty="0"/>
              <a:t>Image by: Abdul Wahid</a:t>
            </a:r>
            <a:endParaRPr lang="LID4096" sz="1100" dirty="0" err="1"/>
          </a:p>
        </p:txBody>
      </p:sp>
      <p:sp>
        <p:nvSpPr>
          <p:cNvPr id="3" name="Rectangle: Rounded Corners 2">
            <a:extLst>
              <a:ext uri="{FF2B5EF4-FFF2-40B4-BE49-F238E27FC236}">
                <a16:creationId xmlns:a16="http://schemas.microsoft.com/office/drawing/2014/main" id="{F5F9C85C-A277-7CBD-8DEC-F913949E1B52}"/>
              </a:ext>
            </a:extLst>
          </p:cNvPr>
          <p:cNvSpPr/>
          <p:nvPr/>
        </p:nvSpPr>
        <p:spPr>
          <a:xfrm>
            <a:off x="4569672" y="416687"/>
            <a:ext cx="1034144" cy="84898"/>
          </a:xfrm>
          <a:prstGeom prst="roundRect">
            <a:avLst>
              <a:gd name="adj" fmla="val 50000"/>
            </a:avLst>
          </a:prstGeom>
          <a:solidFill>
            <a:srgbClr val="00A6D6"/>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LID4096" sz="1600" dirty="0" err="1">
              <a:solidFill>
                <a:srgbClr val="00A6D6"/>
              </a:solidFill>
            </a:endParaRPr>
          </a:p>
        </p:txBody>
      </p:sp>
    </p:spTree>
    <p:extLst>
      <p:ext uri="{BB962C8B-B14F-4D97-AF65-F5344CB8AC3E}">
        <p14:creationId xmlns:p14="http://schemas.microsoft.com/office/powerpoint/2010/main" val="22313504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jdelijke aanduiding voor datum 4">
            <a:extLst>
              <a:ext uri="{FF2B5EF4-FFF2-40B4-BE49-F238E27FC236}">
                <a16:creationId xmlns:a16="http://schemas.microsoft.com/office/drawing/2014/main" id="{B994BAD7-1490-F4D5-9092-3EB7111B7DF7}"/>
              </a:ext>
            </a:extLst>
          </p:cNvPr>
          <p:cNvSpPr>
            <a:spLocks noGrp="1"/>
          </p:cNvSpPr>
          <p:nvPr>
            <p:ph type="dt" sz="half" idx="18"/>
          </p:nvPr>
        </p:nvSpPr>
        <p:spPr>
          <a:xfrm>
            <a:off x="10146569" y="6405669"/>
            <a:ext cx="766235" cy="184666"/>
          </a:xfrm>
        </p:spPr>
        <p:txBody>
          <a:bodyPr/>
          <a:lstStyle/>
          <a:p>
            <a:r>
              <a:rPr lang="LID4096"/>
              <a:t>08/30/2024</a:t>
            </a:r>
            <a:endParaRPr lang="en-GB" dirty="0"/>
          </a:p>
        </p:txBody>
      </p:sp>
      <p:sp>
        <p:nvSpPr>
          <p:cNvPr id="16" name="Tijdelijke aanduiding voor dianummer 15">
            <a:extLst>
              <a:ext uri="{FF2B5EF4-FFF2-40B4-BE49-F238E27FC236}">
                <a16:creationId xmlns:a16="http://schemas.microsoft.com/office/drawing/2014/main" id="{BBB35617-5649-3A69-5ACC-A5828B3F289A}"/>
              </a:ext>
            </a:extLst>
          </p:cNvPr>
          <p:cNvSpPr>
            <a:spLocks noGrp="1"/>
          </p:cNvSpPr>
          <p:nvPr>
            <p:ph type="sldNum" sz="quarter" idx="20"/>
          </p:nvPr>
        </p:nvSpPr>
        <p:spPr>
          <a:xfrm>
            <a:off x="11178464" y="6405669"/>
            <a:ext cx="291298" cy="184666"/>
          </a:xfrm>
        </p:spPr>
        <p:txBody>
          <a:bodyPr/>
          <a:lstStyle/>
          <a:p>
            <a:fld id="{9E843DB9-9987-4157-AB9C-CEA8D7D910BB}" type="slidenum">
              <a:rPr lang="en-GB" smtClean="0"/>
              <a:pPr/>
              <a:t>11</a:t>
            </a:fld>
            <a:endParaRPr lang="en-GB" dirty="0"/>
          </a:p>
        </p:txBody>
      </p:sp>
      <p:sp>
        <p:nvSpPr>
          <p:cNvPr id="8" name="Tijdelijke aanduiding voor tekst 7">
            <a:extLst>
              <a:ext uri="{FF2B5EF4-FFF2-40B4-BE49-F238E27FC236}">
                <a16:creationId xmlns:a16="http://schemas.microsoft.com/office/drawing/2014/main" id="{73C0F465-AC54-5AF4-B9C9-64F21371EF32}"/>
              </a:ext>
            </a:extLst>
          </p:cNvPr>
          <p:cNvSpPr>
            <a:spLocks noGrp="1"/>
          </p:cNvSpPr>
          <p:nvPr>
            <p:ph type="body" sz="quarter" idx="21"/>
          </p:nvPr>
        </p:nvSpPr>
        <p:spPr>
          <a:xfrm>
            <a:off x="719139" y="1561311"/>
            <a:ext cx="10750623" cy="2244412"/>
          </a:xfrm>
          <a:custGeom>
            <a:avLst/>
            <a:gdLst>
              <a:gd name="connsiteX0" fmla="*/ 0 w 10750623"/>
              <a:gd name="connsiteY0" fmla="*/ 629882 h 4435476"/>
              <a:gd name="connsiteX1" fmla="*/ 629882 w 10750623"/>
              <a:gd name="connsiteY1" fmla="*/ 629882 h 4435476"/>
              <a:gd name="connsiteX2" fmla="*/ 629882 w 10750623"/>
              <a:gd name="connsiteY2" fmla="*/ 0 h 4435476"/>
              <a:gd name="connsiteX3" fmla="*/ 10120741 w 10750623"/>
              <a:gd name="connsiteY3" fmla="*/ 0 h 4435476"/>
              <a:gd name="connsiteX4" fmla="*/ 10120741 w 10750623"/>
              <a:gd name="connsiteY4" fmla="*/ 629882 h 4435476"/>
              <a:gd name="connsiteX5" fmla="*/ 10750623 w 10750623"/>
              <a:gd name="connsiteY5" fmla="*/ 629882 h 4435476"/>
              <a:gd name="connsiteX6" fmla="*/ 10750623 w 10750623"/>
              <a:gd name="connsiteY6" fmla="*/ 3805594 h 4435476"/>
              <a:gd name="connsiteX7" fmla="*/ 10120741 w 10750623"/>
              <a:gd name="connsiteY7" fmla="*/ 3805594 h 4435476"/>
              <a:gd name="connsiteX8" fmla="*/ 10120741 w 10750623"/>
              <a:gd name="connsiteY8" fmla="*/ 4435476 h 4435476"/>
              <a:gd name="connsiteX9" fmla="*/ 629882 w 10750623"/>
              <a:gd name="connsiteY9" fmla="*/ 4435476 h 4435476"/>
              <a:gd name="connsiteX10" fmla="*/ 629882 w 10750623"/>
              <a:gd name="connsiteY10" fmla="*/ 3805594 h 4435476"/>
              <a:gd name="connsiteX11" fmla="*/ 0 w 10750623"/>
              <a:gd name="connsiteY11" fmla="*/ 3805594 h 4435476"/>
              <a:gd name="connsiteX12" fmla="*/ 0 w 10750623"/>
              <a:gd name="connsiteY12" fmla="*/ 629882 h 4435476"/>
              <a:gd name="connsiteX0" fmla="*/ 0 w 10750623"/>
              <a:gd name="connsiteY0" fmla="*/ 629882 h 4435476"/>
              <a:gd name="connsiteX1" fmla="*/ 1232 w 10750623"/>
              <a:gd name="connsiteY1" fmla="*/ 1232 h 4435476"/>
              <a:gd name="connsiteX2" fmla="*/ 629882 w 10750623"/>
              <a:gd name="connsiteY2" fmla="*/ 0 h 4435476"/>
              <a:gd name="connsiteX3" fmla="*/ 10120741 w 10750623"/>
              <a:gd name="connsiteY3" fmla="*/ 0 h 4435476"/>
              <a:gd name="connsiteX4" fmla="*/ 10120741 w 10750623"/>
              <a:gd name="connsiteY4" fmla="*/ 629882 h 4435476"/>
              <a:gd name="connsiteX5" fmla="*/ 10750623 w 10750623"/>
              <a:gd name="connsiteY5" fmla="*/ 629882 h 4435476"/>
              <a:gd name="connsiteX6" fmla="*/ 10750623 w 10750623"/>
              <a:gd name="connsiteY6" fmla="*/ 3805594 h 4435476"/>
              <a:gd name="connsiteX7" fmla="*/ 10120741 w 10750623"/>
              <a:gd name="connsiteY7" fmla="*/ 3805594 h 4435476"/>
              <a:gd name="connsiteX8" fmla="*/ 10120741 w 10750623"/>
              <a:gd name="connsiteY8" fmla="*/ 4435476 h 4435476"/>
              <a:gd name="connsiteX9" fmla="*/ 629882 w 10750623"/>
              <a:gd name="connsiteY9" fmla="*/ 4435476 h 4435476"/>
              <a:gd name="connsiteX10" fmla="*/ 629882 w 10750623"/>
              <a:gd name="connsiteY10" fmla="*/ 3805594 h 4435476"/>
              <a:gd name="connsiteX11" fmla="*/ 0 w 10750623"/>
              <a:gd name="connsiteY11" fmla="*/ 3805594 h 4435476"/>
              <a:gd name="connsiteX12" fmla="*/ 0 w 10750623"/>
              <a:gd name="connsiteY12" fmla="*/ 629882 h 4435476"/>
              <a:gd name="connsiteX0" fmla="*/ 0 w 10750623"/>
              <a:gd name="connsiteY0" fmla="*/ 633845 h 4439439"/>
              <a:gd name="connsiteX1" fmla="*/ 1232 w 10750623"/>
              <a:gd name="connsiteY1" fmla="*/ 5195 h 4439439"/>
              <a:gd name="connsiteX2" fmla="*/ 629882 w 10750623"/>
              <a:gd name="connsiteY2" fmla="*/ 3963 h 4439439"/>
              <a:gd name="connsiteX3" fmla="*/ 10120741 w 10750623"/>
              <a:gd name="connsiteY3" fmla="*/ 3963 h 4439439"/>
              <a:gd name="connsiteX4" fmla="*/ 10739000 w 10750623"/>
              <a:gd name="connsiteY4" fmla="*/ 0 h 4439439"/>
              <a:gd name="connsiteX5" fmla="*/ 10750623 w 10750623"/>
              <a:gd name="connsiteY5" fmla="*/ 633845 h 4439439"/>
              <a:gd name="connsiteX6" fmla="*/ 10750623 w 10750623"/>
              <a:gd name="connsiteY6" fmla="*/ 3809557 h 4439439"/>
              <a:gd name="connsiteX7" fmla="*/ 10120741 w 10750623"/>
              <a:gd name="connsiteY7" fmla="*/ 3809557 h 4439439"/>
              <a:gd name="connsiteX8" fmla="*/ 10120741 w 10750623"/>
              <a:gd name="connsiteY8" fmla="*/ 4439439 h 4439439"/>
              <a:gd name="connsiteX9" fmla="*/ 629882 w 10750623"/>
              <a:gd name="connsiteY9" fmla="*/ 4439439 h 4439439"/>
              <a:gd name="connsiteX10" fmla="*/ 629882 w 10750623"/>
              <a:gd name="connsiteY10" fmla="*/ 3809557 h 4439439"/>
              <a:gd name="connsiteX11" fmla="*/ 0 w 10750623"/>
              <a:gd name="connsiteY11" fmla="*/ 3809557 h 4439439"/>
              <a:gd name="connsiteX12" fmla="*/ 0 w 10750623"/>
              <a:gd name="connsiteY12" fmla="*/ 633845 h 4439439"/>
              <a:gd name="connsiteX0" fmla="*/ 0 w 10750623"/>
              <a:gd name="connsiteY0" fmla="*/ 633845 h 4439439"/>
              <a:gd name="connsiteX1" fmla="*/ 1232 w 10750623"/>
              <a:gd name="connsiteY1" fmla="*/ 5195 h 4439439"/>
              <a:gd name="connsiteX2" fmla="*/ 629882 w 10750623"/>
              <a:gd name="connsiteY2" fmla="*/ 3963 h 4439439"/>
              <a:gd name="connsiteX3" fmla="*/ 10120741 w 10750623"/>
              <a:gd name="connsiteY3" fmla="*/ 3963 h 4439439"/>
              <a:gd name="connsiteX4" fmla="*/ 10739000 w 10750623"/>
              <a:gd name="connsiteY4" fmla="*/ 0 h 4439439"/>
              <a:gd name="connsiteX5" fmla="*/ 10750623 w 10750623"/>
              <a:gd name="connsiteY5" fmla="*/ 633845 h 4439439"/>
              <a:gd name="connsiteX6" fmla="*/ 10750623 w 10750623"/>
              <a:gd name="connsiteY6" fmla="*/ 3809557 h 4439439"/>
              <a:gd name="connsiteX7" fmla="*/ 10120741 w 10750623"/>
              <a:gd name="connsiteY7" fmla="*/ 3809557 h 4439439"/>
              <a:gd name="connsiteX8" fmla="*/ 10120741 w 10750623"/>
              <a:gd name="connsiteY8" fmla="*/ 4439439 h 4439439"/>
              <a:gd name="connsiteX9" fmla="*/ 629882 w 10750623"/>
              <a:gd name="connsiteY9" fmla="*/ 4439439 h 4439439"/>
              <a:gd name="connsiteX10" fmla="*/ 1232 w 10750623"/>
              <a:gd name="connsiteY10" fmla="*/ 4412230 h 4439439"/>
              <a:gd name="connsiteX11" fmla="*/ 0 w 10750623"/>
              <a:gd name="connsiteY11" fmla="*/ 3809557 h 4439439"/>
              <a:gd name="connsiteX12" fmla="*/ 0 w 10750623"/>
              <a:gd name="connsiteY12" fmla="*/ 633845 h 4439439"/>
              <a:gd name="connsiteX0" fmla="*/ 0 w 10750623"/>
              <a:gd name="connsiteY0" fmla="*/ 633845 h 4439439"/>
              <a:gd name="connsiteX1" fmla="*/ 1232 w 10750623"/>
              <a:gd name="connsiteY1" fmla="*/ 5195 h 4439439"/>
              <a:gd name="connsiteX2" fmla="*/ 629882 w 10750623"/>
              <a:gd name="connsiteY2" fmla="*/ 3963 h 4439439"/>
              <a:gd name="connsiteX3" fmla="*/ 10120741 w 10750623"/>
              <a:gd name="connsiteY3" fmla="*/ 3963 h 4439439"/>
              <a:gd name="connsiteX4" fmla="*/ 10739000 w 10750623"/>
              <a:gd name="connsiteY4" fmla="*/ 0 h 4439439"/>
              <a:gd name="connsiteX5" fmla="*/ 10750623 w 10750623"/>
              <a:gd name="connsiteY5" fmla="*/ 633845 h 4439439"/>
              <a:gd name="connsiteX6" fmla="*/ 10750623 w 10750623"/>
              <a:gd name="connsiteY6" fmla="*/ 3809557 h 4439439"/>
              <a:gd name="connsiteX7" fmla="*/ 10032418 w 10750623"/>
              <a:gd name="connsiteY7" fmla="*/ 2869179 h 4439439"/>
              <a:gd name="connsiteX8" fmla="*/ 10120741 w 10750623"/>
              <a:gd name="connsiteY8" fmla="*/ 4439439 h 4439439"/>
              <a:gd name="connsiteX9" fmla="*/ 629882 w 10750623"/>
              <a:gd name="connsiteY9" fmla="*/ 4439439 h 4439439"/>
              <a:gd name="connsiteX10" fmla="*/ 1232 w 10750623"/>
              <a:gd name="connsiteY10" fmla="*/ 4412230 h 4439439"/>
              <a:gd name="connsiteX11" fmla="*/ 0 w 10750623"/>
              <a:gd name="connsiteY11" fmla="*/ 3809557 h 4439439"/>
              <a:gd name="connsiteX12" fmla="*/ 0 w 10750623"/>
              <a:gd name="connsiteY12" fmla="*/ 633845 h 4439439"/>
              <a:gd name="connsiteX0" fmla="*/ 0 w 10750623"/>
              <a:gd name="connsiteY0" fmla="*/ 633845 h 4439439"/>
              <a:gd name="connsiteX1" fmla="*/ 1232 w 10750623"/>
              <a:gd name="connsiteY1" fmla="*/ 5195 h 4439439"/>
              <a:gd name="connsiteX2" fmla="*/ 629882 w 10750623"/>
              <a:gd name="connsiteY2" fmla="*/ 3963 h 4439439"/>
              <a:gd name="connsiteX3" fmla="*/ 10120741 w 10750623"/>
              <a:gd name="connsiteY3" fmla="*/ 3963 h 4439439"/>
              <a:gd name="connsiteX4" fmla="*/ 10739000 w 10750623"/>
              <a:gd name="connsiteY4" fmla="*/ 0 h 4439439"/>
              <a:gd name="connsiteX5" fmla="*/ 10750623 w 10750623"/>
              <a:gd name="connsiteY5" fmla="*/ 633845 h 4439439"/>
              <a:gd name="connsiteX6" fmla="*/ 10750623 w 10750623"/>
              <a:gd name="connsiteY6" fmla="*/ 3809557 h 4439439"/>
              <a:gd name="connsiteX7" fmla="*/ 5543546 w 10750623"/>
              <a:gd name="connsiteY7" fmla="*/ 2609406 h 4439439"/>
              <a:gd name="connsiteX8" fmla="*/ 10120741 w 10750623"/>
              <a:gd name="connsiteY8" fmla="*/ 4439439 h 4439439"/>
              <a:gd name="connsiteX9" fmla="*/ 629882 w 10750623"/>
              <a:gd name="connsiteY9" fmla="*/ 4439439 h 4439439"/>
              <a:gd name="connsiteX10" fmla="*/ 1232 w 10750623"/>
              <a:gd name="connsiteY10" fmla="*/ 4412230 h 4439439"/>
              <a:gd name="connsiteX11" fmla="*/ 0 w 10750623"/>
              <a:gd name="connsiteY11" fmla="*/ 3809557 h 4439439"/>
              <a:gd name="connsiteX12" fmla="*/ 0 w 10750623"/>
              <a:gd name="connsiteY12" fmla="*/ 633845 h 4439439"/>
              <a:gd name="connsiteX0" fmla="*/ 0 w 10750623"/>
              <a:gd name="connsiteY0" fmla="*/ 633845 h 4439439"/>
              <a:gd name="connsiteX1" fmla="*/ 1232 w 10750623"/>
              <a:gd name="connsiteY1" fmla="*/ 5195 h 4439439"/>
              <a:gd name="connsiteX2" fmla="*/ 629882 w 10750623"/>
              <a:gd name="connsiteY2" fmla="*/ 3963 h 4439439"/>
              <a:gd name="connsiteX3" fmla="*/ 10120741 w 10750623"/>
              <a:gd name="connsiteY3" fmla="*/ 3963 h 4439439"/>
              <a:gd name="connsiteX4" fmla="*/ 10739000 w 10750623"/>
              <a:gd name="connsiteY4" fmla="*/ 0 h 4439439"/>
              <a:gd name="connsiteX5" fmla="*/ 10750623 w 10750623"/>
              <a:gd name="connsiteY5" fmla="*/ 633845 h 4439439"/>
              <a:gd name="connsiteX6" fmla="*/ 10735037 w 10750623"/>
              <a:gd name="connsiteY6" fmla="*/ 2593821 h 4439439"/>
              <a:gd name="connsiteX7" fmla="*/ 5543546 w 10750623"/>
              <a:gd name="connsiteY7" fmla="*/ 2609406 h 4439439"/>
              <a:gd name="connsiteX8" fmla="*/ 10120741 w 10750623"/>
              <a:gd name="connsiteY8" fmla="*/ 4439439 h 4439439"/>
              <a:gd name="connsiteX9" fmla="*/ 629882 w 10750623"/>
              <a:gd name="connsiteY9" fmla="*/ 4439439 h 4439439"/>
              <a:gd name="connsiteX10" fmla="*/ 1232 w 10750623"/>
              <a:gd name="connsiteY10" fmla="*/ 4412230 h 4439439"/>
              <a:gd name="connsiteX11" fmla="*/ 0 w 10750623"/>
              <a:gd name="connsiteY11" fmla="*/ 3809557 h 4439439"/>
              <a:gd name="connsiteX12" fmla="*/ 0 w 10750623"/>
              <a:gd name="connsiteY12" fmla="*/ 633845 h 4439439"/>
              <a:gd name="connsiteX0" fmla="*/ 0 w 10750623"/>
              <a:gd name="connsiteY0" fmla="*/ 633845 h 4439439"/>
              <a:gd name="connsiteX1" fmla="*/ 1232 w 10750623"/>
              <a:gd name="connsiteY1" fmla="*/ 5195 h 4439439"/>
              <a:gd name="connsiteX2" fmla="*/ 629882 w 10750623"/>
              <a:gd name="connsiteY2" fmla="*/ 3963 h 4439439"/>
              <a:gd name="connsiteX3" fmla="*/ 10120741 w 10750623"/>
              <a:gd name="connsiteY3" fmla="*/ 3963 h 4439439"/>
              <a:gd name="connsiteX4" fmla="*/ 10739000 w 10750623"/>
              <a:gd name="connsiteY4" fmla="*/ 0 h 4439439"/>
              <a:gd name="connsiteX5" fmla="*/ 10750623 w 10750623"/>
              <a:gd name="connsiteY5" fmla="*/ 633845 h 4439439"/>
              <a:gd name="connsiteX6" fmla="*/ 10735037 w 10750623"/>
              <a:gd name="connsiteY6" fmla="*/ 2593821 h 4439439"/>
              <a:gd name="connsiteX7" fmla="*/ 5543546 w 10750623"/>
              <a:gd name="connsiteY7" fmla="*/ 2609406 h 4439439"/>
              <a:gd name="connsiteX8" fmla="*/ 5553936 w 10750623"/>
              <a:gd name="connsiteY8" fmla="*/ 4434243 h 4439439"/>
              <a:gd name="connsiteX9" fmla="*/ 629882 w 10750623"/>
              <a:gd name="connsiteY9" fmla="*/ 4439439 h 4439439"/>
              <a:gd name="connsiteX10" fmla="*/ 1232 w 10750623"/>
              <a:gd name="connsiteY10" fmla="*/ 4412230 h 4439439"/>
              <a:gd name="connsiteX11" fmla="*/ 0 w 10750623"/>
              <a:gd name="connsiteY11" fmla="*/ 3809557 h 4439439"/>
              <a:gd name="connsiteX12" fmla="*/ 0 w 10750623"/>
              <a:gd name="connsiteY12" fmla="*/ 633845 h 4439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750623" h="4439439">
                <a:moveTo>
                  <a:pt x="0" y="633845"/>
                </a:moveTo>
                <a:cubicBezTo>
                  <a:pt x="411" y="424295"/>
                  <a:pt x="821" y="214745"/>
                  <a:pt x="1232" y="5195"/>
                </a:cubicBezTo>
                <a:lnTo>
                  <a:pt x="629882" y="3963"/>
                </a:lnTo>
                <a:lnTo>
                  <a:pt x="10120741" y="3963"/>
                </a:lnTo>
                <a:lnTo>
                  <a:pt x="10739000" y="0"/>
                </a:lnTo>
                <a:lnTo>
                  <a:pt x="10750623" y="633845"/>
                </a:lnTo>
                <a:lnTo>
                  <a:pt x="10735037" y="2593821"/>
                </a:lnTo>
                <a:lnTo>
                  <a:pt x="5543546" y="2609406"/>
                </a:lnTo>
                <a:cubicBezTo>
                  <a:pt x="5547009" y="3217685"/>
                  <a:pt x="5550473" y="3825964"/>
                  <a:pt x="5553936" y="4434243"/>
                </a:cubicBezTo>
                <a:lnTo>
                  <a:pt x="629882" y="4439439"/>
                </a:lnTo>
                <a:lnTo>
                  <a:pt x="1232" y="4412230"/>
                </a:lnTo>
                <a:cubicBezTo>
                  <a:pt x="821" y="4211339"/>
                  <a:pt x="411" y="4010448"/>
                  <a:pt x="0" y="3809557"/>
                </a:cubicBezTo>
                <a:lnTo>
                  <a:pt x="0" y="633845"/>
                </a:lnTo>
                <a:close/>
              </a:path>
            </a:pathLst>
          </a:custGeom>
        </p:spPr>
        <p:txBody>
          <a:bodyPr/>
          <a:lstStyle/>
          <a:p>
            <a:pPr marL="0" indent="0">
              <a:lnSpc>
                <a:spcPct val="100000"/>
              </a:lnSpc>
              <a:buNone/>
            </a:pPr>
            <a:r>
              <a:rPr lang="en-GB" dirty="0">
                <a:solidFill>
                  <a:schemeClr val="tx1"/>
                </a:solidFill>
              </a:rPr>
              <a:t>How do we make algorithms which can learn? First define a useful framework.</a:t>
            </a:r>
          </a:p>
          <a:p>
            <a:pPr>
              <a:lnSpc>
                <a:spcPct val="100000"/>
              </a:lnSpc>
            </a:pPr>
            <a:r>
              <a:rPr lang="en-GB" b="1" dirty="0">
                <a:solidFill>
                  <a:srgbClr val="0C2340"/>
                </a:solidFill>
              </a:rPr>
              <a:t>Markov Decision Process (MDP)</a:t>
            </a:r>
            <a:r>
              <a:rPr lang="en-GB" dirty="0"/>
              <a:t>:</a:t>
            </a:r>
          </a:p>
          <a:p>
            <a:pPr marL="0" indent="0">
              <a:lnSpc>
                <a:spcPct val="100000"/>
              </a:lnSpc>
              <a:buNone/>
            </a:pPr>
            <a:r>
              <a:rPr lang="en-GB" dirty="0"/>
              <a:t>	Mathematical framework to model discrete time sequential decision-making processes.</a:t>
            </a:r>
          </a:p>
          <a:p>
            <a:pPr lvl="1">
              <a:lnSpc>
                <a:spcPct val="100000"/>
              </a:lnSpc>
            </a:pPr>
            <a:r>
              <a:rPr lang="en-GB" b="1" dirty="0">
                <a:solidFill>
                  <a:srgbClr val="0C2340"/>
                </a:solidFill>
              </a:rPr>
              <a:t>State Space:</a:t>
            </a:r>
          </a:p>
          <a:p>
            <a:pPr marL="0" indent="0">
              <a:lnSpc>
                <a:spcPct val="100000"/>
              </a:lnSpc>
              <a:buNone/>
            </a:pPr>
            <a:r>
              <a:rPr lang="en-GB" b="1" dirty="0">
                <a:solidFill>
                  <a:srgbClr val="0C2340"/>
                </a:solidFill>
              </a:rPr>
              <a:t>	</a:t>
            </a:r>
            <a:r>
              <a:rPr lang="en-GB" dirty="0">
                <a:solidFill>
                  <a:srgbClr val="0C2340"/>
                </a:solidFill>
              </a:rPr>
              <a:t>S</a:t>
            </a:r>
            <a:r>
              <a:rPr lang="en-GB" dirty="0">
                <a:solidFill>
                  <a:schemeClr val="tx1"/>
                </a:solidFill>
              </a:rPr>
              <a:t>et of all possible configurations (states) which the environment or system can exist in.</a:t>
            </a:r>
          </a:p>
          <a:p>
            <a:pPr marL="0" indent="0">
              <a:lnSpc>
                <a:spcPct val="100000"/>
              </a:lnSpc>
              <a:buNone/>
            </a:pPr>
            <a:endParaRPr lang="en-GB" b="1" dirty="0">
              <a:solidFill>
                <a:srgbClr val="0C2340"/>
              </a:solidFill>
            </a:endParaRPr>
          </a:p>
          <a:p>
            <a:pPr marL="0" indent="0">
              <a:lnSpc>
                <a:spcPct val="100000"/>
              </a:lnSpc>
              <a:buNone/>
            </a:pPr>
            <a:r>
              <a:rPr lang="en-GB" b="1" dirty="0">
                <a:solidFill>
                  <a:srgbClr val="0C2340"/>
                </a:solidFill>
              </a:rPr>
              <a:t>	</a:t>
            </a:r>
            <a:endParaRPr lang="en-GB" dirty="0">
              <a:solidFill>
                <a:schemeClr val="tx1"/>
              </a:solidFill>
            </a:endParaRPr>
          </a:p>
        </p:txBody>
      </p:sp>
      <p:sp>
        <p:nvSpPr>
          <p:cNvPr id="14" name="Titel 13">
            <a:extLst>
              <a:ext uri="{FF2B5EF4-FFF2-40B4-BE49-F238E27FC236}">
                <a16:creationId xmlns:a16="http://schemas.microsoft.com/office/drawing/2014/main" id="{4E840CAD-8869-66D6-F142-07912B6A4DF2}"/>
              </a:ext>
            </a:extLst>
          </p:cNvPr>
          <p:cNvSpPr>
            <a:spLocks noGrp="1"/>
          </p:cNvSpPr>
          <p:nvPr>
            <p:ph type="title"/>
          </p:nvPr>
        </p:nvSpPr>
        <p:spPr>
          <a:xfrm>
            <a:off x="718666" y="722454"/>
            <a:ext cx="10752610" cy="323409"/>
          </a:xfrm>
        </p:spPr>
        <p:txBody>
          <a:bodyPr/>
          <a:lstStyle/>
          <a:p>
            <a:r>
              <a:rPr lang="en-GB" dirty="0"/>
              <a:t>Reinforcement Learning</a:t>
            </a:r>
          </a:p>
        </p:txBody>
      </p:sp>
      <p:pic>
        <p:nvPicPr>
          <p:cNvPr id="3" name="Picture 2">
            <a:extLst>
              <a:ext uri="{FF2B5EF4-FFF2-40B4-BE49-F238E27FC236}">
                <a16:creationId xmlns:a16="http://schemas.microsoft.com/office/drawing/2014/main" id="{BE5DF716-08E3-99DB-28B6-D5C52350ED08}"/>
              </a:ext>
            </a:extLst>
          </p:cNvPr>
          <p:cNvPicPr>
            <a:picLocks noChangeAspect="1"/>
          </p:cNvPicPr>
          <p:nvPr/>
        </p:nvPicPr>
        <p:blipFill>
          <a:blip r:embed="rId3"/>
          <a:stretch>
            <a:fillRect/>
          </a:stretch>
        </p:blipFill>
        <p:spPr>
          <a:xfrm>
            <a:off x="6613071" y="4210642"/>
            <a:ext cx="5001986" cy="1790107"/>
          </a:xfrm>
          <a:prstGeom prst="rect">
            <a:avLst/>
          </a:prstGeom>
        </p:spPr>
      </p:pic>
      <p:sp>
        <p:nvSpPr>
          <p:cNvPr id="6" name="Tijdelijke aanduiding voor tekst 7">
            <a:extLst>
              <a:ext uri="{FF2B5EF4-FFF2-40B4-BE49-F238E27FC236}">
                <a16:creationId xmlns:a16="http://schemas.microsoft.com/office/drawing/2014/main" id="{1787AF2E-830D-A1CD-4770-D36AC247E1DA}"/>
              </a:ext>
            </a:extLst>
          </p:cNvPr>
          <p:cNvSpPr txBox="1">
            <a:spLocks/>
          </p:cNvSpPr>
          <p:nvPr/>
        </p:nvSpPr>
        <p:spPr>
          <a:xfrm>
            <a:off x="718666" y="3838652"/>
            <a:ext cx="5486191" cy="2398862"/>
          </a:xfrm>
          <a:prstGeom prst="rect">
            <a:avLst/>
          </a:prstGeom>
        </p:spPr>
        <p:txBody>
          <a:bodyPr vert="horz" lIns="0" tIns="0" rIns="0" bIns="0" rtlCol="0">
            <a:noAutofit/>
          </a:bodyPr>
          <a:lstStyle>
            <a:lvl1pPr marL="361950" indent="-361950" algn="l" defTabSz="914400" rtl="0" eaLnBrk="1" latinLnBrk="0" hangingPunct="1">
              <a:lnSpc>
                <a:spcPct val="90000"/>
              </a:lnSpc>
              <a:spcBef>
                <a:spcPts val="600"/>
              </a:spcBef>
              <a:spcAft>
                <a:spcPts val="600"/>
              </a:spcAft>
              <a:buClr>
                <a:schemeClr val="accent1"/>
              </a:buClr>
              <a:buSzPct val="120000"/>
              <a:buFont typeface="Arial" panose="020B0604020202020204" pitchFamily="34" charset="0"/>
              <a:buChar char="•"/>
              <a:defRPr sz="2000" kern="1200">
                <a:solidFill>
                  <a:schemeClr val="tx2"/>
                </a:solidFill>
                <a:latin typeface="+mn-lt"/>
                <a:ea typeface="+mn-ea"/>
                <a:cs typeface="+mn-cs"/>
              </a:defRPr>
            </a:lvl1pPr>
            <a:lvl2pPr marL="712788" indent="-350838" algn="l" defTabSz="914400" rtl="0" eaLnBrk="1" latinLnBrk="0" hangingPunct="1">
              <a:lnSpc>
                <a:spcPct val="90000"/>
              </a:lnSpc>
              <a:spcBef>
                <a:spcPts val="600"/>
              </a:spcBef>
              <a:spcAft>
                <a:spcPts val="600"/>
              </a:spcAft>
              <a:buClr>
                <a:schemeClr val="accent1"/>
              </a:buClr>
              <a:buSzPct val="120000"/>
              <a:buFont typeface="Arial" panose="020B0604020202020204" pitchFamily="34" charset="0"/>
              <a:buChar char="•"/>
              <a:tabLst>
                <a:tab pos="712788" algn="l"/>
              </a:tabLst>
              <a:defRPr sz="2000" kern="1200">
                <a:solidFill>
                  <a:schemeClr val="tx2"/>
                </a:solidFill>
                <a:latin typeface="+mn-lt"/>
                <a:ea typeface="+mn-ea"/>
                <a:cs typeface="+mn-cs"/>
              </a:defRPr>
            </a:lvl2pPr>
            <a:lvl3pPr marL="0" indent="0" algn="l" defTabSz="914400" rtl="0" eaLnBrk="1" latinLnBrk="0" hangingPunct="1">
              <a:lnSpc>
                <a:spcPct val="90000"/>
              </a:lnSpc>
              <a:spcBef>
                <a:spcPts val="600"/>
              </a:spcBef>
              <a:spcAft>
                <a:spcPts val="600"/>
              </a:spcAft>
              <a:buClr>
                <a:schemeClr val="accent3"/>
              </a:buClr>
              <a:buFont typeface="Segoe UI Light" panose="020B0502040204020203" pitchFamily="34" charset="0"/>
              <a:buNone/>
              <a:defRPr sz="2000" kern="1200">
                <a:solidFill>
                  <a:schemeClr val="tx2"/>
                </a:solidFill>
                <a:latin typeface="+mn-lt"/>
                <a:ea typeface="+mn-ea"/>
                <a:cs typeface="+mn-cs"/>
              </a:defRPr>
            </a:lvl3pPr>
            <a:lvl4pPr marL="0" indent="0" algn="l" defTabSz="914400" rtl="0" eaLnBrk="1" latinLnBrk="0" hangingPunct="1">
              <a:lnSpc>
                <a:spcPct val="90000"/>
              </a:lnSpc>
              <a:spcBef>
                <a:spcPts val="600"/>
              </a:spcBef>
              <a:spcAft>
                <a:spcPts val="600"/>
              </a:spcAft>
              <a:buFont typeface="Arial" panose="020B0604020202020204" pitchFamily="34" charset="0"/>
              <a:buNone/>
              <a:defRPr sz="3600" b="1" kern="1200">
                <a:solidFill>
                  <a:schemeClr val="tx2"/>
                </a:solidFill>
                <a:latin typeface="+mj-lt"/>
                <a:ea typeface="+mn-ea"/>
                <a:cs typeface="+mn-cs"/>
              </a:defRPr>
            </a:lvl4pPr>
            <a:lvl5pPr marL="0" indent="0" algn="l" defTabSz="914400" rtl="0" eaLnBrk="1" latinLnBrk="0" hangingPunct="1">
              <a:lnSpc>
                <a:spcPct val="90000"/>
              </a:lnSpc>
              <a:spcBef>
                <a:spcPts val="600"/>
              </a:spcBef>
              <a:spcAft>
                <a:spcPts val="600"/>
              </a:spcAft>
              <a:buFont typeface="Arial" panose="020B0604020202020204" pitchFamily="34" charset="0"/>
              <a:buNone/>
              <a:defRPr sz="2400" b="0" kern="1200">
                <a:solidFill>
                  <a:schemeClr val="accent1"/>
                </a:solidFill>
                <a:latin typeface="+mj-lt"/>
                <a:ea typeface="+mn-ea"/>
                <a:cs typeface="+mn-cs"/>
              </a:defRPr>
            </a:lvl5pPr>
            <a:lvl6pPr marL="0" indent="0" algn="l" defTabSz="914400" rtl="0" eaLnBrk="1" latinLnBrk="0" hangingPunct="1">
              <a:lnSpc>
                <a:spcPct val="90000"/>
              </a:lnSpc>
              <a:spcBef>
                <a:spcPts val="600"/>
              </a:spcBef>
              <a:spcAft>
                <a:spcPts val="600"/>
              </a:spcAft>
              <a:buClr>
                <a:schemeClr val="accent1"/>
              </a:buClr>
              <a:buFont typeface="Arial" panose="020B0604020202020204" pitchFamily="34" charset="0"/>
              <a:buNone/>
              <a:defRPr sz="2000" b="0" kern="1200" cap="none" baseline="0">
                <a:solidFill>
                  <a:schemeClr val="tx1"/>
                </a:solidFill>
                <a:latin typeface="+mj-lt"/>
                <a:ea typeface="+mn-ea"/>
                <a:cs typeface="+mn-cs"/>
              </a:defRPr>
            </a:lvl6pPr>
            <a:lvl7pPr marL="361950" indent="-361950" algn="l" defTabSz="914400" rtl="0" eaLnBrk="1" latinLnBrk="0" hangingPunct="1">
              <a:lnSpc>
                <a:spcPct val="90000"/>
              </a:lnSpc>
              <a:spcBef>
                <a:spcPts val="600"/>
              </a:spcBef>
              <a:spcAft>
                <a:spcPts val="600"/>
              </a:spcAft>
              <a:buClr>
                <a:schemeClr val="accent1"/>
              </a:buClr>
              <a:buFont typeface="+mj-lt"/>
              <a:buAutoNum type="arabicPeriod"/>
              <a:tabLst/>
              <a:defRPr sz="2000" kern="1200">
                <a:solidFill>
                  <a:schemeClr val="tx1"/>
                </a:solidFill>
                <a:latin typeface="+mn-lt"/>
                <a:ea typeface="+mn-ea"/>
                <a:cs typeface="+mn-cs"/>
              </a:defRPr>
            </a:lvl7pPr>
            <a:lvl8pPr marL="361950" indent="-361950" algn="l" defTabSz="914400" rtl="0" eaLnBrk="1" latinLnBrk="0" hangingPunct="1">
              <a:lnSpc>
                <a:spcPct val="90000"/>
              </a:lnSpc>
              <a:spcBef>
                <a:spcPts val="600"/>
              </a:spcBef>
              <a:spcAft>
                <a:spcPts val="600"/>
              </a:spcAft>
              <a:buClr>
                <a:schemeClr val="accent1"/>
              </a:buClr>
              <a:buFont typeface="+mj-lt"/>
              <a:buAutoNum type="alphaLcPeriod"/>
              <a:defRPr sz="2000" kern="1200">
                <a:solidFill>
                  <a:schemeClr val="tx1"/>
                </a:solidFill>
                <a:latin typeface="+mn-lt"/>
                <a:ea typeface="+mn-ea"/>
                <a:cs typeface="+mn-cs"/>
              </a:defRPr>
            </a:lvl8pPr>
            <a:lvl9pPr marL="0" indent="0" algn="l" defTabSz="914400" rtl="0" eaLnBrk="1" latinLnBrk="0" hangingPunct="1">
              <a:lnSpc>
                <a:spcPct val="90000"/>
              </a:lnSpc>
              <a:spcBef>
                <a:spcPts val="600"/>
              </a:spcBef>
              <a:spcAft>
                <a:spcPts val="600"/>
              </a:spcAft>
              <a:buClr>
                <a:schemeClr val="accent1"/>
              </a:buClr>
              <a:buFont typeface="Arial" panose="020B0604020202020204" pitchFamily="34" charset="0"/>
              <a:buNone/>
              <a:defRPr sz="1600" i="1" kern="1200">
                <a:solidFill>
                  <a:schemeClr val="tx1"/>
                </a:solidFill>
                <a:latin typeface="+mn-lt"/>
                <a:ea typeface="+mn-ea"/>
                <a:cs typeface="+mn-cs"/>
              </a:defRPr>
            </a:lvl9pPr>
          </a:lstStyle>
          <a:p>
            <a:pPr marL="636588" lvl="1" indent="-285750">
              <a:lnSpc>
                <a:spcPct val="100000"/>
              </a:lnSpc>
              <a:buClr>
                <a:srgbClr val="00A6D6"/>
              </a:buClr>
            </a:pPr>
            <a:r>
              <a:rPr lang="en-GB" b="1" dirty="0">
                <a:solidFill>
                  <a:srgbClr val="0C2340"/>
                </a:solidFill>
              </a:rPr>
              <a:t>Action Space:</a:t>
            </a:r>
          </a:p>
          <a:p>
            <a:pPr marL="0" indent="0">
              <a:lnSpc>
                <a:spcPct val="100000"/>
              </a:lnSpc>
              <a:buClr>
                <a:srgbClr val="00A6D6"/>
              </a:buClr>
              <a:buNone/>
            </a:pPr>
            <a:r>
              <a:rPr lang="en-GB" sz="2000" dirty="0">
                <a:solidFill>
                  <a:srgbClr val="0C2340"/>
                </a:solidFill>
              </a:rPr>
              <a:t>	Set of all possible actions which can be 	performed.</a:t>
            </a:r>
            <a:endParaRPr lang="en-GB" b="1" dirty="0">
              <a:solidFill>
                <a:srgbClr val="0C2340"/>
              </a:solidFill>
            </a:endParaRPr>
          </a:p>
          <a:p>
            <a:pPr marL="636588" lvl="1" indent="-285750">
              <a:lnSpc>
                <a:spcPct val="100000"/>
              </a:lnSpc>
              <a:buClr>
                <a:srgbClr val="00A6D6"/>
              </a:buClr>
            </a:pPr>
            <a:r>
              <a:rPr lang="en-GB" b="1" dirty="0">
                <a:solidFill>
                  <a:srgbClr val="0C2340"/>
                </a:solidFill>
              </a:rPr>
              <a:t>Reward Signal:</a:t>
            </a:r>
          </a:p>
          <a:p>
            <a:pPr marL="0" indent="0">
              <a:lnSpc>
                <a:spcPct val="100000"/>
              </a:lnSpc>
              <a:buClr>
                <a:srgbClr val="00A6D6"/>
              </a:buClr>
              <a:buNone/>
            </a:pPr>
            <a:r>
              <a:rPr lang="en-GB" dirty="0">
                <a:solidFill>
                  <a:srgbClr val="0C2340"/>
                </a:solidFill>
              </a:rPr>
              <a:t>	Variable defining how optimal a given 	state is.</a:t>
            </a:r>
            <a:endParaRPr lang="en-GB" sz="2000" dirty="0">
              <a:solidFill>
                <a:srgbClr val="0C2340"/>
              </a:solidFill>
            </a:endParaRPr>
          </a:p>
          <a:p>
            <a:pPr marL="0" indent="0">
              <a:lnSpc>
                <a:spcPct val="100000"/>
              </a:lnSpc>
              <a:buNone/>
            </a:pPr>
            <a:r>
              <a:rPr lang="en-GB" sz="2000" dirty="0">
                <a:solidFill>
                  <a:srgbClr val="0C2340"/>
                </a:solidFill>
              </a:rPr>
              <a:t>	</a:t>
            </a:r>
          </a:p>
          <a:p>
            <a:pPr algn="l">
              <a:lnSpc>
                <a:spcPct val="90000"/>
              </a:lnSpc>
              <a:spcBef>
                <a:spcPts val="600"/>
              </a:spcBef>
              <a:spcAft>
                <a:spcPts val="600"/>
              </a:spcAft>
            </a:pPr>
            <a:endParaRPr lang="LID4096" sz="1800" dirty="0"/>
          </a:p>
          <a:p>
            <a:pPr marL="0" indent="0">
              <a:lnSpc>
                <a:spcPct val="100000"/>
              </a:lnSpc>
              <a:buFont typeface="Arial" panose="020B0604020202020204" pitchFamily="34" charset="0"/>
              <a:buNone/>
            </a:pPr>
            <a:endParaRPr lang="en-GB" b="1" dirty="0">
              <a:solidFill>
                <a:srgbClr val="0C2340"/>
              </a:solidFill>
            </a:endParaRPr>
          </a:p>
          <a:p>
            <a:pPr marL="0" indent="0">
              <a:lnSpc>
                <a:spcPct val="100000"/>
              </a:lnSpc>
              <a:buFont typeface="Arial" panose="020B0604020202020204" pitchFamily="34" charset="0"/>
              <a:buNone/>
            </a:pPr>
            <a:r>
              <a:rPr lang="en-GB" b="1" dirty="0">
                <a:solidFill>
                  <a:srgbClr val="0C2340"/>
                </a:solidFill>
              </a:rPr>
              <a:t>	</a:t>
            </a:r>
            <a:endParaRPr lang="en-GB" dirty="0">
              <a:solidFill>
                <a:schemeClr val="tx1"/>
              </a:solidFill>
            </a:endParaRPr>
          </a:p>
        </p:txBody>
      </p:sp>
      <p:sp>
        <p:nvSpPr>
          <p:cNvPr id="2" name="Rectangle: Rounded Corners 1">
            <a:extLst>
              <a:ext uri="{FF2B5EF4-FFF2-40B4-BE49-F238E27FC236}">
                <a16:creationId xmlns:a16="http://schemas.microsoft.com/office/drawing/2014/main" id="{1537F30B-4BC8-E7FC-8518-FA574096AC30}"/>
              </a:ext>
            </a:extLst>
          </p:cNvPr>
          <p:cNvSpPr/>
          <p:nvPr/>
        </p:nvSpPr>
        <p:spPr>
          <a:xfrm>
            <a:off x="4569672" y="416687"/>
            <a:ext cx="1034144" cy="84898"/>
          </a:xfrm>
          <a:prstGeom prst="roundRect">
            <a:avLst>
              <a:gd name="adj" fmla="val 50000"/>
            </a:avLst>
          </a:prstGeom>
          <a:solidFill>
            <a:srgbClr val="00A6D6"/>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LID4096" sz="1600" dirty="0" err="1">
              <a:solidFill>
                <a:srgbClr val="00A6D6"/>
              </a:solidFill>
            </a:endParaRPr>
          </a:p>
        </p:txBody>
      </p:sp>
    </p:spTree>
    <p:extLst>
      <p:ext uri="{BB962C8B-B14F-4D97-AF65-F5344CB8AC3E}">
        <p14:creationId xmlns:p14="http://schemas.microsoft.com/office/powerpoint/2010/main" val="3276765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0" end="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
                                            <p:txEl>
                                              <p:pRg st="2" end="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jdelijke aanduiding voor datum 4">
            <a:extLst>
              <a:ext uri="{FF2B5EF4-FFF2-40B4-BE49-F238E27FC236}">
                <a16:creationId xmlns:a16="http://schemas.microsoft.com/office/drawing/2014/main" id="{B994BAD7-1490-F4D5-9092-3EB7111B7DF7}"/>
              </a:ext>
            </a:extLst>
          </p:cNvPr>
          <p:cNvSpPr>
            <a:spLocks noGrp="1"/>
          </p:cNvSpPr>
          <p:nvPr>
            <p:ph type="dt" sz="half" idx="18"/>
          </p:nvPr>
        </p:nvSpPr>
        <p:spPr>
          <a:xfrm>
            <a:off x="10146569" y="6405669"/>
            <a:ext cx="766235" cy="184666"/>
          </a:xfrm>
        </p:spPr>
        <p:txBody>
          <a:bodyPr/>
          <a:lstStyle/>
          <a:p>
            <a:r>
              <a:rPr lang="LID4096"/>
              <a:t>08/30/2024</a:t>
            </a:r>
            <a:endParaRPr lang="en-GB" dirty="0"/>
          </a:p>
        </p:txBody>
      </p:sp>
      <p:sp>
        <p:nvSpPr>
          <p:cNvPr id="16" name="Tijdelijke aanduiding voor dianummer 15">
            <a:extLst>
              <a:ext uri="{FF2B5EF4-FFF2-40B4-BE49-F238E27FC236}">
                <a16:creationId xmlns:a16="http://schemas.microsoft.com/office/drawing/2014/main" id="{BBB35617-5649-3A69-5ACC-A5828B3F289A}"/>
              </a:ext>
            </a:extLst>
          </p:cNvPr>
          <p:cNvSpPr>
            <a:spLocks noGrp="1"/>
          </p:cNvSpPr>
          <p:nvPr>
            <p:ph type="sldNum" sz="quarter" idx="20"/>
          </p:nvPr>
        </p:nvSpPr>
        <p:spPr>
          <a:xfrm>
            <a:off x="11178464" y="6405669"/>
            <a:ext cx="291298" cy="184666"/>
          </a:xfrm>
        </p:spPr>
        <p:txBody>
          <a:bodyPr/>
          <a:lstStyle/>
          <a:p>
            <a:fld id="{9E843DB9-9987-4157-AB9C-CEA8D7D910BB}" type="slidenum">
              <a:rPr lang="en-GB" smtClean="0"/>
              <a:pPr/>
              <a:t>12</a:t>
            </a:fld>
            <a:endParaRPr lang="en-GB" dirty="0"/>
          </a:p>
        </p:txBody>
      </p:sp>
      <mc:AlternateContent xmlns:mc="http://schemas.openxmlformats.org/markup-compatibility/2006" xmlns:a14="http://schemas.microsoft.com/office/drawing/2010/main">
        <mc:Choice Requires="a14">
          <p:sp>
            <p:nvSpPr>
              <p:cNvPr id="8" name="Tijdelijke aanduiding voor tekst 7">
                <a:extLst>
                  <a:ext uri="{FF2B5EF4-FFF2-40B4-BE49-F238E27FC236}">
                    <a16:creationId xmlns:a16="http://schemas.microsoft.com/office/drawing/2014/main" id="{73C0F465-AC54-5AF4-B9C9-64F21371EF32}"/>
                  </a:ext>
                </a:extLst>
              </p:cNvPr>
              <p:cNvSpPr>
                <a:spLocks noGrp="1"/>
              </p:cNvSpPr>
              <p:nvPr>
                <p:ph type="body" sz="quarter" idx="21"/>
              </p:nvPr>
            </p:nvSpPr>
            <p:spPr>
              <a:xfrm>
                <a:off x="719139" y="1561310"/>
                <a:ext cx="10750623" cy="4439439"/>
              </a:xfrm>
              <a:custGeom>
                <a:avLst/>
                <a:gdLst>
                  <a:gd name="connsiteX0" fmla="*/ 0 w 10750623"/>
                  <a:gd name="connsiteY0" fmla="*/ 629882 h 4435476"/>
                  <a:gd name="connsiteX1" fmla="*/ 629882 w 10750623"/>
                  <a:gd name="connsiteY1" fmla="*/ 629882 h 4435476"/>
                  <a:gd name="connsiteX2" fmla="*/ 629882 w 10750623"/>
                  <a:gd name="connsiteY2" fmla="*/ 0 h 4435476"/>
                  <a:gd name="connsiteX3" fmla="*/ 10120741 w 10750623"/>
                  <a:gd name="connsiteY3" fmla="*/ 0 h 4435476"/>
                  <a:gd name="connsiteX4" fmla="*/ 10120741 w 10750623"/>
                  <a:gd name="connsiteY4" fmla="*/ 629882 h 4435476"/>
                  <a:gd name="connsiteX5" fmla="*/ 10750623 w 10750623"/>
                  <a:gd name="connsiteY5" fmla="*/ 629882 h 4435476"/>
                  <a:gd name="connsiteX6" fmla="*/ 10750623 w 10750623"/>
                  <a:gd name="connsiteY6" fmla="*/ 3805594 h 4435476"/>
                  <a:gd name="connsiteX7" fmla="*/ 10120741 w 10750623"/>
                  <a:gd name="connsiteY7" fmla="*/ 3805594 h 4435476"/>
                  <a:gd name="connsiteX8" fmla="*/ 10120741 w 10750623"/>
                  <a:gd name="connsiteY8" fmla="*/ 4435476 h 4435476"/>
                  <a:gd name="connsiteX9" fmla="*/ 629882 w 10750623"/>
                  <a:gd name="connsiteY9" fmla="*/ 4435476 h 4435476"/>
                  <a:gd name="connsiteX10" fmla="*/ 629882 w 10750623"/>
                  <a:gd name="connsiteY10" fmla="*/ 3805594 h 4435476"/>
                  <a:gd name="connsiteX11" fmla="*/ 0 w 10750623"/>
                  <a:gd name="connsiteY11" fmla="*/ 3805594 h 4435476"/>
                  <a:gd name="connsiteX12" fmla="*/ 0 w 10750623"/>
                  <a:gd name="connsiteY12" fmla="*/ 629882 h 4435476"/>
                  <a:gd name="connsiteX0" fmla="*/ 0 w 10750623"/>
                  <a:gd name="connsiteY0" fmla="*/ 629882 h 4435476"/>
                  <a:gd name="connsiteX1" fmla="*/ 1232 w 10750623"/>
                  <a:gd name="connsiteY1" fmla="*/ 1232 h 4435476"/>
                  <a:gd name="connsiteX2" fmla="*/ 629882 w 10750623"/>
                  <a:gd name="connsiteY2" fmla="*/ 0 h 4435476"/>
                  <a:gd name="connsiteX3" fmla="*/ 10120741 w 10750623"/>
                  <a:gd name="connsiteY3" fmla="*/ 0 h 4435476"/>
                  <a:gd name="connsiteX4" fmla="*/ 10120741 w 10750623"/>
                  <a:gd name="connsiteY4" fmla="*/ 629882 h 4435476"/>
                  <a:gd name="connsiteX5" fmla="*/ 10750623 w 10750623"/>
                  <a:gd name="connsiteY5" fmla="*/ 629882 h 4435476"/>
                  <a:gd name="connsiteX6" fmla="*/ 10750623 w 10750623"/>
                  <a:gd name="connsiteY6" fmla="*/ 3805594 h 4435476"/>
                  <a:gd name="connsiteX7" fmla="*/ 10120741 w 10750623"/>
                  <a:gd name="connsiteY7" fmla="*/ 3805594 h 4435476"/>
                  <a:gd name="connsiteX8" fmla="*/ 10120741 w 10750623"/>
                  <a:gd name="connsiteY8" fmla="*/ 4435476 h 4435476"/>
                  <a:gd name="connsiteX9" fmla="*/ 629882 w 10750623"/>
                  <a:gd name="connsiteY9" fmla="*/ 4435476 h 4435476"/>
                  <a:gd name="connsiteX10" fmla="*/ 629882 w 10750623"/>
                  <a:gd name="connsiteY10" fmla="*/ 3805594 h 4435476"/>
                  <a:gd name="connsiteX11" fmla="*/ 0 w 10750623"/>
                  <a:gd name="connsiteY11" fmla="*/ 3805594 h 4435476"/>
                  <a:gd name="connsiteX12" fmla="*/ 0 w 10750623"/>
                  <a:gd name="connsiteY12" fmla="*/ 629882 h 4435476"/>
                  <a:gd name="connsiteX0" fmla="*/ 0 w 10750623"/>
                  <a:gd name="connsiteY0" fmla="*/ 633845 h 4439439"/>
                  <a:gd name="connsiteX1" fmla="*/ 1232 w 10750623"/>
                  <a:gd name="connsiteY1" fmla="*/ 5195 h 4439439"/>
                  <a:gd name="connsiteX2" fmla="*/ 629882 w 10750623"/>
                  <a:gd name="connsiteY2" fmla="*/ 3963 h 4439439"/>
                  <a:gd name="connsiteX3" fmla="*/ 10120741 w 10750623"/>
                  <a:gd name="connsiteY3" fmla="*/ 3963 h 4439439"/>
                  <a:gd name="connsiteX4" fmla="*/ 10739000 w 10750623"/>
                  <a:gd name="connsiteY4" fmla="*/ 0 h 4439439"/>
                  <a:gd name="connsiteX5" fmla="*/ 10750623 w 10750623"/>
                  <a:gd name="connsiteY5" fmla="*/ 633845 h 4439439"/>
                  <a:gd name="connsiteX6" fmla="*/ 10750623 w 10750623"/>
                  <a:gd name="connsiteY6" fmla="*/ 3809557 h 4439439"/>
                  <a:gd name="connsiteX7" fmla="*/ 10120741 w 10750623"/>
                  <a:gd name="connsiteY7" fmla="*/ 3809557 h 4439439"/>
                  <a:gd name="connsiteX8" fmla="*/ 10120741 w 10750623"/>
                  <a:gd name="connsiteY8" fmla="*/ 4439439 h 4439439"/>
                  <a:gd name="connsiteX9" fmla="*/ 629882 w 10750623"/>
                  <a:gd name="connsiteY9" fmla="*/ 4439439 h 4439439"/>
                  <a:gd name="connsiteX10" fmla="*/ 629882 w 10750623"/>
                  <a:gd name="connsiteY10" fmla="*/ 3809557 h 4439439"/>
                  <a:gd name="connsiteX11" fmla="*/ 0 w 10750623"/>
                  <a:gd name="connsiteY11" fmla="*/ 3809557 h 4439439"/>
                  <a:gd name="connsiteX12" fmla="*/ 0 w 10750623"/>
                  <a:gd name="connsiteY12" fmla="*/ 633845 h 4439439"/>
                  <a:gd name="connsiteX0" fmla="*/ 0 w 10750623"/>
                  <a:gd name="connsiteY0" fmla="*/ 633845 h 4439439"/>
                  <a:gd name="connsiteX1" fmla="*/ 1232 w 10750623"/>
                  <a:gd name="connsiteY1" fmla="*/ 5195 h 4439439"/>
                  <a:gd name="connsiteX2" fmla="*/ 629882 w 10750623"/>
                  <a:gd name="connsiteY2" fmla="*/ 3963 h 4439439"/>
                  <a:gd name="connsiteX3" fmla="*/ 10120741 w 10750623"/>
                  <a:gd name="connsiteY3" fmla="*/ 3963 h 4439439"/>
                  <a:gd name="connsiteX4" fmla="*/ 10739000 w 10750623"/>
                  <a:gd name="connsiteY4" fmla="*/ 0 h 4439439"/>
                  <a:gd name="connsiteX5" fmla="*/ 10750623 w 10750623"/>
                  <a:gd name="connsiteY5" fmla="*/ 633845 h 4439439"/>
                  <a:gd name="connsiteX6" fmla="*/ 10750623 w 10750623"/>
                  <a:gd name="connsiteY6" fmla="*/ 3809557 h 4439439"/>
                  <a:gd name="connsiteX7" fmla="*/ 10120741 w 10750623"/>
                  <a:gd name="connsiteY7" fmla="*/ 3809557 h 4439439"/>
                  <a:gd name="connsiteX8" fmla="*/ 10120741 w 10750623"/>
                  <a:gd name="connsiteY8" fmla="*/ 4439439 h 4439439"/>
                  <a:gd name="connsiteX9" fmla="*/ 629882 w 10750623"/>
                  <a:gd name="connsiteY9" fmla="*/ 4439439 h 4439439"/>
                  <a:gd name="connsiteX10" fmla="*/ 1232 w 10750623"/>
                  <a:gd name="connsiteY10" fmla="*/ 4412230 h 4439439"/>
                  <a:gd name="connsiteX11" fmla="*/ 0 w 10750623"/>
                  <a:gd name="connsiteY11" fmla="*/ 3809557 h 4439439"/>
                  <a:gd name="connsiteX12" fmla="*/ 0 w 10750623"/>
                  <a:gd name="connsiteY12" fmla="*/ 633845 h 4439439"/>
                  <a:gd name="connsiteX0" fmla="*/ 0 w 10750623"/>
                  <a:gd name="connsiteY0" fmla="*/ 633845 h 4439439"/>
                  <a:gd name="connsiteX1" fmla="*/ 1232 w 10750623"/>
                  <a:gd name="connsiteY1" fmla="*/ 5195 h 4439439"/>
                  <a:gd name="connsiteX2" fmla="*/ 629882 w 10750623"/>
                  <a:gd name="connsiteY2" fmla="*/ 3963 h 4439439"/>
                  <a:gd name="connsiteX3" fmla="*/ 10120741 w 10750623"/>
                  <a:gd name="connsiteY3" fmla="*/ 3963 h 4439439"/>
                  <a:gd name="connsiteX4" fmla="*/ 10739000 w 10750623"/>
                  <a:gd name="connsiteY4" fmla="*/ 0 h 4439439"/>
                  <a:gd name="connsiteX5" fmla="*/ 10750623 w 10750623"/>
                  <a:gd name="connsiteY5" fmla="*/ 633845 h 4439439"/>
                  <a:gd name="connsiteX6" fmla="*/ 10750623 w 10750623"/>
                  <a:gd name="connsiteY6" fmla="*/ 3809557 h 4439439"/>
                  <a:gd name="connsiteX7" fmla="*/ 10032418 w 10750623"/>
                  <a:gd name="connsiteY7" fmla="*/ 2869179 h 4439439"/>
                  <a:gd name="connsiteX8" fmla="*/ 10120741 w 10750623"/>
                  <a:gd name="connsiteY8" fmla="*/ 4439439 h 4439439"/>
                  <a:gd name="connsiteX9" fmla="*/ 629882 w 10750623"/>
                  <a:gd name="connsiteY9" fmla="*/ 4439439 h 4439439"/>
                  <a:gd name="connsiteX10" fmla="*/ 1232 w 10750623"/>
                  <a:gd name="connsiteY10" fmla="*/ 4412230 h 4439439"/>
                  <a:gd name="connsiteX11" fmla="*/ 0 w 10750623"/>
                  <a:gd name="connsiteY11" fmla="*/ 3809557 h 4439439"/>
                  <a:gd name="connsiteX12" fmla="*/ 0 w 10750623"/>
                  <a:gd name="connsiteY12" fmla="*/ 633845 h 4439439"/>
                  <a:gd name="connsiteX0" fmla="*/ 0 w 10750623"/>
                  <a:gd name="connsiteY0" fmla="*/ 633845 h 4439439"/>
                  <a:gd name="connsiteX1" fmla="*/ 1232 w 10750623"/>
                  <a:gd name="connsiteY1" fmla="*/ 5195 h 4439439"/>
                  <a:gd name="connsiteX2" fmla="*/ 629882 w 10750623"/>
                  <a:gd name="connsiteY2" fmla="*/ 3963 h 4439439"/>
                  <a:gd name="connsiteX3" fmla="*/ 10120741 w 10750623"/>
                  <a:gd name="connsiteY3" fmla="*/ 3963 h 4439439"/>
                  <a:gd name="connsiteX4" fmla="*/ 10739000 w 10750623"/>
                  <a:gd name="connsiteY4" fmla="*/ 0 h 4439439"/>
                  <a:gd name="connsiteX5" fmla="*/ 10750623 w 10750623"/>
                  <a:gd name="connsiteY5" fmla="*/ 633845 h 4439439"/>
                  <a:gd name="connsiteX6" fmla="*/ 10750623 w 10750623"/>
                  <a:gd name="connsiteY6" fmla="*/ 3809557 h 4439439"/>
                  <a:gd name="connsiteX7" fmla="*/ 5543546 w 10750623"/>
                  <a:gd name="connsiteY7" fmla="*/ 2609406 h 4439439"/>
                  <a:gd name="connsiteX8" fmla="*/ 10120741 w 10750623"/>
                  <a:gd name="connsiteY8" fmla="*/ 4439439 h 4439439"/>
                  <a:gd name="connsiteX9" fmla="*/ 629882 w 10750623"/>
                  <a:gd name="connsiteY9" fmla="*/ 4439439 h 4439439"/>
                  <a:gd name="connsiteX10" fmla="*/ 1232 w 10750623"/>
                  <a:gd name="connsiteY10" fmla="*/ 4412230 h 4439439"/>
                  <a:gd name="connsiteX11" fmla="*/ 0 w 10750623"/>
                  <a:gd name="connsiteY11" fmla="*/ 3809557 h 4439439"/>
                  <a:gd name="connsiteX12" fmla="*/ 0 w 10750623"/>
                  <a:gd name="connsiteY12" fmla="*/ 633845 h 4439439"/>
                  <a:gd name="connsiteX0" fmla="*/ 0 w 10750623"/>
                  <a:gd name="connsiteY0" fmla="*/ 633845 h 4439439"/>
                  <a:gd name="connsiteX1" fmla="*/ 1232 w 10750623"/>
                  <a:gd name="connsiteY1" fmla="*/ 5195 h 4439439"/>
                  <a:gd name="connsiteX2" fmla="*/ 629882 w 10750623"/>
                  <a:gd name="connsiteY2" fmla="*/ 3963 h 4439439"/>
                  <a:gd name="connsiteX3" fmla="*/ 10120741 w 10750623"/>
                  <a:gd name="connsiteY3" fmla="*/ 3963 h 4439439"/>
                  <a:gd name="connsiteX4" fmla="*/ 10739000 w 10750623"/>
                  <a:gd name="connsiteY4" fmla="*/ 0 h 4439439"/>
                  <a:gd name="connsiteX5" fmla="*/ 10750623 w 10750623"/>
                  <a:gd name="connsiteY5" fmla="*/ 633845 h 4439439"/>
                  <a:gd name="connsiteX6" fmla="*/ 10735037 w 10750623"/>
                  <a:gd name="connsiteY6" fmla="*/ 2593821 h 4439439"/>
                  <a:gd name="connsiteX7" fmla="*/ 5543546 w 10750623"/>
                  <a:gd name="connsiteY7" fmla="*/ 2609406 h 4439439"/>
                  <a:gd name="connsiteX8" fmla="*/ 10120741 w 10750623"/>
                  <a:gd name="connsiteY8" fmla="*/ 4439439 h 4439439"/>
                  <a:gd name="connsiteX9" fmla="*/ 629882 w 10750623"/>
                  <a:gd name="connsiteY9" fmla="*/ 4439439 h 4439439"/>
                  <a:gd name="connsiteX10" fmla="*/ 1232 w 10750623"/>
                  <a:gd name="connsiteY10" fmla="*/ 4412230 h 4439439"/>
                  <a:gd name="connsiteX11" fmla="*/ 0 w 10750623"/>
                  <a:gd name="connsiteY11" fmla="*/ 3809557 h 4439439"/>
                  <a:gd name="connsiteX12" fmla="*/ 0 w 10750623"/>
                  <a:gd name="connsiteY12" fmla="*/ 633845 h 4439439"/>
                  <a:gd name="connsiteX0" fmla="*/ 0 w 10750623"/>
                  <a:gd name="connsiteY0" fmla="*/ 633845 h 4439439"/>
                  <a:gd name="connsiteX1" fmla="*/ 1232 w 10750623"/>
                  <a:gd name="connsiteY1" fmla="*/ 5195 h 4439439"/>
                  <a:gd name="connsiteX2" fmla="*/ 629882 w 10750623"/>
                  <a:gd name="connsiteY2" fmla="*/ 3963 h 4439439"/>
                  <a:gd name="connsiteX3" fmla="*/ 10120741 w 10750623"/>
                  <a:gd name="connsiteY3" fmla="*/ 3963 h 4439439"/>
                  <a:gd name="connsiteX4" fmla="*/ 10739000 w 10750623"/>
                  <a:gd name="connsiteY4" fmla="*/ 0 h 4439439"/>
                  <a:gd name="connsiteX5" fmla="*/ 10750623 w 10750623"/>
                  <a:gd name="connsiteY5" fmla="*/ 633845 h 4439439"/>
                  <a:gd name="connsiteX6" fmla="*/ 10735037 w 10750623"/>
                  <a:gd name="connsiteY6" fmla="*/ 2593821 h 4439439"/>
                  <a:gd name="connsiteX7" fmla="*/ 5543546 w 10750623"/>
                  <a:gd name="connsiteY7" fmla="*/ 2609406 h 4439439"/>
                  <a:gd name="connsiteX8" fmla="*/ 5553936 w 10750623"/>
                  <a:gd name="connsiteY8" fmla="*/ 4434243 h 4439439"/>
                  <a:gd name="connsiteX9" fmla="*/ 629882 w 10750623"/>
                  <a:gd name="connsiteY9" fmla="*/ 4439439 h 4439439"/>
                  <a:gd name="connsiteX10" fmla="*/ 1232 w 10750623"/>
                  <a:gd name="connsiteY10" fmla="*/ 4412230 h 4439439"/>
                  <a:gd name="connsiteX11" fmla="*/ 0 w 10750623"/>
                  <a:gd name="connsiteY11" fmla="*/ 3809557 h 4439439"/>
                  <a:gd name="connsiteX12" fmla="*/ 0 w 10750623"/>
                  <a:gd name="connsiteY12" fmla="*/ 633845 h 4439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750623" h="4439439">
                    <a:moveTo>
                      <a:pt x="0" y="633845"/>
                    </a:moveTo>
                    <a:cubicBezTo>
                      <a:pt x="411" y="424295"/>
                      <a:pt x="821" y="214745"/>
                      <a:pt x="1232" y="5195"/>
                    </a:cubicBezTo>
                    <a:lnTo>
                      <a:pt x="629882" y="3963"/>
                    </a:lnTo>
                    <a:lnTo>
                      <a:pt x="10120741" y="3963"/>
                    </a:lnTo>
                    <a:lnTo>
                      <a:pt x="10739000" y="0"/>
                    </a:lnTo>
                    <a:lnTo>
                      <a:pt x="10750623" y="633845"/>
                    </a:lnTo>
                    <a:lnTo>
                      <a:pt x="10735037" y="2593821"/>
                    </a:lnTo>
                    <a:lnTo>
                      <a:pt x="5543546" y="2609406"/>
                    </a:lnTo>
                    <a:cubicBezTo>
                      <a:pt x="5547009" y="3217685"/>
                      <a:pt x="5550473" y="3825964"/>
                      <a:pt x="5553936" y="4434243"/>
                    </a:cubicBezTo>
                    <a:lnTo>
                      <a:pt x="629882" y="4439439"/>
                    </a:lnTo>
                    <a:lnTo>
                      <a:pt x="1232" y="4412230"/>
                    </a:lnTo>
                    <a:cubicBezTo>
                      <a:pt x="821" y="4211339"/>
                      <a:pt x="411" y="4010448"/>
                      <a:pt x="0" y="3809557"/>
                    </a:cubicBezTo>
                    <a:lnTo>
                      <a:pt x="0" y="633845"/>
                    </a:lnTo>
                    <a:close/>
                  </a:path>
                </a:pathLst>
              </a:custGeom>
            </p:spPr>
            <p:txBody>
              <a:bodyPr/>
              <a:lstStyle/>
              <a:p>
                <a:pPr marL="0" indent="0">
                  <a:lnSpc>
                    <a:spcPct val="100000"/>
                  </a:lnSpc>
                  <a:buNone/>
                </a:pPr>
                <a:r>
                  <a:rPr lang="en-GB" dirty="0">
                    <a:solidFill>
                      <a:schemeClr val="tx1"/>
                    </a:solidFill>
                  </a:rPr>
                  <a:t>Then onto the main tools used to create an RL agent.</a:t>
                </a:r>
              </a:p>
              <a:p>
                <a:pPr>
                  <a:lnSpc>
                    <a:spcPct val="100000"/>
                  </a:lnSpc>
                </a:pPr>
                <a:r>
                  <a:rPr lang="en-GB" b="1" dirty="0">
                    <a:solidFill>
                      <a:srgbClr val="0C2340"/>
                    </a:solidFill>
                  </a:rPr>
                  <a:t>Value Function, </a:t>
                </a:r>
                <a14:m>
                  <m:oMath xmlns:m="http://schemas.openxmlformats.org/officeDocument/2006/math">
                    <m:r>
                      <a:rPr lang="en-US" b="1" i="1" smtClean="0">
                        <a:solidFill>
                          <a:srgbClr val="0C2340"/>
                        </a:solidFill>
                        <a:latin typeface="Cambria Math" panose="02040503050406030204" pitchFamily="18" charset="0"/>
                      </a:rPr>
                      <m:t>𝑽</m:t>
                    </m:r>
                    <m:r>
                      <a:rPr lang="en-US" b="1" i="1" smtClean="0">
                        <a:solidFill>
                          <a:srgbClr val="0C2340"/>
                        </a:solidFill>
                        <a:latin typeface="Cambria Math" panose="02040503050406030204" pitchFamily="18" charset="0"/>
                      </a:rPr>
                      <m:t>(</m:t>
                    </m:r>
                    <m:r>
                      <a:rPr lang="en-US" b="1" i="1" smtClean="0">
                        <a:solidFill>
                          <a:srgbClr val="0C2340"/>
                        </a:solidFill>
                        <a:latin typeface="Cambria Math" panose="02040503050406030204" pitchFamily="18" charset="0"/>
                      </a:rPr>
                      <m:t>𝒔</m:t>
                    </m:r>
                    <m:r>
                      <a:rPr lang="en-US" b="1" i="1" smtClean="0">
                        <a:solidFill>
                          <a:srgbClr val="0C2340"/>
                        </a:solidFill>
                        <a:latin typeface="Cambria Math" panose="02040503050406030204" pitchFamily="18" charset="0"/>
                      </a:rPr>
                      <m:t>)</m:t>
                    </m:r>
                  </m:oMath>
                </a14:m>
                <a:r>
                  <a:rPr lang="en-GB" dirty="0"/>
                  <a:t>:</a:t>
                </a:r>
              </a:p>
              <a:p>
                <a:pPr marL="0" indent="0">
                  <a:lnSpc>
                    <a:spcPct val="100000"/>
                  </a:lnSpc>
                  <a:buNone/>
                </a:pPr>
                <a:r>
                  <a:rPr lang="en-GB" dirty="0"/>
                  <a:t>	Mapping from the state space to the corresponding cumulative future rewards,		the </a:t>
                </a:r>
                <a:r>
                  <a:rPr lang="en-GB" b="1" dirty="0">
                    <a:solidFill>
                      <a:srgbClr val="00A6D6"/>
                    </a:solidFill>
                  </a:rPr>
                  <a:t>value</a:t>
                </a:r>
                <a:r>
                  <a:rPr lang="en-GB" dirty="0"/>
                  <a:t> of a given state.</a:t>
                </a:r>
              </a:p>
              <a:p>
                <a:pPr>
                  <a:lnSpc>
                    <a:spcPct val="100000"/>
                  </a:lnSpc>
                </a:pPr>
                <a:r>
                  <a:rPr lang="en-GB" b="1" dirty="0">
                    <a:solidFill>
                      <a:srgbClr val="0C2340"/>
                    </a:solidFill>
                  </a:rPr>
                  <a:t>Policy Function, </a:t>
                </a:r>
                <a14:m>
                  <m:oMath xmlns:m="http://schemas.openxmlformats.org/officeDocument/2006/math">
                    <m:r>
                      <a:rPr lang="en-US" b="1" i="1" smtClean="0">
                        <a:solidFill>
                          <a:srgbClr val="0C2340"/>
                        </a:solidFill>
                        <a:latin typeface="Cambria Math" panose="02040503050406030204" pitchFamily="18" charset="0"/>
                      </a:rPr>
                      <m:t>𝝅</m:t>
                    </m:r>
                    <m:r>
                      <a:rPr lang="en-US" b="1" i="1" smtClean="0">
                        <a:solidFill>
                          <a:srgbClr val="0C2340"/>
                        </a:solidFill>
                        <a:latin typeface="Cambria Math" panose="02040503050406030204" pitchFamily="18" charset="0"/>
                      </a:rPr>
                      <m:t>(</m:t>
                    </m:r>
                    <m:r>
                      <a:rPr lang="en-US" b="1" i="1" smtClean="0">
                        <a:solidFill>
                          <a:srgbClr val="0C2340"/>
                        </a:solidFill>
                        <a:latin typeface="Cambria Math" panose="02040503050406030204" pitchFamily="18" charset="0"/>
                      </a:rPr>
                      <m:t>𝒔</m:t>
                    </m:r>
                    <m:r>
                      <a:rPr lang="en-US" b="1" i="1" smtClean="0">
                        <a:solidFill>
                          <a:srgbClr val="0C2340"/>
                        </a:solidFill>
                        <a:latin typeface="Cambria Math" panose="02040503050406030204" pitchFamily="18" charset="0"/>
                      </a:rPr>
                      <m:t>)</m:t>
                    </m:r>
                  </m:oMath>
                </a14:m>
                <a:r>
                  <a:rPr lang="en-GB" b="1" dirty="0">
                    <a:solidFill>
                      <a:srgbClr val="0C2340"/>
                    </a:solidFill>
                  </a:rPr>
                  <a:t>:</a:t>
                </a:r>
              </a:p>
              <a:p>
                <a:pPr marL="0" indent="0">
                  <a:lnSpc>
                    <a:spcPct val="100000"/>
                  </a:lnSpc>
                  <a:buNone/>
                </a:pPr>
                <a:r>
                  <a:rPr lang="en-GB" b="1" dirty="0">
                    <a:solidFill>
                      <a:srgbClr val="0C2340"/>
                    </a:solidFill>
                  </a:rPr>
                  <a:t>	</a:t>
                </a:r>
                <a:r>
                  <a:rPr lang="en-GB" dirty="0">
                    <a:solidFill>
                      <a:srgbClr val="0C2340"/>
                    </a:solidFill>
                  </a:rPr>
                  <a:t>Mapping from state to action.</a:t>
                </a:r>
              </a:p>
              <a:p>
                <a:pPr marL="0" indent="0">
                  <a:lnSpc>
                    <a:spcPct val="100000"/>
                  </a:lnSpc>
                  <a:buNone/>
                </a:pPr>
                <a:endParaRPr lang="en-GB" dirty="0">
                  <a:solidFill>
                    <a:schemeClr val="tx1"/>
                  </a:solidFill>
                </a:endParaRPr>
              </a:p>
              <a:p>
                <a:pPr marL="0" indent="0">
                  <a:lnSpc>
                    <a:spcPct val="100000"/>
                  </a:lnSpc>
                  <a:buNone/>
                </a:pPr>
                <a:endParaRPr lang="en-GB" b="1" dirty="0">
                  <a:solidFill>
                    <a:srgbClr val="0C2340"/>
                  </a:solidFill>
                </a:endParaRPr>
              </a:p>
              <a:p>
                <a:pPr marL="0" indent="0">
                  <a:lnSpc>
                    <a:spcPct val="100000"/>
                  </a:lnSpc>
                  <a:buNone/>
                </a:pPr>
                <a:r>
                  <a:rPr lang="en-GB" b="1" dirty="0">
                    <a:solidFill>
                      <a:srgbClr val="0C2340"/>
                    </a:solidFill>
                  </a:rPr>
                  <a:t>	</a:t>
                </a:r>
                <a:endParaRPr lang="en-GB" dirty="0">
                  <a:solidFill>
                    <a:schemeClr val="tx1"/>
                  </a:solidFill>
                </a:endParaRPr>
              </a:p>
            </p:txBody>
          </p:sp>
        </mc:Choice>
        <mc:Fallback xmlns="">
          <p:sp>
            <p:nvSpPr>
              <p:cNvPr id="8" name="Tijdelijke aanduiding voor tekst 7">
                <a:extLst>
                  <a:ext uri="{FF2B5EF4-FFF2-40B4-BE49-F238E27FC236}">
                    <a16:creationId xmlns:a16="http://schemas.microsoft.com/office/drawing/2014/main" id="{73C0F465-AC54-5AF4-B9C9-64F21371EF32}"/>
                  </a:ext>
                </a:extLst>
              </p:cNvPr>
              <p:cNvSpPr>
                <a:spLocks noGrp="1" noRot="1" noChangeAspect="1" noMove="1" noResize="1" noEditPoints="1" noAdjustHandles="1" noChangeArrowheads="1" noChangeShapeType="1" noTextEdit="1"/>
              </p:cNvSpPr>
              <p:nvPr>
                <p:ph type="body" sz="quarter" idx="21"/>
              </p:nvPr>
            </p:nvSpPr>
            <p:spPr>
              <a:xfrm>
                <a:off x="719139" y="1561310"/>
                <a:ext cx="10750623" cy="4439439"/>
              </a:xfrm>
              <a:custGeom>
                <a:avLst/>
                <a:gdLst>
                  <a:gd name="connsiteX0" fmla="*/ 0 w 10750623"/>
                  <a:gd name="connsiteY0" fmla="*/ 629882 h 4435476"/>
                  <a:gd name="connsiteX1" fmla="*/ 629882 w 10750623"/>
                  <a:gd name="connsiteY1" fmla="*/ 629882 h 4435476"/>
                  <a:gd name="connsiteX2" fmla="*/ 629882 w 10750623"/>
                  <a:gd name="connsiteY2" fmla="*/ 0 h 4435476"/>
                  <a:gd name="connsiteX3" fmla="*/ 10120741 w 10750623"/>
                  <a:gd name="connsiteY3" fmla="*/ 0 h 4435476"/>
                  <a:gd name="connsiteX4" fmla="*/ 10120741 w 10750623"/>
                  <a:gd name="connsiteY4" fmla="*/ 629882 h 4435476"/>
                  <a:gd name="connsiteX5" fmla="*/ 10750623 w 10750623"/>
                  <a:gd name="connsiteY5" fmla="*/ 629882 h 4435476"/>
                  <a:gd name="connsiteX6" fmla="*/ 10750623 w 10750623"/>
                  <a:gd name="connsiteY6" fmla="*/ 3805594 h 4435476"/>
                  <a:gd name="connsiteX7" fmla="*/ 10120741 w 10750623"/>
                  <a:gd name="connsiteY7" fmla="*/ 3805594 h 4435476"/>
                  <a:gd name="connsiteX8" fmla="*/ 10120741 w 10750623"/>
                  <a:gd name="connsiteY8" fmla="*/ 4435476 h 4435476"/>
                  <a:gd name="connsiteX9" fmla="*/ 629882 w 10750623"/>
                  <a:gd name="connsiteY9" fmla="*/ 4435476 h 4435476"/>
                  <a:gd name="connsiteX10" fmla="*/ 629882 w 10750623"/>
                  <a:gd name="connsiteY10" fmla="*/ 3805594 h 4435476"/>
                  <a:gd name="connsiteX11" fmla="*/ 0 w 10750623"/>
                  <a:gd name="connsiteY11" fmla="*/ 3805594 h 4435476"/>
                  <a:gd name="connsiteX12" fmla="*/ 0 w 10750623"/>
                  <a:gd name="connsiteY12" fmla="*/ 629882 h 4435476"/>
                  <a:gd name="connsiteX0" fmla="*/ 0 w 10750623"/>
                  <a:gd name="connsiteY0" fmla="*/ 629882 h 4435476"/>
                  <a:gd name="connsiteX1" fmla="*/ 1232 w 10750623"/>
                  <a:gd name="connsiteY1" fmla="*/ 1232 h 4435476"/>
                  <a:gd name="connsiteX2" fmla="*/ 629882 w 10750623"/>
                  <a:gd name="connsiteY2" fmla="*/ 0 h 4435476"/>
                  <a:gd name="connsiteX3" fmla="*/ 10120741 w 10750623"/>
                  <a:gd name="connsiteY3" fmla="*/ 0 h 4435476"/>
                  <a:gd name="connsiteX4" fmla="*/ 10120741 w 10750623"/>
                  <a:gd name="connsiteY4" fmla="*/ 629882 h 4435476"/>
                  <a:gd name="connsiteX5" fmla="*/ 10750623 w 10750623"/>
                  <a:gd name="connsiteY5" fmla="*/ 629882 h 4435476"/>
                  <a:gd name="connsiteX6" fmla="*/ 10750623 w 10750623"/>
                  <a:gd name="connsiteY6" fmla="*/ 3805594 h 4435476"/>
                  <a:gd name="connsiteX7" fmla="*/ 10120741 w 10750623"/>
                  <a:gd name="connsiteY7" fmla="*/ 3805594 h 4435476"/>
                  <a:gd name="connsiteX8" fmla="*/ 10120741 w 10750623"/>
                  <a:gd name="connsiteY8" fmla="*/ 4435476 h 4435476"/>
                  <a:gd name="connsiteX9" fmla="*/ 629882 w 10750623"/>
                  <a:gd name="connsiteY9" fmla="*/ 4435476 h 4435476"/>
                  <a:gd name="connsiteX10" fmla="*/ 629882 w 10750623"/>
                  <a:gd name="connsiteY10" fmla="*/ 3805594 h 4435476"/>
                  <a:gd name="connsiteX11" fmla="*/ 0 w 10750623"/>
                  <a:gd name="connsiteY11" fmla="*/ 3805594 h 4435476"/>
                  <a:gd name="connsiteX12" fmla="*/ 0 w 10750623"/>
                  <a:gd name="connsiteY12" fmla="*/ 629882 h 4435476"/>
                  <a:gd name="connsiteX0" fmla="*/ 0 w 10750623"/>
                  <a:gd name="connsiteY0" fmla="*/ 633845 h 4439439"/>
                  <a:gd name="connsiteX1" fmla="*/ 1232 w 10750623"/>
                  <a:gd name="connsiteY1" fmla="*/ 5195 h 4439439"/>
                  <a:gd name="connsiteX2" fmla="*/ 629882 w 10750623"/>
                  <a:gd name="connsiteY2" fmla="*/ 3963 h 4439439"/>
                  <a:gd name="connsiteX3" fmla="*/ 10120741 w 10750623"/>
                  <a:gd name="connsiteY3" fmla="*/ 3963 h 4439439"/>
                  <a:gd name="connsiteX4" fmla="*/ 10739000 w 10750623"/>
                  <a:gd name="connsiteY4" fmla="*/ 0 h 4439439"/>
                  <a:gd name="connsiteX5" fmla="*/ 10750623 w 10750623"/>
                  <a:gd name="connsiteY5" fmla="*/ 633845 h 4439439"/>
                  <a:gd name="connsiteX6" fmla="*/ 10750623 w 10750623"/>
                  <a:gd name="connsiteY6" fmla="*/ 3809557 h 4439439"/>
                  <a:gd name="connsiteX7" fmla="*/ 10120741 w 10750623"/>
                  <a:gd name="connsiteY7" fmla="*/ 3809557 h 4439439"/>
                  <a:gd name="connsiteX8" fmla="*/ 10120741 w 10750623"/>
                  <a:gd name="connsiteY8" fmla="*/ 4439439 h 4439439"/>
                  <a:gd name="connsiteX9" fmla="*/ 629882 w 10750623"/>
                  <a:gd name="connsiteY9" fmla="*/ 4439439 h 4439439"/>
                  <a:gd name="connsiteX10" fmla="*/ 629882 w 10750623"/>
                  <a:gd name="connsiteY10" fmla="*/ 3809557 h 4439439"/>
                  <a:gd name="connsiteX11" fmla="*/ 0 w 10750623"/>
                  <a:gd name="connsiteY11" fmla="*/ 3809557 h 4439439"/>
                  <a:gd name="connsiteX12" fmla="*/ 0 w 10750623"/>
                  <a:gd name="connsiteY12" fmla="*/ 633845 h 4439439"/>
                  <a:gd name="connsiteX0" fmla="*/ 0 w 10750623"/>
                  <a:gd name="connsiteY0" fmla="*/ 633845 h 4439439"/>
                  <a:gd name="connsiteX1" fmla="*/ 1232 w 10750623"/>
                  <a:gd name="connsiteY1" fmla="*/ 5195 h 4439439"/>
                  <a:gd name="connsiteX2" fmla="*/ 629882 w 10750623"/>
                  <a:gd name="connsiteY2" fmla="*/ 3963 h 4439439"/>
                  <a:gd name="connsiteX3" fmla="*/ 10120741 w 10750623"/>
                  <a:gd name="connsiteY3" fmla="*/ 3963 h 4439439"/>
                  <a:gd name="connsiteX4" fmla="*/ 10739000 w 10750623"/>
                  <a:gd name="connsiteY4" fmla="*/ 0 h 4439439"/>
                  <a:gd name="connsiteX5" fmla="*/ 10750623 w 10750623"/>
                  <a:gd name="connsiteY5" fmla="*/ 633845 h 4439439"/>
                  <a:gd name="connsiteX6" fmla="*/ 10750623 w 10750623"/>
                  <a:gd name="connsiteY6" fmla="*/ 3809557 h 4439439"/>
                  <a:gd name="connsiteX7" fmla="*/ 10120741 w 10750623"/>
                  <a:gd name="connsiteY7" fmla="*/ 3809557 h 4439439"/>
                  <a:gd name="connsiteX8" fmla="*/ 10120741 w 10750623"/>
                  <a:gd name="connsiteY8" fmla="*/ 4439439 h 4439439"/>
                  <a:gd name="connsiteX9" fmla="*/ 629882 w 10750623"/>
                  <a:gd name="connsiteY9" fmla="*/ 4439439 h 4439439"/>
                  <a:gd name="connsiteX10" fmla="*/ 1232 w 10750623"/>
                  <a:gd name="connsiteY10" fmla="*/ 4412230 h 4439439"/>
                  <a:gd name="connsiteX11" fmla="*/ 0 w 10750623"/>
                  <a:gd name="connsiteY11" fmla="*/ 3809557 h 4439439"/>
                  <a:gd name="connsiteX12" fmla="*/ 0 w 10750623"/>
                  <a:gd name="connsiteY12" fmla="*/ 633845 h 4439439"/>
                  <a:gd name="connsiteX0" fmla="*/ 0 w 10750623"/>
                  <a:gd name="connsiteY0" fmla="*/ 633845 h 4439439"/>
                  <a:gd name="connsiteX1" fmla="*/ 1232 w 10750623"/>
                  <a:gd name="connsiteY1" fmla="*/ 5195 h 4439439"/>
                  <a:gd name="connsiteX2" fmla="*/ 629882 w 10750623"/>
                  <a:gd name="connsiteY2" fmla="*/ 3963 h 4439439"/>
                  <a:gd name="connsiteX3" fmla="*/ 10120741 w 10750623"/>
                  <a:gd name="connsiteY3" fmla="*/ 3963 h 4439439"/>
                  <a:gd name="connsiteX4" fmla="*/ 10739000 w 10750623"/>
                  <a:gd name="connsiteY4" fmla="*/ 0 h 4439439"/>
                  <a:gd name="connsiteX5" fmla="*/ 10750623 w 10750623"/>
                  <a:gd name="connsiteY5" fmla="*/ 633845 h 4439439"/>
                  <a:gd name="connsiteX6" fmla="*/ 10750623 w 10750623"/>
                  <a:gd name="connsiteY6" fmla="*/ 3809557 h 4439439"/>
                  <a:gd name="connsiteX7" fmla="*/ 10032418 w 10750623"/>
                  <a:gd name="connsiteY7" fmla="*/ 2869179 h 4439439"/>
                  <a:gd name="connsiteX8" fmla="*/ 10120741 w 10750623"/>
                  <a:gd name="connsiteY8" fmla="*/ 4439439 h 4439439"/>
                  <a:gd name="connsiteX9" fmla="*/ 629882 w 10750623"/>
                  <a:gd name="connsiteY9" fmla="*/ 4439439 h 4439439"/>
                  <a:gd name="connsiteX10" fmla="*/ 1232 w 10750623"/>
                  <a:gd name="connsiteY10" fmla="*/ 4412230 h 4439439"/>
                  <a:gd name="connsiteX11" fmla="*/ 0 w 10750623"/>
                  <a:gd name="connsiteY11" fmla="*/ 3809557 h 4439439"/>
                  <a:gd name="connsiteX12" fmla="*/ 0 w 10750623"/>
                  <a:gd name="connsiteY12" fmla="*/ 633845 h 4439439"/>
                  <a:gd name="connsiteX0" fmla="*/ 0 w 10750623"/>
                  <a:gd name="connsiteY0" fmla="*/ 633845 h 4439439"/>
                  <a:gd name="connsiteX1" fmla="*/ 1232 w 10750623"/>
                  <a:gd name="connsiteY1" fmla="*/ 5195 h 4439439"/>
                  <a:gd name="connsiteX2" fmla="*/ 629882 w 10750623"/>
                  <a:gd name="connsiteY2" fmla="*/ 3963 h 4439439"/>
                  <a:gd name="connsiteX3" fmla="*/ 10120741 w 10750623"/>
                  <a:gd name="connsiteY3" fmla="*/ 3963 h 4439439"/>
                  <a:gd name="connsiteX4" fmla="*/ 10739000 w 10750623"/>
                  <a:gd name="connsiteY4" fmla="*/ 0 h 4439439"/>
                  <a:gd name="connsiteX5" fmla="*/ 10750623 w 10750623"/>
                  <a:gd name="connsiteY5" fmla="*/ 633845 h 4439439"/>
                  <a:gd name="connsiteX6" fmla="*/ 10750623 w 10750623"/>
                  <a:gd name="connsiteY6" fmla="*/ 3809557 h 4439439"/>
                  <a:gd name="connsiteX7" fmla="*/ 5543546 w 10750623"/>
                  <a:gd name="connsiteY7" fmla="*/ 2609406 h 4439439"/>
                  <a:gd name="connsiteX8" fmla="*/ 10120741 w 10750623"/>
                  <a:gd name="connsiteY8" fmla="*/ 4439439 h 4439439"/>
                  <a:gd name="connsiteX9" fmla="*/ 629882 w 10750623"/>
                  <a:gd name="connsiteY9" fmla="*/ 4439439 h 4439439"/>
                  <a:gd name="connsiteX10" fmla="*/ 1232 w 10750623"/>
                  <a:gd name="connsiteY10" fmla="*/ 4412230 h 4439439"/>
                  <a:gd name="connsiteX11" fmla="*/ 0 w 10750623"/>
                  <a:gd name="connsiteY11" fmla="*/ 3809557 h 4439439"/>
                  <a:gd name="connsiteX12" fmla="*/ 0 w 10750623"/>
                  <a:gd name="connsiteY12" fmla="*/ 633845 h 4439439"/>
                  <a:gd name="connsiteX0" fmla="*/ 0 w 10750623"/>
                  <a:gd name="connsiteY0" fmla="*/ 633845 h 4439439"/>
                  <a:gd name="connsiteX1" fmla="*/ 1232 w 10750623"/>
                  <a:gd name="connsiteY1" fmla="*/ 5195 h 4439439"/>
                  <a:gd name="connsiteX2" fmla="*/ 629882 w 10750623"/>
                  <a:gd name="connsiteY2" fmla="*/ 3963 h 4439439"/>
                  <a:gd name="connsiteX3" fmla="*/ 10120741 w 10750623"/>
                  <a:gd name="connsiteY3" fmla="*/ 3963 h 4439439"/>
                  <a:gd name="connsiteX4" fmla="*/ 10739000 w 10750623"/>
                  <a:gd name="connsiteY4" fmla="*/ 0 h 4439439"/>
                  <a:gd name="connsiteX5" fmla="*/ 10750623 w 10750623"/>
                  <a:gd name="connsiteY5" fmla="*/ 633845 h 4439439"/>
                  <a:gd name="connsiteX6" fmla="*/ 10735037 w 10750623"/>
                  <a:gd name="connsiteY6" fmla="*/ 2593821 h 4439439"/>
                  <a:gd name="connsiteX7" fmla="*/ 5543546 w 10750623"/>
                  <a:gd name="connsiteY7" fmla="*/ 2609406 h 4439439"/>
                  <a:gd name="connsiteX8" fmla="*/ 10120741 w 10750623"/>
                  <a:gd name="connsiteY8" fmla="*/ 4439439 h 4439439"/>
                  <a:gd name="connsiteX9" fmla="*/ 629882 w 10750623"/>
                  <a:gd name="connsiteY9" fmla="*/ 4439439 h 4439439"/>
                  <a:gd name="connsiteX10" fmla="*/ 1232 w 10750623"/>
                  <a:gd name="connsiteY10" fmla="*/ 4412230 h 4439439"/>
                  <a:gd name="connsiteX11" fmla="*/ 0 w 10750623"/>
                  <a:gd name="connsiteY11" fmla="*/ 3809557 h 4439439"/>
                  <a:gd name="connsiteX12" fmla="*/ 0 w 10750623"/>
                  <a:gd name="connsiteY12" fmla="*/ 633845 h 4439439"/>
                  <a:gd name="connsiteX0" fmla="*/ 0 w 10750623"/>
                  <a:gd name="connsiteY0" fmla="*/ 633845 h 4439439"/>
                  <a:gd name="connsiteX1" fmla="*/ 1232 w 10750623"/>
                  <a:gd name="connsiteY1" fmla="*/ 5195 h 4439439"/>
                  <a:gd name="connsiteX2" fmla="*/ 629882 w 10750623"/>
                  <a:gd name="connsiteY2" fmla="*/ 3963 h 4439439"/>
                  <a:gd name="connsiteX3" fmla="*/ 10120741 w 10750623"/>
                  <a:gd name="connsiteY3" fmla="*/ 3963 h 4439439"/>
                  <a:gd name="connsiteX4" fmla="*/ 10739000 w 10750623"/>
                  <a:gd name="connsiteY4" fmla="*/ 0 h 4439439"/>
                  <a:gd name="connsiteX5" fmla="*/ 10750623 w 10750623"/>
                  <a:gd name="connsiteY5" fmla="*/ 633845 h 4439439"/>
                  <a:gd name="connsiteX6" fmla="*/ 10735037 w 10750623"/>
                  <a:gd name="connsiteY6" fmla="*/ 2593821 h 4439439"/>
                  <a:gd name="connsiteX7" fmla="*/ 5543546 w 10750623"/>
                  <a:gd name="connsiteY7" fmla="*/ 2609406 h 4439439"/>
                  <a:gd name="connsiteX8" fmla="*/ 5553936 w 10750623"/>
                  <a:gd name="connsiteY8" fmla="*/ 4434243 h 4439439"/>
                  <a:gd name="connsiteX9" fmla="*/ 629882 w 10750623"/>
                  <a:gd name="connsiteY9" fmla="*/ 4439439 h 4439439"/>
                  <a:gd name="connsiteX10" fmla="*/ 1232 w 10750623"/>
                  <a:gd name="connsiteY10" fmla="*/ 4412230 h 4439439"/>
                  <a:gd name="connsiteX11" fmla="*/ 0 w 10750623"/>
                  <a:gd name="connsiteY11" fmla="*/ 3809557 h 4439439"/>
                  <a:gd name="connsiteX12" fmla="*/ 0 w 10750623"/>
                  <a:gd name="connsiteY12" fmla="*/ 633845 h 4439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750623" h="4439439">
                    <a:moveTo>
                      <a:pt x="0" y="633845"/>
                    </a:moveTo>
                    <a:cubicBezTo>
                      <a:pt x="411" y="424295"/>
                      <a:pt x="821" y="214745"/>
                      <a:pt x="1232" y="5195"/>
                    </a:cubicBezTo>
                    <a:lnTo>
                      <a:pt x="629882" y="3963"/>
                    </a:lnTo>
                    <a:lnTo>
                      <a:pt x="10120741" y="3963"/>
                    </a:lnTo>
                    <a:lnTo>
                      <a:pt x="10739000" y="0"/>
                    </a:lnTo>
                    <a:lnTo>
                      <a:pt x="10750623" y="633845"/>
                    </a:lnTo>
                    <a:lnTo>
                      <a:pt x="10735037" y="2593821"/>
                    </a:lnTo>
                    <a:lnTo>
                      <a:pt x="5543546" y="2609406"/>
                    </a:lnTo>
                    <a:cubicBezTo>
                      <a:pt x="5547009" y="3217685"/>
                      <a:pt x="5550473" y="3825964"/>
                      <a:pt x="5553936" y="4434243"/>
                    </a:cubicBezTo>
                    <a:lnTo>
                      <a:pt x="629882" y="4439439"/>
                    </a:lnTo>
                    <a:lnTo>
                      <a:pt x="1232" y="4412230"/>
                    </a:lnTo>
                    <a:cubicBezTo>
                      <a:pt x="821" y="4211339"/>
                      <a:pt x="411" y="4010448"/>
                      <a:pt x="0" y="3809557"/>
                    </a:cubicBezTo>
                    <a:lnTo>
                      <a:pt x="0" y="633845"/>
                    </a:lnTo>
                    <a:close/>
                  </a:path>
                </a:pathLst>
              </a:custGeom>
              <a:blipFill>
                <a:blip r:embed="rId3"/>
                <a:stretch>
                  <a:fillRect l="-1644" t="-1648"/>
                </a:stretch>
              </a:blipFill>
            </p:spPr>
            <p:txBody>
              <a:bodyPr/>
              <a:lstStyle/>
              <a:p>
                <a:r>
                  <a:rPr lang="LID4096">
                    <a:noFill/>
                  </a:rPr>
                  <a:t> </a:t>
                </a:r>
              </a:p>
            </p:txBody>
          </p:sp>
        </mc:Fallback>
      </mc:AlternateContent>
      <p:sp>
        <p:nvSpPr>
          <p:cNvPr id="14" name="Titel 13">
            <a:extLst>
              <a:ext uri="{FF2B5EF4-FFF2-40B4-BE49-F238E27FC236}">
                <a16:creationId xmlns:a16="http://schemas.microsoft.com/office/drawing/2014/main" id="{4E840CAD-8869-66D6-F142-07912B6A4DF2}"/>
              </a:ext>
            </a:extLst>
          </p:cNvPr>
          <p:cNvSpPr>
            <a:spLocks noGrp="1"/>
          </p:cNvSpPr>
          <p:nvPr>
            <p:ph type="title"/>
          </p:nvPr>
        </p:nvSpPr>
        <p:spPr>
          <a:xfrm>
            <a:off x="718666" y="722454"/>
            <a:ext cx="10752610" cy="323409"/>
          </a:xfrm>
        </p:spPr>
        <p:txBody>
          <a:bodyPr/>
          <a:lstStyle/>
          <a:p>
            <a:r>
              <a:rPr lang="en-GB" dirty="0"/>
              <a:t>Reinforcement Learning</a:t>
            </a:r>
          </a:p>
        </p:txBody>
      </p:sp>
      <p:sp>
        <p:nvSpPr>
          <p:cNvPr id="6" name="Tijdelijke aanduiding voor tekst 7">
            <a:extLst>
              <a:ext uri="{FF2B5EF4-FFF2-40B4-BE49-F238E27FC236}">
                <a16:creationId xmlns:a16="http://schemas.microsoft.com/office/drawing/2014/main" id="{1787AF2E-830D-A1CD-4770-D36AC247E1DA}"/>
              </a:ext>
            </a:extLst>
          </p:cNvPr>
          <p:cNvSpPr txBox="1">
            <a:spLocks/>
          </p:cNvSpPr>
          <p:nvPr/>
        </p:nvSpPr>
        <p:spPr>
          <a:xfrm>
            <a:off x="718666" y="4349911"/>
            <a:ext cx="5486191" cy="1157892"/>
          </a:xfrm>
          <a:prstGeom prst="rect">
            <a:avLst/>
          </a:prstGeom>
        </p:spPr>
        <p:txBody>
          <a:bodyPr vert="horz" lIns="0" tIns="0" rIns="0" bIns="0" rtlCol="0">
            <a:noAutofit/>
          </a:bodyPr>
          <a:lstStyle>
            <a:lvl1pPr marL="361950" indent="-361950" algn="l" defTabSz="914400" rtl="0" eaLnBrk="1" latinLnBrk="0" hangingPunct="1">
              <a:lnSpc>
                <a:spcPct val="90000"/>
              </a:lnSpc>
              <a:spcBef>
                <a:spcPts val="600"/>
              </a:spcBef>
              <a:spcAft>
                <a:spcPts val="600"/>
              </a:spcAft>
              <a:buClr>
                <a:schemeClr val="accent1"/>
              </a:buClr>
              <a:buSzPct val="120000"/>
              <a:buFont typeface="Arial" panose="020B0604020202020204" pitchFamily="34" charset="0"/>
              <a:buChar char="•"/>
              <a:defRPr sz="2000" kern="1200">
                <a:solidFill>
                  <a:schemeClr val="tx2"/>
                </a:solidFill>
                <a:latin typeface="+mn-lt"/>
                <a:ea typeface="+mn-ea"/>
                <a:cs typeface="+mn-cs"/>
              </a:defRPr>
            </a:lvl1pPr>
            <a:lvl2pPr marL="712788" indent="-350838" algn="l" defTabSz="914400" rtl="0" eaLnBrk="1" latinLnBrk="0" hangingPunct="1">
              <a:lnSpc>
                <a:spcPct val="90000"/>
              </a:lnSpc>
              <a:spcBef>
                <a:spcPts val="600"/>
              </a:spcBef>
              <a:spcAft>
                <a:spcPts val="600"/>
              </a:spcAft>
              <a:buClr>
                <a:schemeClr val="accent1"/>
              </a:buClr>
              <a:buSzPct val="120000"/>
              <a:buFont typeface="Arial" panose="020B0604020202020204" pitchFamily="34" charset="0"/>
              <a:buChar char="•"/>
              <a:tabLst>
                <a:tab pos="712788" algn="l"/>
              </a:tabLst>
              <a:defRPr sz="2000" kern="1200">
                <a:solidFill>
                  <a:schemeClr val="tx2"/>
                </a:solidFill>
                <a:latin typeface="+mn-lt"/>
                <a:ea typeface="+mn-ea"/>
                <a:cs typeface="+mn-cs"/>
              </a:defRPr>
            </a:lvl2pPr>
            <a:lvl3pPr marL="0" indent="0" algn="l" defTabSz="914400" rtl="0" eaLnBrk="1" latinLnBrk="0" hangingPunct="1">
              <a:lnSpc>
                <a:spcPct val="90000"/>
              </a:lnSpc>
              <a:spcBef>
                <a:spcPts val="600"/>
              </a:spcBef>
              <a:spcAft>
                <a:spcPts val="600"/>
              </a:spcAft>
              <a:buClr>
                <a:schemeClr val="accent3"/>
              </a:buClr>
              <a:buFont typeface="Segoe UI Light" panose="020B0502040204020203" pitchFamily="34" charset="0"/>
              <a:buNone/>
              <a:defRPr sz="2000" kern="1200">
                <a:solidFill>
                  <a:schemeClr val="tx2"/>
                </a:solidFill>
                <a:latin typeface="+mn-lt"/>
                <a:ea typeface="+mn-ea"/>
                <a:cs typeface="+mn-cs"/>
              </a:defRPr>
            </a:lvl3pPr>
            <a:lvl4pPr marL="0" indent="0" algn="l" defTabSz="914400" rtl="0" eaLnBrk="1" latinLnBrk="0" hangingPunct="1">
              <a:lnSpc>
                <a:spcPct val="90000"/>
              </a:lnSpc>
              <a:spcBef>
                <a:spcPts val="600"/>
              </a:spcBef>
              <a:spcAft>
                <a:spcPts val="600"/>
              </a:spcAft>
              <a:buFont typeface="Arial" panose="020B0604020202020204" pitchFamily="34" charset="0"/>
              <a:buNone/>
              <a:defRPr sz="3600" b="1" kern="1200">
                <a:solidFill>
                  <a:schemeClr val="tx2"/>
                </a:solidFill>
                <a:latin typeface="+mj-lt"/>
                <a:ea typeface="+mn-ea"/>
                <a:cs typeface="+mn-cs"/>
              </a:defRPr>
            </a:lvl4pPr>
            <a:lvl5pPr marL="0" indent="0" algn="l" defTabSz="914400" rtl="0" eaLnBrk="1" latinLnBrk="0" hangingPunct="1">
              <a:lnSpc>
                <a:spcPct val="90000"/>
              </a:lnSpc>
              <a:spcBef>
                <a:spcPts val="600"/>
              </a:spcBef>
              <a:spcAft>
                <a:spcPts val="600"/>
              </a:spcAft>
              <a:buFont typeface="Arial" panose="020B0604020202020204" pitchFamily="34" charset="0"/>
              <a:buNone/>
              <a:defRPr sz="2400" b="0" kern="1200">
                <a:solidFill>
                  <a:schemeClr val="accent1"/>
                </a:solidFill>
                <a:latin typeface="+mj-lt"/>
                <a:ea typeface="+mn-ea"/>
                <a:cs typeface="+mn-cs"/>
              </a:defRPr>
            </a:lvl5pPr>
            <a:lvl6pPr marL="0" indent="0" algn="l" defTabSz="914400" rtl="0" eaLnBrk="1" latinLnBrk="0" hangingPunct="1">
              <a:lnSpc>
                <a:spcPct val="90000"/>
              </a:lnSpc>
              <a:spcBef>
                <a:spcPts val="600"/>
              </a:spcBef>
              <a:spcAft>
                <a:spcPts val="600"/>
              </a:spcAft>
              <a:buClr>
                <a:schemeClr val="accent1"/>
              </a:buClr>
              <a:buFont typeface="Arial" panose="020B0604020202020204" pitchFamily="34" charset="0"/>
              <a:buNone/>
              <a:defRPr sz="2000" b="0" kern="1200" cap="none" baseline="0">
                <a:solidFill>
                  <a:schemeClr val="tx1"/>
                </a:solidFill>
                <a:latin typeface="+mj-lt"/>
                <a:ea typeface="+mn-ea"/>
                <a:cs typeface="+mn-cs"/>
              </a:defRPr>
            </a:lvl6pPr>
            <a:lvl7pPr marL="361950" indent="-361950" algn="l" defTabSz="914400" rtl="0" eaLnBrk="1" latinLnBrk="0" hangingPunct="1">
              <a:lnSpc>
                <a:spcPct val="90000"/>
              </a:lnSpc>
              <a:spcBef>
                <a:spcPts val="600"/>
              </a:spcBef>
              <a:spcAft>
                <a:spcPts val="600"/>
              </a:spcAft>
              <a:buClr>
                <a:schemeClr val="accent1"/>
              </a:buClr>
              <a:buFont typeface="+mj-lt"/>
              <a:buAutoNum type="arabicPeriod"/>
              <a:tabLst/>
              <a:defRPr sz="2000" kern="1200">
                <a:solidFill>
                  <a:schemeClr val="tx1"/>
                </a:solidFill>
                <a:latin typeface="+mn-lt"/>
                <a:ea typeface="+mn-ea"/>
                <a:cs typeface="+mn-cs"/>
              </a:defRPr>
            </a:lvl7pPr>
            <a:lvl8pPr marL="361950" indent="-361950" algn="l" defTabSz="914400" rtl="0" eaLnBrk="1" latinLnBrk="0" hangingPunct="1">
              <a:lnSpc>
                <a:spcPct val="90000"/>
              </a:lnSpc>
              <a:spcBef>
                <a:spcPts val="600"/>
              </a:spcBef>
              <a:spcAft>
                <a:spcPts val="600"/>
              </a:spcAft>
              <a:buClr>
                <a:schemeClr val="accent1"/>
              </a:buClr>
              <a:buFont typeface="+mj-lt"/>
              <a:buAutoNum type="alphaLcPeriod"/>
              <a:defRPr sz="2000" kern="1200">
                <a:solidFill>
                  <a:schemeClr val="tx1"/>
                </a:solidFill>
                <a:latin typeface="+mn-lt"/>
                <a:ea typeface="+mn-ea"/>
                <a:cs typeface="+mn-cs"/>
              </a:defRPr>
            </a:lvl8pPr>
            <a:lvl9pPr marL="0" indent="0" algn="l" defTabSz="914400" rtl="0" eaLnBrk="1" latinLnBrk="0" hangingPunct="1">
              <a:lnSpc>
                <a:spcPct val="90000"/>
              </a:lnSpc>
              <a:spcBef>
                <a:spcPts val="600"/>
              </a:spcBef>
              <a:spcAft>
                <a:spcPts val="600"/>
              </a:spcAft>
              <a:buClr>
                <a:schemeClr val="accent1"/>
              </a:buClr>
              <a:buFont typeface="Arial" panose="020B0604020202020204" pitchFamily="34" charset="0"/>
              <a:buNone/>
              <a:defRPr sz="1600" i="1" kern="1200">
                <a:solidFill>
                  <a:schemeClr val="tx1"/>
                </a:solidFill>
                <a:latin typeface="+mn-lt"/>
                <a:ea typeface="+mn-ea"/>
                <a:cs typeface="+mn-cs"/>
              </a:defRPr>
            </a:lvl9pPr>
          </a:lstStyle>
          <a:p>
            <a:pPr marL="285750" indent="-285750">
              <a:lnSpc>
                <a:spcPct val="100000"/>
              </a:lnSpc>
              <a:buClr>
                <a:srgbClr val="00A6D6"/>
              </a:buClr>
              <a:buFont typeface="Arial" panose="020B0604020202020204" pitchFamily="34" charset="0"/>
              <a:buChar char="•"/>
            </a:pPr>
            <a:r>
              <a:rPr lang="en-GB" sz="2000" b="1" dirty="0">
                <a:solidFill>
                  <a:srgbClr val="0C2340"/>
                </a:solidFill>
              </a:rPr>
              <a:t>Model (optional):</a:t>
            </a:r>
          </a:p>
          <a:p>
            <a:pPr marL="0" indent="0">
              <a:lnSpc>
                <a:spcPct val="100000"/>
              </a:lnSpc>
              <a:buClr>
                <a:srgbClr val="00A6D6"/>
              </a:buClr>
              <a:buNone/>
            </a:pPr>
            <a:r>
              <a:rPr lang="en-GB" sz="2000" dirty="0">
                <a:solidFill>
                  <a:srgbClr val="0C2340"/>
                </a:solidFill>
              </a:rPr>
              <a:t>	A variable or function capturing the 	state dynamics of the environment.</a:t>
            </a:r>
            <a:endParaRPr lang="en-GB" dirty="0">
              <a:solidFill>
                <a:schemeClr val="tx1"/>
              </a:solidFill>
            </a:endParaRPr>
          </a:p>
        </p:txBody>
      </p:sp>
      <p:pic>
        <p:nvPicPr>
          <p:cNvPr id="2" name="Picture 1">
            <a:extLst>
              <a:ext uri="{FF2B5EF4-FFF2-40B4-BE49-F238E27FC236}">
                <a16:creationId xmlns:a16="http://schemas.microsoft.com/office/drawing/2014/main" id="{8D72FD3E-6D98-F797-3198-47E9A8A44538}"/>
              </a:ext>
            </a:extLst>
          </p:cNvPr>
          <p:cNvPicPr>
            <a:picLocks noChangeAspect="1"/>
          </p:cNvPicPr>
          <p:nvPr/>
        </p:nvPicPr>
        <p:blipFill>
          <a:blip r:embed="rId4"/>
          <a:stretch>
            <a:fillRect/>
          </a:stretch>
        </p:blipFill>
        <p:spPr>
          <a:xfrm>
            <a:off x="6613071" y="4210642"/>
            <a:ext cx="5001986" cy="1790107"/>
          </a:xfrm>
          <a:prstGeom prst="rect">
            <a:avLst/>
          </a:prstGeom>
        </p:spPr>
      </p:pic>
      <p:sp>
        <p:nvSpPr>
          <p:cNvPr id="3" name="Rectangle: Rounded Corners 2">
            <a:extLst>
              <a:ext uri="{FF2B5EF4-FFF2-40B4-BE49-F238E27FC236}">
                <a16:creationId xmlns:a16="http://schemas.microsoft.com/office/drawing/2014/main" id="{549F48E4-426A-3B5B-038A-8B781E7DFF7C}"/>
              </a:ext>
            </a:extLst>
          </p:cNvPr>
          <p:cNvSpPr/>
          <p:nvPr/>
        </p:nvSpPr>
        <p:spPr>
          <a:xfrm>
            <a:off x="4569672" y="416687"/>
            <a:ext cx="1034144" cy="84898"/>
          </a:xfrm>
          <a:prstGeom prst="roundRect">
            <a:avLst>
              <a:gd name="adj" fmla="val 50000"/>
            </a:avLst>
          </a:prstGeom>
          <a:solidFill>
            <a:srgbClr val="00A6D6"/>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LID4096" sz="1600" dirty="0" err="1">
              <a:solidFill>
                <a:srgbClr val="00A6D6"/>
              </a:solidFill>
            </a:endParaRPr>
          </a:p>
        </p:txBody>
      </p:sp>
    </p:spTree>
    <p:extLst>
      <p:ext uri="{BB962C8B-B14F-4D97-AF65-F5344CB8AC3E}">
        <p14:creationId xmlns:p14="http://schemas.microsoft.com/office/powerpoint/2010/main" val="1755342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0" end="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jdelijke aanduiding voor datum 4">
            <a:extLst>
              <a:ext uri="{FF2B5EF4-FFF2-40B4-BE49-F238E27FC236}">
                <a16:creationId xmlns:a16="http://schemas.microsoft.com/office/drawing/2014/main" id="{B994BAD7-1490-F4D5-9092-3EB7111B7DF7}"/>
              </a:ext>
            </a:extLst>
          </p:cNvPr>
          <p:cNvSpPr>
            <a:spLocks noGrp="1"/>
          </p:cNvSpPr>
          <p:nvPr>
            <p:ph type="dt" sz="half" idx="18"/>
          </p:nvPr>
        </p:nvSpPr>
        <p:spPr>
          <a:xfrm>
            <a:off x="10146569" y="6405669"/>
            <a:ext cx="766235" cy="184666"/>
          </a:xfrm>
        </p:spPr>
        <p:txBody>
          <a:bodyPr/>
          <a:lstStyle/>
          <a:p>
            <a:r>
              <a:rPr lang="LID4096"/>
              <a:t>08/30/2024</a:t>
            </a:r>
            <a:endParaRPr lang="en-GB" dirty="0"/>
          </a:p>
        </p:txBody>
      </p:sp>
      <p:sp>
        <p:nvSpPr>
          <p:cNvPr id="16" name="Tijdelijke aanduiding voor dianummer 15">
            <a:extLst>
              <a:ext uri="{FF2B5EF4-FFF2-40B4-BE49-F238E27FC236}">
                <a16:creationId xmlns:a16="http://schemas.microsoft.com/office/drawing/2014/main" id="{BBB35617-5649-3A69-5ACC-A5828B3F289A}"/>
              </a:ext>
            </a:extLst>
          </p:cNvPr>
          <p:cNvSpPr>
            <a:spLocks noGrp="1"/>
          </p:cNvSpPr>
          <p:nvPr>
            <p:ph type="sldNum" sz="quarter" idx="20"/>
          </p:nvPr>
        </p:nvSpPr>
        <p:spPr>
          <a:xfrm>
            <a:off x="11178464" y="6405669"/>
            <a:ext cx="291298" cy="184666"/>
          </a:xfrm>
        </p:spPr>
        <p:txBody>
          <a:bodyPr/>
          <a:lstStyle/>
          <a:p>
            <a:fld id="{9E843DB9-9987-4157-AB9C-CEA8D7D910BB}" type="slidenum">
              <a:rPr lang="en-GB" smtClean="0"/>
              <a:pPr/>
              <a:t>13</a:t>
            </a:fld>
            <a:endParaRPr lang="en-GB" dirty="0"/>
          </a:p>
        </p:txBody>
      </p:sp>
      <p:sp>
        <p:nvSpPr>
          <p:cNvPr id="8" name="Tijdelijke aanduiding voor tekst 7">
            <a:extLst>
              <a:ext uri="{FF2B5EF4-FFF2-40B4-BE49-F238E27FC236}">
                <a16:creationId xmlns:a16="http://schemas.microsoft.com/office/drawing/2014/main" id="{73C0F465-AC54-5AF4-B9C9-64F21371EF32}"/>
              </a:ext>
            </a:extLst>
          </p:cNvPr>
          <p:cNvSpPr>
            <a:spLocks noGrp="1"/>
          </p:cNvSpPr>
          <p:nvPr>
            <p:ph type="body" sz="quarter" idx="21"/>
          </p:nvPr>
        </p:nvSpPr>
        <p:spPr>
          <a:xfrm>
            <a:off x="719139" y="1561310"/>
            <a:ext cx="10750623" cy="4439439"/>
          </a:xfrm>
          <a:custGeom>
            <a:avLst/>
            <a:gdLst>
              <a:gd name="connsiteX0" fmla="*/ 0 w 10750623"/>
              <a:gd name="connsiteY0" fmla="*/ 629882 h 4435476"/>
              <a:gd name="connsiteX1" fmla="*/ 629882 w 10750623"/>
              <a:gd name="connsiteY1" fmla="*/ 629882 h 4435476"/>
              <a:gd name="connsiteX2" fmla="*/ 629882 w 10750623"/>
              <a:gd name="connsiteY2" fmla="*/ 0 h 4435476"/>
              <a:gd name="connsiteX3" fmla="*/ 10120741 w 10750623"/>
              <a:gd name="connsiteY3" fmla="*/ 0 h 4435476"/>
              <a:gd name="connsiteX4" fmla="*/ 10120741 w 10750623"/>
              <a:gd name="connsiteY4" fmla="*/ 629882 h 4435476"/>
              <a:gd name="connsiteX5" fmla="*/ 10750623 w 10750623"/>
              <a:gd name="connsiteY5" fmla="*/ 629882 h 4435476"/>
              <a:gd name="connsiteX6" fmla="*/ 10750623 w 10750623"/>
              <a:gd name="connsiteY6" fmla="*/ 3805594 h 4435476"/>
              <a:gd name="connsiteX7" fmla="*/ 10120741 w 10750623"/>
              <a:gd name="connsiteY7" fmla="*/ 3805594 h 4435476"/>
              <a:gd name="connsiteX8" fmla="*/ 10120741 w 10750623"/>
              <a:gd name="connsiteY8" fmla="*/ 4435476 h 4435476"/>
              <a:gd name="connsiteX9" fmla="*/ 629882 w 10750623"/>
              <a:gd name="connsiteY9" fmla="*/ 4435476 h 4435476"/>
              <a:gd name="connsiteX10" fmla="*/ 629882 w 10750623"/>
              <a:gd name="connsiteY10" fmla="*/ 3805594 h 4435476"/>
              <a:gd name="connsiteX11" fmla="*/ 0 w 10750623"/>
              <a:gd name="connsiteY11" fmla="*/ 3805594 h 4435476"/>
              <a:gd name="connsiteX12" fmla="*/ 0 w 10750623"/>
              <a:gd name="connsiteY12" fmla="*/ 629882 h 4435476"/>
              <a:gd name="connsiteX0" fmla="*/ 0 w 10750623"/>
              <a:gd name="connsiteY0" fmla="*/ 629882 h 4435476"/>
              <a:gd name="connsiteX1" fmla="*/ 1232 w 10750623"/>
              <a:gd name="connsiteY1" fmla="*/ 1232 h 4435476"/>
              <a:gd name="connsiteX2" fmla="*/ 629882 w 10750623"/>
              <a:gd name="connsiteY2" fmla="*/ 0 h 4435476"/>
              <a:gd name="connsiteX3" fmla="*/ 10120741 w 10750623"/>
              <a:gd name="connsiteY3" fmla="*/ 0 h 4435476"/>
              <a:gd name="connsiteX4" fmla="*/ 10120741 w 10750623"/>
              <a:gd name="connsiteY4" fmla="*/ 629882 h 4435476"/>
              <a:gd name="connsiteX5" fmla="*/ 10750623 w 10750623"/>
              <a:gd name="connsiteY5" fmla="*/ 629882 h 4435476"/>
              <a:gd name="connsiteX6" fmla="*/ 10750623 w 10750623"/>
              <a:gd name="connsiteY6" fmla="*/ 3805594 h 4435476"/>
              <a:gd name="connsiteX7" fmla="*/ 10120741 w 10750623"/>
              <a:gd name="connsiteY7" fmla="*/ 3805594 h 4435476"/>
              <a:gd name="connsiteX8" fmla="*/ 10120741 w 10750623"/>
              <a:gd name="connsiteY8" fmla="*/ 4435476 h 4435476"/>
              <a:gd name="connsiteX9" fmla="*/ 629882 w 10750623"/>
              <a:gd name="connsiteY9" fmla="*/ 4435476 h 4435476"/>
              <a:gd name="connsiteX10" fmla="*/ 629882 w 10750623"/>
              <a:gd name="connsiteY10" fmla="*/ 3805594 h 4435476"/>
              <a:gd name="connsiteX11" fmla="*/ 0 w 10750623"/>
              <a:gd name="connsiteY11" fmla="*/ 3805594 h 4435476"/>
              <a:gd name="connsiteX12" fmla="*/ 0 w 10750623"/>
              <a:gd name="connsiteY12" fmla="*/ 629882 h 4435476"/>
              <a:gd name="connsiteX0" fmla="*/ 0 w 10750623"/>
              <a:gd name="connsiteY0" fmla="*/ 633845 h 4439439"/>
              <a:gd name="connsiteX1" fmla="*/ 1232 w 10750623"/>
              <a:gd name="connsiteY1" fmla="*/ 5195 h 4439439"/>
              <a:gd name="connsiteX2" fmla="*/ 629882 w 10750623"/>
              <a:gd name="connsiteY2" fmla="*/ 3963 h 4439439"/>
              <a:gd name="connsiteX3" fmla="*/ 10120741 w 10750623"/>
              <a:gd name="connsiteY3" fmla="*/ 3963 h 4439439"/>
              <a:gd name="connsiteX4" fmla="*/ 10739000 w 10750623"/>
              <a:gd name="connsiteY4" fmla="*/ 0 h 4439439"/>
              <a:gd name="connsiteX5" fmla="*/ 10750623 w 10750623"/>
              <a:gd name="connsiteY5" fmla="*/ 633845 h 4439439"/>
              <a:gd name="connsiteX6" fmla="*/ 10750623 w 10750623"/>
              <a:gd name="connsiteY6" fmla="*/ 3809557 h 4439439"/>
              <a:gd name="connsiteX7" fmla="*/ 10120741 w 10750623"/>
              <a:gd name="connsiteY7" fmla="*/ 3809557 h 4439439"/>
              <a:gd name="connsiteX8" fmla="*/ 10120741 w 10750623"/>
              <a:gd name="connsiteY8" fmla="*/ 4439439 h 4439439"/>
              <a:gd name="connsiteX9" fmla="*/ 629882 w 10750623"/>
              <a:gd name="connsiteY9" fmla="*/ 4439439 h 4439439"/>
              <a:gd name="connsiteX10" fmla="*/ 629882 w 10750623"/>
              <a:gd name="connsiteY10" fmla="*/ 3809557 h 4439439"/>
              <a:gd name="connsiteX11" fmla="*/ 0 w 10750623"/>
              <a:gd name="connsiteY11" fmla="*/ 3809557 h 4439439"/>
              <a:gd name="connsiteX12" fmla="*/ 0 w 10750623"/>
              <a:gd name="connsiteY12" fmla="*/ 633845 h 4439439"/>
              <a:gd name="connsiteX0" fmla="*/ 0 w 10750623"/>
              <a:gd name="connsiteY0" fmla="*/ 633845 h 4439439"/>
              <a:gd name="connsiteX1" fmla="*/ 1232 w 10750623"/>
              <a:gd name="connsiteY1" fmla="*/ 5195 h 4439439"/>
              <a:gd name="connsiteX2" fmla="*/ 629882 w 10750623"/>
              <a:gd name="connsiteY2" fmla="*/ 3963 h 4439439"/>
              <a:gd name="connsiteX3" fmla="*/ 10120741 w 10750623"/>
              <a:gd name="connsiteY3" fmla="*/ 3963 h 4439439"/>
              <a:gd name="connsiteX4" fmla="*/ 10739000 w 10750623"/>
              <a:gd name="connsiteY4" fmla="*/ 0 h 4439439"/>
              <a:gd name="connsiteX5" fmla="*/ 10750623 w 10750623"/>
              <a:gd name="connsiteY5" fmla="*/ 633845 h 4439439"/>
              <a:gd name="connsiteX6" fmla="*/ 10750623 w 10750623"/>
              <a:gd name="connsiteY6" fmla="*/ 3809557 h 4439439"/>
              <a:gd name="connsiteX7" fmla="*/ 10120741 w 10750623"/>
              <a:gd name="connsiteY7" fmla="*/ 3809557 h 4439439"/>
              <a:gd name="connsiteX8" fmla="*/ 10120741 w 10750623"/>
              <a:gd name="connsiteY8" fmla="*/ 4439439 h 4439439"/>
              <a:gd name="connsiteX9" fmla="*/ 629882 w 10750623"/>
              <a:gd name="connsiteY9" fmla="*/ 4439439 h 4439439"/>
              <a:gd name="connsiteX10" fmla="*/ 1232 w 10750623"/>
              <a:gd name="connsiteY10" fmla="*/ 4412230 h 4439439"/>
              <a:gd name="connsiteX11" fmla="*/ 0 w 10750623"/>
              <a:gd name="connsiteY11" fmla="*/ 3809557 h 4439439"/>
              <a:gd name="connsiteX12" fmla="*/ 0 w 10750623"/>
              <a:gd name="connsiteY12" fmla="*/ 633845 h 4439439"/>
              <a:gd name="connsiteX0" fmla="*/ 0 w 10750623"/>
              <a:gd name="connsiteY0" fmla="*/ 633845 h 4439439"/>
              <a:gd name="connsiteX1" fmla="*/ 1232 w 10750623"/>
              <a:gd name="connsiteY1" fmla="*/ 5195 h 4439439"/>
              <a:gd name="connsiteX2" fmla="*/ 629882 w 10750623"/>
              <a:gd name="connsiteY2" fmla="*/ 3963 h 4439439"/>
              <a:gd name="connsiteX3" fmla="*/ 10120741 w 10750623"/>
              <a:gd name="connsiteY3" fmla="*/ 3963 h 4439439"/>
              <a:gd name="connsiteX4" fmla="*/ 10739000 w 10750623"/>
              <a:gd name="connsiteY4" fmla="*/ 0 h 4439439"/>
              <a:gd name="connsiteX5" fmla="*/ 10750623 w 10750623"/>
              <a:gd name="connsiteY5" fmla="*/ 633845 h 4439439"/>
              <a:gd name="connsiteX6" fmla="*/ 10750623 w 10750623"/>
              <a:gd name="connsiteY6" fmla="*/ 3809557 h 4439439"/>
              <a:gd name="connsiteX7" fmla="*/ 10032418 w 10750623"/>
              <a:gd name="connsiteY7" fmla="*/ 2869179 h 4439439"/>
              <a:gd name="connsiteX8" fmla="*/ 10120741 w 10750623"/>
              <a:gd name="connsiteY8" fmla="*/ 4439439 h 4439439"/>
              <a:gd name="connsiteX9" fmla="*/ 629882 w 10750623"/>
              <a:gd name="connsiteY9" fmla="*/ 4439439 h 4439439"/>
              <a:gd name="connsiteX10" fmla="*/ 1232 w 10750623"/>
              <a:gd name="connsiteY10" fmla="*/ 4412230 h 4439439"/>
              <a:gd name="connsiteX11" fmla="*/ 0 w 10750623"/>
              <a:gd name="connsiteY11" fmla="*/ 3809557 h 4439439"/>
              <a:gd name="connsiteX12" fmla="*/ 0 w 10750623"/>
              <a:gd name="connsiteY12" fmla="*/ 633845 h 4439439"/>
              <a:gd name="connsiteX0" fmla="*/ 0 w 10750623"/>
              <a:gd name="connsiteY0" fmla="*/ 633845 h 4439439"/>
              <a:gd name="connsiteX1" fmla="*/ 1232 w 10750623"/>
              <a:gd name="connsiteY1" fmla="*/ 5195 h 4439439"/>
              <a:gd name="connsiteX2" fmla="*/ 629882 w 10750623"/>
              <a:gd name="connsiteY2" fmla="*/ 3963 h 4439439"/>
              <a:gd name="connsiteX3" fmla="*/ 10120741 w 10750623"/>
              <a:gd name="connsiteY3" fmla="*/ 3963 h 4439439"/>
              <a:gd name="connsiteX4" fmla="*/ 10739000 w 10750623"/>
              <a:gd name="connsiteY4" fmla="*/ 0 h 4439439"/>
              <a:gd name="connsiteX5" fmla="*/ 10750623 w 10750623"/>
              <a:gd name="connsiteY5" fmla="*/ 633845 h 4439439"/>
              <a:gd name="connsiteX6" fmla="*/ 10750623 w 10750623"/>
              <a:gd name="connsiteY6" fmla="*/ 3809557 h 4439439"/>
              <a:gd name="connsiteX7" fmla="*/ 5543546 w 10750623"/>
              <a:gd name="connsiteY7" fmla="*/ 2609406 h 4439439"/>
              <a:gd name="connsiteX8" fmla="*/ 10120741 w 10750623"/>
              <a:gd name="connsiteY8" fmla="*/ 4439439 h 4439439"/>
              <a:gd name="connsiteX9" fmla="*/ 629882 w 10750623"/>
              <a:gd name="connsiteY9" fmla="*/ 4439439 h 4439439"/>
              <a:gd name="connsiteX10" fmla="*/ 1232 w 10750623"/>
              <a:gd name="connsiteY10" fmla="*/ 4412230 h 4439439"/>
              <a:gd name="connsiteX11" fmla="*/ 0 w 10750623"/>
              <a:gd name="connsiteY11" fmla="*/ 3809557 h 4439439"/>
              <a:gd name="connsiteX12" fmla="*/ 0 w 10750623"/>
              <a:gd name="connsiteY12" fmla="*/ 633845 h 4439439"/>
              <a:gd name="connsiteX0" fmla="*/ 0 w 10750623"/>
              <a:gd name="connsiteY0" fmla="*/ 633845 h 4439439"/>
              <a:gd name="connsiteX1" fmla="*/ 1232 w 10750623"/>
              <a:gd name="connsiteY1" fmla="*/ 5195 h 4439439"/>
              <a:gd name="connsiteX2" fmla="*/ 629882 w 10750623"/>
              <a:gd name="connsiteY2" fmla="*/ 3963 h 4439439"/>
              <a:gd name="connsiteX3" fmla="*/ 10120741 w 10750623"/>
              <a:gd name="connsiteY3" fmla="*/ 3963 h 4439439"/>
              <a:gd name="connsiteX4" fmla="*/ 10739000 w 10750623"/>
              <a:gd name="connsiteY4" fmla="*/ 0 h 4439439"/>
              <a:gd name="connsiteX5" fmla="*/ 10750623 w 10750623"/>
              <a:gd name="connsiteY5" fmla="*/ 633845 h 4439439"/>
              <a:gd name="connsiteX6" fmla="*/ 10735037 w 10750623"/>
              <a:gd name="connsiteY6" fmla="*/ 2593821 h 4439439"/>
              <a:gd name="connsiteX7" fmla="*/ 5543546 w 10750623"/>
              <a:gd name="connsiteY7" fmla="*/ 2609406 h 4439439"/>
              <a:gd name="connsiteX8" fmla="*/ 10120741 w 10750623"/>
              <a:gd name="connsiteY8" fmla="*/ 4439439 h 4439439"/>
              <a:gd name="connsiteX9" fmla="*/ 629882 w 10750623"/>
              <a:gd name="connsiteY9" fmla="*/ 4439439 h 4439439"/>
              <a:gd name="connsiteX10" fmla="*/ 1232 w 10750623"/>
              <a:gd name="connsiteY10" fmla="*/ 4412230 h 4439439"/>
              <a:gd name="connsiteX11" fmla="*/ 0 w 10750623"/>
              <a:gd name="connsiteY11" fmla="*/ 3809557 h 4439439"/>
              <a:gd name="connsiteX12" fmla="*/ 0 w 10750623"/>
              <a:gd name="connsiteY12" fmla="*/ 633845 h 4439439"/>
              <a:gd name="connsiteX0" fmla="*/ 0 w 10750623"/>
              <a:gd name="connsiteY0" fmla="*/ 633845 h 4439439"/>
              <a:gd name="connsiteX1" fmla="*/ 1232 w 10750623"/>
              <a:gd name="connsiteY1" fmla="*/ 5195 h 4439439"/>
              <a:gd name="connsiteX2" fmla="*/ 629882 w 10750623"/>
              <a:gd name="connsiteY2" fmla="*/ 3963 h 4439439"/>
              <a:gd name="connsiteX3" fmla="*/ 10120741 w 10750623"/>
              <a:gd name="connsiteY3" fmla="*/ 3963 h 4439439"/>
              <a:gd name="connsiteX4" fmla="*/ 10739000 w 10750623"/>
              <a:gd name="connsiteY4" fmla="*/ 0 h 4439439"/>
              <a:gd name="connsiteX5" fmla="*/ 10750623 w 10750623"/>
              <a:gd name="connsiteY5" fmla="*/ 633845 h 4439439"/>
              <a:gd name="connsiteX6" fmla="*/ 10735037 w 10750623"/>
              <a:gd name="connsiteY6" fmla="*/ 2593821 h 4439439"/>
              <a:gd name="connsiteX7" fmla="*/ 5543546 w 10750623"/>
              <a:gd name="connsiteY7" fmla="*/ 2609406 h 4439439"/>
              <a:gd name="connsiteX8" fmla="*/ 5553936 w 10750623"/>
              <a:gd name="connsiteY8" fmla="*/ 4434243 h 4439439"/>
              <a:gd name="connsiteX9" fmla="*/ 629882 w 10750623"/>
              <a:gd name="connsiteY9" fmla="*/ 4439439 h 4439439"/>
              <a:gd name="connsiteX10" fmla="*/ 1232 w 10750623"/>
              <a:gd name="connsiteY10" fmla="*/ 4412230 h 4439439"/>
              <a:gd name="connsiteX11" fmla="*/ 0 w 10750623"/>
              <a:gd name="connsiteY11" fmla="*/ 3809557 h 4439439"/>
              <a:gd name="connsiteX12" fmla="*/ 0 w 10750623"/>
              <a:gd name="connsiteY12" fmla="*/ 633845 h 4439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750623" h="4439439">
                <a:moveTo>
                  <a:pt x="0" y="633845"/>
                </a:moveTo>
                <a:cubicBezTo>
                  <a:pt x="411" y="424295"/>
                  <a:pt x="821" y="214745"/>
                  <a:pt x="1232" y="5195"/>
                </a:cubicBezTo>
                <a:lnTo>
                  <a:pt x="629882" y="3963"/>
                </a:lnTo>
                <a:lnTo>
                  <a:pt x="10120741" y="3963"/>
                </a:lnTo>
                <a:lnTo>
                  <a:pt x="10739000" y="0"/>
                </a:lnTo>
                <a:lnTo>
                  <a:pt x="10750623" y="633845"/>
                </a:lnTo>
                <a:lnTo>
                  <a:pt x="10735037" y="2593821"/>
                </a:lnTo>
                <a:lnTo>
                  <a:pt x="5543546" y="2609406"/>
                </a:lnTo>
                <a:cubicBezTo>
                  <a:pt x="5547009" y="3217685"/>
                  <a:pt x="5550473" y="3825964"/>
                  <a:pt x="5553936" y="4434243"/>
                </a:cubicBezTo>
                <a:lnTo>
                  <a:pt x="629882" y="4439439"/>
                </a:lnTo>
                <a:lnTo>
                  <a:pt x="1232" y="4412230"/>
                </a:lnTo>
                <a:cubicBezTo>
                  <a:pt x="821" y="4211339"/>
                  <a:pt x="411" y="4010448"/>
                  <a:pt x="0" y="3809557"/>
                </a:cubicBezTo>
                <a:lnTo>
                  <a:pt x="0" y="633845"/>
                </a:lnTo>
                <a:close/>
              </a:path>
            </a:pathLst>
          </a:custGeom>
        </p:spPr>
        <p:txBody>
          <a:bodyPr/>
          <a:lstStyle/>
          <a:p>
            <a:pPr marL="0" indent="0">
              <a:lnSpc>
                <a:spcPct val="100000"/>
              </a:lnSpc>
              <a:buNone/>
            </a:pPr>
            <a:r>
              <a:rPr lang="en-GB" b="1" dirty="0">
                <a:solidFill>
                  <a:schemeClr val="tx1"/>
                </a:solidFill>
              </a:rPr>
              <a:t>What algorithm to use</a:t>
            </a:r>
            <a:r>
              <a:rPr lang="en-GB" dirty="0">
                <a:solidFill>
                  <a:schemeClr val="tx1"/>
                </a:solidFill>
              </a:rPr>
              <a:t>? How many are there to choose from? </a:t>
            </a:r>
          </a:p>
          <a:p>
            <a:pPr>
              <a:lnSpc>
                <a:spcPct val="100000"/>
              </a:lnSpc>
            </a:pPr>
            <a:r>
              <a:rPr lang="en-GB" dirty="0">
                <a:solidFill>
                  <a:schemeClr val="tx1"/>
                </a:solidFill>
              </a:rPr>
              <a:t>Answer: </a:t>
            </a:r>
            <a:r>
              <a:rPr lang="en-GB" i="1" dirty="0">
                <a:solidFill>
                  <a:schemeClr val="tx1"/>
                </a:solidFill>
              </a:rPr>
              <a:t>Quite a few</a:t>
            </a:r>
          </a:p>
          <a:p>
            <a:pPr marL="0" indent="0">
              <a:lnSpc>
                <a:spcPct val="100000"/>
              </a:lnSpc>
              <a:buNone/>
            </a:pPr>
            <a:endParaRPr lang="en-GB" i="1" dirty="0">
              <a:solidFill>
                <a:schemeClr val="tx1"/>
              </a:solidFill>
            </a:endParaRPr>
          </a:p>
          <a:p>
            <a:pPr marL="0" indent="0">
              <a:lnSpc>
                <a:spcPct val="100000"/>
              </a:lnSpc>
              <a:buNone/>
            </a:pPr>
            <a:r>
              <a:rPr lang="en-GB" sz="2400" b="1" dirty="0">
                <a:solidFill>
                  <a:srgbClr val="00A6D6"/>
                </a:solidFill>
              </a:rPr>
              <a:t>Algorithm Characteristics:</a:t>
            </a:r>
          </a:p>
          <a:p>
            <a:pPr>
              <a:lnSpc>
                <a:spcPct val="100000"/>
              </a:lnSpc>
            </a:pPr>
            <a:r>
              <a:rPr lang="en-GB" b="1" dirty="0">
                <a:solidFill>
                  <a:srgbClr val="0C2340"/>
                </a:solidFill>
              </a:rPr>
              <a:t>Model-Based vs Model-Free</a:t>
            </a:r>
          </a:p>
          <a:p>
            <a:pPr>
              <a:lnSpc>
                <a:spcPct val="100000"/>
              </a:lnSpc>
            </a:pPr>
            <a:r>
              <a:rPr lang="en-GB" b="1" dirty="0">
                <a:solidFill>
                  <a:srgbClr val="0C2340"/>
                </a:solidFill>
              </a:rPr>
              <a:t>Value-Based vs Policy-Based</a:t>
            </a:r>
          </a:p>
          <a:p>
            <a:pPr>
              <a:lnSpc>
                <a:spcPct val="100000"/>
              </a:lnSpc>
            </a:pPr>
            <a:r>
              <a:rPr lang="en-GB" b="1" dirty="0">
                <a:solidFill>
                  <a:srgbClr val="0C2340"/>
                </a:solidFill>
              </a:rPr>
              <a:t>On-Policy vs Off-Policy</a:t>
            </a:r>
            <a:endParaRPr lang="en-GB" dirty="0">
              <a:solidFill>
                <a:schemeClr val="tx1"/>
              </a:solidFill>
            </a:endParaRPr>
          </a:p>
          <a:p>
            <a:pPr marL="0" indent="0">
              <a:lnSpc>
                <a:spcPct val="100000"/>
              </a:lnSpc>
              <a:buNone/>
            </a:pPr>
            <a:endParaRPr lang="en-GB" dirty="0">
              <a:solidFill>
                <a:schemeClr val="tx1"/>
              </a:solidFill>
            </a:endParaRPr>
          </a:p>
        </p:txBody>
      </p:sp>
      <p:sp>
        <p:nvSpPr>
          <p:cNvPr id="14" name="Titel 13">
            <a:extLst>
              <a:ext uri="{FF2B5EF4-FFF2-40B4-BE49-F238E27FC236}">
                <a16:creationId xmlns:a16="http://schemas.microsoft.com/office/drawing/2014/main" id="{4E840CAD-8869-66D6-F142-07912B6A4DF2}"/>
              </a:ext>
            </a:extLst>
          </p:cNvPr>
          <p:cNvSpPr>
            <a:spLocks noGrp="1"/>
          </p:cNvSpPr>
          <p:nvPr>
            <p:ph type="title"/>
          </p:nvPr>
        </p:nvSpPr>
        <p:spPr>
          <a:xfrm>
            <a:off x="718666" y="722454"/>
            <a:ext cx="10752610" cy="323409"/>
          </a:xfrm>
        </p:spPr>
        <p:txBody>
          <a:bodyPr/>
          <a:lstStyle/>
          <a:p>
            <a:r>
              <a:rPr lang="en-GB" dirty="0"/>
              <a:t>Reinforcement Learning</a:t>
            </a:r>
          </a:p>
        </p:txBody>
      </p:sp>
      <p:sp>
        <p:nvSpPr>
          <p:cNvPr id="2" name="TextBox 1">
            <a:extLst>
              <a:ext uri="{FF2B5EF4-FFF2-40B4-BE49-F238E27FC236}">
                <a16:creationId xmlns:a16="http://schemas.microsoft.com/office/drawing/2014/main" id="{7297ECF2-231A-BB44-38F5-1A2E51AD29F6}"/>
              </a:ext>
            </a:extLst>
          </p:cNvPr>
          <p:cNvSpPr txBox="1"/>
          <p:nvPr/>
        </p:nvSpPr>
        <p:spPr>
          <a:xfrm>
            <a:off x="5761973" y="2960914"/>
            <a:ext cx="5707789" cy="3039835"/>
          </a:xfrm>
          <a:prstGeom prst="rect">
            <a:avLst/>
          </a:prstGeom>
          <a:noFill/>
        </p:spPr>
        <p:txBody>
          <a:bodyPr wrap="square" lIns="0" tIns="0" rIns="0" bIns="0" rtlCol="0">
            <a:noAutofit/>
          </a:bodyPr>
          <a:lstStyle/>
          <a:p>
            <a:pPr algn="l">
              <a:lnSpc>
                <a:spcPct val="90000"/>
              </a:lnSpc>
              <a:spcBef>
                <a:spcPts val="600"/>
              </a:spcBef>
              <a:spcAft>
                <a:spcPts val="600"/>
              </a:spcAft>
            </a:pPr>
            <a:r>
              <a:rPr lang="en-US" sz="2400" b="1" dirty="0">
                <a:solidFill>
                  <a:srgbClr val="00A6D6"/>
                </a:solidFill>
              </a:rPr>
              <a:t>Short-listed Algorithms:</a:t>
            </a:r>
          </a:p>
          <a:p>
            <a:pPr marL="342900" indent="-342900" algn="l">
              <a:lnSpc>
                <a:spcPct val="90000"/>
              </a:lnSpc>
              <a:spcBef>
                <a:spcPts val="600"/>
              </a:spcBef>
              <a:spcAft>
                <a:spcPts val="600"/>
              </a:spcAft>
              <a:buClr>
                <a:srgbClr val="00A6D6"/>
              </a:buClr>
              <a:buFont typeface="Arial" panose="020B0604020202020204" pitchFamily="34" charset="0"/>
              <a:buChar char="•"/>
            </a:pPr>
            <a:r>
              <a:rPr lang="en-US" sz="2000" b="1" dirty="0">
                <a:solidFill>
                  <a:srgbClr val="0C2340"/>
                </a:solidFill>
              </a:rPr>
              <a:t>SAC, </a:t>
            </a:r>
            <a:r>
              <a:rPr lang="en-US" sz="2000" b="1" dirty="0" err="1">
                <a:solidFill>
                  <a:srgbClr val="0C2340"/>
                </a:solidFill>
              </a:rPr>
              <a:t>Haarnoja</a:t>
            </a:r>
            <a:r>
              <a:rPr lang="en-US" sz="2000" b="1" dirty="0">
                <a:solidFill>
                  <a:srgbClr val="0C2340"/>
                </a:solidFill>
              </a:rPr>
              <a:t> et al. 2018</a:t>
            </a:r>
          </a:p>
          <a:p>
            <a:pPr marL="342900" indent="-342900" algn="l">
              <a:lnSpc>
                <a:spcPct val="90000"/>
              </a:lnSpc>
              <a:spcBef>
                <a:spcPts val="600"/>
              </a:spcBef>
              <a:spcAft>
                <a:spcPts val="600"/>
              </a:spcAft>
              <a:buClr>
                <a:srgbClr val="00A6D6"/>
              </a:buClr>
              <a:buFont typeface="Arial" panose="020B0604020202020204" pitchFamily="34" charset="0"/>
              <a:buChar char="•"/>
            </a:pPr>
            <a:r>
              <a:rPr lang="en-US" sz="2000" b="1" dirty="0">
                <a:solidFill>
                  <a:srgbClr val="0C2340"/>
                </a:solidFill>
              </a:rPr>
              <a:t>TD3, Fujimoto et al. 2018</a:t>
            </a:r>
          </a:p>
          <a:p>
            <a:pPr marL="342900" indent="-342900" algn="l">
              <a:lnSpc>
                <a:spcPct val="90000"/>
              </a:lnSpc>
              <a:spcBef>
                <a:spcPts val="600"/>
              </a:spcBef>
              <a:spcAft>
                <a:spcPts val="600"/>
              </a:spcAft>
              <a:buClr>
                <a:srgbClr val="00A6D6"/>
              </a:buClr>
              <a:buFont typeface="Arial" panose="020B0604020202020204" pitchFamily="34" charset="0"/>
              <a:buChar char="•"/>
            </a:pPr>
            <a:r>
              <a:rPr lang="en-US" sz="2000" b="1" dirty="0">
                <a:solidFill>
                  <a:srgbClr val="0C2340"/>
                </a:solidFill>
              </a:rPr>
              <a:t>IDHP, Zhou et al. 2018</a:t>
            </a:r>
          </a:p>
        </p:txBody>
      </p:sp>
      <p:pic>
        <p:nvPicPr>
          <p:cNvPr id="1026" name="Picture 2" descr="🤔 Thinking Face Emoji">
            <a:extLst>
              <a:ext uri="{FF2B5EF4-FFF2-40B4-BE49-F238E27FC236}">
                <a16:creationId xmlns:a16="http://schemas.microsoft.com/office/drawing/2014/main" id="{FA538349-C50E-ADCC-971B-066982DDB57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0379" t="2417" r="20379" b="2417"/>
          <a:stretch/>
        </p:blipFill>
        <p:spPr bwMode="auto">
          <a:xfrm>
            <a:off x="8094588" y="4038089"/>
            <a:ext cx="2765190" cy="2332064"/>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Rounded Corners 2">
            <a:extLst>
              <a:ext uri="{FF2B5EF4-FFF2-40B4-BE49-F238E27FC236}">
                <a16:creationId xmlns:a16="http://schemas.microsoft.com/office/drawing/2014/main" id="{32D4D625-0298-0334-9A11-A7FB6BDAC1F5}"/>
              </a:ext>
            </a:extLst>
          </p:cNvPr>
          <p:cNvSpPr/>
          <p:nvPr/>
        </p:nvSpPr>
        <p:spPr>
          <a:xfrm>
            <a:off x="4569672" y="416687"/>
            <a:ext cx="1034144" cy="84898"/>
          </a:xfrm>
          <a:prstGeom prst="roundRect">
            <a:avLst>
              <a:gd name="adj" fmla="val 50000"/>
            </a:avLst>
          </a:prstGeom>
          <a:solidFill>
            <a:srgbClr val="00A6D6"/>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LID4096" sz="1600" dirty="0" err="1">
              <a:solidFill>
                <a:srgbClr val="00A6D6"/>
              </a:solidFill>
            </a:endParaRPr>
          </a:p>
        </p:txBody>
      </p:sp>
    </p:spTree>
    <p:extLst>
      <p:ext uri="{BB962C8B-B14F-4D97-AF65-F5344CB8AC3E}">
        <p14:creationId xmlns:p14="http://schemas.microsoft.com/office/powerpoint/2010/main" val="3739070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jdelijke aanduiding voor datum 4">
            <a:extLst>
              <a:ext uri="{FF2B5EF4-FFF2-40B4-BE49-F238E27FC236}">
                <a16:creationId xmlns:a16="http://schemas.microsoft.com/office/drawing/2014/main" id="{B994BAD7-1490-F4D5-9092-3EB7111B7DF7}"/>
              </a:ext>
            </a:extLst>
          </p:cNvPr>
          <p:cNvSpPr>
            <a:spLocks noGrp="1"/>
          </p:cNvSpPr>
          <p:nvPr>
            <p:ph type="dt" sz="half" idx="18"/>
          </p:nvPr>
        </p:nvSpPr>
        <p:spPr>
          <a:xfrm>
            <a:off x="10146569" y="6405669"/>
            <a:ext cx="766235" cy="184666"/>
          </a:xfrm>
        </p:spPr>
        <p:txBody>
          <a:bodyPr/>
          <a:lstStyle/>
          <a:p>
            <a:r>
              <a:rPr lang="LID4096"/>
              <a:t>08/30/2024</a:t>
            </a:r>
            <a:endParaRPr lang="en-GB" dirty="0"/>
          </a:p>
        </p:txBody>
      </p:sp>
      <p:sp>
        <p:nvSpPr>
          <p:cNvPr id="16" name="Tijdelijke aanduiding voor dianummer 15">
            <a:extLst>
              <a:ext uri="{FF2B5EF4-FFF2-40B4-BE49-F238E27FC236}">
                <a16:creationId xmlns:a16="http://schemas.microsoft.com/office/drawing/2014/main" id="{BBB35617-5649-3A69-5ACC-A5828B3F289A}"/>
              </a:ext>
            </a:extLst>
          </p:cNvPr>
          <p:cNvSpPr>
            <a:spLocks noGrp="1"/>
          </p:cNvSpPr>
          <p:nvPr>
            <p:ph type="sldNum" sz="quarter" idx="20"/>
          </p:nvPr>
        </p:nvSpPr>
        <p:spPr>
          <a:xfrm>
            <a:off x="11178464" y="6405669"/>
            <a:ext cx="291298" cy="184666"/>
          </a:xfrm>
        </p:spPr>
        <p:txBody>
          <a:bodyPr/>
          <a:lstStyle/>
          <a:p>
            <a:fld id="{9E843DB9-9987-4157-AB9C-CEA8D7D910BB}" type="slidenum">
              <a:rPr lang="en-GB" smtClean="0"/>
              <a:pPr/>
              <a:t>14</a:t>
            </a:fld>
            <a:endParaRPr lang="en-GB" dirty="0"/>
          </a:p>
        </p:txBody>
      </p:sp>
      <p:sp>
        <p:nvSpPr>
          <p:cNvPr id="8" name="Tijdelijke aanduiding voor tekst 7">
            <a:extLst>
              <a:ext uri="{FF2B5EF4-FFF2-40B4-BE49-F238E27FC236}">
                <a16:creationId xmlns:a16="http://schemas.microsoft.com/office/drawing/2014/main" id="{73C0F465-AC54-5AF4-B9C9-64F21371EF32}"/>
              </a:ext>
            </a:extLst>
          </p:cNvPr>
          <p:cNvSpPr>
            <a:spLocks noGrp="1"/>
          </p:cNvSpPr>
          <p:nvPr>
            <p:ph type="body" sz="quarter" idx="21"/>
          </p:nvPr>
        </p:nvSpPr>
        <p:spPr>
          <a:xfrm>
            <a:off x="719139" y="1561310"/>
            <a:ext cx="10750623" cy="4439439"/>
          </a:xfrm>
          <a:custGeom>
            <a:avLst/>
            <a:gdLst>
              <a:gd name="connsiteX0" fmla="*/ 0 w 10750623"/>
              <a:gd name="connsiteY0" fmla="*/ 629882 h 4435476"/>
              <a:gd name="connsiteX1" fmla="*/ 629882 w 10750623"/>
              <a:gd name="connsiteY1" fmla="*/ 629882 h 4435476"/>
              <a:gd name="connsiteX2" fmla="*/ 629882 w 10750623"/>
              <a:gd name="connsiteY2" fmla="*/ 0 h 4435476"/>
              <a:gd name="connsiteX3" fmla="*/ 10120741 w 10750623"/>
              <a:gd name="connsiteY3" fmla="*/ 0 h 4435476"/>
              <a:gd name="connsiteX4" fmla="*/ 10120741 w 10750623"/>
              <a:gd name="connsiteY4" fmla="*/ 629882 h 4435476"/>
              <a:gd name="connsiteX5" fmla="*/ 10750623 w 10750623"/>
              <a:gd name="connsiteY5" fmla="*/ 629882 h 4435476"/>
              <a:gd name="connsiteX6" fmla="*/ 10750623 w 10750623"/>
              <a:gd name="connsiteY6" fmla="*/ 3805594 h 4435476"/>
              <a:gd name="connsiteX7" fmla="*/ 10120741 w 10750623"/>
              <a:gd name="connsiteY7" fmla="*/ 3805594 h 4435476"/>
              <a:gd name="connsiteX8" fmla="*/ 10120741 w 10750623"/>
              <a:gd name="connsiteY8" fmla="*/ 4435476 h 4435476"/>
              <a:gd name="connsiteX9" fmla="*/ 629882 w 10750623"/>
              <a:gd name="connsiteY9" fmla="*/ 4435476 h 4435476"/>
              <a:gd name="connsiteX10" fmla="*/ 629882 w 10750623"/>
              <a:gd name="connsiteY10" fmla="*/ 3805594 h 4435476"/>
              <a:gd name="connsiteX11" fmla="*/ 0 w 10750623"/>
              <a:gd name="connsiteY11" fmla="*/ 3805594 h 4435476"/>
              <a:gd name="connsiteX12" fmla="*/ 0 w 10750623"/>
              <a:gd name="connsiteY12" fmla="*/ 629882 h 4435476"/>
              <a:gd name="connsiteX0" fmla="*/ 0 w 10750623"/>
              <a:gd name="connsiteY0" fmla="*/ 629882 h 4435476"/>
              <a:gd name="connsiteX1" fmla="*/ 1232 w 10750623"/>
              <a:gd name="connsiteY1" fmla="*/ 1232 h 4435476"/>
              <a:gd name="connsiteX2" fmla="*/ 629882 w 10750623"/>
              <a:gd name="connsiteY2" fmla="*/ 0 h 4435476"/>
              <a:gd name="connsiteX3" fmla="*/ 10120741 w 10750623"/>
              <a:gd name="connsiteY3" fmla="*/ 0 h 4435476"/>
              <a:gd name="connsiteX4" fmla="*/ 10120741 w 10750623"/>
              <a:gd name="connsiteY4" fmla="*/ 629882 h 4435476"/>
              <a:gd name="connsiteX5" fmla="*/ 10750623 w 10750623"/>
              <a:gd name="connsiteY5" fmla="*/ 629882 h 4435476"/>
              <a:gd name="connsiteX6" fmla="*/ 10750623 w 10750623"/>
              <a:gd name="connsiteY6" fmla="*/ 3805594 h 4435476"/>
              <a:gd name="connsiteX7" fmla="*/ 10120741 w 10750623"/>
              <a:gd name="connsiteY7" fmla="*/ 3805594 h 4435476"/>
              <a:gd name="connsiteX8" fmla="*/ 10120741 w 10750623"/>
              <a:gd name="connsiteY8" fmla="*/ 4435476 h 4435476"/>
              <a:gd name="connsiteX9" fmla="*/ 629882 w 10750623"/>
              <a:gd name="connsiteY9" fmla="*/ 4435476 h 4435476"/>
              <a:gd name="connsiteX10" fmla="*/ 629882 w 10750623"/>
              <a:gd name="connsiteY10" fmla="*/ 3805594 h 4435476"/>
              <a:gd name="connsiteX11" fmla="*/ 0 w 10750623"/>
              <a:gd name="connsiteY11" fmla="*/ 3805594 h 4435476"/>
              <a:gd name="connsiteX12" fmla="*/ 0 w 10750623"/>
              <a:gd name="connsiteY12" fmla="*/ 629882 h 4435476"/>
              <a:gd name="connsiteX0" fmla="*/ 0 w 10750623"/>
              <a:gd name="connsiteY0" fmla="*/ 633845 h 4439439"/>
              <a:gd name="connsiteX1" fmla="*/ 1232 w 10750623"/>
              <a:gd name="connsiteY1" fmla="*/ 5195 h 4439439"/>
              <a:gd name="connsiteX2" fmla="*/ 629882 w 10750623"/>
              <a:gd name="connsiteY2" fmla="*/ 3963 h 4439439"/>
              <a:gd name="connsiteX3" fmla="*/ 10120741 w 10750623"/>
              <a:gd name="connsiteY3" fmla="*/ 3963 h 4439439"/>
              <a:gd name="connsiteX4" fmla="*/ 10739000 w 10750623"/>
              <a:gd name="connsiteY4" fmla="*/ 0 h 4439439"/>
              <a:gd name="connsiteX5" fmla="*/ 10750623 w 10750623"/>
              <a:gd name="connsiteY5" fmla="*/ 633845 h 4439439"/>
              <a:gd name="connsiteX6" fmla="*/ 10750623 w 10750623"/>
              <a:gd name="connsiteY6" fmla="*/ 3809557 h 4439439"/>
              <a:gd name="connsiteX7" fmla="*/ 10120741 w 10750623"/>
              <a:gd name="connsiteY7" fmla="*/ 3809557 h 4439439"/>
              <a:gd name="connsiteX8" fmla="*/ 10120741 w 10750623"/>
              <a:gd name="connsiteY8" fmla="*/ 4439439 h 4439439"/>
              <a:gd name="connsiteX9" fmla="*/ 629882 w 10750623"/>
              <a:gd name="connsiteY9" fmla="*/ 4439439 h 4439439"/>
              <a:gd name="connsiteX10" fmla="*/ 629882 w 10750623"/>
              <a:gd name="connsiteY10" fmla="*/ 3809557 h 4439439"/>
              <a:gd name="connsiteX11" fmla="*/ 0 w 10750623"/>
              <a:gd name="connsiteY11" fmla="*/ 3809557 h 4439439"/>
              <a:gd name="connsiteX12" fmla="*/ 0 w 10750623"/>
              <a:gd name="connsiteY12" fmla="*/ 633845 h 4439439"/>
              <a:gd name="connsiteX0" fmla="*/ 0 w 10750623"/>
              <a:gd name="connsiteY0" fmla="*/ 633845 h 4439439"/>
              <a:gd name="connsiteX1" fmla="*/ 1232 w 10750623"/>
              <a:gd name="connsiteY1" fmla="*/ 5195 h 4439439"/>
              <a:gd name="connsiteX2" fmla="*/ 629882 w 10750623"/>
              <a:gd name="connsiteY2" fmla="*/ 3963 h 4439439"/>
              <a:gd name="connsiteX3" fmla="*/ 10120741 w 10750623"/>
              <a:gd name="connsiteY3" fmla="*/ 3963 h 4439439"/>
              <a:gd name="connsiteX4" fmla="*/ 10739000 w 10750623"/>
              <a:gd name="connsiteY4" fmla="*/ 0 h 4439439"/>
              <a:gd name="connsiteX5" fmla="*/ 10750623 w 10750623"/>
              <a:gd name="connsiteY5" fmla="*/ 633845 h 4439439"/>
              <a:gd name="connsiteX6" fmla="*/ 10750623 w 10750623"/>
              <a:gd name="connsiteY6" fmla="*/ 3809557 h 4439439"/>
              <a:gd name="connsiteX7" fmla="*/ 10120741 w 10750623"/>
              <a:gd name="connsiteY7" fmla="*/ 3809557 h 4439439"/>
              <a:gd name="connsiteX8" fmla="*/ 10120741 w 10750623"/>
              <a:gd name="connsiteY8" fmla="*/ 4439439 h 4439439"/>
              <a:gd name="connsiteX9" fmla="*/ 629882 w 10750623"/>
              <a:gd name="connsiteY9" fmla="*/ 4439439 h 4439439"/>
              <a:gd name="connsiteX10" fmla="*/ 1232 w 10750623"/>
              <a:gd name="connsiteY10" fmla="*/ 4412230 h 4439439"/>
              <a:gd name="connsiteX11" fmla="*/ 0 w 10750623"/>
              <a:gd name="connsiteY11" fmla="*/ 3809557 h 4439439"/>
              <a:gd name="connsiteX12" fmla="*/ 0 w 10750623"/>
              <a:gd name="connsiteY12" fmla="*/ 633845 h 4439439"/>
              <a:gd name="connsiteX0" fmla="*/ 0 w 10750623"/>
              <a:gd name="connsiteY0" fmla="*/ 633845 h 4439439"/>
              <a:gd name="connsiteX1" fmla="*/ 1232 w 10750623"/>
              <a:gd name="connsiteY1" fmla="*/ 5195 h 4439439"/>
              <a:gd name="connsiteX2" fmla="*/ 629882 w 10750623"/>
              <a:gd name="connsiteY2" fmla="*/ 3963 h 4439439"/>
              <a:gd name="connsiteX3" fmla="*/ 10120741 w 10750623"/>
              <a:gd name="connsiteY3" fmla="*/ 3963 h 4439439"/>
              <a:gd name="connsiteX4" fmla="*/ 10739000 w 10750623"/>
              <a:gd name="connsiteY4" fmla="*/ 0 h 4439439"/>
              <a:gd name="connsiteX5" fmla="*/ 10750623 w 10750623"/>
              <a:gd name="connsiteY5" fmla="*/ 633845 h 4439439"/>
              <a:gd name="connsiteX6" fmla="*/ 10750623 w 10750623"/>
              <a:gd name="connsiteY6" fmla="*/ 3809557 h 4439439"/>
              <a:gd name="connsiteX7" fmla="*/ 10032418 w 10750623"/>
              <a:gd name="connsiteY7" fmla="*/ 2869179 h 4439439"/>
              <a:gd name="connsiteX8" fmla="*/ 10120741 w 10750623"/>
              <a:gd name="connsiteY8" fmla="*/ 4439439 h 4439439"/>
              <a:gd name="connsiteX9" fmla="*/ 629882 w 10750623"/>
              <a:gd name="connsiteY9" fmla="*/ 4439439 h 4439439"/>
              <a:gd name="connsiteX10" fmla="*/ 1232 w 10750623"/>
              <a:gd name="connsiteY10" fmla="*/ 4412230 h 4439439"/>
              <a:gd name="connsiteX11" fmla="*/ 0 w 10750623"/>
              <a:gd name="connsiteY11" fmla="*/ 3809557 h 4439439"/>
              <a:gd name="connsiteX12" fmla="*/ 0 w 10750623"/>
              <a:gd name="connsiteY12" fmla="*/ 633845 h 4439439"/>
              <a:gd name="connsiteX0" fmla="*/ 0 w 10750623"/>
              <a:gd name="connsiteY0" fmla="*/ 633845 h 4439439"/>
              <a:gd name="connsiteX1" fmla="*/ 1232 w 10750623"/>
              <a:gd name="connsiteY1" fmla="*/ 5195 h 4439439"/>
              <a:gd name="connsiteX2" fmla="*/ 629882 w 10750623"/>
              <a:gd name="connsiteY2" fmla="*/ 3963 h 4439439"/>
              <a:gd name="connsiteX3" fmla="*/ 10120741 w 10750623"/>
              <a:gd name="connsiteY3" fmla="*/ 3963 h 4439439"/>
              <a:gd name="connsiteX4" fmla="*/ 10739000 w 10750623"/>
              <a:gd name="connsiteY4" fmla="*/ 0 h 4439439"/>
              <a:gd name="connsiteX5" fmla="*/ 10750623 w 10750623"/>
              <a:gd name="connsiteY5" fmla="*/ 633845 h 4439439"/>
              <a:gd name="connsiteX6" fmla="*/ 10750623 w 10750623"/>
              <a:gd name="connsiteY6" fmla="*/ 3809557 h 4439439"/>
              <a:gd name="connsiteX7" fmla="*/ 5543546 w 10750623"/>
              <a:gd name="connsiteY7" fmla="*/ 2609406 h 4439439"/>
              <a:gd name="connsiteX8" fmla="*/ 10120741 w 10750623"/>
              <a:gd name="connsiteY8" fmla="*/ 4439439 h 4439439"/>
              <a:gd name="connsiteX9" fmla="*/ 629882 w 10750623"/>
              <a:gd name="connsiteY9" fmla="*/ 4439439 h 4439439"/>
              <a:gd name="connsiteX10" fmla="*/ 1232 w 10750623"/>
              <a:gd name="connsiteY10" fmla="*/ 4412230 h 4439439"/>
              <a:gd name="connsiteX11" fmla="*/ 0 w 10750623"/>
              <a:gd name="connsiteY11" fmla="*/ 3809557 h 4439439"/>
              <a:gd name="connsiteX12" fmla="*/ 0 w 10750623"/>
              <a:gd name="connsiteY12" fmla="*/ 633845 h 4439439"/>
              <a:gd name="connsiteX0" fmla="*/ 0 w 10750623"/>
              <a:gd name="connsiteY0" fmla="*/ 633845 h 4439439"/>
              <a:gd name="connsiteX1" fmla="*/ 1232 w 10750623"/>
              <a:gd name="connsiteY1" fmla="*/ 5195 h 4439439"/>
              <a:gd name="connsiteX2" fmla="*/ 629882 w 10750623"/>
              <a:gd name="connsiteY2" fmla="*/ 3963 h 4439439"/>
              <a:gd name="connsiteX3" fmla="*/ 10120741 w 10750623"/>
              <a:gd name="connsiteY3" fmla="*/ 3963 h 4439439"/>
              <a:gd name="connsiteX4" fmla="*/ 10739000 w 10750623"/>
              <a:gd name="connsiteY4" fmla="*/ 0 h 4439439"/>
              <a:gd name="connsiteX5" fmla="*/ 10750623 w 10750623"/>
              <a:gd name="connsiteY5" fmla="*/ 633845 h 4439439"/>
              <a:gd name="connsiteX6" fmla="*/ 10735037 w 10750623"/>
              <a:gd name="connsiteY6" fmla="*/ 2593821 h 4439439"/>
              <a:gd name="connsiteX7" fmla="*/ 5543546 w 10750623"/>
              <a:gd name="connsiteY7" fmla="*/ 2609406 h 4439439"/>
              <a:gd name="connsiteX8" fmla="*/ 10120741 w 10750623"/>
              <a:gd name="connsiteY8" fmla="*/ 4439439 h 4439439"/>
              <a:gd name="connsiteX9" fmla="*/ 629882 w 10750623"/>
              <a:gd name="connsiteY9" fmla="*/ 4439439 h 4439439"/>
              <a:gd name="connsiteX10" fmla="*/ 1232 w 10750623"/>
              <a:gd name="connsiteY10" fmla="*/ 4412230 h 4439439"/>
              <a:gd name="connsiteX11" fmla="*/ 0 w 10750623"/>
              <a:gd name="connsiteY11" fmla="*/ 3809557 h 4439439"/>
              <a:gd name="connsiteX12" fmla="*/ 0 w 10750623"/>
              <a:gd name="connsiteY12" fmla="*/ 633845 h 4439439"/>
              <a:gd name="connsiteX0" fmla="*/ 0 w 10750623"/>
              <a:gd name="connsiteY0" fmla="*/ 633845 h 4439439"/>
              <a:gd name="connsiteX1" fmla="*/ 1232 w 10750623"/>
              <a:gd name="connsiteY1" fmla="*/ 5195 h 4439439"/>
              <a:gd name="connsiteX2" fmla="*/ 629882 w 10750623"/>
              <a:gd name="connsiteY2" fmla="*/ 3963 h 4439439"/>
              <a:gd name="connsiteX3" fmla="*/ 10120741 w 10750623"/>
              <a:gd name="connsiteY3" fmla="*/ 3963 h 4439439"/>
              <a:gd name="connsiteX4" fmla="*/ 10739000 w 10750623"/>
              <a:gd name="connsiteY4" fmla="*/ 0 h 4439439"/>
              <a:gd name="connsiteX5" fmla="*/ 10750623 w 10750623"/>
              <a:gd name="connsiteY5" fmla="*/ 633845 h 4439439"/>
              <a:gd name="connsiteX6" fmla="*/ 10735037 w 10750623"/>
              <a:gd name="connsiteY6" fmla="*/ 2593821 h 4439439"/>
              <a:gd name="connsiteX7" fmla="*/ 5543546 w 10750623"/>
              <a:gd name="connsiteY7" fmla="*/ 2609406 h 4439439"/>
              <a:gd name="connsiteX8" fmla="*/ 5553936 w 10750623"/>
              <a:gd name="connsiteY8" fmla="*/ 4434243 h 4439439"/>
              <a:gd name="connsiteX9" fmla="*/ 629882 w 10750623"/>
              <a:gd name="connsiteY9" fmla="*/ 4439439 h 4439439"/>
              <a:gd name="connsiteX10" fmla="*/ 1232 w 10750623"/>
              <a:gd name="connsiteY10" fmla="*/ 4412230 h 4439439"/>
              <a:gd name="connsiteX11" fmla="*/ 0 w 10750623"/>
              <a:gd name="connsiteY11" fmla="*/ 3809557 h 4439439"/>
              <a:gd name="connsiteX12" fmla="*/ 0 w 10750623"/>
              <a:gd name="connsiteY12" fmla="*/ 633845 h 4439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750623" h="4439439">
                <a:moveTo>
                  <a:pt x="0" y="633845"/>
                </a:moveTo>
                <a:cubicBezTo>
                  <a:pt x="411" y="424295"/>
                  <a:pt x="821" y="214745"/>
                  <a:pt x="1232" y="5195"/>
                </a:cubicBezTo>
                <a:lnTo>
                  <a:pt x="629882" y="3963"/>
                </a:lnTo>
                <a:lnTo>
                  <a:pt x="10120741" y="3963"/>
                </a:lnTo>
                <a:lnTo>
                  <a:pt x="10739000" y="0"/>
                </a:lnTo>
                <a:lnTo>
                  <a:pt x="10750623" y="633845"/>
                </a:lnTo>
                <a:lnTo>
                  <a:pt x="10735037" y="2593821"/>
                </a:lnTo>
                <a:lnTo>
                  <a:pt x="5543546" y="2609406"/>
                </a:lnTo>
                <a:cubicBezTo>
                  <a:pt x="5547009" y="3217685"/>
                  <a:pt x="5550473" y="3825964"/>
                  <a:pt x="5553936" y="4434243"/>
                </a:cubicBezTo>
                <a:lnTo>
                  <a:pt x="629882" y="4439439"/>
                </a:lnTo>
                <a:lnTo>
                  <a:pt x="1232" y="4412230"/>
                </a:lnTo>
                <a:cubicBezTo>
                  <a:pt x="821" y="4211339"/>
                  <a:pt x="411" y="4010448"/>
                  <a:pt x="0" y="3809557"/>
                </a:cubicBezTo>
                <a:lnTo>
                  <a:pt x="0" y="633845"/>
                </a:lnTo>
                <a:close/>
              </a:path>
            </a:pathLst>
          </a:custGeom>
        </p:spPr>
        <p:txBody>
          <a:bodyPr/>
          <a:lstStyle/>
          <a:p>
            <a:pPr marL="0" indent="0">
              <a:lnSpc>
                <a:spcPct val="100000"/>
              </a:lnSpc>
              <a:buNone/>
            </a:pPr>
            <a:r>
              <a:rPr lang="en-GB" dirty="0">
                <a:solidFill>
                  <a:schemeClr val="tx1"/>
                </a:solidFill>
              </a:rPr>
              <a:t>What would be a </a:t>
            </a:r>
            <a:r>
              <a:rPr lang="en-GB" b="1" i="1" dirty="0">
                <a:solidFill>
                  <a:srgbClr val="009B77"/>
                </a:solidFill>
              </a:rPr>
              <a:t>fault-tolerant</a:t>
            </a:r>
            <a:r>
              <a:rPr lang="en-GB" i="1" dirty="0">
                <a:solidFill>
                  <a:schemeClr val="tx1"/>
                </a:solidFill>
              </a:rPr>
              <a:t> </a:t>
            </a:r>
            <a:r>
              <a:rPr lang="en-GB" dirty="0">
                <a:solidFill>
                  <a:schemeClr val="tx1"/>
                </a:solidFill>
              </a:rPr>
              <a:t>controller? Consider that faults are:</a:t>
            </a:r>
          </a:p>
          <a:p>
            <a:pPr>
              <a:lnSpc>
                <a:spcPct val="100000"/>
              </a:lnSpc>
            </a:pPr>
            <a:r>
              <a:rPr lang="en-GB" dirty="0">
                <a:solidFill>
                  <a:schemeClr val="tx1"/>
                </a:solidFill>
              </a:rPr>
              <a:t>Unexpected in time</a:t>
            </a:r>
          </a:p>
          <a:p>
            <a:pPr>
              <a:lnSpc>
                <a:spcPct val="100000"/>
              </a:lnSpc>
            </a:pPr>
            <a:r>
              <a:rPr lang="en-GB" dirty="0">
                <a:solidFill>
                  <a:schemeClr val="tx1"/>
                </a:solidFill>
              </a:rPr>
              <a:t>Unexpected in form</a:t>
            </a:r>
          </a:p>
          <a:p>
            <a:pPr marL="0" indent="0">
              <a:lnSpc>
                <a:spcPct val="100000"/>
              </a:lnSpc>
              <a:buNone/>
            </a:pPr>
            <a:r>
              <a:rPr lang="en-GB" b="1" dirty="0">
                <a:solidFill>
                  <a:srgbClr val="0C2340"/>
                </a:solidFill>
              </a:rPr>
              <a:t>Great option</a:t>
            </a:r>
            <a:r>
              <a:rPr lang="en-GB" dirty="0">
                <a:solidFill>
                  <a:schemeClr val="tx1"/>
                </a:solidFill>
              </a:rPr>
              <a:t>: </a:t>
            </a:r>
          </a:p>
          <a:p>
            <a:pPr>
              <a:lnSpc>
                <a:spcPct val="100000"/>
              </a:lnSpc>
            </a:pPr>
            <a:r>
              <a:rPr lang="en-GB" dirty="0">
                <a:solidFill>
                  <a:schemeClr val="tx1"/>
                </a:solidFill>
              </a:rPr>
              <a:t>An online-learning algorithm =&gt; Enabling adaptive control</a:t>
            </a:r>
          </a:p>
          <a:p>
            <a:pPr marL="0" indent="0">
              <a:lnSpc>
                <a:spcPct val="100000"/>
              </a:lnSpc>
              <a:buNone/>
            </a:pPr>
            <a:r>
              <a:rPr lang="en-GB" b="1" dirty="0">
                <a:solidFill>
                  <a:srgbClr val="0C2340"/>
                </a:solidFill>
              </a:rPr>
              <a:t>Short listed algorithms</a:t>
            </a:r>
            <a:r>
              <a:rPr lang="en-GB" dirty="0">
                <a:solidFill>
                  <a:schemeClr val="tx1"/>
                </a:solidFill>
              </a:rPr>
              <a:t>: </a:t>
            </a:r>
          </a:p>
          <a:p>
            <a:pPr>
              <a:lnSpc>
                <a:spcPct val="100000"/>
              </a:lnSpc>
            </a:pPr>
            <a:r>
              <a:rPr lang="en-GB" dirty="0">
                <a:solidFill>
                  <a:schemeClr val="tx1"/>
                </a:solidFill>
              </a:rPr>
              <a:t>SAC</a:t>
            </a:r>
          </a:p>
          <a:p>
            <a:pPr>
              <a:lnSpc>
                <a:spcPct val="100000"/>
              </a:lnSpc>
            </a:pPr>
            <a:r>
              <a:rPr lang="en-GB" dirty="0">
                <a:solidFill>
                  <a:schemeClr val="tx1"/>
                </a:solidFill>
              </a:rPr>
              <a:t>TD3</a:t>
            </a:r>
          </a:p>
          <a:p>
            <a:pPr>
              <a:lnSpc>
                <a:spcPct val="100000"/>
              </a:lnSpc>
            </a:pPr>
            <a:r>
              <a:rPr lang="en-GB" dirty="0">
                <a:solidFill>
                  <a:schemeClr val="tx1"/>
                </a:solidFill>
              </a:rPr>
              <a:t>IDHP </a:t>
            </a:r>
          </a:p>
        </p:txBody>
      </p:sp>
      <p:sp>
        <p:nvSpPr>
          <p:cNvPr id="14" name="Titel 13">
            <a:extLst>
              <a:ext uri="{FF2B5EF4-FFF2-40B4-BE49-F238E27FC236}">
                <a16:creationId xmlns:a16="http://schemas.microsoft.com/office/drawing/2014/main" id="{4E840CAD-8869-66D6-F142-07912B6A4DF2}"/>
              </a:ext>
            </a:extLst>
          </p:cNvPr>
          <p:cNvSpPr>
            <a:spLocks noGrp="1"/>
          </p:cNvSpPr>
          <p:nvPr>
            <p:ph type="title"/>
          </p:nvPr>
        </p:nvSpPr>
        <p:spPr>
          <a:xfrm>
            <a:off x="718666" y="722454"/>
            <a:ext cx="10752610" cy="323409"/>
          </a:xfrm>
        </p:spPr>
        <p:txBody>
          <a:bodyPr/>
          <a:lstStyle/>
          <a:p>
            <a:r>
              <a:rPr lang="en-GB" dirty="0"/>
              <a:t>Reinforcement Learning</a:t>
            </a:r>
          </a:p>
        </p:txBody>
      </p:sp>
      <p:cxnSp>
        <p:nvCxnSpPr>
          <p:cNvPr id="3" name="Straight Connector 2">
            <a:extLst>
              <a:ext uri="{FF2B5EF4-FFF2-40B4-BE49-F238E27FC236}">
                <a16:creationId xmlns:a16="http://schemas.microsoft.com/office/drawing/2014/main" id="{AA5AB8AE-1671-840E-292D-06B85A04C3B5}"/>
              </a:ext>
            </a:extLst>
          </p:cNvPr>
          <p:cNvCxnSpPr/>
          <p:nvPr/>
        </p:nvCxnSpPr>
        <p:spPr>
          <a:xfrm>
            <a:off x="1061686" y="4463483"/>
            <a:ext cx="546185" cy="0"/>
          </a:xfrm>
          <a:prstGeom prst="line">
            <a:avLst/>
          </a:prstGeom>
          <a:ln w="381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842B200-D51E-082A-7803-ECCAC774D100}"/>
              </a:ext>
            </a:extLst>
          </p:cNvPr>
          <p:cNvCxnSpPr/>
          <p:nvPr/>
        </p:nvCxnSpPr>
        <p:spPr>
          <a:xfrm>
            <a:off x="1061686" y="4923850"/>
            <a:ext cx="546185" cy="0"/>
          </a:xfrm>
          <a:prstGeom prst="line">
            <a:avLst/>
          </a:prstGeom>
          <a:ln w="38100" cap="rnd">
            <a:solidFill>
              <a:schemeClr val="tx1"/>
            </a:solidFill>
            <a:round/>
          </a:ln>
        </p:spPr>
        <p:style>
          <a:lnRef idx="1">
            <a:schemeClr val="accent1"/>
          </a:lnRef>
          <a:fillRef idx="0">
            <a:schemeClr val="accent1"/>
          </a:fillRef>
          <a:effectRef idx="0">
            <a:schemeClr val="accent1"/>
          </a:effectRef>
          <a:fontRef idx="minor">
            <a:schemeClr val="tx1"/>
          </a:fontRef>
        </p:style>
      </p:cxnSp>
      <p:sp>
        <p:nvSpPr>
          <p:cNvPr id="2" name="Rectangle: Rounded Corners 1">
            <a:extLst>
              <a:ext uri="{FF2B5EF4-FFF2-40B4-BE49-F238E27FC236}">
                <a16:creationId xmlns:a16="http://schemas.microsoft.com/office/drawing/2014/main" id="{B181F86C-E5E1-12B2-B88E-A5AD06F761D5}"/>
              </a:ext>
            </a:extLst>
          </p:cNvPr>
          <p:cNvSpPr/>
          <p:nvPr/>
        </p:nvSpPr>
        <p:spPr>
          <a:xfrm>
            <a:off x="4569672" y="416687"/>
            <a:ext cx="1034144" cy="84898"/>
          </a:xfrm>
          <a:prstGeom prst="roundRect">
            <a:avLst>
              <a:gd name="adj" fmla="val 50000"/>
            </a:avLst>
          </a:prstGeom>
          <a:solidFill>
            <a:srgbClr val="00A6D6"/>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LID4096" sz="1600" dirty="0" err="1">
              <a:solidFill>
                <a:srgbClr val="00A6D6"/>
              </a:solidFill>
            </a:endParaRPr>
          </a:p>
        </p:txBody>
      </p:sp>
    </p:spTree>
    <p:extLst>
      <p:ext uri="{BB962C8B-B14F-4D97-AF65-F5344CB8AC3E}">
        <p14:creationId xmlns:p14="http://schemas.microsoft.com/office/powerpoint/2010/main" val="2466623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8">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Oval 30">
            <a:extLst>
              <a:ext uri="{FF2B5EF4-FFF2-40B4-BE49-F238E27FC236}">
                <a16:creationId xmlns:a16="http://schemas.microsoft.com/office/drawing/2014/main" id="{53DD5DDD-54EA-ED2F-8BBB-F211B85C5556}"/>
              </a:ext>
            </a:extLst>
          </p:cNvPr>
          <p:cNvSpPr/>
          <p:nvPr/>
        </p:nvSpPr>
        <p:spPr>
          <a:xfrm>
            <a:off x="5341840" y="2874727"/>
            <a:ext cx="1424707" cy="2686824"/>
          </a:xfrm>
          <a:prstGeom prst="ellipse">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LID4096" sz="1600" dirty="0" err="1"/>
          </a:p>
        </p:txBody>
      </p:sp>
      <p:sp>
        <p:nvSpPr>
          <p:cNvPr id="5" name="Tijdelijke aanduiding voor datum 4">
            <a:extLst>
              <a:ext uri="{FF2B5EF4-FFF2-40B4-BE49-F238E27FC236}">
                <a16:creationId xmlns:a16="http://schemas.microsoft.com/office/drawing/2014/main" id="{B994BAD7-1490-F4D5-9092-3EB7111B7DF7}"/>
              </a:ext>
            </a:extLst>
          </p:cNvPr>
          <p:cNvSpPr>
            <a:spLocks noGrp="1"/>
          </p:cNvSpPr>
          <p:nvPr>
            <p:ph type="dt" sz="half" idx="18"/>
          </p:nvPr>
        </p:nvSpPr>
        <p:spPr>
          <a:xfrm>
            <a:off x="10146569" y="6405669"/>
            <a:ext cx="766235" cy="184666"/>
          </a:xfrm>
        </p:spPr>
        <p:txBody>
          <a:bodyPr/>
          <a:lstStyle/>
          <a:p>
            <a:r>
              <a:rPr lang="LID4096"/>
              <a:t>08/30/2024</a:t>
            </a:r>
            <a:endParaRPr lang="en-GB" dirty="0"/>
          </a:p>
        </p:txBody>
      </p:sp>
      <p:sp>
        <p:nvSpPr>
          <p:cNvPr id="16" name="Tijdelijke aanduiding voor dianummer 15">
            <a:extLst>
              <a:ext uri="{FF2B5EF4-FFF2-40B4-BE49-F238E27FC236}">
                <a16:creationId xmlns:a16="http://schemas.microsoft.com/office/drawing/2014/main" id="{BBB35617-5649-3A69-5ACC-A5828B3F289A}"/>
              </a:ext>
            </a:extLst>
          </p:cNvPr>
          <p:cNvSpPr>
            <a:spLocks noGrp="1"/>
          </p:cNvSpPr>
          <p:nvPr>
            <p:ph type="sldNum" sz="quarter" idx="20"/>
          </p:nvPr>
        </p:nvSpPr>
        <p:spPr>
          <a:xfrm>
            <a:off x="11178464" y="6405669"/>
            <a:ext cx="291298" cy="184666"/>
          </a:xfrm>
        </p:spPr>
        <p:txBody>
          <a:bodyPr/>
          <a:lstStyle/>
          <a:p>
            <a:fld id="{9E843DB9-9987-4157-AB9C-CEA8D7D910BB}" type="slidenum">
              <a:rPr lang="en-GB" smtClean="0"/>
              <a:pPr/>
              <a:t>15</a:t>
            </a:fld>
            <a:endParaRPr lang="en-GB" dirty="0"/>
          </a:p>
        </p:txBody>
      </p:sp>
      <p:sp>
        <p:nvSpPr>
          <p:cNvPr id="8" name="Tijdelijke aanduiding voor tekst 7">
            <a:extLst>
              <a:ext uri="{FF2B5EF4-FFF2-40B4-BE49-F238E27FC236}">
                <a16:creationId xmlns:a16="http://schemas.microsoft.com/office/drawing/2014/main" id="{73C0F465-AC54-5AF4-B9C9-64F21371EF32}"/>
              </a:ext>
            </a:extLst>
          </p:cNvPr>
          <p:cNvSpPr>
            <a:spLocks noGrp="1"/>
          </p:cNvSpPr>
          <p:nvPr>
            <p:ph type="body" sz="quarter" idx="21"/>
          </p:nvPr>
        </p:nvSpPr>
        <p:spPr>
          <a:xfrm>
            <a:off x="719139" y="1565274"/>
            <a:ext cx="10752136" cy="1429643"/>
          </a:xfrm>
        </p:spPr>
        <p:txBody>
          <a:bodyPr/>
          <a:lstStyle/>
          <a:p>
            <a:pPr lvl="2"/>
            <a:r>
              <a:rPr lang="en-GB" dirty="0"/>
              <a:t>Commonly referred to as the Autopilot, technically referred to as a controller.</a:t>
            </a:r>
          </a:p>
          <a:p>
            <a:pPr lvl="4"/>
            <a:endParaRPr lang="en-GB" dirty="0"/>
          </a:p>
          <a:p>
            <a:pPr lvl="4"/>
            <a:r>
              <a:rPr lang="en-GB" dirty="0"/>
              <a:t>How automatic flight control works:</a:t>
            </a:r>
            <a:br>
              <a:rPr lang="en-GB" dirty="0"/>
            </a:br>
            <a:endParaRPr lang="en-GB" dirty="0"/>
          </a:p>
        </p:txBody>
      </p:sp>
      <p:sp>
        <p:nvSpPr>
          <p:cNvPr id="14" name="Titel 13">
            <a:extLst>
              <a:ext uri="{FF2B5EF4-FFF2-40B4-BE49-F238E27FC236}">
                <a16:creationId xmlns:a16="http://schemas.microsoft.com/office/drawing/2014/main" id="{4E840CAD-8869-66D6-F142-07912B6A4DF2}"/>
              </a:ext>
            </a:extLst>
          </p:cNvPr>
          <p:cNvSpPr>
            <a:spLocks noGrp="1"/>
          </p:cNvSpPr>
          <p:nvPr>
            <p:ph type="title"/>
          </p:nvPr>
        </p:nvSpPr>
        <p:spPr>
          <a:xfrm>
            <a:off x="718666" y="722454"/>
            <a:ext cx="10752610" cy="323409"/>
          </a:xfrm>
        </p:spPr>
        <p:txBody>
          <a:bodyPr/>
          <a:lstStyle/>
          <a:p>
            <a:r>
              <a:rPr lang="en-GB" dirty="0"/>
              <a:t>Automatic Flight Control</a:t>
            </a:r>
          </a:p>
        </p:txBody>
      </p:sp>
      <p:pic>
        <p:nvPicPr>
          <p:cNvPr id="1026" name="Picture 2" descr="What is an aircraft autopilot?">
            <a:extLst>
              <a:ext uri="{FF2B5EF4-FFF2-40B4-BE49-F238E27FC236}">
                <a16:creationId xmlns:a16="http://schemas.microsoft.com/office/drawing/2014/main" id="{D3EAB02D-8E5F-1F53-560A-964FD82722E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681" b="25587"/>
          <a:stretch/>
        </p:blipFill>
        <p:spPr bwMode="auto">
          <a:xfrm>
            <a:off x="1808160" y="4967814"/>
            <a:ext cx="3375895" cy="1429643"/>
          </a:xfrm>
          <a:prstGeom prst="rect">
            <a:avLst/>
          </a:prstGeom>
          <a:noFill/>
          <a:extLst>
            <a:ext uri="{909E8E84-426E-40DD-AFC4-6F175D3DCCD1}">
              <a14:hiddenFill xmlns:a14="http://schemas.microsoft.com/office/drawing/2010/main">
                <a:solidFill>
                  <a:srgbClr val="FFFFFF"/>
                </a:solidFill>
              </a14:hiddenFill>
            </a:ext>
          </a:extLst>
        </p:spPr>
      </p:pic>
      <p:pic>
        <p:nvPicPr>
          <p:cNvPr id="3" name="Graphic 2" descr="Pilot male outline">
            <a:extLst>
              <a:ext uri="{FF2B5EF4-FFF2-40B4-BE49-F238E27FC236}">
                <a16:creationId xmlns:a16="http://schemas.microsoft.com/office/drawing/2014/main" id="{C8768732-B3D3-8674-F049-BC50374D9F7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670131" y="3415279"/>
            <a:ext cx="1538614" cy="1538614"/>
          </a:xfrm>
          <a:prstGeom prst="rect">
            <a:avLst/>
          </a:prstGeom>
        </p:spPr>
      </p:pic>
      <p:grpSp>
        <p:nvGrpSpPr>
          <p:cNvPr id="25" name="Group 24">
            <a:extLst>
              <a:ext uri="{FF2B5EF4-FFF2-40B4-BE49-F238E27FC236}">
                <a16:creationId xmlns:a16="http://schemas.microsoft.com/office/drawing/2014/main" id="{9ADC8000-5388-8FC9-3FF4-49A642DEA306}"/>
              </a:ext>
            </a:extLst>
          </p:cNvPr>
          <p:cNvGrpSpPr/>
          <p:nvPr/>
        </p:nvGrpSpPr>
        <p:grpSpPr>
          <a:xfrm>
            <a:off x="4061888" y="3415279"/>
            <a:ext cx="1327759" cy="774527"/>
            <a:chOff x="2840601" y="3252743"/>
            <a:chExt cx="1327759" cy="774527"/>
          </a:xfrm>
        </p:grpSpPr>
        <p:cxnSp>
          <p:nvCxnSpPr>
            <p:cNvPr id="6" name="Straight Arrow Connector 5">
              <a:extLst>
                <a:ext uri="{FF2B5EF4-FFF2-40B4-BE49-F238E27FC236}">
                  <a16:creationId xmlns:a16="http://schemas.microsoft.com/office/drawing/2014/main" id="{4271DABF-A8C8-272B-E327-1C526F1B6F69}"/>
                </a:ext>
              </a:extLst>
            </p:cNvPr>
            <p:cNvCxnSpPr/>
            <p:nvPr/>
          </p:nvCxnSpPr>
          <p:spPr>
            <a:xfrm>
              <a:off x="2931414" y="4027270"/>
              <a:ext cx="1146132" cy="0"/>
            </a:xfrm>
            <a:prstGeom prst="straightConnector1">
              <a:avLst/>
            </a:prstGeom>
            <a:ln w="12700" cap="rnd">
              <a:solidFill>
                <a:schemeClr val="accent1"/>
              </a:solidFill>
              <a:round/>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9DBD4045-035C-6A14-E34A-55326BC2E24F}"/>
                </a:ext>
              </a:extLst>
            </p:cNvPr>
            <p:cNvSpPr txBox="1"/>
            <p:nvPr/>
          </p:nvSpPr>
          <p:spPr>
            <a:xfrm>
              <a:off x="2840601" y="3252743"/>
              <a:ext cx="1327759" cy="573959"/>
            </a:xfrm>
            <a:prstGeom prst="rect">
              <a:avLst/>
            </a:prstGeom>
            <a:noFill/>
          </p:spPr>
          <p:txBody>
            <a:bodyPr wrap="square" lIns="0" tIns="0" rIns="0" bIns="0" rtlCol="0">
              <a:noAutofit/>
            </a:bodyPr>
            <a:lstStyle/>
            <a:p>
              <a:pPr algn="ctr">
                <a:lnSpc>
                  <a:spcPct val="90000"/>
                </a:lnSpc>
                <a:spcBef>
                  <a:spcPts val="600"/>
                </a:spcBef>
                <a:spcAft>
                  <a:spcPts val="600"/>
                </a:spcAft>
              </a:pPr>
              <a:r>
                <a:rPr lang="en-US" sz="1600" dirty="0"/>
                <a:t>Altitude, Heading, Speed</a:t>
              </a:r>
              <a:endParaRPr lang="LID4096" sz="1600" dirty="0" err="1"/>
            </a:p>
          </p:txBody>
        </p:sp>
      </p:grpSp>
      <p:grpSp>
        <p:nvGrpSpPr>
          <p:cNvPr id="26" name="Group 25">
            <a:extLst>
              <a:ext uri="{FF2B5EF4-FFF2-40B4-BE49-F238E27FC236}">
                <a16:creationId xmlns:a16="http://schemas.microsoft.com/office/drawing/2014/main" id="{D4FF5BF9-CCA5-46DA-CCC4-A6FD4C520AD8}"/>
              </a:ext>
            </a:extLst>
          </p:cNvPr>
          <p:cNvGrpSpPr/>
          <p:nvPr/>
        </p:nvGrpSpPr>
        <p:grpSpPr>
          <a:xfrm>
            <a:off x="6766547" y="3789659"/>
            <a:ext cx="1265129" cy="394927"/>
            <a:chOff x="5379943" y="3627123"/>
            <a:chExt cx="1265129" cy="394927"/>
          </a:xfrm>
        </p:grpSpPr>
        <p:cxnSp>
          <p:nvCxnSpPr>
            <p:cNvPr id="11" name="Straight Arrow Connector 10">
              <a:extLst>
                <a:ext uri="{FF2B5EF4-FFF2-40B4-BE49-F238E27FC236}">
                  <a16:creationId xmlns:a16="http://schemas.microsoft.com/office/drawing/2014/main" id="{BABA31BA-0347-A09F-63C9-65304FAB44F1}"/>
                </a:ext>
              </a:extLst>
            </p:cNvPr>
            <p:cNvCxnSpPr/>
            <p:nvPr/>
          </p:nvCxnSpPr>
          <p:spPr>
            <a:xfrm>
              <a:off x="5439442" y="4022050"/>
              <a:ext cx="1146132" cy="0"/>
            </a:xfrm>
            <a:prstGeom prst="straightConnector1">
              <a:avLst/>
            </a:prstGeom>
            <a:ln w="12700" cap="rnd">
              <a:solidFill>
                <a:schemeClr val="accent1"/>
              </a:solidFill>
              <a:round/>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85B1B51E-7B48-A7D6-30BF-EE411AB37564}"/>
                </a:ext>
              </a:extLst>
            </p:cNvPr>
            <p:cNvSpPr txBox="1"/>
            <p:nvPr/>
          </p:nvSpPr>
          <p:spPr>
            <a:xfrm>
              <a:off x="5379943" y="3627123"/>
              <a:ext cx="1265129" cy="285853"/>
            </a:xfrm>
            <a:prstGeom prst="rect">
              <a:avLst/>
            </a:prstGeom>
            <a:noFill/>
          </p:spPr>
          <p:txBody>
            <a:bodyPr wrap="square" lIns="0" tIns="0" rIns="0" bIns="0" rtlCol="0">
              <a:noAutofit/>
            </a:bodyPr>
            <a:lstStyle/>
            <a:p>
              <a:pPr algn="ctr">
                <a:lnSpc>
                  <a:spcPct val="90000"/>
                </a:lnSpc>
                <a:spcBef>
                  <a:spcPts val="600"/>
                </a:spcBef>
                <a:spcAft>
                  <a:spcPts val="600"/>
                </a:spcAft>
              </a:pPr>
              <a:r>
                <a:rPr lang="en-US" sz="1600" dirty="0"/>
                <a:t>Control inputs</a:t>
              </a:r>
              <a:endParaRPr lang="LID4096" sz="1600" dirty="0" err="1"/>
            </a:p>
          </p:txBody>
        </p:sp>
      </p:grpSp>
      <p:pic>
        <p:nvPicPr>
          <p:cNvPr id="15" name="Graphic 14" descr="Airplane outline">
            <a:extLst>
              <a:ext uri="{FF2B5EF4-FFF2-40B4-BE49-F238E27FC236}">
                <a16:creationId xmlns:a16="http://schemas.microsoft.com/office/drawing/2014/main" id="{1D0AD89A-5752-5AFA-F5B3-404656C24EE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116058" y="3450619"/>
            <a:ext cx="1329996" cy="1329996"/>
          </a:xfrm>
          <a:prstGeom prst="rect">
            <a:avLst/>
          </a:prstGeom>
        </p:spPr>
      </p:pic>
      <p:grpSp>
        <p:nvGrpSpPr>
          <p:cNvPr id="27" name="Group 26">
            <a:extLst>
              <a:ext uri="{FF2B5EF4-FFF2-40B4-BE49-F238E27FC236}">
                <a16:creationId xmlns:a16="http://schemas.microsoft.com/office/drawing/2014/main" id="{C364AA2D-408A-5E34-8176-20A99CA50D45}"/>
              </a:ext>
            </a:extLst>
          </p:cNvPr>
          <p:cNvGrpSpPr/>
          <p:nvPr/>
        </p:nvGrpSpPr>
        <p:grpSpPr>
          <a:xfrm>
            <a:off x="6826046" y="4521594"/>
            <a:ext cx="1146132" cy="432299"/>
            <a:chOff x="5439442" y="4359058"/>
            <a:chExt cx="1146132" cy="432299"/>
          </a:xfrm>
        </p:grpSpPr>
        <p:cxnSp>
          <p:nvCxnSpPr>
            <p:cNvPr id="22" name="Straight Arrow Connector 21">
              <a:extLst>
                <a:ext uri="{FF2B5EF4-FFF2-40B4-BE49-F238E27FC236}">
                  <a16:creationId xmlns:a16="http://schemas.microsoft.com/office/drawing/2014/main" id="{EF9DFA8B-CDF9-9A00-3B3B-72CB529E8668}"/>
                </a:ext>
              </a:extLst>
            </p:cNvPr>
            <p:cNvCxnSpPr/>
            <p:nvPr/>
          </p:nvCxnSpPr>
          <p:spPr>
            <a:xfrm flipH="1">
              <a:off x="5439442" y="4359058"/>
              <a:ext cx="1146132" cy="0"/>
            </a:xfrm>
            <a:prstGeom prst="straightConnector1">
              <a:avLst/>
            </a:prstGeom>
            <a:ln w="12700" cap="rnd">
              <a:solidFill>
                <a:schemeClr val="accent1"/>
              </a:solidFill>
              <a:prstDash val="dash"/>
              <a:round/>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0860BC79-054F-73EB-9076-4DC89C866000}"/>
                </a:ext>
              </a:extLst>
            </p:cNvPr>
            <p:cNvSpPr txBox="1"/>
            <p:nvPr/>
          </p:nvSpPr>
          <p:spPr>
            <a:xfrm>
              <a:off x="5478579" y="4434367"/>
              <a:ext cx="1067856" cy="356990"/>
            </a:xfrm>
            <a:prstGeom prst="rect">
              <a:avLst/>
            </a:prstGeom>
            <a:noFill/>
          </p:spPr>
          <p:txBody>
            <a:bodyPr wrap="square" lIns="0" tIns="0" rIns="0" bIns="0" rtlCol="0">
              <a:noAutofit/>
            </a:bodyPr>
            <a:lstStyle/>
            <a:p>
              <a:pPr algn="ctr">
                <a:lnSpc>
                  <a:spcPct val="90000"/>
                </a:lnSpc>
                <a:spcBef>
                  <a:spcPts val="600"/>
                </a:spcBef>
                <a:spcAft>
                  <a:spcPts val="600"/>
                </a:spcAft>
              </a:pPr>
              <a:r>
                <a:rPr lang="en-US" sz="1600" dirty="0"/>
                <a:t>Sensors</a:t>
              </a:r>
              <a:endParaRPr lang="LID4096" sz="1600" dirty="0" err="1"/>
            </a:p>
          </p:txBody>
        </p:sp>
      </p:grpSp>
      <p:grpSp>
        <p:nvGrpSpPr>
          <p:cNvPr id="30" name="Group 29">
            <a:extLst>
              <a:ext uri="{FF2B5EF4-FFF2-40B4-BE49-F238E27FC236}">
                <a16:creationId xmlns:a16="http://schemas.microsoft.com/office/drawing/2014/main" id="{D3C5C027-BA3C-5CF6-B1D7-F9B222B79431}"/>
              </a:ext>
            </a:extLst>
          </p:cNvPr>
          <p:cNvGrpSpPr/>
          <p:nvPr/>
        </p:nvGrpSpPr>
        <p:grpSpPr>
          <a:xfrm>
            <a:off x="5344403" y="3494460"/>
            <a:ext cx="1376900" cy="1722328"/>
            <a:chOff x="4123116" y="3331924"/>
            <a:chExt cx="1376900" cy="1722328"/>
          </a:xfrm>
        </p:grpSpPr>
        <p:grpSp>
          <p:nvGrpSpPr>
            <p:cNvPr id="28" name="Group 27">
              <a:extLst>
                <a:ext uri="{FF2B5EF4-FFF2-40B4-BE49-F238E27FC236}">
                  <a16:creationId xmlns:a16="http://schemas.microsoft.com/office/drawing/2014/main" id="{C770FAD9-9AE4-9106-6B65-E496A98203FB}"/>
                </a:ext>
              </a:extLst>
            </p:cNvPr>
            <p:cNvGrpSpPr/>
            <p:nvPr/>
          </p:nvGrpSpPr>
          <p:grpSpPr>
            <a:xfrm>
              <a:off x="4258848" y="3331924"/>
              <a:ext cx="1105437" cy="1283917"/>
              <a:chOff x="4258848" y="3331924"/>
              <a:chExt cx="1105437" cy="1283917"/>
            </a:xfrm>
          </p:grpSpPr>
          <p:sp>
            <p:nvSpPr>
              <p:cNvPr id="17" name="Rectangle: Rounded Corners 16">
                <a:extLst>
                  <a:ext uri="{FF2B5EF4-FFF2-40B4-BE49-F238E27FC236}">
                    <a16:creationId xmlns:a16="http://schemas.microsoft.com/office/drawing/2014/main" id="{F66FA1C4-EC65-C5FF-E67F-39D3797B26B7}"/>
                  </a:ext>
                </a:extLst>
              </p:cNvPr>
              <p:cNvSpPr/>
              <p:nvPr/>
            </p:nvSpPr>
            <p:spPr>
              <a:xfrm>
                <a:off x="4258848" y="3331924"/>
                <a:ext cx="1105437" cy="1283917"/>
              </a:xfrm>
              <a:prstGeom prst="roundRect">
                <a:avLst/>
              </a:prstGeom>
              <a:solidFill>
                <a:schemeClr val="bg2"/>
              </a:solidFill>
              <a:ln>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LID4096" sz="1600" dirty="0" err="1"/>
              </a:p>
            </p:txBody>
          </p:sp>
          <p:grpSp>
            <p:nvGrpSpPr>
              <p:cNvPr id="18" name="Graphic 9" descr="Processor outline">
                <a:extLst>
                  <a:ext uri="{FF2B5EF4-FFF2-40B4-BE49-F238E27FC236}">
                    <a16:creationId xmlns:a16="http://schemas.microsoft.com/office/drawing/2014/main" id="{4C71528F-AD7F-B5A9-54B7-95891AE1DFB1}"/>
                  </a:ext>
                </a:extLst>
              </p:cNvPr>
              <p:cNvGrpSpPr/>
              <p:nvPr/>
            </p:nvGrpSpPr>
            <p:grpSpPr>
              <a:xfrm>
                <a:off x="4468667" y="3627124"/>
                <a:ext cx="685800" cy="685800"/>
                <a:chOff x="4468667" y="3382866"/>
                <a:chExt cx="685800" cy="685800"/>
              </a:xfrm>
              <a:solidFill>
                <a:srgbClr val="000000"/>
              </a:solidFill>
            </p:grpSpPr>
            <p:sp>
              <p:nvSpPr>
                <p:cNvPr id="19" name="Freeform: Shape 18">
                  <a:extLst>
                    <a:ext uri="{FF2B5EF4-FFF2-40B4-BE49-F238E27FC236}">
                      <a16:creationId xmlns:a16="http://schemas.microsoft.com/office/drawing/2014/main" id="{DC491008-4ADD-DA0D-22B1-4CD213A4BBE3}"/>
                    </a:ext>
                  </a:extLst>
                </p:cNvPr>
                <p:cNvSpPr/>
                <p:nvPr/>
              </p:nvSpPr>
              <p:spPr>
                <a:xfrm>
                  <a:off x="4649642" y="3563841"/>
                  <a:ext cx="323850" cy="323850"/>
                </a:xfrm>
                <a:custGeom>
                  <a:avLst/>
                  <a:gdLst>
                    <a:gd name="connsiteX0" fmla="*/ 0 w 323850"/>
                    <a:gd name="connsiteY0" fmla="*/ 323850 h 323850"/>
                    <a:gd name="connsiteX1" fmla="*/ 323850 w 323850"/>
                    <a:gd name="connsiteY1" fmla="*/ 323850 h 323850"/>
                    <a:gd name="connsiteX2" fmla="*/ 323850 w 323850"/>
                    <a:gd name="connsiteY2" fmla="*/ 0 h 323850"/>
                    <a:gd name="connsiteX3" fmla="*/ 0 w 323850"/>
                    <a:gd name="connsiteY3" fmla="*/ 0 h 323850"/>
                    <a:gd name="connsiteX4" fmla="*/ 19050 w 323850"/>
                    <a:gd name="connsiteY4" fmla="*/ 19050 h 323850"/>
                    <a:gd name="connsiteX5" fmla="*/ 304800 w 323850"/>
                    <a:gd name="connsiteY5" fmla="*/ 19050 h 323850"/>
                    <a:gd name="connsiteX6" fmla="*/ 304800 w 323850"/>
                    <a:gd name="connsiteY6" fmla="*/ 304800 h 323850"/>
                    <a:gd name="connsiteX7" fmla="*/ 19050 w 323850"/>
                    <a:gd name="connsiteY7" fmla="*/ 304800 h 323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3850" h="323850">
                      <a:moveTo>
                        <a:pt x="0" y="323850"/>
                      </a:moveTo>
                      <a:lnTo>
                        <a:pt x="323850" y="323850"/>
                      </a:lnTo>
                      <a:lnTo>
                        <a:pt x="323850" y="0"/>
                      </a:lnTo>
                      <a:lnTo>
                        <a:pt x="0" y="0"/>
                      </a:lnTo>
                      <a:close/>
                      <a:moveTo>
                        <a:pt x="19050" y="19050"/>
                      </a:moveTo>
                      <a:lnTo>
                        <a:pt x="304800" y="19050"/>
                      </a:lnTo>
                      <a:lnTo>
                        <a:pt x="304800" y="304800"/>
                      </a:lnTo>
                      <a:lnTo>
                        <a:pt x="19050" y="304800"/>
                      </a:lnTo>
                      <a:close/>
                    </a:path>
                  </a:pathLst>
                </a:custGeom>
                <a:solidFill>
                  <a:srgbClr val="000000"/>
                </a:solidFill>
                <a:ln w="9525" cap="flat">
                  <a:noFill/>
                  <a:prstDash val="solid"/>
                  <a:miter/>
                </a:ln>
              </p:spPr>
              <p:txBody>
                <a:bodyPr rtlCol="0" anchor="ctr"/>
                <a:lstStyle/>
                <a:p>
                  <a:endParaRPr lang="LID4096"/>
                </a:p>
              </p:txBody>
            </p:sp>
            <p:sp>
              <p:nvSpPr>
                <p:cNvPr id="20" name="Freeform: Shape 19">
                  <a:extLst>
                    <a:ext uri="{FF2B5EF4-FFF2-40B4-BE49-F238E27FC236}">
                      <a16:creationId xmlns:a16="http://schemas.microsoft.com/office/drawing/2014/main" id="{E2E2782C-F02E-1586-3B3B-3C9058EC02AF}"/>
                    </a:ext>
                  </a:extLst>
                </p:cNvPr>
                <p:cNvSpPr/>
                <p:nvPr/>
              </p:nvSpPr>
              <p:spPr>
                <a:xfrm>
                  <a:off x="4468667" y="3382866"/>
                  <a:ext cx="685800" cy="685800"/>
                </a:xfrm>
                <a:custGeom>
                  <a:avLst/>
                  <a:gdLst>
                    <a:gd name="connsiteX0" fmla="*/ 685800 w 685800"/>
                    <a:gd name="connsiteY0" fmla="*/ 161925 h 685800"/>
                    <a:gd name="connsiteX1" fmla="*/ 685800 w 685800"/>
                    <a:gd name="connsiteY1" fmla="*/ 142875 h 685800"/>
                    <a:gd name="connsiteX2" fmla="*/ 600075 w 685800"/>
                    <a:gd name="connsiteY2" fmla="*/ 142875 h 685800"/>
                    <a:gd name="connsiteX3" fmla="*/ 600075 w 685800"/>
                    <a:gd name="connsiteY3" fmla="*/ 133350 h 685800"/>
                    <a:gd name="connsiteX4" fmla="*/ 552450 w 685800"/>
                    <a:gd name="connsiteY4" fmla="*/ 85725 h 685800"/>
                    <a:gd name="connsiteX5" fmla="*/ 542925 w 685800"/>
                    <a:gd name="connsiteY5" fmla="*/ 85725 h 685800"/>
                    <a:gd name="connsiteX6" fmla="*/ 542925 w 685800"/>
                    <a:gd name="connsiteY6" fmla="*/ 0 h 685800"/>
                    <a:gd name="connsiteX7" fmla="*/ 523875 w 685800"/>
                    <a:gd name="connsiteY7" fmla="*/ 0 h 685800"/>
                    <a:gd name="connsiteX8" fmla="*/ 523875 w 685800"/>
                    <a:gd name="connsiteY8" fmla="*/ 85725 h 685800"/>
                    <a:gd name="connsiteX9" fmla="*/ 466725 w 685800"/>
                    <a:gd name="connsiteY9" fmla="*/ 85725 h 685800"/>
                    <a:gd name="connsiteX10" fmla="*/ 466725 w 685800"/>
                    <a:gd name="connsiteY10" fmla="*/ 0 h 685800"/>
                    <a:gd name="connsiteX11" fmla="*/ 447675 w 685800"/>
                    <a:gd name="connsiteY11" fmla="*/ 0 h 685800"/>
                    <a:gd name="connsiteX12" fmla="*/ 447675 w 685800"/>
                    <a:gd name="connsiteY12" fmla="*/ 85725 h 685800"/>
                    <a:gd name="connsiteX13" fmla="*/ 390525 w 685800"/>
                    <a:gd name="connsiteY13" fmla="*/ 85725 h 685800"/>
                    <a:gd name="connsiteX14" fmla="*/ 390525 w 685800"/>
                    <a:gd name="connsiteY14" fmla="*/ 0 h 685800"/>
                    <a:gd name="connsiteX15" fmla="*/ 371475 w 685800"/>
                    <a:gd name="connsiteY15" fmla="*/ 0 h 685800"/>
                    <a:gd name="connsiteX16" fmla="*/ 371475 w 685800"/>
                    <a:gd name="connsiteY16" fmla="*/ 85725 h 685800"/>
                    <a:gd name="connsiteX17" fmla="*/ 314325 w 685800"/>
                    <a:gd name="connsiteY17" fmla="*/ 85725 h 685800"/>
                    <a:gd name="connsiteX18" fmla="*/ 314325 w 685800"/>
                    <a:gd name="connsiteY18" fmla="*/ 0 h 685800"/>
                    <a:gd name="connsiteX19" fmla="*/ 295275 w 685800"/>
                    <a:gd name="connsiteY19" fmla="*/ 0 h 685800"/>
                    <a:gd name="connsiteX20" fmla="*/ 295275 w 685800"/>
                    <a:gd name="connsiteY20" fmla="*/ 85725 h 685800"/>
                    <a:gd name="connsiteX21" fmla="*/ 238125 w 685800"/>
                    <a:gd name="connsiteY21" fmla="*/ 85725 h 685800"/>
                    <a:gd name="connsiteX22" fmla="*/ 238125 w 685800"/>
                    <a:gd name="connsiteY22" fmla="*/ 0 h 685800"/>
                    <a:gd name="connsiteX23" fmla="*/ 219075 w 685800"/>
                    <a:gd name="connsiteY23" fmla="*/ 0 h 685800"/>
                    <a:gd name="connsiteX24" fmla="*/ 219075 w 685800"/>
                    <a:gd name="connsiteY24" fmla="*/ 85725 h 685800"/>
                    <a:gd name="connsiteX25" fmla="*/ 161925 w 685800"/>
                    <a:gd name="connsiteY25" fmla="*/ 85725 h 685800"/>
                    <a:gd name="connsiteX26" fmla="*/ 161925 w 685800"/>
                    <a:gd name="connsiteY26" fmla="*/ 0 h 685800"/>
                    <a:gd name="connsiteX27" fmla="*/ 142875 w 685800"/>
                    <a:gd name="connsiteY27" fmla="*/ 0 h 685800"/>
                    <a:gd name="connsiteX28" fmla="*/ 142875 w 685800"/>
                    <a:gd name="connsiteY28" fmla="*/ 85725 h 685800"/>
                    <a:gd name="connsiteX29" fmla="*/ 133350 w 685800"/>
                    <a:gd name="connsiteY29" fmla="*/ 85725 h 685800"/>
                    <a:gd name="connsiteX30" fmla="*/ 85725 w 685800"/>
                    <a:gd name="connsiteY30" fmla="*/ 133350 h 685800"/>
                    <a:gd name="connsiteX31" fmla="*/ 85725 w 685800"/>
                    <a:gd name="connsiteY31" fmla="*/ 142875 h 685800"/>
                    <a:gd name="connsiteX32" fmla="*/ 0 w 685800"/>
                    <a:gd name="connsiteY32" fmla="*/ 142875 h 685800"/>
                    <a:gd name="connsiteX33" fmla="*/ 0 w 685800"/>
                    <a:gd name="connsiteY33" fmla="*/ 161925 h 685800"/>
                    <a:gd name="connsiteX34" fmla="*/ 85725 w 685800"/>
                    <a:gd name="connsiteY34" fmla="*/ 161925 h 685800"/>
                    <a:gd name="connsiteX35" fmla="*/ 85725 w 685800"/>
                    <a:gd name="connsiteY35" fmla="*/ 219075 h 685800"/>
                    <a:gd name="connsiteX36" fmla="*/ 0 w 685800"/>
                    <a:gd name="connsiteY36" fmla="*/ 219075 h 685800"/>
                    <a:gd name="connsiteX37" fmla="*/ 0 w 685800"/>
                    <a:gd name="connsiteY37" fmla="*/ 238125 h 685800"/>
                    <a:gd name="connsiteX38" fmla="*/ 85725 w 685800"/>
                    <a:gd name="connsiteY38" fmla="*/ 238125 h 685800"/>
                    <a:gd name="connsiteX39" fmla="*/ 85725 w 685800"/>
                    <a:gd name="connsiteY39" fmla="*/ 295275 h 685800"/>
                    <a:gd name="connsiteX40" fmla="*/ 0 w 685800"/>
                    <a:gd name="connsiteY40" fmla="*/ 295275 h 685800"/>
                    <a:gd name="connsiteX41" fmla="*/ 0 w 685800"/>
                    <a:gd name="connsiteY41" fmla="*/ 314325 h 685800"/>
                    <a:gd name="connsiteX42" fmla="*/ 85725 w 685800"/>
                    <a:gd name="connsiteY42" fmla="*/ 314325 h 685800"/>
                    <a:gd name="connsiteX43" fmla="*/ 85725 w 685800"/>
                    <a:gd name="connsiteY43" fmla="*/ 371475 h 685800"/>
                    <a:gd name="connsiteX44" fmla="*/ 0 w 685800"/>
                    <a:gd name="connsiteY44" fmla="*/ 371475 h 685800"/>
                    <a:gd name="connsiteX45" fmla="*/ 0 w 685800"/>
                    <a:gd name="connsiteY45" fmla="*/ 390525 h 685800"/>
                    <a:gd name="connsiteX46" fmla="*/ 85725 w 685800"/>
                    <a:gd name="connsiteY46" fmla="*/ 390525 h 685800"/>
                    <a:gd name="connsiteX47" fmla="*/ 85725 w 685800"/>
                    <a:gd name="connsiteY47" fmla="*/ 447675 h 685800"/>
                    <a:gd name="connsiteX48" fmla="*/ 0 w 685800"/>
                    <a:gd name="connsiteY48" fmla="*/ 447675 h 685800"/>
                    <a:gd name="connsiteX49" fmla="*/ 0 w 685800"/>
                    <a:gd name="connsiteY49" fmla="*/ 466725 h 685800"/>
                    <a:gd name="connsiteX50" fmla="*/ 85725 w 685800"/>
                    <a:gd name="connsiteY50" fmla="*/ 466725 h 685800"/>
                    <a:gd name="connsiteX51" fmla="*/ 85725 w 685800"/>
                    <a:gd name="connsiteY51" fmla="*/ 523875 h 685800"/>
                    <a:gd name="connsiteX52" fmla="*/ 0 w 685800"/>
                    <a:gd name="connsiteY52" fmla="*/ 523875 h 685800"/>
                    <a:gd name="connsiteX53" fmla="*/ 0 w 685800"/>
                    <a:gd name="connsiteY53" fmla="*/ 542925 h 685800"/>
                    <a:gd name="connsiteX54" fmla="*/ 85725 w 685800"/>
                    <a:gd name="connsiteY54" fmla="*/ 542925 h 685800"/>
                    <a:gd name="connsiteX55" fmla="*/ 85725 w 685800"/>
                    <a:gd name="connsiteY55" fmla="*/ 552450 h 685800"/>
                    <a:gd name="connsiteX56" fmla="*/ 133350 w 685800"/>
                    <a:gd name="connsiteY56" fmla="*/ 600075 h 685800"/>
                    <a:gd name="connsiteX57" fmla="*/ 142875 w 685800"/>
                    <a:gd name="connsiteY57" fmla="*/ 600075 h 685800"/>
                    <a:gd name="connsiteX58" fmla="*/ 142875 w 685800"/>
                    <a:gd name="connsiteY58" fmla="*/ 685800 h 685800"/>
                    <a:gd name="connsiteX59" fmla="*/ 161925 w 685800"/>
                    <a:gd name="connsiteY59" fmla="*/ 685800 h 685800"/>
                    <a:gd name="connsiteX60" fmla="*/ 161925 w 685800"/>
                    <a:gd name="connsiteY60" fmla="*/ 600075 h 685800"/>
                    <a:gd name="connsiteX61" fmla="*/ 219075 w 685800"/>
                    <a:gd name="connsiteY61" fmla="*/ 600075 h 685800"/>
                    <a:gd name="connsiteX62" fmla="*/ 219075 w 685800"/>
                    <a:gd name="connsiteY62" fmla="*/ 685800 h 685800"/>
                    <a:gd name="connsiteX63" fmla="*/ 238125 w 685800"/>
                    <a:gd name="connsiteY63" fmla="*/ 685800 h 685800"/>
                    <a:gd name="connsiteX64" fmla="*/ 238125 w 685800"/>
                    <a:gd name="connsiteY64" fmla="*/ 600075 h 685800"/>
                    <a:gd name="connsiteX65" fmla="*/ 295275 w 685800"/>
                    <a:gd name="connsiteY65" fmla="*/ 600075 h 685800"/>
                    <a:gd name="connsiteX66" fmla="*/ 295275 w 685800"/>
                    <a:gd name="connsiteY66" fmla="*/ 685800 h 685800"/>
                    <a:gd name="connsiteX67" fmla="*/ 314325 w 685800"/>
                    <a:gd name="connsiteY67" fmla="*/ 685800 h 685800"/>
                    <a:gd name="connsiteX68" fmla="*/ 314325 w 685800"/>
                    <a:gd name="connsiteY68" fmla="*/ 600075 h 685800"/>
                    <a:gd name="connsiteX69" fmla="*/ 371475 w 685800"/>
                    <a:gd name="connsiteY69" fmla="*/ 600075 h 685800"/>
                    <a:gd name="connsiteX70" fmla="*/ 371475 w 685800"/>
                    <a:gd name="connsiteY70" fmla="*/ 685800 h 685800"/>
                    <a:gd name="connsiteX71" fmla="*/ 390525 w 685800"/>
                    <a:gd name="connsiteY71" fmla="*/ 685800 h 685800"/>
                    <a:gd name="connsiteX72" fmla="*/ 390525 w 685800"/>
                    <a:gd name="connsiteY72" fmla="*/ 600075 h 685800"/>
                    <a:gd name="connsiteX73" fmla="*/ 447675 w 685800"/>
                    <a:gd name="connsiteY73" fmla="*/ 600075 h 685800"/>
                    <a:gd name="connsiteX74" fmla="*/ 447675 w 685800"/>
                    <a:gd name="connsiteY74" fmla="*/ 685800 h 685800"/>
                    <a:gd name="connsiteX75" fmla="*/ 466725 w 685800"/>
                    <a:gd name="connsiteY75" fmla="*/ 685800 h 685800"/>
                    <a:gd name="connsiteX76" fmla="*/ 466725 w 685800"/>
                    <a:gd name="connsiteY76" fmla="*/ 600075 h 685800"/>
                    <a:gd name="connsiteX77" fmla="*/ 523875 w 685800"/>
                    <a:gd name="connsiteY77" fmla="*/ 600075 h 685800"/>
                    <a:gd name="connsiteX78" fmla="*/ 523875 w 685800"/>
                    <a:gd name="connsiteY78" fmla="*/ 685800 h 685800"/>
                    <a:gd name="connsiteX79" fmla="*/ 542925 w 685800"/>
                    <a:gd name="connsiteY79" fmla="*/ 685800 h 685800"/>
                    <a:gd name="connsiteX80" fmla="*/ 542925 w 685800"/>
                    <a:gd name="connsiteY80" fmla="*/ 600075 h 685800"/>
                    <a:gd name="connsiteX81" fmla="*/ 552450 w 685800"/>
                    <a:gd name="connsiteY81" fmla="*/ 600075 h 685800"/>
                    <a:gd name="connsiteX82" fmla="*/ 600075 w 685800"/>
                    <a:gd name="connsiteY82" fmla="*/ 552450 h 685800"/>
                    <a:gd name="connsiteX83" fmla="*/ 600075 w 685800"/>
                    <a:gd name="connsiteY83" fmla="*/ 542925 h 685800"/>
                    <a:gd name="connsiteX84" fmla="*/ 685800 w 685800"/>
                    <a:gd name="connsiteY84" fmla="*/ 542925 h 685800"/>
                    <a:gd name="connsiteX85" fmla="*/ 685800 w 685800"/>
                    <a:gd name="connsiteY85" fmla="*/ 523875 h 685800"/>
                    <a:gd name="connsiteX86" fmla="*/ 600075 w 685800"/>
                    <a:gd name="connsiteY86" fmla="*/ 523875 h 685800"/>
                    <a:gd name="connsiteX87" fmla="*/ 600075 w 685800"/>
                    <a:gd name="connsiteY87" fmla="*/ 466725 h 685800"/>
                    <a:gd name="connsiteX88" fmla="*/ 685800 w 685800"/>
                    <a:gd name="connsiteY88" fmla="*/ 466725 h 685800"/>
                    <a:gd name="connsiteX89" fmla="*/ 685800 w 685800"/>
                    <a:gd name="connsiteY89" fmla="*/ 447675 h 685800"/>
                    <a:gd name="connsiteX90" fmla="*/ 600075 w 685800"/>
                    <a:gd name="connsiteY90" fmla="*/ 447675 h 685800"/>
                    <a:gd name="connsiteX91" fmla="*/ 600075 w 685800"/>
                    <a:gd name="connsiteY91" fmla="*/ 390525 h 685800"/>
                    <a:gd name="connsiteX92" fmla="*/ 685800 w 685800"/>
                    <a:gd name="connsiteY92" fmla="*/ 390525 h 685800"/>
                    <a:gd name="connsiteX93" fmla="*/ 685800 w 685800"/>
                    <a:gd name="connsiteY93" fmla="*/ 371475 h 685800"/>
                    <a:gd name="connsiteX94" fmla="*/ 600075 w 685800"/>
                    <a:gd name="connsiteY94" fmla="*/ 371475 h 685800"/>
                    <a:gd name="connsiteX95" fmla="*/ 600075 w 685800"/>
                    <a:gd name="connsiteY95" fmla="*/ 314325 h 685800"/>
                    <a:gd name="connsiteX96" fmla="*/ 685800 w 685800"/>
                    <a:gd name="connsiteY96" fmla="*/ 314325 h 685800"/>
                    <a:gd name="connsiteX97" fmla="*/ 685800 w 685800"/>
                    <a:gd name="connsiteY97" fmla="*/ 295275 h 685800"/>
                    <a:gd name="connsiteX98" fmla="*/ 600075 w 685800"/>
                    <a:gd name="connsiteY98" fmla="*/ 295275 h 685800"/>
                    <a:gd name="connsiteX99" fmla="*/ 600075 w 685800"/>
                    <a:gd name="connsiteY99" fmla="*/ 238125 h 685800"/>
                    <a:gd name="connsiteX100" fmla="*/ 685800 w 685800"/>
                    <a:gd name="connsiteY100" fmla="*/ 238125 h 685800"/>
                    <a:gd name="connsiteX101" fmla="*/ 685800 w 685800"/>
                    <a:gd name="connsiteY101" fmla="*/ 219075 h 685800"/>
                    <a:gd name="connsiteX102" fmla="*/ 600075 w 685800"/>
                    <a:gd name="connsiteY102" fmla="*/ 219075 h 685800"/>
                    <a:gd name="connsiteX103" fmla="*/ 600075 w 685800"/>
                    <a:gd name="connsiteY103" fmla="*/ 161925 h 685800"/>
                    <a:gd name="connsiteX104" fmla="*/ 581025 w 685800"/>
                    <a:gd name="connsiteY104" fmla="*/ 552450 h 685800"/>
                    <a:gd name="connsiteX105" fmla="*/ 552450 w 685800"/>
                    <a:gd name="connsiteY105" fmla="*/ 581025 h 685800"/>
                    <a:gd name="connsiteX106" fmla="*/ 133350 w 685800"/>
                    <a:gd name="connsiteY106" fmla="*/ 581025 h 685800"/>
                    <a:gd name="connsiteX107" fmla="*/ 104775 w 685800"/>
                    <a:gd name="connsiteY107" fmla="*/ 552450 h 685800"/>
                    <a:gd name="connsiteX108" fmla="*/ 104775 w 685800"/>
                    <a:gd name="connsiteY108" fmla="*/ 133350 h 685800"/>
                    <a:gd name="connsiteX109" fmla="*/ 133350 w 685800"/>
                    <a:gd name="connsiteY109" fmla="*/ 104775 h 685800"/>
                    <a:gd name="connsiteX110" fmla="*/ 552450 w 685800"/>
                    <a:gd name="connsiteY110" fmla="*/ 104775 h 685800"/>
                    <a:gd name="connsiteX111" fmla="*/ 581025 w 685800"/>
                    <a:gd name="connsiteY111" fmla="*/ 133350 h 685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Lst>
                  <a:rect l="l" t="t" r="r" b="b"/>
                  <a:pathLst>
                    <a:path w="685800" h="685800">
                      <a:moveTo>
                        <a:pt x="685800" y="161925"/>
                      </a:moveTo>
                      <a:lnTo>
                        <a:pt x="685800" y="142875"/>
                      </a:lnTo>
                      <a:lnTo>
                        <a:pt x="600075" y="142875"/>
                      </a:lnTo>
                      <a:lnTo>
                        <a:pt x="600075" y="133350"/>
                      </a:lnTo>
                      <a:cubicBezTo>
                        <a:pt x="600044" y="107060"/>
                        <a:pt x="578740" y="85756"/>
                        <a:pt x="552450" y="85725"/>
                      </a:cubicBezTo>
                      <a:lnTo>
                        <a:pt x="542925" y="85725"/>
                      </a:lnTo>
                      <a:lnTo>
                        <a:pt x="542925" y="0"/>
                      </a:lnTo>
                      <a:lnTo>
                        <a:pt x="523875" y="0"/>
                      </a:lnTo>
                      <a:lnTo>
                        <a:pt x="523875" y="85725"/>
                      </a:lnTo>
                      <a:lnTo>
                        <a:pt x="466725" y="85725"/>
                      </a:lnTo>
                      <a:lnTo>
                        <a:pt x="466725" y="0"/>
                      </a:lnTo>
                      <a:lnTo>
                        <a:pt x="447675" y="0"/>
                      </a:lnTo>
                      <a:lnTo>
                        <a:pt x="447675" y="85725"/>
                      </a:lnTo>
                      <a:lnTo>
                        <a:pt x="390525" y="85725"/>
                      </a:lnTo>
                      <a:lnTo>
                        <a:pt x="390525" y="0"/>
                      </a:lnTo>
                      <a:lnTo>
                        <a:pt x="371475" y="0"/>
                      </a:lnTo>
                      <a:lnTo>
                        <a:pt x="371475" y="85725"/>
                      </a:lnTo>
                      <a:lnTo>
                        <a:pt x="314325" y="85725"/>
                      </a:lnTo>
                      <a:lnTo>
                        <a:pt x="314325" y="0"/>
                      </a:lnTo>
                      <a:lnTo>
                        <a:pt x="295275" y="0"/>
                      </a:lnTo>
                      <a:lnTo>
                        <a:pt x="295275" y="85725"/>
                      </a:lnTo>
                      <a:lnTo>
                        <a:pt x="238125" y="85725"/>
                      </a:lnTo>
                      <a:lnTo>
                        <a:pt x="238125" y="0"/>
                      </a:lnTo>
                      <a:lnTo>
                        <a:pt x="219075" y="0"/>
                      </a:lnTo>
                      <a:lnTo>
                        <a:pt x="219075" y="85725"/>
                      </a:lnTo>
                      <a:lnTo>
                        <a:pt x="161925" y="85725"/>
                      </a:lnTo>
                      <a:lnTo>
                        <a:pt x="161925" y="0"/>
                      </a:lnTo>
                      <a:lnTo>
                        <a:pt x="142875" y="0"/>
                      </a:lnTo>
                      <a:lnTo>
                        <a:pt x="142875" y="85725"/>
                      </a:lnTo>
                      <a:lnTo>
                        <a:pt x="133350" y="85725"/>
                      </a:lnTo>
                      <a:cubicBezTo>
                        <a:pt x="107060" y="85756"/>
                        <a:pt x="85756" y="107060"/>
                        <a:pt x="85725" y="133350"/>
                      </a:cubicBezTo>
                      <a:lnTo>
                        <a:pt x="85725" y="142875"/>
                      </a:lnTo>
                      <a:lnTo>
                        <a:pt x="0" y="142875"/>
                      </a:lnTo>
                      <a:lnTo>
                        <a:pt x="0" y="161925"/>
                      </a:lnTo>
                      <a:lnTo>
                        <a:pt x="85725" y="161925"/>
                      </a:lnTo>
                      <a:lnTo>
                        <a:pt x="85725" y="219075"/>
                      </a:lnTo>
                      <a:lnTo>
                        <a:pt x="0" y="219075"/>
                      </a:lnTo>
                      <a:lnTo>
                        <a:pt x="0" y="238125"/>
                      </a:lnTo>
                      <a:lnTo>
                        <a:pt x="85725" y="238125"/>
                      </a:lnTo>
                      <a:lnTo>
                        <a:pt x="85725" y="295275"/>
                      </a:lnTo>
                      <a:lnTo>
                        <a:pt x="0" y="295275"/>
                      </a:lnTo>
                      <a:lnTo>
                        <a:pt x="0" y="314325"/>
                      </a:lnTo>
                      <a:lnTo>
                        <a:pt x="85725" y="314325"/>
                      </a:lnTo>
                      <a:lnTo>
                        <a:pt x="85725" y="371475"/>
                      </a:lnTo>
                      <a:lnTo>
                        <a:pt x="0" y="371475"/>
                      </a:lnTo>
                      <a:lnTo>
                        <a:pt x="0" y="390525"/>
                      </a:lnTo>
                      <a:lnTo>
                        <a:pt x="85725" y="390525"/>
                      </a:lnTo>
                      <a:lnTo>
                        <a:pt x="85725" y="447675"/>
                      </a:lnTo>
                      <a:lnTo>
                        <a:pt x="0" y="447675"/>
                      </a:lnTo>
                      <a:lnTo>
                        <a:pt x="0" y="466725"/>
                      </a:lnTo>
                      <a:lnTo>
                        <a:pt x="85725" y="466725"/>
                      </a:lnTo>
                      <a:lnTo>
                        <a:pt x="85725" y="523875"/>
                      </a:lnTo>
                      <a:lnTo>
                        <a:pt x="0" y="523875"/>
                      </a:lnTo>
                      <a:lnTo>
                        <a:pt x="0" y="542925"/>
                      </a:lnTo>
                      <a:lnTo>
                        <a:pt x="85725" y="542925"/>
                      </a:lnTo>
                      <a:lnTo>
                        <a:pt x="85725" y="552450"/>
                      </a:lnTo>
                      <a:cubicBezTo>
                        <a:pt x="85756" y="578740"/>
                        <a:pt x="107060" y="600044"/>
                        <a:pt x="133350" y="600075"/>
                      </a:cubicBezTo>
                      <a:lnTo>
                        <a:pt x="142875" y="600075"/>
                      </a:lnTo>
                      <a:lnTo>
                        <a:pt x="142875" y="685800"/>
                      </a:lnTo>
                      <a:lnTo>
                        <a:pt x="161925" y="685800"/>
                      </a:lnTo>
                      <a:lnTo>
                        <a:pt x="161925" y="600075"/>
                      </a:lnTo>
                      <a:lnTo>
                        <a:pt x="219075" y="600075"/>
                      </a:lnTo>
                      <a:lnTo>
                        <a:pt x="219075" y="685800"/>
                      </a:lnTo>
                      <a:lnTo>
                        <a:pt x="238125" y="685800"/>
                      </a:lnTo>
                      <a:lnTo>
                        <a:pt x="238125" y="600075"/>
                      </a:lnTo>
                      <a:lnTo>
                        <a:pt x="295275" y="600075"/>
                      </a:lnTo>
                      <a:lnTo>
                        <a:pt x="295275" y="685800"/>
                      </a:lnTo>
                      <a:lnTo>
                        <a:pt x="314325" y="685800"/>
                      </a:lnTo>
                      <a:lnTo>
                        <a:pt x="314325" y="600075"/>
                      </a:lnTo>
                      <a:lnTo>
                        <a:pt x="371475" y="600075"/>
                      </a:lnTo>
                      <a:lnTo>
                        <a:pt x="371475" y="685800"/>
                      </a:lnTo>
                      <a:lnTo>
                        <a:pt x="390525" y="685800"/>
                      </a:lnTo>
                      <a:lnTo>
                        <a:pt x="390525" y="600075"/>
                      </a:lnTo>
                      <a:lnTo>
                        <a:pt x="447675" y="600075"/>
                      </a:lnTo>
                      <a:lnTo>
                        <a:pt x="447675" y="685800"/>
                      </a:lnTo>
                      <a:lnTo>
                        <a:pt x="466725" y="685800"/>
                      </a:lnTo>
                      <a:lnTo>
                        <a:pt x="466725" y="600075"/>
                      </a:lnTo>
                      <a:lnTo>
                        <a:pt x="523875" y="600075"/>
                      </a:lnTo>
                      <a:lnTo>
                        <a:pt x="523875" y="685800"/>
                      </a:lnTo>
                      <a:lnTo>
                        <a:pt x="542925" y="685800"/>
                      </a:lnTo>
                      <a:lnTo>
                        <a:pt x="542925" y="600075"/>
                      </a:lnTo>
                      <a:lnTo>
                        <a:pt x="552450" y="600075"/>
                      </a:lnTo>
                      <a:cubicBezTo>
                        <a:pt x="578740" y="600044"/>
                        <a:pt x="600044" y="578740"/>
                        <a:pt x="600075" y="552450"/>
                      </a:cubicBezTo>
                      <a:lnTo>
                        <a:pt x="600075" y="542925"/>
                      </a:lnTo>
                      <a:lnTo>
                        <a:pt x="685800" y="542925"/>
                      </a:lnTo>
                      <a:lnTo>
                        <a:pt x="685800" y="523875"/>
                      </a:lnTo>
                      <a:lnTo>
                        <a:pt x="600075" y="523875"/>
                      </a:lnTo>
                      <a:lnTo>
                        <a:pt x="600075" y="466725"/>
                      </a:lnTo>
                      <a:lnTo>
                        <a:pt x="685800" y="466725"/>
                      </a:lnTo>
                      <a:lnTo>
                        <a:pt x="685800" y="447675"/>
                      </a:lnTo>
                      <a:lnTo>
                        <a:pt x="600075" y="447675"/>
                      </a:lnTo>
                      <a:lnTo>
                        <a:pt x="600075" y="390525"/>
                      </a:lnTo>
                      <a:lnTo>
                        <a:pt x="685800" y="390525"/>
                      </a:lnTo>
                      <a:lnTo>
                        <a:pt x="685800" y="371475"/>
                      </a:lnTo>
                      <a:lnTo>
                        <a:pt x="600075" y="371475"/>
                      </a:lnTo>
                      <a:lnTo>
                        <a:pt x="600075" y="314325"/>
                      </a:lnTo>
                      <a:lnTo>
                        <a:pt x="685800" y="314325"/>
                      </a:lnTo>
                      <a:lnTo>
                        <a:pt x="685800" y="295275"/>
                      </a:lnTo>
                      <a:lnTo>
                        <a:pt x="600075" y="295275"/>
                      </a:lnTo>
                      <a:lnTo>
                        <a:pt x="600075" y="238125"/>
                      </a:lnTo>
                      <a:lnTo>
                        <a:pt x="685800" y="238125"/>
                      </a:lnTo>
                      <a:lnTo>
                        <a:pt x="685800" y="219075"/>
                      </a:lnTo>
                      <a:lnTo>
                        <a:pt x="600075" y="219075"/>
                      </a:lnTo>
                      <a:lnTo>
                        <a:pt x="600075" y="161925"/>
                      </a:lnTo>
                      <a:close/>
                      <a:moveTo>
                        <a:pt x="581025" y="552450"/>
                      </a:moveTo>
                      <a:cubicBezTo>
                        <a:pt x="581025" y="568232"/>
                        <a:pt x="568232" y="581025"/>
                        <a:pt x="552450" y="581025"/>
                      </a:cubicBezTo>
                      <a:lnTo>
                        <a:pt x="133350" y="581025"/>
                      </a:lnTo>
                      <a:cubicBezTo>
                        <a:pt x="117568" y="581025"/>
                        <a:pt x="104775" y="568232"/>
                        <a:pt x="104775" y="552450"/>
                      </a:cubicBezTo>
                      <a:lnTo>
                        <a:pt x="104775" y="133350"/>
                      </a:lnTo>
                      <a:cubicBezTo>
                        <a:pt x="104775" y="117568"/>
                        <a:pt x="117568" y="104775"/>
                        <a:pt x="133350" y="104775"/>
                      </a:cubicBezTo>
                      <a:lnTo>
                        <a:pt x="552450" y="104775"/>
                      </a:lnTo>
                      <a:cubicBezTo>
                        <a:pt x="568232" y="104775"/>
                        <a:pt x="581025" y="117568"/>
                        <a:pt x="581025" y="133350"/>
                      </a:cubicBezTo>
                      <a:close/>
                    </a:path>
                  </a:pathLst>
                </a:custGeom>
                <a:solidFill>
                  <a:srgbClr val="000000"/>
                </a:solidFill>
                <a:ln w="9525" cap="flat">
                  <a:noFill/>
                  <a:prstDash val="solid"/>
                  <a:miter/>
                </a:ln>
              </p:spPr>
              <p:txBody>
                <a:bodyPr rtlCol="0" anchor="ctr"/>
                <a:lstStyle/>
                <a:p>
                  <a:endParaRPr lang="LID4096"/>
                </a:p>
              </p:txBody>
            </p:sp>
          </p:grpSp>
        </p:grpSp>
        <p:sp>
          <p:nvSpPr>
            <p:cNvPr id="29" name="TextBox 28">
              <a:extLst>
                <a:ext uri="{FF2B5EF4-FFF2-40B4-BE49-F238E27FC236}">
                  <a16:creationId xmlns:a16="http://schemas.microsoft.com/office/drawing/2014/main" id="{16301CB8-7F75-4D1D-95A5-8568F2700176}"/>
                </a:ext>
              </a:extLst>
            </p:cNvPr>
            <p:cNvSpPr txBox="1"/>
            <p:nvPr/>
          </p:nvSpPr>
          <p:spPr>
            <a:xfrm>
              <a:off x="4123116" y="4697262"/>
              <a:ext cx="1376900" cy="356990"/>
            </a:xfrm>
            <a:prstGeom prst="rect">
              <a:avLst/>
            </a:prstGeom>
            <a:noFill/>
          </p:spPr>
          <p:txBody>
            <a:bodyPr wrap="square" lIns="0" tIns="0" rIns="0" bIns="0" rtlCol="0">
              <a:noAutofit/>
            </a:bodyPr>
            <a:lstStyle/>
            <a:p>
              <a:pPr algn="ctr">
                <a:lnSpc>
                  <a:spcPct val="90000"/>
                </a:lnSpc>
                <a:spcBef>
                  <a:spcPts val="600"/>
                </a:spcBef>
                <a:spcAft>
                  <a:spcPts val="600"/>
                </a:spcAft>
              </a:pPr>
              <a:r>
                <a:rPr lang="en-US" sz="1600" b="1" dirty="0">
                  <a:solidFill>
                    <a:srgbClr val="0C2340"/>
                  </a:solidFill>
                </a:rPr>
                <a:t>Autopilot</a:t>
              </a:r>
              <a:endParaRPr lang="LID4096" sz="1600" b="1" dirty="0" err="1">
                <a:solidFill>
                  <a:srgbClr val="0C2340"/>
                </a:solidFill>
              </a:endParaRPr>
            </a:p>
          </p:txBody>
        </p:sp>
      </p:grpSp>
      <p:sp>
        <p:nvSpPr>
          <p:cNvPr id="2" name="Rectangle: Rounded Corners 1">
            <a:extLst>
              <a:ext uri="{FF2B5EF4-FFF2-40B4-BE49-F238E27FC236}">
                <a16:creationId xmlns:a16="http://schemas.microsoft.com/office/drawing/2014/main" id="{571A5EBC-4C4E-903B-8762-7E95979D4B0C}"/>
              </a:ext>
            </a:extLst>
          </p:cNvPr>
          <p:cNvSpPr/>
          <p:nvPr/>
        </p:nvSpPr>
        <p:spPr>
          <a:xfrm>
            <a:off x="4569672" y="416687"/>
            <a:ext cx="1034144" cy="84898"/>
          </a:xfrm>
          <a:prstGeom prst="roundRect">
            <a:avLst>
              <a:gd name="adj" fmla="val 50000"/>
            </a:avLst>
          </a:prstGeom>
          <a:solidFill>
            <a:srgbClr val="00A6D6"/>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LID4096" sz="1600" dirty="0" err="1">
              <a:solidFill>
                <a:srgbClr val="00A6D6"/>
              </a:solidFill>
            </a:endParaRPr>
          </a:p>
        </p:txBody>
      </p:sp>
    </p:spTree>
    <p:extLst>
      <p:ext uri="{BB962C8B-B14F-4D97-AF65-F5344CB8AC3E}">
        <p14:creationId xmlns:p14="http://schemas.microsoft.com/office/powerpoint/2010/main" val="1060747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500" fill="hold"/>
                                        <p:tgtEl>
                                          <p:spTgt spid="31"/>
                                        </p:tgtEl>
                                        <p:attrNameLst>
                                          <p:attrName>ppt_w</p:attrName>
                                        </p:attrNameLst>
                                      </p:cBhvr>
                                      <p:tavLst>
                                        <p:tav tm="0">
                                          <p:val>
                                            <p:fltVal val="0"/>
                                          </p:val>
                                        </p:tav>
                                        <p:tav tm="100000">
                                          <p:val>
                                            <p:strVal val="#ppt_w"/>
                                          </p:val>
                                        </p:tav>
                                      </p:tavLst>
                                    </p:anim>
                                    <p:anim calcmode="lin" valueType="num">
                                      <p:cBhvr>
                                        <p:cTn id="8" dur="500" fill="hold"/>
                                        <p:tgtEl>
                                          <p:spTgt spid="31"/>
                                        </p:tgtEl>
                                        <p:attrNameLst>
                                          <p:attrName>ppt_h</p:attrName>
                                        </p:attrNameLst>
                                      </p:cBhvr>
                                      <p:tavLst>
                                        <p:tav tm="0">
                                          <p:val>
                                            <p:fltVal val="0"/>
                                          </p:val>
                                        </p:tav>
                                        <p:tav tm="100000">
                                          <p:val>
                                            <p:strVal val="#ppt_h"/>
                                          </p:val>
                                        </p:tav>
                                      </p:tavLst>
                                    </p:anim>
                                    <p:animEffect transition="in" filter="fade">
                                      <p:cBhvr>
                                        <p:cTn id="9"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jdelijke aanduiding voor datum 4">
            <a:extLst>
              <a:ext uri="{FF2B5EF4-FFF2-40B4-BE49-F238E27FC236}">
                <a16:creationId xmlns:a16="http://schemas.microsoft.com/office/drawing/2014/main" id="{B994BAD7-1490-F4D5-9092-3EB7111B7DF7}"/>
              </a:ext>
            </a:extLst>
          </p:cNvPr>
          <p:cNvSpPr>
            <a:spLocks noGrp="1"/>
          </p:cNvSpPr>
          <p:nvPr>
            <p:ph type="dt" sz="half" idx="18"/>
          </p:nvPr>
        </p:nvSpPr>
        <p:spPr>
          <a:xfrm>
            <a:off x="10146569" y="6405669"/>
            <a:ext cx="766235" cy="184666"/>
          </a:xfrm>
        </p:spPr>
        <p:txBody>
          <a:bodyPr/>
          <a:lstStyle/>
          <a:p>
            <a:r>
              <a:rPr lang="LID4096"/>
              <a:t>08/30/2024</a:t>
            </a:r>
            <a:endParaRPr lang="en-GB" dirty="0"/>
          </a:p>
        </p:txBody>
      </p:sp>
      <p:sp>
        <p:nvSpPr>
          <p:cNvPr id="16" name="Tijdelijke aanduiding voor dianummer 15">
            <a:extLst>
              <a:ext uri="{FF2B5EF4-FFF2-40B4-BE49-F238E27FC236}">
                <a16:creationId xmlns:a16="http://schemas.microsoft.com/office/drawing/2014/main" id="{BBB35617-5649-3A69-5ACC-A5828B3F289A}"/>
              </a:ext>
            </a:extLst>
          </p:cNvPr>
          <p:cNvSpPr>
            <a:spLocks noGrp="1"/>
          </p:cNvSpPr>
          <p:nvPr>
            <p:ph type="sldNum" sz="quarter" idx="20"/>
          </p:nvPr>
        </p:nvSpPr>
        <p:spPr>
          <a:xfrm>
            <a:off x="11178464" y="6405669"/>
            <a:ext cx="291298" cy="184666"/>
          </a:xfrm>
        </p:spPr>
        <p:txBody>
          <a:bodyPr/>
          <a:lstStyle/>
          <a:p>
            <a:fld id="{9E843DB9-9987-4157-AB9C-CEA8D7D910BB}" type="slidenum">
              <a:rPr lang="en-GB" smtClean="0"/>
              <a:pPr/>
              <a:t>16</a:t>
            </a:fld>
            <a:endParaRPr lang="en-GB" dirty="0"/>
          </a:p>
        </p:txBody>
      </p:sp>
      <p:sp>
        <p:nvSpPr>
          <p:cNvPr id="8" name="Tijdelijke aanduiding voor tekst 7">
            <a:extLst>
              <a:ext uri="{FF2B5EF4-FFF2-40B4-BE49-F238E27FC236}">
                <a16:creationId xmlns:a16="http://schemas.microsoft.com/office/drawing/2014/main" id="{73C0F465-AC54-5AF4-B9C9-64F21371EF32}"/>
              </a:ext>
            </a:extLst>
          </p:cNvPr>
          <p:cNvSpPr>
            <a:spLocks noGrp="1"/>
          </p:cNvSpPr>
          <p:nvPr>
            <p:ph type="body" sz="quarter" idx="21"/>
          </p:nvPr>
        </p:nvSpPr>
        <p:spPr>
          <a:xfrm>
            <a:off x="719139" y="1565273"/>
            <a:ext cx="10752136" cy="4397115"/>
          </a:xfrm>
        </p:spPr>
        <p:txBody>
          <a:bodyPr/>
          <a:lstStyle/>
          <a:p>
            <a:pPr lvl="2"/>
            <a:r>
              <a:rPr lang="en-GB" dirty="0"/>
              <a:t>Integrating RL algorithm into flight control = integrating auto-pilot into flight control.</a:t>
            </a:r>
          </a:p>
          <a:p>
            <a:pPr lvl="4"/>
            <a:br>
              <a:rPr lang="en-GB" dirty="0"/>
            </a:br>
            <a:endParaRPr lang="en-GB" dirty="0"/>
          </a:p>
        </p:txBody>
      </p:sp>
      <p:sp>
        <p:nvSpPr>
          <p:cNvPr id="14" name="Titel 13">
            <a:extLst>
              <a:ext uri="{FF2B5EF4-FFF2-40B4-BE49-F238E27FC236}">
                <a16:creationId xmlns:a16="http://schemas.microsoft.com/office/drawing/2014/main" id="{4E840CAD-8869-66D6-F142-07912B6A4DF2}"/>
              </a:ext>
            </a:extLst>
          </p:cNvPr>
          <p:cNvSpPr>
            <a:spLocks noGrp="1"/>
          </p:cNvSpPr>
          <p:nvPr>
            <p:ph type="title"/>
          </p:nvPr>
        </p:nvSpPr>
        <p:spPr>
          <a:xfrm>
            <a:off x="718666" y="722454"/>
            <a:ext cx="10752610" cy="323409"/>
          </a:xfrm>
        </p:spPr>
        <p:txBody>
          <a:bodyPr/>
          <a:lstStyle/>
          <a:p>
            <a:r>
              <a:rPr lang="en-GB" dirty="0"/>
              <a:t>RL for Flight Control</a:t>
            </a:r>
          </a:p>
        </p:txBody>
      </p:sp>
      <p:pic>
        <p:nvPicPr>
          <p:cNvPr id="4" name="Picture 3">
            <a:extLst>
              <a:ext uri="{FF2B5EF4-FFF2-40B4-BE49-F238E27FC236}">
                <a16:creationId xmlns:a16="http://schemas.microsoft.com/office/drawing/2014/main" id="{4532DD6B-6874-EC01-B335-2BBE76FA43CD}"/>
              </a:ext>
            </a:extLst>
          </p:cNvPr>
          <p:cNvPicPr>
            <a:picLocks noChangeAspect="1"/>
          </p:cNvPicPr>
          <p:nvPr/>
        </p:nvPicPr>
        <p:blipFill>
          <a:blip r:embed="rId3"/>
          <a:stretch>
            <a:fillRect/>
          </a:stretch>
        </p:blipFill>
        <p:spPr>
          <a:xfrm>
            <a:off x="2227800" y="2499406"/>
            <a:ext cx="7425816" cy="2657544"/>
          </a:xfrm>
          <a:prstGeom prst="rect">
            <a:avLst/>
          </a:prstGeom>
        </p:spPr>
      </p:pic>
      <p:grpSp>
        <p:nvGrpSpPr>
          <p:cNvPr id="17" name="Group 16">
            <a:extLst>
              <a:ext uri="{FF2B5EF4-FFF2-40B4-BE49-F238E27FC236}">
                <a16:creationId xmlns:a16="http://schemas.microsoft.com/office/drawing/2014/main" id="{CF4AAEAA-F226-6FAC-822F-7F5B1ABD2E09}"/>
              </a:ext>
            </a:extLst>
          </p:cNvPr>
          <p:cNvGrpSpPr/>
          <p:nvPr/>
        </p:nvGrpSpPr>
        <p:grpSpPr>
          <a:xfrm>
            <a:off x="5369182" y="2577426"/>
            <a:ext cx="1376900" cy="1282617"/>
            <a:chOff x="4195687" y="3490711"/>
            <a:chExt cx="1376900" cy="1282617"/>
          </a:xfrm>
        </p:grpSpPr>
        <p:grpSp>
          <p:nvGrpSpPr>
            <p:cNvPr id="18" name="Group 17">
              <a:extLst>
                <a:ext uri="{FF2B5EF4-FFF2-40B4-BE49-F238E27FC236}">
                  <a16:creationId xmlns:a16="http://schemas.microsoft.com/office/drawing/2014/main" id="{B0EE2083-C648-DCEB-ABB8-CCE367EDC75A}"/>
                </a:ext>
              </a:extLst>
            </p:cNvPr>
            <p:cNvGrpSpPr/>
            <p:nvPr/>
          </p:nvGrpSpPr>
          <p:grpSpPr>
            <a:xfrm>
              <a:off x="4247962" y="3490711"/>
              <a:ext cx="1279670" cy="799867"/>
              <a:chOff x="4247962" y="3490711"/>
              <a:chExt cx="1279670" cy="799867"/>
            </a:xfrm>
          </p:grpSpPr>
          <p:sp>
            <p:nvSpPr>
              <p:cNvPr id="20" name="Rectangle: Rounded Corners 19">
                <a:extLst>
                  <a:ext uri="{FF2B5EF4-FFF2-40B4-BE49-F238E27FC236}">
                    <a16:creationId xmlns:a16="http://schemas.microsoft.com/office/drawing/2014/main" id="{4D534E2B-90E4-0C6D-FCB0-F4ED7BE83392}"/>
                  </a:ext>
                </a:extLst>
              </p:cNvPr>
              <p:cNvSpPr/>
              <p:nvPr/>
            </p:nvSpPr>
            <p:spPr>
              <a:xfrm>
                <a:off x="4247962" y="3490711"/>
                <a:ext cx="1279670" cy="799867"/>
              </a:xfrm>
              <a:prstGeom prst="roundRect">
                <a:avLst/>
              </a:prstGeom>
              <a:solidFill>
                <a:schemeClr val="bg2"/>
              </a:solidFill>
              <a:ln>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LID4096" sz="1600" dirty="0" err="1"/>
              </a:p>
            </p:txBody>
          </p:sp>
          <p:grpSp>
            <p:nvGrpSpPr>
              <p:cNvPr id="21" name="Graphic 9" descr="Processor outline">
                <a:extLst>
                  <a:ext uri="{FF2B5EF4-FFF2-40B4-BE49-F238E27FC236}">
                    <a16:creationId xmlns:a16="http://schemas.microsoft.com/office/drawing/2014/main" id="{C46AD3DD-BE97-9499-3884-AD43C5C63470}"/>
                  </a:ext>
                </a:extLst>
              </p:cNvPr>
              <p:cNvGrpSpPr/>
              <p:nvPr/>
            </p:nvGrpSpPr>
            <p:grpSpPr>
              <a:xfrm>
                <a:off x="4547588" y="3549563"/>
                <a:ext cx="685800" cy="685800"/>
                <a:chOff x="4547588" y="3305305"/>
                <a:chExt cx="685800" cy="685800"/>
              </a:xfrm>
              <a:solidFill>
                <a:srgbClr val="000000"/>
              </a:solidFill>
            </p:grpSpPr>
            <p:sp>
              <p:nvSpPr>
                <p:cNvPr id="22" name="Freeform: Shape 21">
                  <a:extLst>
                    <a:ext uri="{FF2B5EF4-FFF2-40B4-BE49-F238E27FC236}">
                      <a16:creationId xmlns:a16="http://schemas.microsoft.com/office/drawing/2014/main" id="{47A0B7C8-7B80-71AE-C2BE-35EBF261E59B}"/>
                    </a:ext>
                  </a:extLst>
                </p:cNvPr>
                <p:cNvSpPr/>
                <p:nvPr/>
              </p:nvSpPr>
              <p:spPr>
                <a:xfrm>
                  <a:off x="4728563" y="3486280"/>
                  <a:ext cx="323850" cy="323850"/>
                </a:xfrm>
                <a:custGeom>
                  <a:avLst/>
                  <a:gdLst>
                    <a:gd name="connsiteX0" fmla="*/ 0 w 323850"/>
                    <a:gd name="connsiteY0" fmla="*/ 323850 h 323850"/>
                    <a:gd name="connsiteX1" fmla="*/ 323850 w 323850"/>
                    <a:gd name="connsiteY1" fmla="*/ 323850 h 323850"/>
                    <a:gd name="connsiteX2" fmla="*/ 323850 w 323850"/>
                    <a:gd name="connsiteY2" fmla="*/ 0 h 323850"/>
                    <a:gd name="connsiteX3" fmla="*/ 0 w 323850"/>
                    <a:gd name="connsiteY3" fmla="*/ 0 h 323850"/>
                    <a:gd name="connsiteX4" fmla="*/ 19050 w 323850"/>
                    <a:gd name="connsiteY4" fmla="*/ 19050 h 323850"/>
                    <a:gd name="connsiteX5" fmla="*/ 304800 w 323850"/>
                    <a:gd name="connsiteY5" fmla="*/ 19050 h 323850"/>
                    <a:gd name="connsiteX6" fmla="*/ 304800 w 323850"/>
                    <a:gd name="connsiteY6" fmla="*/ 304800 h 323850"/>
                    <a:gd name="connsiteX7" fmla="*/ 19050 w 323850"/>
                    <a:gd name="connsiteY7" fmla="*/ 304800 h 323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3850" h="323850">
                      <a:moveTo>
                        <a:pt x="0" y="323850"/>
                      </a:moveTo>
                      <a:lnTo>
                        <a:pt x="323850" y="323850"/>
                      </a:lnTo>
                      <a:lnTo>
                        <a:pt x="323850" y="0"/>
                      </a:lnTo>
                      <a:lnTo>
                        <a:pt x="0" y="0"/>
                      </a:lnTo>
                      <a:close/>
                      <a:moveTo>
                        <a:pt x="19050" y="19050"/>
                      </a:moveTo>
                      <a:lnTo>
                        <a:pt x="304800" y="19050"/>
                      </a:lnTo>
                      <a:lnTo>
                        <a:pt x="304800" y="304800"/>
                      </a:lnTo>
                      <a:lnTo>
                        <a:pt x="19050" y="304800"/>
                      </a:lnTo>
                      <a:close/>
                    </a:path>
                  </a:pathLst>
                </a:custGeom>
                <a:solidFill>
                  <a:srgbClr val="000000"/>
                </a:solidFill>
                <a:ln w="9525" cap="flat">
                  <a:noFill/>
                  <a:prstDash val="solid"/>
                  <a:miter/>
                </a:ln>
              </p:spPr>
              <p:txBody>
                <a:bodyPr rtlCol="0" anchor="ctr"/>
                <a:lstStyle/>
                <a:p>
                  <a:endParaRPr lang="LID4096"/>
                </a:p>
              </p:txBody>
            </p:sp>
            <p:sp>
              <p:nvSpPr>
                <p:cNvPr id="23" name="Freeform: Shape 22">
                  <a:extLst>
                    <a:ext uri="{FF2B5EF4-FFF2-40B4-BE49-F238E27FC236}">
                      <a16:creationId xmlns:a16="http://schemas.microsoft.com/office/drawing/2014/main" id="{40ED80DF-B4DE-2DCE-01AF-F47CA059456E}"/>
                    </a:ext>
                  </a:extLst>
                </p:cNvPr>
                <p:cNvSpPr/>
                <p:nvPr/>
              </p:nvSpPr>
              <p:spPr>
                <a:xfrm>
                  <a:off x="4547588" y="3305305"/>
                  <a:ext cx="685800" cy="685800"/>
                </a:xfrm>
                <a:custGeom>
                  <a:avLst/>
                  <a:gdLst>
                    <a:gd name="connsiteX0" fmla="*/ 685800 w 685800"/>
                    <a:gd name="connsiteY0" fmla="*/ 161925 h 685800"/>
                    <a:gd name="connsiteX1" fmla="*/ 685800 w 685800"/>
                    <a:gd name="connsiteY1" fmla="*/ 142875 h 685800"/>
                    <a:gd name="connsiteX2" fmla="*/ 600075 w 685800"/>
                    <a:gd name="connsiteY2" fmla="*/ 142875 h 685800"/>
                    <a:gd name="connsiteX3" fmla="*/ 600075 w 685800"/>
                    <a:gd name="connsiteY3" fmla="*/ 133350 h 685800"/>
                    <a:gd name="connsiteX4" fmla="*/ 552450 w 685800"/>
                    <a:gd name="connsiteY4" fmla="*/ 85725 h 685800"/>
                    <a:gd name="connsiteX5" fmla="*/ 542925 w 685800"/>
                    <a:gd name="connsiteY5" fmla="*/ 85725 h 685800"/>
                    <a:gd name="connsiteX6" fmla="*/ 542925 w 685800"/>
                    <a:gd name="connsiteY6" fmla="*/ 0 h 685800"/>
                    <a:gd name="connsiteX7" fmla="*/ 523875 w 685800"/>
                    <a:gd name="connsiteY7" fmla="*/ 0 h 685800"/>
                    <a:gd name="connsiteX8" fmla="*/ 523875 w 685800"/>
                    <a:gd name="connsiteY8" fmla="*/ 85725 h 685800"/>
                    <a:gd name="connsiteX9" fmla="*/ 466725 w 685800"/>
                    <a:gd name="connsiteY9" fmla="*/ 85725 h 685800"/>
                    <a:gd name="connsiteX10" fmla="*/ 466725 w 685800"/>
                    <a:gd name="connsiteY10" fmla="*/ 0 h 685800"/>
                    <a:gd name="connsiteX11" fmla="*/ 447675 w 685800"/>
                    <a:gd name="connsiteY11" fmla="*/ 0 h 685800"/>
                    <a:gd name="connsiteX12" fmla="*/ 447675 w 685800"/>
                    <a:gd name="connsiteY12" fmla="*/ 85725 h 685800"/>
                    <a:gd name="connsiteX13" fmla="*/ 390525 w 685800"/>
                    <a:gd name="connsiteY13" fmla="*/ 85725 h 685800"/>
                    <a:gd name="connsiteX14" fmla="*/ 390525 w 685800"/>
                    <a:gd name="connsiteY14" fmla="*/ 0 h 685800"/>
                    <a:gd name="connsiteX15" fmla="*/ 371475 w 685800"/>
                    <a:gd name="connsiteY15" fmla="*/ 0 h 685800"/>
                    <a:gd name="connsiteX16" fmla="*/ 371475 w 685800"/>
                    <a:gd name="connsiteY16" fmla="*/ 85725 h 685800"/>
                    <a:gd name="connsiteX17" fmla="*/ 314325 w 685800"/>
                    <a:gd name="connsiteY17" fmla="*/ 85725 h 685800"/>
                    <a:gd name="connsiteX18" fmla="*/ 314325 w 685800"/>
                    <a:gd name="connsiteY18" fmla="*/ 0 h 685800"/>
                    <a:gd name="connsiteX19" fmla="*/ 295275 w 685800"/>
                    <a:gd name="connsiteY19" fmla="*/ 0 h 685800"/>
                    <a:gd name="connsiteX20" fmla="*/ 295275 w 685800"/>
                    <a:gd name="connsiteY20" fmla="*/ 85725 h 685800"/>
                    <a:gd name="connsiteX21" fmla="*/ 238125 w 685800"/>
                    <a:gd name="connsiteY21" fmla="*/ 85725 h 685800"/>
                    <a:gd name="connsiteX22" fmla="*/ 238125 w 685800"/>
                    <a:gd name="connsiteY22" fmla="*/ 0 h 685800"/>
                    <a:gd name="connsiteX23" fmla="*/ 219075 w 685800"/>
                    <a:gd name="connsiteY23" fmla="*/ 0 h 685800"/>
                    <a:gd name="connsiteX24" fmla="*/ 219075 w 685800"/>
                    <a:gd name="connsiteY24" fmla="*/ 85725 h 685800"/>
                    <a:gd name="connsiteX25" fmla="*/ 161925 w 685800"/>
                    <a:gd name="connsiteY25" fmla="*/ 85725 h 685800"/>
                    <a:gd name="connsiteX26" fmla="*/ 161925 w 685800"/>
                    <a:gd name="connsiteY26" fmla="*/ 0 h 685800"/>
                    <a:gd name="connsiteX27" fmla="*/ 142875 w 685800"/>
                    <a:gd name="connsiteY27" fmla="*/ 0 h 685800"/>
                    <a:gd name="connsiteX28" fmla="*/ 142875 w 685800"/>
                    <a:gd name="connsiteY28" fmla="*/ 85725 h 685800"/>
                    <a:gd name="connsiteX29" fmla="*/ 133350 w 685800"/>
                    <a:gd name="connsiteY29" fmla="*/ 85725 h 685800"/>
                    <a:gd name="connsiteX30" fmla="*/ 85725 w 685800"/>
                    <a:gd name="connsiteY30" fmla="*/ 133350 h 685800"/>
                    <a:gd name="connsiteX31" fmla="*/ 85725 w 685800"/>
                    <a:gd name="connsiteY31" fmla="*/ 142875 h 685800"/>
                    <a:gd name="connsiteX32" fmla="*/ 0 w 685800"/>
                    <a:gd name="connsiteY32" fmla="*/ 142875 h 685800"/>
                    <a:gd name="connsiteX33" fmla="*/ 0 w 685800"/>
                    <a:gd name="connsiteY33" fmla="*/ 161925 h 685800"/>
                    <a:gd name="connsiteX34" fmla="*/ 85725 w 685800"/>
                    <a:gd name="connsiteY34" fmla="*/ 161925 h 685800"/>
                    <a:gd name="connsiteX35" fmla="*/ 85725 w 685800"/>
                    <a:gd name="connsiteY35" fmla="*/ 219075 h 685800"/>
                    <a:gd name="connsiteX36" fmla="*/ 0 w 685800"/>
                    <a:gd name="connsiteY36" fmla="*/ 219075 h 685800"/>
                    <a:gd name="connsiteX37" fmla="*/ 0 w 685800"/>
                    <a:gd name="connsiteY37" fmla="*/ 238125 h 685800"/>
                    <a:gd name="connsiteX38" fmla="*/ 85725 w 685800"/>
                    <a:gd name="connsiteY38" fmla="*/ 238125 h 685800"/>
                    <a:gd name="connsiteX39" fmla="*/ 85725 w 685800"/>
                    <a:gd name="connsiteY39" fmla="*/ 295275 h 685800"/>
                    <a:gd name="connsiteX40" fmla="*/ 0 w 685800"/>
                    <a:gd name="connsiteY40" fmla="*/ 295275 h 685800"/>
                    <a:gd name="connsiteX41" fmla="*/ 0 w 685800"/>
                    <a:gd name="connsiteY41" fmla="*/ 314325 h 685800"/>
                    <a:gd name="connsiteX42" fmla="*/ 85725 w 685800"/>
                    <a:gd name="connsiteY42" fmla="*/ 314325 h 685800"/>
                    <a:gd name="connsiteX43" fmla="*/ 85725 w 685800"/>
                    <a:gd name="connsiteY43" fmla="*/ 371475 h 685800"/>
                    <a:gd name="connsiteX44" fmla="*/ 0 w 685800"/>
                    <a:gd name="connsiteY44" fmla="*/ 371475 h 685800"/>
                    <a:gd name="connsiteX45" fmla="*/ 0 w 685800"/>
                    <a:gd name="connsiteY45" fmla="*/ 390525 h 685800"/>
                    <a:gd name="connsiteX46" fmla="*/ 85725 w 685800"/>
                    <a:gd name="connsiteY46" fmla="*/ 390525 h 685800"/>
                    <a:gd name="connsiteX47" fmla="*/ 85725 w 685800"/>
                    <a:gd name="connsiteY47" fmla="*/ 447675 h 685800"/>
                    <a:gd name="connsiteX48" fmla="*/ 0 w 685800"/>
                    <a:gd name="connsiteY48" fmla="*/ 447675 h 685800"/>
                    <a:gd name="connsiteX49" fmla="*/ 0 w 685800"/>
                    <a:gd name="connsiteY49" fmla="*/ 466725 h 685800"/>
                    <a:gd name="connsiteX50" fmla="*/ 85725 w 685800"/>
                    <a:gd name="connsiteY50" fmla="*/ 466725 h 685800"/>
                    <a:gd name="connsiteX51" fmla="*/ 85725 w 685800"/>
                    <a:gd name="connsiteY51" fmla="*/ 523875 h 685800"/>
                    <a:gd name="connsiteX52" fmla="*/ 0 w 685800"/>
                    <a:gd name="connsiteY52" fmla="*/ 523875 h 685800"/>
                    <a:gd name="connsiteX53" fmla="*/ 0 w 685800"/>
                    <a:gd name="connsiteY53" fmla="*/ 542925 h 685800"/>
                    <a:gd name="connsiteX54" fmla="*/ 85725 w 685800"/>
                    <a:gd name="connsiteY54" fmla="*/ 542925 h 685800"/>
                    <a:gd name="connsiteX55" fmla="*/ 85725 w 685800"/>
                    <a:gd name="connsiteY55" fmla="*/ 552450 h 685800"/>
                    <a:gd name="connsiteX56" fmla="*/ 133350 w 685800"/>
                    <a:gd name="connsiteY56" fmla="*/ 600075 h 685800"/>
                    <a:gd name="connsiteX57" fmla="*/ 142875 w 685800"/>
                    <a:gd name="connsiteY57" fmla="*/ 600075 h 685800"/>
                    <a:gd name="connsiteX58" fmla="*/ 142875 w 685800"/>
                    <a:gd name="connsiteY58" fmla="*/ 685800 h 685800"/>
                    <a:gd name="connsiteX59" fmla="*/ 161925 w 685800"/>
                    <a:gd name="connsiteY59" fmla="*/ 685800 h 685800"/>
                    <a:gd name="connsiteX60" fmla="*/ 161925 w 685800"/>
                    <a:gd name="connsiteY60" fmla="*/ 600075 h 685800"/>
                    <a:gd name="connsiteX61" fmla="*/ 219075 w 685800"/>
                    <a:gd name="connsiteY61" fmla="*/ 600075 h 685800"/>
                    <a:gd name="connsiteX62" fmla="*/ 219075 w 685800"/>
                    <a:gd name="connsiteY62" fmla="*/ 685800 h 685800"/>
                    <a:gd name="connsiteX63" fmla="*/ 238125 w 685800"/>
                    <a:gd name="connsiteY63" fmla="*/ 685800 h 685800"/>
                    <a:gd name="connsiteX64" fmla="*/ 238125 w 685800"/>
                    <a:gd name="connsiteY64" fmla="*/ 600075 h 685800"/>
                    <a:gd name="connsiteX65" fmla="*/ 295275 w 685800"/>
                    <a:gd name="connsiteY65" fmla="*/ 600075 h 685800"/>
                    <a:gd name="connsiteX66" fmla="*/ 295275 w 685800"/>
                    <a:gd name="connsiteY66" fmla="*/ 685800 h 685800"/>
                    <a:gd name="connsiteX67" fmla="*/ 314325 w 685800"/>
                    <a:gd name="connsiteY67" fmla="*/ 685800 h 685800"/>
                    <a:gd name="connsiteX68" fmla="*/ 314325 w 685800"/>
                    <a:gd name="connsiteY68" fmla="*/ 600075 h 685800"/>
                    <a:gd name="connsiteX69" fmla="*/ 371475 w 685800"/>
                    <a:gd name="connsiteY69" fmla="*/ 600075 h 685800"/>
                    <a:gd name="connsiteX70" fmla="*/ 371475 w 685800"/>
                    <a:gd name="connsiteY70" fmla="*/ 685800 h 685800"/>
                    <a:gd name="connsiteX71" fmla="*/ 390525 w 685800"/>
                    <a:gd name="connsiteY71" fmla="*/ 685800 h 685800"/>
                    <a:gd name="connsiteX72" fmla="*/ 390525 w 685800"/>
                    <a:gd name="connsiteY72" fmla="*/ 600075 h 685800"/>
                    <a:gd name="connsiteX73" fmla="*/ 447675 w 685800"/>
                    <a:gd name="connsiteY73" fmla="*/ 600075 h 685800"/>
                    <a:gd name="connsiteX74" fmla="*/ 447675 w 685800"/>
                    <a:gd name="connsiteY74" fmla="*/ 685800 h 685800"/>
                    <a:gd name="connsiteX75" fmla="*/ 466725 w 685800"/>
                    <a:gd name="connsiteY75" fmla="*/ 685800 h 685800"/>
                    <a:gd name="connsiteX76" fmla="*/ 466725 w 685800"/>
                    <a:gd name="connsiteY76" fmla="*/ 600075 h 685800"/>
                    <a:gd name="connsiteX77" fmla="*/ 523875 w 685800"/>
                    <a:gd name="connsiteY77" fmla="*/ 600075 h 685800"/>
                    <a:gd name="connsiteX78" fmla="*/ 523875 w 685800"/>
                    <a:gd name="connsiteY78" fmla="*/ 685800 h 685800"/>
                    <a:gd name="connsiteX79" fmla="*/ 542925 w 685800"/>
                    <a:gd name="connsiteY79" fmla="*/ 685800 h 685800"/>
                    <a:gd name="connsiteX80" fmla="*/ 542925 w 685800"/>
                    <a:gd name="connsiteY80" fmla="*/ 600075 h 685800"/>
                    <a:gd name="connsiteX81" fmla="*/ 552450 w 685800"/>
                    <a:gd name="connsiteY81" fmla="*/ 600075 h 685800"/>
                    <a:gd name="connsiteX82" fmla="*/ 600075 w 685800"/>
                    <a:gd name="connsiteY82" fmla="*/ 552450 h 685800"/>
                    <a:gd name="connsiteX83" fmla="*/ 600075 w 685800"/>
                    <a:gd name="connsiteY83" fmla="*/ 542925 h 685800"/>
                    <a:gd name="connsiteX84" fmla="*/ 685800 w 685800"/>
                    <a:gd name="connsiteY84" fmla="*/ 542925 h 685800"/>
                    <a:gd name="connsiteX85" fmla="*/ 685800 w 685800"/>
                    <a:gd name="connsiteY85" fmla="*/ 523875 h 685800"/>
                    <a:gd name="connsiteX86" fmla="*/ 600075 w 685800"/>
                    <a:gd name="connsiteY86" fmla="*/ 523875 h 685800"/>
                    <a:gd name="connsiteX87" fmla="*/ 600075 w 685800"/>
                    <a:gd name="connsiteY87" fmla="*/ 466725 h 685800"/>
                    <a:gd name="connsiteX88" fmla="*/ 685800 w 685800"/>
                    <a:gd name="connsiteY88" fmla="*/ 466725 h 685800"/>
                    <a:gd name="connsiteX89" fmla="*/ 685800 w 685800"/>
                    <a:gd name="connsiteY89" fmla="*/ 447675 h 685800"/>
                    <a:gd name="connsiteX90" fmla="*/ 600075 w 685800"/>
                    <a:gd name="connsiteY90" fmla="*/ 447675 h 685800"/>
                    <a:gd name="connsiteX91" fmla="*/ 600075 w 685800"/>
                    <a:gd name="connsiteY91" fmla="*/ 390525 h 685800"/>
                    <a:gd name="connsiteX92" fmla="*/ 685800 w 685800"/>
                    <a:gd name="connsiteY92" fmla="*/ 390525 h 685800"/>
                    <a:gd name="connsiteX93" fmla="*/ 685800 w 685800"/>
                    <a:gd name="connsiteY93" fmla="*/ 371475 h 685800"/>
                    <a:gd name="connsiteX94" fmla="*/ 600075 w 685800"/>
                    <a:gd name="connsiteY94" fmla="*/ 371475 h 685800"/>
                    <a:gd name="connsiteX95" fmla="*/ 600075 w 685800"/>
                    <a:gd name="connsiteY95" fmla="*/ 314325 h 685800"/>
                    <a:gd name="connsiteX96" fmla="*/ 685800 w 685800"/>
                    <a:gd name="connsiteY96" fmla="*/ 314325 h 685800"/>
                    <a:gd name="connsiteX97" fmla="*/ 685800 w 685800"/>
                    <a:gd name="connsiteY97" fmla="*/ 295275 h 685800"/>
                    <a:gd name="connsiteX98" fmla="*/ 600075 w 685800"/>
                    <a:gd name="connsiteY98" fmla="*/ 295275 h 685800"/>
                    <a:gd name="connsiteX99" fmla="*/ 600075 w 685800"/>
                    <a:gd name="connsiteY99" fmla="*/ 238125 h 685800"/>
                    <a:gd name="connsiteX100" fmla="*/ 685800 w 685800"/>
                    <a:gd name="connsiteY100" fmla="*/ 238125 h 685800"/>
                    <a:gd name="connsiteX101" fmla="*/ 685800 w 685800"/>
                    <a:gd name="connsiteY101" fmla="*/ 219075 h 685800"/>
                    <a:gd name="connsiteX102" fmla="*/ 600075 w 685800"/>
                    <a:gd name="connsiteY102" fmla="*/ 219075 h 685800"/>
                    <a:gd name="connsiteX103" fmla="*/ 600075 w 685800"/>
                    <a:gd name="connsiteY103" fmla="*/ 161925 h 685800"/>
                    <a:gd name="connsiteX104" fmla="*/ 581025 w 685800"/>
                    <a:gd name="connsiteY104" fmla="*/ 552450 h 685800"/>
                    <a:gd name="connsiteX105" fmla="*/ 552450 w 685800"/>
                    <a:gd name="connsiteY105" fmla="*/ 581025 h 685800"/>
                    <a:gd name="connsiteX106" fmla="*/ 133350 w 685800"/>
                    <a:gd name="connsiteY106" fmla="*/ 581025 h 685800"/>
                    <a:gd name="connsiteX107" fmla="*/ 104775 w 685800"/>
                    <a:gd name="connsiteY107" fmla="*/ 552450 h 685800"/>
                    <a:gd name="connsiteX108" fmla="*/ 104775 w 685800"/>
                    <a:gd name="connsiteY108" fmla="*/ 133350 h 685800"/>
                    <a:gd name="connsiteX109" fmla="*/ 133350 w 685800"/>
                    <a:gd name="connsiteY109" fmla="*/ 104775 h 685800"/>
                    <a:gd name="connsiteX110" fmla="*/ 552450 w 685800"/>
                    <a:gd name="connsiteY110" fmla="*/ 104775 h 685800"/>
                    <a:gd name="connsiteX111" fmla="*/ 581025 w 685800"/>
                    <a:gd name="connsiteY111" fmla="*/ 133350 h 685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Lst>
                  <a:rect l="l" t="t" r="r" b="b"/>
                  <a:pathLst>
                    <a:path w="685800" h="685800">
                      <a:moveTo>
                        <a:pt x="685800" y="161925"/>
                      </a:moveTo>
                      <a:lnTo>
                        <a:pt x="685800" y="142875"/>
                      </a:lnTo>
                      <a:lnTo>
                        <a:pt x="600075" y="142875"/>
                      </a:lnTo>
                      <a:lnTo>
                        <a:pt x="600075" y="133350"/>
                      </a:lnTo>
                      <a:cubicBezTo>
                        <a:pt x="600044" y="107060"/>
                        <a:pt x="578740" y="85756"/>
                        <a:pt x="552450" y="85725"/>
                      </a:cubicBezTo>
                      <a:lnTo>
                        <a:pt x="542925" y="85725"/>
                      </a:lnTo>
                      <a:lnTo>
                        <a:pt x="542925" y="0"/>
                      </a:lnTo>
                      <a:lnTo>
                        <a:pt x="523875" y="0"/>
                      </a:lnTo>
                      <a:lnTo>
                        <a:pt x="523875" y="85725"/>
                      </a:lnTo>
                      <a:lnTo>
                        <a:pt x="466725" y="85725"/>
                      </a:lnTo>
                      <a:lnTo>
                        <a:pt x="466725" y="0"/>
                      </a:lnTo>
                      <a:lnTo>
                        <a:pt x="447675" y="0"/>
                      </a:lnTo>
                      <a:lnTo>
                        <a:pt x="447675" y="85725"/>
                      </a:lnTo>
                      <a:lnTo>
                        <a:pt x="390525" y="85725"/>
                      </a:lnTo>
                      <a:lnTo>
                        <a:pt x="390525" y="0"/>
                      </a:lnTo>
                      <a:lnTo>
                        <a:pt x="371475" y="0"/>
                      </a:lnTo>
                      <a:lnTo>
                        <a:pt x="371475" y="85725"/>
                      </a:lnTo>
                      <a:lnTo>
                        <a:pt x="314325" y="85725"/>
                      </a:lnTo>
                      <a:lnTo>
                        <a:pt x="314325" y="0"/>
                      </a:lnTo>
                      <a:lnTo>
                        <a:pt x="295275" y="0"/>
                      </a:lnTo>
                      <a:lnTo>
                        <a:pt x="295275" y="85725"/>
                      </a:lnTo>
                      <a:lnTo>
                        <a:pt x="238125" y="85725"/>
                      </a:lnTo>
                      <a:lnTo>
                        <a:pt x="238125" y="0"/>
                      </a:lnTo>
                      <a:lnTo>
                        <a:pt x="219075" y="0"/>
                      </a:lnTo>
                      <a:lnTo>
                        <a:pt x="219075" y="85725"/>
                      </a:lnTo>
                      <a:lnTo>
                        <a:pt x="161925" y="85725"/>
                      </a:lnTo>
                      <a:lnTo>
                        <a:pt x="161925" y="0"/>
                      </a:lnTo>
                      <a:lnTo>
                        <a:pt x="142875" y="0"/>
                      </a:lnTo>
                      <a:lnTo>
                        <a:pt x="142875" y="85725"/>
                      </a:lnTo>
                      <a:lnTo>
                        <a:pt x="133350" y="85725"/>
                      </a:lnTo>
                      <a:cubicBezTo>
                        <a:pt x="107060" y="85756"/>
                        <a:pt x="85756" y="107060"/>
                        <a:pt x="85725" y="133350"/>
                      </a:cubicBezTo>
                      <a:lnTo>
                        <a:pt x="85725" y="142875"/>
                      </a:lnTo>
                      <a:lnTo>
                        <a:pt x="0" y="142875"/>
                      </a:lnTo>
                      <a:lnTo>
                        <a:pt x="0" y="161925"/>
                      </a:lnTo>
                      <a:lnTo>
                        <a:pt x="85725" y="161925"/>
                      </a:lnTo>
                      <a:lnTo>
                        <a:pt x="85725" y="219075"/>
                      </a:lnTo>
                      <a:lnTo>
                        <a:pt x="0" y="219075"/>
                      </a:lnTo>
                      <a:lnTo>
                        <a:pt x="0" y="238125"/>
                      </a:lnTo>
                      <a:lnTo>
                        <a:pt x="85725" y="238125"/>
                      </a:lnTo>
                      <a:lnTo>
                        <a:pt x="85725" y="295275"/>
                      </a:lnTo>
                      <a:lnTo>
                        <a:pt x="0" y="295275"/>
                      </a:lnTo>
                      <a:lnTo>
                        <a:pt x="0" y="314325"/>
                      </a:lnTo>
                      <a:lnTo>
                        <a:pt x="85725" y="314325"/>
                      </a:lnTo>
                      <a:lnTo>
                        <a:pt x="85725" y="371475"/>
                      </a:lnTo>
                      <a:lnTo>
                        <a:pt x="0" y="371475"/>
                      </a:lnTo>
                      <a:lnTo>
                        <a:pt x="0" y="390525"/>
                      </a:lnTo>
                      <a:lnTo>
                        <a:pt x="85725" y="390525"/>
                      </a:lnTo>
                      <a:lnTo>
                        <a:pt x="85725" y="447675"/>
                      </a:lnTo>
                      <a:lnTo>
                        <a:pt x="0" y="447675"/>
                      </a:lnTo>
                      <a:lnTo>
                        <a:pt x="0" y="466725"/>
                      </a:lnTo>
                      <a:lnTo>
                        <a:pt x="85725" y="466725"/>
                      </a:lnTo>
                      <a:lnTo>
                        <a:pt x="85725" y="523875"/>
                      </a:lnTo>
                      <a:lnTo>
                        <a:pt x="0" y="523875"/>
                      </a:lnTo>
                      <a:lnTo>
                        <a:pt x="0" y="542925"/>
                      </a:lnTo>
                      <a:lnTo>
                        <a:pt x="85725" y="542925"/>
                      </a:lnTo>
                      <a:lnTo>
                        <a:pt x="85725" y="552450"/>
                      </a:lnTo>
                      <a:cubicBezTo>
                        <a:pt x="85756" y="578740"/>
                        <a:pt x="107060" y="600044"/>
                        <a:pt x="133350" y="600075"/>
                      </a:cubicBezTo>
                      <a:lnTo>
                        <a:pt x="142875" y="600075"/>
                      </a:lnTo>
                      <a:lnTo>
                        <a:pt x="142875" y="685800"/>
                      </a:lnTo>
                      <a:lnTo>
                        <a:pt x="161925" y="685800"/>
                      </a:lnTo>
                      <a:lnTo>
                        <a:pt x="161925" y="600075"/>
                      </a:lnTo>
                      <a:lnTo>
                        <a:pt x="219075" y="600075"/>
                      </a:lnTo>
                      <a:lnTo>
                        <a:pt x="219075" y="685800"/>
                      </a:lnTo>
                      <a:lnTo>
                        <a:pt x="238125" y="685800"/>
                      </a:lnTo>
                      <a:lnTo>
                        <a:pt x="238125" y="600075"/>
                      </a:lnTo>
                      <a:lnTo>
                        <a:pt x="295275" y="600075"/>
                      </a:lnTo>
                      <a:lnTo>
                        <a:pt x="295275" y="685800"/>
                      </a:lnTo>
                      <a:lnTo>
                        <a:pt x="314325" y="685800"/>
                      </a:lnTo>
                      <a:lnTo>
                        <a:pt x="314325" y="600075"/>
                      </a:lnTo>
                      <a:lnTo>
                        <a:pt x="371475" y="600075"/>
                      </a:lnTo>
                      <a:lnTo>
                        <a:pt x="371475" y="685800"/>
                      </a:lnTo>
                      <a:lnTo>
                        <a:pt x="390525" y="685800"/>
                      </a:lnTo>
                      <a:lnTo>
                        <a:pt x="390525" y="600075"/>
                      </a:lnTo>
                      <a:lnTo>
                        <a:pt x="447675" y="600075"/>
                      </a:lnTo>
                      <a:lnTo>
                        <a:pt x="447675" y="685800"/>
                      </a:lnTo>
                      <a:lnTo>
                        <a:pt x="466725" y="685800"/>
                      </a:lnTo>
                      <a:lnTo>
                        <a:pt x="466725" y="600075"/>
                      </a:lnTo>
                      <a:lnTo>
                        <a:pt x="523875" y="600075"/>
                      </a:lnTo>
                      <a:lnTo>
                        <a:pt x="523875" y="685800"/>
                      </a:lnTo>
                      <a:lnTo>
                        <a:pt x="542925" y="685800"/>
                      </a:lnTo>
                      <a:lnTo>
                        <a:pt x="542925" y="600075"/>
                      </a:lnTo>
                      <a:lnTo>
                        <a:pt x="552450" y="600075"/>
                      </a:lnTo>
                      <a:cubicBezTo>
                        <a:pt x="578740" y="600044"/>
                        <a:pt x="600044" y="578740"/>
                        <a:pt x="600075" y="552450"/>
                      </a:cubicBezTo>
                      <a:lnTo>
                        <a:pt x="600075" y="542925"/>
                      </a:lnTo>
                      <a:lnTo>
                        <a:pt x="685800" y="542925"/>
                      </a:lnTo>
                      <a:lnTo>
                        <a:pt x="685800" y="523875"/>
                      </a:lnTo>
                      <a:lnTo>
                        <a:pt x="600075" y="523875"/>
                      </a:lnTo>
                      <a:lnTo>
                        <a:pt x="600075" y="466725"/>
                      </a:lnTo>
                      <a:lnTo>
                        <a:pt x="685800" y="466725"/>
                      </a:lnTo>
                      <a:lnTo>
                        <a:pt x="685800" y="447675"/>
                      </a:lnTo>
                      <a:lnTo>
                        <a:pt x="600075" y="447675"/>
                      </a:lnTo>
                      <a:lnTo>
                        <a:pt x="600075" y="390525"/>
                      </a:lnTo>
                      <a:lnTo>
                        <a:pt x="685800" y="390525"/>
                      </a:lnTo>
                      <a:lnTo>
                        <a:pt x="685800" y="371475"/>
                      </a:lnTo>
                      <a:lnTo>
                        <a:pt x="600075" y="371475"/>
                      </a:lnTo>
                      <a:lnTo>
                        <a:pt x="600075" y="314325"/>
                      </a:lnTo>
                      <a:lnTo>
                        <a:pt x="685800" y="314325"/>
                      </a:lnTo>
                      <a:lnTo>
                        <a:pt x="685800" y="295275"/>
                      </a:lnTo>
                      <a:lnTo>
                        <a:pt x="600075" y="295275"/>
                      </a:lnTo>
                      <a:lnTo>
                        <a:pt x="600075" y="238125"/>
                      </a:lnTo>
                      <a:lnTo>
                        <a:pt x="685800" y="238125"/>
                      </a:lnTo>
                      <a:lnTo>
                        <a:pt x="685800" y="219075"/>
                      </a:lnTo>
                      <a:lnTo>
                        <a:pt x="600075" y="219075"/>
                      </a:lnTo>
                      <a:lnTo>
                        <a:pt x="600075" y="161925"/>
                      </a:lnTo>
                      <a:close/>
                      <a:moveTo>
                        <a:pt x="581025" y="552450"/>
                      </a:moveTo>
                      <a:cubicBezTo>
                        <a:pt x="581025" y="568232"/>
                        <a:pt x="568232" y="581025"/>
                        <a:pt x="552450" y="581025"/>
                      </a:cubicBezTo>
                      <a:lnTo>
                        <a:pt x="133350" y="581025"/>
                      </a:lnTo>
                      <a:cubicBezTo>
                        <a:pt x="117568" y="581025"/>
                        <a:pt x="104775" y="568232"/>
                        <a:pt x="104775" y="552450"/>
                      </a:cubicBezTo>
                      <a:lnTo>
                        <a:pt x="104775" y="133350"/>
                      </a:lnTo>
                      <a:cubicBezTo>
                        <a:pt x="104775" y="117568"/>
                        <a:pt x="117568" y="104775"/>
                        <a:pt x="133350" y="104775"/>
                      </a:cubicBezTo>
                      <a:lnTo>
                        <a:pt x="552450" y="104775"/>
                      </a:lnTo>
                      <a:cubicBezTo>
                        <a:pt x="568232" y="104775"/>
                        <a:pt x="581025" y="117568"/>
                        <a:pt x="581025" y="133350"/>
                      </a:cubicBezTo>
                      <a:close/>
                    </a:path>
                  </a:pathLst>
                </a:custGeom>
                <a:solidFill>
                  <a:srgbClr val="000000"/>
                </a:solidFill>
                <a:ln w="9525" cap="flat">
                  <a:noFill/>
                  <a:prstDash val="solid"/>
                  <a:miter/>
                </a:ln>
              </p:spPr>
              <p:txBody>
                <a:bodyPr rtlCol="0" anchor="ctr"/>
                <a:lstStyle/>
                <a:p>
                  <a:endParaRPr lang="LID4096"/>
                </a:p>
              </p:txBody>
            </p:sp>
          </p:grpSp>
        </p:grpSp>
        <p:sp>
          <p:nvSpPr>
            <p:cNvPr id="19" name="TextBox 18">
              <a:extLst>
                <a:ext uri="{FF2B5EF4-FFF2-40B4-BE49-F238E27FC236}">
                  <a16:creationId xmlns:a16="http://schemas.microsoft.com/office/drawing/2014/main" id="{B830192F-4CBF-3F12-FDCB-CDFB99F44EDA}"/>
                </a:ext>
              </a:extLst>
            </p:cNvPr>
            <p:cNvSpPr txBox="1"/>
            <p:nvPr/>
          </p:nvSpPr>
          <p:spPr>
            <a:xfrm>
              <a:off x="4195687" y="4416338"/>
              <a:ext cx="1376900" cy="356990"/>
            </a:xfrm>
            <a:prstGeom prst="rect">
              <a:avLst/>
            </a:prstGeom>
            <a:noFill/>
          </p:spPr>
          <p:txBody>
            <a:bodyPr wrap="square" lIns="0" tIns="0" rIns="0" bIns="0" rtlCol="0">
              <a:noAutofit/>
            </a:bodyPr>
            <a:lstStyle/>
            <a:p>
              <a:pPr algn="ctr">
                <a:lnSpc>
                  <a:spcPct val="90000"/>
                </a:lnSpc>
                <a:spcBef>
                  <a:spcPts val="600"/>
                </a:spcBef>
                <a:spcAft>
                  <a:spcPts val="600"/>
                </a:spcAft>
              </a:pPr>
              <a:r>
                <a:rPr lang="en-US" sz="1600" b="1" dirty="0">
                  <a:solidFill>
                    <a:srgbClr val="0C2340"/>
                  </a:solidFill>
                </a:rPr>
                <a:t>Autopilot</a:t>
              </a:r>
              <a:endParaRPr lang="LID4096" sz="1600" b="1" dirty="0" err="1">
                <a:solidFill>
                  <a:srgbClr val="0C2340"/>
                </a:solidFill>
              </a:endParaRPr>
            </a:p>
          </p:txBody>
        </p:sp>
      </p:grpSp>
      <p:grpSp>
        <p:nvGrpSpPr>
          <p:cNvPr id="31" name="Group 30">
            <a:extLst>
              <a:ext uri="{FF2B5EF4-FFF2-40B4-BE49-F238E27FC236}">
                <a16:creationId xmlns:a16="http://schemas.microsoft.com/office/drawing/2014/main" id="{09105ADA-54D8-D093-FDC0-F94ED10A1B5E}"/>
              </a:ext>
            </a:extLst>
          </p:cNvPr>
          <p:cNvGrpSpPr/>
          <p:nvPr/>
        </p:nvGrpSpPr>
        <p:grpSpPr>
          <a:xfrm>
            <a:off x="4814848" y="4191617"/>
            <a:ext cx="2498270" cy="909132"/>
            <a:chOff x="4085410" y="5706031"/>
            <a:chExt cx="2498270" cy="909132"/>
          </a:xfrm>
        </p:grpSpPr>
        <p:sp>
          <p:nvSpPr>
            <p:cNvPr id="24" name="Rectangle: Rounded Corners 23">
              <a:extLst>
                <a:ext uri="{FF2B5EF4-FFF2-40B4-BE49-F238E27FC236}">
                  <a16:creationId xmlns:a16="http://schemas.microsoft.com/office/drawing/2014/main" id="{B2D5A326-8B40-3B25-3E55-1EFC1E69030A}"/>
                </a:ext>
              </a:extLst>
            </p:cNvPr>
            <p:cNvSpPr/>
            <p:nvPr/>
          </p:nvSpPr>
          <p:spPr>
            <a:xfrm>
              <a:off x="4085410" y="5713555"/>
              <a:ext cx="2498270" cy="862692"/>
            </a:xfrm>
            <a:prstGeom prst="round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LID4096" sz="1600" dirty="0" err="1"/>
            </a:p>
          </p:txBody>
        </p:sp>
        <p:pic>
          <p:nvPicPr>
            <p:cNvPr id="25" name="Graphic 24" descr="Pilot male outline">
              <a:extLst>
                <a:ext uri="{FF2B5EF4-FFF2-40B4-BE49-F238E27FC236}">
                  <a16:creationId xmlns:a16="http://schemas.microsoft.com/office/drawing/2014/main" id="{9B1FE75A-15FD-AB87-AD30-42D30B2C00F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357878" y="5706031"/>
              <a:ext cx="909132" cy="909132"/>
            </a:xfrm>
            <a:prstGeom prst="rect">
              <a:avLst/>
            </a:prstGeom>
          </p:spPr>
        </p:pic>
        <p:pic>
          <p:nvPicPr>
            <p:cNvPr id="26" name="Graphic 25" descr="Airplane outline">
              <a:extLst>
                <a:ext uri="{FF2B5EF4-FFF2-40B4-BE49-F238E27FC236}">
                  <a16:creationId xmlns:a16="http://schemas.microsoft.com/office/drawing/2014/main" id="{47358DF7-5057-4D60-494D-5F2F42362BD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422689" y="5714755"/>
              <a:ext cx="891684" cy="891684"/>
            </a:xfrm>
            <a:prstGeom prst="rect">
              <a:avLst/>
            </a:prstGeom>
          </p:spPr>
        </p:pic>
        <p:sp>
          <p:nvSpPr>
            <p:cNvPr id="30" name="TextBox 29">
              <a:extLst>
                <a:ext uri="{FF2B5EF4-FFF2-40B4-BE49-F238E27FC236}">
                  <a16:creationId xmlns:a16="http://schemas.microsoft.com/office/drawing/2014/main" id="{953F0C5A-9AEA-4AAB-9591-A3216D396304}"/>
                </a:ext>
              </a:extLst>
            </p:cNvPr>
            <p:cNvSpPr txBox="1"/>
            <p:nvPr/>
          </p:nvSpPr>
          <p:spPr>
            <a:xfrm>
              <a:off x="5226724" y="5962388"/>
              <a:ext cx="201386" cy="307784"/>
            </a:xfrm>
            <a:prstGeom prst="rect">
              <a:avLst/>
            </a:prstGeom>
            <a:noFill/>
          </p:spPr>
          <p:txBody>
            <a:bodyPr wrap="square" lIns="0" tIns="0" rIns="0" bIns="0" rtlCol="0">
              <a:noAutofit/>
            </a:bodyPr>
            <a:lstStyle/>
            <a:p>
              <a:pPr algn="ctr">
                <a:lnSpc>
                  <a:spcPct val="90000"/>
                </a:lnSpc>
                <a:spcBef>
                  <a:spcPts val="600"/>
                </a:spcBef>
                <a:spcAft>
                  <a:spcPts val="600"/>
                </a:spcAft>
              </a:pPr>
              <a:r>
                <a:rPr lang="en-US" sz="2400" dirty="0"/>
                <a:t>&amp;</a:t>
              </a:r>
              <a:endParaRPr lang="LID4096" sz="2400" dirty="0" err="1"/>
            </a:p>
          </p:txBody>
        </p:sp>
      </p:grpSp>
      <p:sp>
        <p:nvSpPr>
          <p:cNvPr id="33" name="TextBox 32">
            <a:extLst>
              <a:ext uri="{FF2B5EF4-FFF2-40B4-BE49-F238E27FC236}">
                <a16:creationId xmlns:a16="http://schemas.microsoft.com/office/drawing/2014/main" id="{DAA7E74B-3746-D686-9DBC-3377DB6B24C9}"/>
              </a:ext>
            </a:extLst>
          </p:cNvPr>
          <p:cNvSpPr txBox="1"/>
          <p:nvPr/>
        </p:nvSpPr>
        <p:spPr>
          <a:xfrm>
            <a:off x="1560702" y="3367822"/>
            <a:ext cx="1438004" cy="800272"/>
          </a:xfrm>
          <a:prstGeom prst="rect">
            <a:avLst/>
          </a:prstGeom>
          <a:solidFill>
            <a:schemeClr val="bg1"/>
          </a:solidFill>
        </p:spPr>
        <p:txBody>
          <a:bodyPr wrap="square" lIns="0" tIns="0" rIns="0" bIns="0" rtlCol="0">
            <a:noAutofit/>
          </a:bodyPr>
          <a:lstStyle/>
          <a:p>
            <a:pPr algn="ctr">
              <a:lnSpc>
                <a:spcPct val="90000"/>
              </a:lnSpc>
              <a:spcBef>
                <a:spcPts val="600"/>
              </a:spcBef>
              <a:spcAft>
                <a:spcPts val="600"/>
              </a:spcAft>
            </a:pPr>
            <a:r>
              <a:rPr lang="en-US" sz="2000" dirty="0"/>
              <a:t>Sensor,</a:t>
            </a:r>
          </a:p>
          <a:p>
            <a:pPr algn="ctr">
              <a:lnSpc>
                <a:spcPct val="90000"/>
              </a:lnSpc>
              <a:spcBef>
                <a:spcPts val="600"/>
              </a:spcBef>
              <a:spcAft>
                <a:spcPts val="600"/>
              </a:spcAft>
            </a:pPr>
            <a:r>
              <a:rPr lang="en-US" sz="2000" dirty="0"/>
              <a:t>Command</a:t>
            </a:r>
            <a:endParaRPr lang="LID4096" sz="2000" dirty="0" err="1"/>
          </a:p>
        </p:txBody>
      </p:sp>
      <p:sp>
        <p:nvSpPr>
          <p:cNvPr id="34" name="TextBox 33">
            <a:extLst>
              <a:ext uri="{FF2B5EF4-FFF2-40B4-BE49-F238E27FC236}">
                <a16:creationId xmlns:a16="http://schemas.microsoft.com/office/drawing/2014/main" id="{88069763-DCAB-35FC-2507-B300BCE37B52}"/>
              </a:ext>
            </a:extLst>
          </p:cNvPr>
          <p:cNvSpPr txBox="1"/>
          <p:nvPr/>
        </p:nvSpPr>
        <p:spPr>
          <a:xfrm>
            <a:off x="8793270" y="3385954"/>
            <a:ext cx="1376900" cy="909132"/>
          </a:xfrm>
          <a:prstGeom prst="rect">
            <a:avLst/>
          </a:prstGeom>
          <a:solidFill>
            <a:schemeClr val="bg1"/>
          </a:solidFill>
        </p:spPr>
        <p:txBody>
          <a:bodyPr wrap="square" lIns="0" tIns="0" rIns="0" bIns="0" rtlCol="0">
            <a:noAutofit/>
          </a:bodyPr>
          <a:lstStyle/>
          <a:p>
            <a:pPr algn="ctr">
              <a:lnSpc>
                <a:spcPct val="90000"/>
              </a:lnSpc>
              <a:spcBef>
                <a:spcPts val="600"/>
              </a:spcBef>
              <a:spcAft>
                <a:spcPts val="600"/>
              </a:spcAft>
            </a:pPr>
            <a:r>
              <a:rPr lang="en-US" sz="2000" dirty="0"/>
              <a:t>Control command</a:t>
            </a:r>
            <a:endParaRPr lang="LID4096" sz="2000" dirty="0" err="1"/>
          </a:p>
        </p:txBody>
      </p:sp>
      <p:sp>
        <p:nvSpPr>
          <p:cNvPr id="35" name="TextBox 34">
            <a:extLst>
              <a:ext uri="{FF2B5EF4-FFF2-40B4-BE49-F238E27FC236}">
                <a16:creationId xmlns:a16="http://schemas.microsoft.com/office/drawing/2014/main" id="{71CBA56C-FE47-D67D-367B-778DE2D7504E}"/>
              </a:ext>
            </a:extLst>
          </p:cNvPr>
          <p:cNvSpPr txBox="1"/>
          <p:nvPr/>
        </p:nvSpPr>
        <p:spPr>
          <a:xfrm>
            <a:off x="3378361" y="3416474"/>
            <a:ext cx="1231141" cy="739094"/>
          </a:xfrm>
          <a:prstGeom prst="rect">
            <a:avLst/>
          </a:prstGeom>
          <a:solidFill>
            <a:schemeClr val="bg1"/>
          </a:solidFill>
        </p:spPr>
        <p:txBody>
          <a:bodyPr wrap="square" lIns="0" tIns="0" rIns="0" bIns="0" rtlCol="0">
            <a:noAutofit/>
          </a:bodyPr>
          <a:lstStyle/>
          <a:p>
            <a:pPr algn="ctr">
              <a:lnSpc>
                <a:spcPct val="90000"/>
              </a:lnSpc>
              <a:spcBef>
                <a:spcPts val="600"/>
              </a:spcBef>
              <a:spcAft>
                <a:spcPts val="600"/>
              </a:spcAft>
            </a:pPr>
            <a:r>
              <a:rPr lang="en-US" sz="2000" dirty="0"/>
              <a:t>Tracking error</a:t>
            </a:r>
            <a:endParaRPr lang="LID4096" sz="2000" dirty="0" err="1"/>
          </a:p>
        </p:txBody>
      </p:sp>
      <p:sp>
        <p:nvSpPr>
          <p:cNvPr id="2" name="Rectangle: Rounded Corners 1">
            <a:extLst>
              <a:ext uri="{FF2B5EF4-FFF2-40B4-BE49-F238E27FC236}">
                <a16:creationId xmlns:a16="http://schemas.microsoft.com/office/drawing/2014/main" id="{7D67247D-E524-5690-43C8-A23753159F4F}"/>
              </a:ext>
            </a:extLst>
          </p:cNvPr>
          <p:cNvSpPr/>
          <p:nvPr/>
        </p:nvSpPr>
        <p:spPr>
          <a:xfrm>
            <a:off x="4569672" y="416687"/>
            <a:ext cx="1034144" cy="84898"/>
          </a:xfrm>
          <a:prstGeom prst="roundRect">
            <a:avLst>
              <a:gd name="adj" fmla="val 50000"/>
            </a:avLst>
          </a:prstGeom>
          <a:solidFill>
            <a:srgbClr val="00A6D6"/>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LID4096" sz="1600" dirty="0" err="1">
              <a:solidFill>
                <a:srgbClr val="00A6D6"/>
              </a:solidFill>
            </a:endParaRPr>
          </a:p>
        </p:txBody>
      </p:sp>
    </p:spTree>
    <p:extLst>
      <p:ext uri="{BB962C8B-B14F-4D97-AF65-F5344CB8AC3E}">
        <p14:creationId xmlns:p14="http://schemas.microsoft.com/office/powerpoint/2010/main" val="639694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p:cTn id="7" dur="500" fill="hold"/>
                                        <p:tgtEl>
                                          <p:spTgt spid="17"/>
                                        </p:tgtEl>
                                        <p:attrNameLst>
                                          <p:attrName>ppt_w</p:attrName>
                                        </p:attrNameLst>
                                      </p:cBhvr>
                                      <p:tavLst>
                                        <p:tav tm="0">
                                          <p:val>
                                            <p:fltVal val="0"/>
                                          </p:val>
                                        </p:tav>
                                        <p:tav tm="100000">
                                          <p:val>
                                            <p:strVal val="#ppt_w"/>
                                          </p:val>
                                        </p:tav>
                                      </p:tavLst>
                                    </p:anim>
                                    <p:anim calcmode="lin" valueType="num">
                                      <p:cBhvr>
                                        <p:cTn id="8" dur="500" fill="hold"/>
                                        <p:tgtEl>
                                          <p:spTgt spid="17"/>
                                        </p:tgtEl>
                                        <p:attrNameLst>
                                          <p:attrName>ppt_h</p:attrName>
                                        </p:attrNameLst>
                                      </p:cBhvr>
                                      <p:tavLst>
                                        <p:tav tm="0">
                                          <p:val>
                                            <p:fltVal val="0"/>
                                          </p:val>
                                        </p:tav>
                                        <p:tav tm="100000">
                                          <p:val>
                                            <p:strVal val="#ppt_h"/>
                                          </p:val>
                                        </p:tav>
                                      </p:tavLst>
                                    </p:anim>
                                    <p:animEffect transition="in" filter="fade">
                                      <p:cBhvr>
                                        <p:cTn id="9" dur="500"/>
                                        <p:tgtEl>
                                          <p:spTgt spid="17"/>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31"/>
                                        </p:tgtEl>
                                        <p:attrNameLst>
                                          <p:attrName>style.visibility</p:attrName>
                                        </p:attrNameLst>
                                      </p:cBhvr>
                                      <p:to>
                                        <p:strVal val="visible"/>
                                      </p:to>
                                    </p:set>
                                    <p:anim calcmode="lin" valueType="num">
                                      <p:cBhvr>
                                        <p:cTn id="14" dur="500" fill="hold"/>
                                        <p:tgtEl>
                                          <p:spTgt spid="31"/>
                                        </p:tgtEl>
                                        <p:attrNameLst>
                                          <p:attrName>ppt_w</p:attrName>
                                        </p:attrNameLst>
                                      </p:cBhvr>
                                      <p:tavLst>
                                        <p:tav tm="0">
                                          <p:val>
                                            <p:fltVal val="0"/>
                                          </p:val>
                                        </p:tav>
                                        <p:tav tm="100000">
                                          <p:val>
                                            <p:strVal val="#ppt_w"/>
                                          </p:val>
                                        </p:tav>
                                      </p:tavLst>
                                    </p:anim>
                                    <p:anim calcmode="lin" valueType="num">
                                      <p:cBhvr>
                                        <p:cTn id="15" dur="500" fill="hold"/>
                                        <p:tgtEl>
                                          <p:spTgt spid="31"/>
                                        </p:tgtEl>
                                        <p:attrNameLst>
                                          <p:attrName>ppt_h</p:attrName>
                                        </p:attrNameLst>
                                      </p:cBhvr>
                                      <p:tavLst>
                                        <p:tav tm="0">
                                          <p:val>
                                            <p:fltVal val="0"/>
                                          </p:val>
                                        </p:tav>
                                        <p:tav tm="100000">
                                          <p:val>
                                            <p:strVal val="#ppt_h"/>
                                          </p:val>
                                        </p:tav>
                                      </p:tavLst>
                                    </p:anim>
                                    <p:animEffect transition="in" filter="fade">
                                      <p:cBhvr>
                                        <p:cTn id="16" dur="500"/>
                                        <p:tgtEl>
                                          <p:spTgt spid="31"/>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33"/>
                                        </p:tgtEl>
                                        <p:attrNameLst>
                                          <p:attrName>style.visibility</p:attrName>
                                        </p:attrNameLst>
                                      </p:cBhvr>
                                      <p:to>
                                        <p:strVal val="visible"/>
                                      </p:to>
                                    </p:set>
                                    <p:anim calcmode="lin" valueType="num">
                                      <p:cBhvr>
                                        <p:cTn id="21" dur="500" fill="hold"/>
                                        <p:tgtEl>
                                          <p:spTgt spid="33"/>
                                        </p:tgtEl>
                                        <p:attrNameLst>
                                          <p:attrName>ppt_w</p:attrName>
                                        </p:attrNameLst>
                                      </p:cBhvr>
                                      <p:tavLst>
                                        <p:tav tm="0">
                                          <p:val>
                                            <p:fltVal val="0"/>
                                          </p:val>
                                        </p:tav>
                                        <p:tav tm="100000">
                                          <p:val>
                                            <p:strVal val="#ppt_w"/>
                                          </p:val>
                                        </p:tav>
                                      </p:tavLst>
                                    </p:anim>
                                    <p:anim calcmode="lin" valueType="num">
                                      <p:cBhvr>
                                        <p:cTn id="22" dur="500" fill="hold"/>
                                        <p:tgtEl>
                                          <p:spTgt spid="33"/>
                                        </p:tgtEl>
                                        <p:attrNameLst>
                                          <p:attrName>ppt_h</p:attrName>
                                        </p:attrNameLst>
                                      </p:cBhvr>
                                      <p:tavLst>
                                        <p:tav tm="0">
                                          <p:val>
                                            <p:fltVal val="0"/>
                                          </p:val>
                                        </p:tav>
                                        <p:tav tm="100000">
                                          <p:val>
                                            <p:strVal val="#ppt_h"/>
                                          </p:val>
                                        </p:tav>
                                      </p:tavLst>
                                    </p:anim>
                                    <p:animEffect transition="in" filter="fade">
                                      <p:cBhvr>
                                        <p:cTn id="23" dur="500"/>
                                        <p:tgtEl>
                                          <p:spTgt spid="33"/>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35"/>
                                        </p:tgtEl>
                                        <p:attrNameLst>
                                          <p:attrName>style.visibility</p:attrName>
                                        </p:attrNameLst>
                                      </p:cBhvr>
                                      <p:to>
                                        <p:strVal val="visible"/>
                                      </p:to>
                                    </p:set>
                                    <p:anim calcmode="lin" valueType="num">
                                      <p:cBhvr>
                                        <p:cTn id="28" dur="500" fill="hold"/>
                                        <p:tgtEl>
                                          <p:spTgt spid="35"/>
                                        </p:tgtEl>
                                        <p:attrNameLst>
                                          <p:attrName>ppt_w</p:attrName>
                                        </p:attrNameLst>
                                      </p:cBhvr>
                                      <p:tavLst>
                                        <p:tav tm="0">
                                          <p:val>
                                            <p:fltVal val="0"/>
                                          </p:val>
                                        </p:tav>
                                        <p:tav tm="100000">
                                          <p:val>
                                            <p:strVal val="#ppt_w"/>
                                          </p:val>
                                        </p:tav>
                                      </p:tavLst>
                                    </p:anim>
                                    <p:anim calcmode="lin" valueType="num">
                                      <p:cBhvr>
                                        <p:cTn id="29" dur="500" fill="hold"/>
                                        <p:tgtEl>
                                          <p:spTgt spid="35"/>
                                        </p:tgtEl>
                                        <p:attrNameLst>
                                          <p:attrName>ppt_h</p:attrName>
                                        </p:attrNameLst>
                                      </p:cBhvr>
                                      <p:tavLst>
                                        <p:tav tm="0">
                                          <p:val>
                                            <p:fltVal val="0"/>
                                          </p:val>
                                        </p:tav>
                                        <p:tav tm="100000">
                                          <p:val>
                                            <p:strVal val="#ppt_h"/>
                                          </p:val>
                                        </p:tav>
                                      </p:tavLst>
                                    </p:anim>
                                    <p:animEffect transition="in" filter="fade">
                                      <p:cBhvr>
                                        <p:cTn id="30" dur="500"/>
                                        <p:tgtEl>
                                          <p:spTgt spid="35"/>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34"/>
                                        </p:tgtEl>
                                        <p:attrNameLst>
                                          <p:attrName>style.visibility</p:attrName>
                                        </p:attrNameLst>
                                      </p:cBhvr>
                                      <p:to>
                                        <p:strVal val="visible"/>
                                      </p:to>
                                    </p:set>
                                    <p:anim calcmode="lin" valueType="num">
                                      <p:cBhvr>
                                        <p:cTn id="35" dur="500" fill="hold"/>
                                        <p:tgtEl>
                                          <p:spTgt spid="34"/>
                                        </p:tgtEl>
                                        <p:attrNameLst>
                                          <p:attrName>ppt_w</p:attrName>
                                        </p:attrNameLst>
                                      </p:cBhvr>
                                      <p:tavLst>
                                        <p:tav tm="0">
                                          <p:val>
                                            <p:fltVal val="0"/>
                                          </p:val>
                                        </p:tav>
                                        <p:tav tm="100000">
                                          <p:val>
                                            <p:strVal val="#ppt_w"/>
                                          </p:val>
                                        </p:tav>
                                      </p:tavLst>
                                    </p:anim>
                                    <p:anim calcmode="lin" valueType="num">
                                      <p:cBhvr>
                                        <p:cTn id="36" dur="500" fill="hold"/>
                                        <p:tgtEl>
                                          <p:spTgt spid="34"/>
                                        </p:tgtEl>
                                        <p:attrNameLst>
                                          <p:attrName>ppt_h</p:attrName>
                                        </p:attrNameLst>
                                      </p:cBhvr>
                                      <p:tavLst>
                                        <p:tav tm="0">
                                          <p:val>
                                            <p:fltVal val="0"/>
                                          </p:val>
                                        </p:tav>
                                        <p:tav tm="100000">
                                          <p:val>
                                            <p:strVal val="#ppt_h"/>
                                          </p:val>
                                        </p:tav>
                                      </p:tavLst>
                                    </p:anim>
                                    <p:animEffect transition="in" filter="fade">
                                      <p:cBhvr>
                                        <p:cTn id="37"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4" grpId="0" animBg="1"/>
      <p:bldP spid="3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CABCDA32-BC14-A5D4-05B8-0BCC781377BC}"/>
              </a:ext>
            </a:extLst>
          </p:cNvPr>
          <p:cNvSpPr>
            <a:spLocks noGrp="1"/>
          </p:cNvSpPr>
          <p:nvPr>
            <p:ph type="title"/>
          </p:nvPr>
        </p:nvSpPr>
        <p:spPr/>
        <p:txBody>
          <a:bodyPr/>
          <a:lstStyle/>
          <a:p>
            <a:r>
              <a:rPr lang="en-GB" dirty="0"/>
              <a:t>Chapter | dark mode</a:t>
            </a:r>
          </a:p>
        </p:txBody>
      </p:sp>
      <p:sp>
        <p:nvSpPr>
          <p:cNvPr id="5" name="Tijdelijke aanduiding voor datum 4">
            <a:extLst>
              <a:ext uri="{FF2B5EF4-FFF2-40B4-BE49-F238E27FC236}">
                <a16:creationId xmlns:a16="http://schemas.microsoft.com/office/drawing/2014/main" id="{D67A1CDF-CE7A-2845-FCD6-C8689DAE85AF}"/>
              </a:ext>
            </a:extLst>
          </p:cNvPr>
          <p:cNvSpPr>
            <a:spLocks noGrp="1"/>
          </p:cNvSpPr>
          <p:nvPr>
            <p:ph type="dt" sz="half" idx="10"/>
          </p:nvPr>
        </p:nvSpPr>
        <p:spPr/>
        <p:txBody>
          <a:bodyPr/>
          <a:lstStyle/>
          <a:p>
            <a:r>
              <a:rPr lang="LID4096"/>
              <a:t>08/30/2024</a:t>
            </a:r>
            <a:endParaRPr lang="en-GB" dirty="0"/>
          </a:p>
        </p:txBody>
      </p:sp>
      <p:sp>
        <p:nvSpPr>
          <p:cNvPr id="11" name="Tijdelijke aanduiding voor dianummer 10">
            <a:extLst>
              <a:ext uri="{FF2B5EF4-FFF2-40B4-BE49-F238E27FC236}">
                <a16:creationId xmlns:a16="http://schemas.microsoft.com/office/drawing/2014/main" id="{3C89D748-71DD-4DAC-8848-8CDE7F6AAE87}"/>
              </a:ext>
            </a:extLst>
          </p:cNvPr>
          <p:cNvSpPr>
            <a:spLocks noGrp="1"/>
          </p:cNvSpPr>
          <p:nvPr>
            <p:ph type="sldNum" sz="quarter" idx="12"/>
          </p:nvPr>
        </p:nvSpPr>
        <p:spPr/>
        <p:txBody>
          <a:bodyPr/>
          <a:lstStyle/>
          <a:p>
            <a:fld id="{9E843DB9-9987-4157-AB9C-CEA8D7D910BB}" type="slidenum">
              <a:rPr lang="en-GB" smtClean="0"/>
              <a:pPr/>
              <a:t>17</a:t>
            </a:fld>
            <a:endParaRPr lang="en-GB" dirty="0"/>
          </a:p>
        </p:txBody>
      </p:sp>
      <p:sp>
        <p:nvSpPr>
          <p:cNvPr id="2" name="Rechthoek 1">
            <a:extLst>
              <a:ext uri="{FF2B5EF4-FFF2-40B4-BE49-F238E27FC236}">
                <a16:creationId xmlns:a16="http://schemas.microsoft.com/office/drawing/2014/main" id="{36102112-C438-D13C-6335-326E6F2420A1}"/>
              </a:ext>
            </a:extLst>
          </p:cNvPr>
          <p:cNvSpPr>
            <a:spLocks noGrp="1" noRot="1" noMove="1" noResize="1" noEditPoints="1" noAdjustHandles="1" noChangeArrowheads="1" noChangeShapeType="1"/>
          </p:cNvSpPr>
          <p:nvPr/>
        </p:nvSpPr>
        <p:spPr>
          <a:xfrm>
            <a:off x="3818238" y="719138"/>
            <a:ext cx="7651524" cy="5281612"/>
          </a:xfrm>
          <a:prstGeom prst="rect">
            <a:avLst/>
          </a:prstGeom>
          <a:solidFill>
            <a:srgbClr val="A50034"/>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grpSp>
        <p:nvGrpSpPr>
          <p:cNvPr id="3" name="Groep 2">
            <a:extLst>
              <a:ext uri="{FF2B5EF4-FFF2-40B4-BE49-F238E27FC236}">
                <a16:creationId xmlns:a16="http://schemas.microsoft.com/office/drawing/2014/main" id="{3E21F999-9BE4-73A4-CEC3-8DB27FA1FE2D}"/>
              </a:ext>
            </a:extLst>
          </p:cNvPr>
          <p:cNvGrpSpPr>
            <a:grpSpLocks noGrp="1" noUngrp="1" noRot="1" noMove="1" noResize="1"/>
          </p:cNvGrpSpPr>
          <p:nvPr/>
        </p:nvGrpSpPr>
        <p:grpSpPr>
          <a:xfrm>
            <a:off x="719138" y="1565275"/>
            <a:ext cx="4005803" cy="2251756"/>
            <a:chOff x="719138" y="1565275"/>
            <a:chExt cx="5348870" cy="3006725"/>
          </a:xfrm>
        </p:grpSpPr>
        <p:sp>
          <p:nvSpPr>
            <p:cNvPr id="4" name="Rechthoek 3">
              <a:extLst>
                <a:ext uri="{FF2B5EF4-FFF2-40B4-BE49-F238E27FC236}">
                  <a16:creationId xmlns:a16="http://schemas.microsoft.com/office/drawing/2014/main" id="{686B24DA-A24B-B5D4-D76A-70FD016CDC67}"/>
                </a:ext>
              </a:extLst>
            </p:cNvPr>
            <p:cNvSpPr>
              <a:spLocks noGrp="1" noRot="1" noMove="1" noResize="1" noEditPoints="1" noAdjustHandles="1" noChangeArrowheads="1" noChangeShapeType="1"/>
            </p:cNvSpPr>
            <p:nvPr userDrawn="1"/>
          </p:nvSpPr>
          <p:spPr>
            <a:xfrm>
              <a:off x="719138" y="1565275"/>
              <a:ext cx="5348870" cy="30067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sp>
          <p:nvSpPr>
            <p:cNvPr id="6" name="Vrije vorm: vorm 5">
              <a:extLst>
                <a:ext uri="{FF2B5EF4-FFF2-40B4-BE49-F238E27FC236}">
                  <a16:creationId xmlns:a16="http://schemas.microsoft.com/office/drawing/2014/main" id="{02A74C40-C846-C559-1C08-87DDD3CDA6A7}"/>
                </a:ext>
              </a:extLst>
            </p:cNvPr>
            <p:cNvSpPr>
              <a:spLocks noGrp="1" noRot="1" noMove="1" noResize="1" noEditPoints="1" noAdjustHandles="1" noChangeArrowheads="1" noChangeShapeType="1"/>
            </p:cNvSpPr>
            <p:nvPr userDrawn="1"/>
          </p:nvSpPr>
          <p:spPr>
            <a:xfrm>
              <a:off x="719138" y="1565275"/>
              <a:ext cx="5348870" cy="3006089"/>
            </a:xfrm>
            <a:custGeom>
              <a:avLst/>
              <a:gdLst>
                <a:gd name="connsiteX0" fmla="*/ 9196825 w 12202751"/>
                <a:gd name="connsiteY0" fmla="*/ 6253791 h 6858000"/>
                <a:gd name="connsiteX1" fmla="*/ 9228283 w 12202751"/>
                <a:gd name="connsiteY1" fmla="*/ 6260764 h 6858000"/>
                <a:gd name="connsiteX2" fmla="*/ 9319129 w 12202751"/>
                <a:gd name="connsiteY2" fmla="*/ 6797771 h 6858000"/>
                <a:gd name="connsiteX3" fmla="*/ 9315062 w 12202751"/>
                <a:gd name="connsiteY3" fmla="*/ 6858000 h 6858000"/>
                <a:gd name="connsiteX4" fmla="*/ 8712780 w 12202751"/>
                <a:gd name="connsiteY4" fmla="*/ 6858000 h 6858000"/>
                <a:gd name="connsiteX5" fmla="*/ 8752852 w 12202751"/>
                <a:gd name="connsiteY5" fmla="*/ 6786092 h 6858000"/>
                <a:gd name="connsiteX6" fmla="*/ 9165949 w 12202751"/>
                <a:gd name="connsiteY6" fmla="*/ 6254507 h 6858000"/>
                <a:gd name="connsiteX7" fmla="*/ 9196825 w 12202751"/>
                <a:gd name="connsiteY7" fmla="*/ 6253791 h 6858000"/>
                <a:gd name="connsiteX8" fmla="*/ 6322661 w 12202751"/>
                <a:gd name="connsiteY8" fmla="*/ 860036 h 6858000"/>
                <a:gd name="connsiteX9" fmla="*/ 6406295 w 12202751"/>
                <a:gd name="connsiteY9" fmla="*/ 923793 h 6858000"/>
                <a:gd name="connsiteX10" fmla="*/ 6343263 w 12202751"/>
                <a:gd name="connsiteY10" fmla="*/ 1578190 h 6858000"/>
                <a:gd name="connsiteX11" fmla="*/ 3612233 w 12202751"/>
                <a:gd name="connsiteY11" fmla="*/ 6735009 h 6858000"/>
                <a:gd name="connsiteX12" fmla="*/ 3592717 w 12202751"/>
                <a:gd name="connsiteY12" fmla="*/ 6858000 h 6858000"/>
                <a:gd name="connsiteX13" fmla="*/ 0 w 12202751"/>
                <a:gd name="connsiteY13" fmla="*/ 6858000 h 6858000"/>
                <a:gd name="connsiteX14" fmla="*/ 0 w 12202751"/>
                <a:gd name="connsiteY14" fmla="*/ 6632489 h 6858000"/>
                <a:gd name="connsiteX15" fmla="*/ 339610 w 12202751"/>
                <a:gd name="connsiteY15" fmla="*/ 6322172 h 6858000"/>
                <a:gd name="connsiteX16" fmla="*/ 5674132 w 12202751"/>
                <a:gd name="connsiteY16" fmla="*/ 1607274 h 6858000"/>
                <a:gd name="connsiteX17" fmla="*/ 6322661 w 12202751"/>
                <a:gd name="connsiteY17" fmla="*/ 860036 h 6858000"/>
                <a:gd name="connsiteX18" fmla="*/ 11650950 w 12202751"/>
                <a:gd name="connsiteY18" fmla="*/ 0 h 6858000"/>
                <a:gd name="connsiteX19" fmla="*/ 12202751 w 12202751"/>
                <a:gd name="connsiteY19" fmla="*/ 0 h 6858000"/>
                <a:gd name="connsiteX20" fmla="*/ 12202751 w 12202751"/>
                <a:gd name="connsiteY20" fmla="*/ 4442690 h 6858000"/>
                <a:gd name="connsiteX21" fmla="*/ 12090669 w 12202751"/>
                <a:gd name="connsiteY21" fmla="*/ 4422014 h 6858000"/>
                <a:gd name="connsiteX22" fmla="*/ 10571396 w 12202751"/>
                <a:gd name="connsiteY22" fmla="*/ 2213198 h 6858000"/>
                <a:gd name="connsiteX23" fmla="*/ 11525799 w 12202751"/>
                <a:gd name="connsiteY23" fmla="*/ 135882 h 6858000"/>
                <a:gd name="connsiteX24" fmla="*/ 0 w 12202751"/>
                <a:gd name="connsiteY24" fmla="*/ 0 h 6858000"/>
                <a:gd name="connsiteX25" fmla="*/ 2054194 w 12202751"/>
                <a:gd name="connsiteY25" fmla="*/ 0 h 6858000"/>
                <a:gd name="connsiteX26" fmla="*/ 1941123 w 12202751"/>
                <a:gd name="connsiteY26" fmla="*/ 75811 h 6858000"/>
                <a:gd name="connsiteX27" fmla="*/ 206525 w 12202751"/>
                <a:gd name="connsiteY27" fmla="*/ 1437904 h 6858000"/>
                <a:gd name="connsiteX28" fmla="*/ 0 w 12202751"/>
                <a:gd name="connsiteY28" fmla="*/ 163234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2202751" h="6858000">
                  <a:moveTo>
                    <a:pt x="9196825" y="6253791"/>
                  </a:moveTo>
                  <a:cubicBezTo>
                    <a:pt x="9207202" y="6254820"/>
                    <a:pt x="9217676" y="6257130"/>
                    <a:pt x="9228283" y="6260764"/>
                  </a:cubicBezTo>
                  <a:cubicBezTo>
                    <a:pt x="9307834" y="6289395"/>
                    <a:pt x="9333091" y="6516346"/>
                    <a:pt x="9319129" y="6797771"/>
                  </a:cubicBezTo>
                  <a:lnTo>
                    <a:pt x="9315062" y="6858000"/>
                  </a:lnTo>
                  <a:lnTo>
                    <a:pt x="8712780" y="6858000"/>
                  </a:lnTo>
                  <a:lnTo>
                    <a:pt x="8752852" y="6786092"/>
                  </a:lnTo>
                  <a:cubicBezTo>
                    <a:pt x="8924836" y="6476801"/>
                    <a:pt x="9040774" y="6272774"/>
                    <a:pt x="9165949" y="6254507"/>
                  </a:cubicBezTo>
                  <a:cubicBezTo>
                    <a:pt x="9176167" y="6253017"/>
                    <a:pt x="9186447" y="6252763"/>
                    <a:pt x="9196825" y="6253791"/>
                  </a:cubicBezTo>
                  <a:close/>
                  <a:moveTo>
                    <a:pt x="6322661" y="860036"/>
                  </a:moveTo>
                  <a:cubicBezTo>
                    <a:pt x="6359190" y="857387"/>
                    <a:pt x="6388114" y="876530"/>
                    <a:pt x="6406295" y="923793"/>
                  </a:cubicBezTo>
                  <a:cubicBezTo>
                    <a:pt x="6454783" y="1049825"/>
                    <a:pt x="6420842" y="1229178"/>
                    <a:pt x="6343263" y="1578190"/>
                  </a:cubicBezTo>
                  <a:cubicBezTo>
                    <a:pt x="5856638" y="3709453"/>
                    <a:pt x="3958041" y="5234882"/>
                    <a:pt x="3612233" y="6735009"/>
                  </a:cubicBezTo>
                  <a:lnTo>
                    <a:pt x="3592717" y="6858000"/>
                  </a:lnTo>
                  <a:lnTo>
                    <a:pt x="0" y="6858000"/>
                  </a:lnTo>
                  <a:lnTo>
                    <a:pt x="0" y="6632489"/>
                  </a:lnTo>
                  <a:lnTo>
                    <a:pt x="339610" y="6322172"/>
                  </a:lnTo>
                  <a:cubicBezTo>
                    <a:pt x="2196386" y="4691797"/>
                    <a:pt x="4577580" y="3447091"/>
                    <a:pt x="5674132" y="1607274"/>
                  </a:cubicBezTo>
                  <a:cubicBezTo>
                    <a:pt x="5863234" y="1292194"/>
                    <a:pt x="6164370" y="871513"/>
                    <a:pt x="6322661" y="860036"/>
                  </a:cubicBezTo>
                  <a:close/>
                  <a:moveTo>
                    <a:pt x="11650950" y="0"/>
                  </a:moveTo>
                  <a:lnTo>
                    <a:pt x="12202751" y="0"/>
                  </a:lnTo>
                  <a:lnTo>
                    <a:pt x="12202751" y="4442690"/>
                  </a:lnTo>
                  <a:lnTo>
                    <a:pt x="12090669" y="4422014"/>
                  </a:lnTo>
                  <a:cubicBezTo>
                    <a:pt x="11211465" y="4223417"/>
                    <a:pt x="10568413" y="3552240"/>
                    <a:pt x="10571396" y="2213198"/>
                  </a:cubicBezTo>
                  <a:cubicBezTo>
                    <a:pt x="10572439" y="1498198"/>
                    <a:pt x="10939503" y="807920"/>
                    <a:pt x="11525799" y="135882"/>
                  </a:cubicBezTo>
                  <a:close/>
                  <a:moveTo>
                    <a:pt x="0" y="0"/>
                  </a:moveTo>
                  <a:lnTo>
                    <a:pt x="2054194" y="0"/>
                  </a:lnTo>
                  <a:lnTo>
                    <a:pt x="1941123" y="75811"/>
                  </a:lnTo>
                  <a:cubicBezTo>
                    <a:pt x="1355823" y="476321"/>
                    <a:pt x="767225" y="928929"/>
                    <a:pt x="206525" y="1437904"/>
                  </a:cubicBezTo>
                  <a:lnTo>
                    <a:pt x="0" y="1632346"/>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ctr">
              <a:noAutofit/>
            </a:bodyPr>
            <a:lstStyle/>
            <a:p>
              <a:pPr algn="ctr">
                <a:lnSpc>
                  <a:spcPct val="90000"/>
                </a:lnSpc>
                <a:spcBef>
                  <a:spcPts val="200"/>
                </a:spcBef>
                <a:spcAft>
                  <a:spcPts val="200"/>
                </a:spcAft>
              </a:pPr>
              <a:r>
                <a:rPr lang="en-GB" sz="1600"/>
                <a:t> </a:t>
              </a:r>
              <a:endParaRPr lang="en-GB" sz="1600" dirty="0"/>
            </a:p>
          </p:txBody>
        </p:sp>
      </p:grpSp>
      <p:sp>
        <p:nvSpPr>
          <p:cNvPr id="7" name="Tijdelijke aanduiding voor tekst 3">
            <a:extLst>
              <a:ext uri="{FF2B5EF4-FFF2-40B4-BE49-F238E27FC236}">
                <a16:creationId xmlns:a16="http://schemas.microsoft.com/office/drawing/2014/main" id="{80D4DB86-2992-F491-DE66-9AF86B0B7935}"/>
              </a:ext>
            </a:extLst>
          </p:cNvPr>
          <p:cNvSpPr txBox="1">
            <a:spLocks noGrp="1" noRot="1" noMove="1" noResize="1" noEditPoints="1" noAdjustHandles="1" noChangeArrowheads="1" noChangeShapeType="1"/>
          </p:cNvSpPr>
          <p:nvPr/>
        </p:nvSpPr>
        <p:spPr>
          <a:xfrm>
            <a:off x="5452533" y="2697634"/>
            <a:ext cx="5288703" cy="666849"/>
          </a:xfrm>
          <a:prstGeom prst="rect">
            <a:avLst/>
          </a:prstGeom>
        </p:spPr>
        <p:txBody>
          <a:bodyPr wrap="square" lIns="0" tIns="0" rIns="0" bIns="0" anchor="b" anchorCtr="0">
            <a:spAutoFit/>
          </a:bodyPr>
          <a:lstStyle>
            <a:lvl1pPr marL="0" indent="0" algn="l" defTabSz="914400" rtl="0" eaLnBrk="1" latinLnBrk="0" hangingPunct="1">
              <a:lnSpc>
                <a:spcPts val="5200"/>
              </a:lnSpc>
              <a:spcBef>
                <a:spcPts val="0"/>
              </a:spcBef>
              <a:spcAft>
                <a:spcPts val="0"/>
              </a:spcAft>
              <a:buClr>
                <a:schemeClr val="accent1"/>
              </a:buClr>
              <a:buSzPct val="120000"/>
              <a:buFont typeface="Arial" panose="020B0604020202020204" pitchFamily="34" charset="0"/>
              <a:buNone/>
              <a:defRPr sz="4800" b="1" i="0" kern="1200">
                <a:solidFill>
                  <a:schemeClr val="bg1"/>
                </a:solidFill>
                <a:latin typeface="+mj-lt"/>
                <a:ea typeface="+mn-ea"/>
                <a:cs typeface="+mn-cs"/>
              </a:defRPr>
            </a:lvl1pPr>
            <a:lvl2pPr marL="0" indent="0" algn="r" defTabSz="914400" rtl="0" eaLnBrk="1" latinLnBrk="0" hangingPunct="1">
              <a:lnSpc>
                <a:spcPct val="90000"/>
              </a:lnSpc>
              <a:spcBef>
                <a:spcPts val="600"/>
              </a:spcBef>
              <a:spcAft>
                <a:spcPts val="600"/>
              </a:spcAft>
              <a:buClr>
                <a:schemeClr val="accent1"/>
              </a:buClr>
              <a:buSzPct val="120000"/>
              <a:buFont typeface="Arial" panose="020B0604020202020204" pitchFamily="34" charset="0"/>
              <a:buNone/>
              <a:tabLst>
                <a:tab pos="712788" algn="l"/>
              </a:tabLst>
              <a:defRPr sz="4400" b="1" i="0" kern="1200">
                <a:solidFill>
                  <a:schemeClr val="bg1"/>
                </a:solidFill>
                <a:latin typeface="+mj-lt"/>
                <a:ea typeface="+mn-ea"/>
                <a:cs typeface="+mn-cs"/>
              </a:defRPr>
            </a:lvl2pPr>
            <a:lvl3pPr marL="0" indent="0" algn="r" defTabSz="914400" rtl="0" eaLnBrk="1" latinLnBrk="0" hangingPunct="1">
              <a:lnSpc>
                <a:spcPct val="90000"/>
              </a:lnSpc>
              <a:spcBef>
                <a:spcPts val="600"/>
              </a:spcBef>
              <a:spcAft>
                <a:spcPts val="600"/>
              </a:spcAft>
              <a:buClr>
                <a:schemeClr val="accent3"/>
              </a:buClr>
              <a:buFont typeface="Arial" panose="020B0604020202020204" pitchFamily="34" charset="0"/>
              <a:buNone/>
              <a:defRPr sz="4400" b="1" i="0" kern="1200">
                <a:solidFill>
                  <a:schemeClr val="bg1"/>
                </a:solidFill>
                <a:latin typeface="+mj-lt"/>
                <a:ea typeface="+mn-ea"/>
                <a:cs typeface="+mn-cs"/>
              </a:defRPr>
            </a:lvl3pPr>
            <a:lvl4pPr marL="0" indent="0" algn="r" defTabSz="914400" rtl="0" eaLnBrk="1" latinLnBrk="0" hangingPunct="1">
              <a:lnSpc>
                <a:spcPct val="90000"/>
              </a:lnSpc>
              <a:spcBef>
                <a:spcPts val="600"/>
              </a:spcBef>
              <a:spcAft>
                <a:spcPts val="600"/>
              </a:spcAft>
              <a:buFont typeface="Arial" panose="020B0604020202020204" pitchFamily="34" charset="0"/>
              <a:buNone/>
              <a:defRPr sz="4400" b="1" i="0" kern="1200">
                <a:solidFill>
                  <a:schemeClr val="bg1"/>
                </a:solidFill>
                <a:latin typeface="+mj-lt"/>
                <a:ea typeface="+mn-ea"/>
                <a:cs typeface="+mn-cs"/>
              </a:defRPr>
            </a:lvl4pPr>
            <a:lvl5pPr marL="0" indent="0" algn="r" defTabSz="914400" rtl="0" eaLnBrk="1" latinLnBrk="0" hangingPunct="1">
              <a:lnSpc>
                <a:spcPct val="90000"/>
              </a:lnSpc>
              <a:spcBef>
                <a:spcPts val="600"/>
              </a:spcBef>
              <a:spcAft>
                <a:spcPts val="600"/>
              </a:spcAft>
              <a:buFont typeface="Arial" panose="020B0604020202020204" pitchFamily="34" charset="0"/>
              <a:buNone/>
              <a:defRPr sz="4400" b="1" i="0" kern="1200">
                <a:solidFill>
                  <a:schemeClr val="bg1"/>
                </a:solidFill>
                <a:latin typeface="+mj-lt"/>
                <a:ea typeface="+mn-ea"/>
                <a:cs typeface="+mn-cs"/>
              </a:defRPr>
            </a:lvl5pPr>
            <a:lvl6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defRPr sz="4400" b="1" i="0" kern="1200" cap="none" baseline="0">
                <a:solidFill>
                  <a:schemeClr val="bg1"/>
                </a:solidFill>
                <a:latin typeface="+mj-lt"/>
                <a:ea typeface="+mn-ea"/>
                <a:cs typeface="+mn-cs"/>
              </a:defRPr>
            </a:lvl6pPr>
            <a:lvl7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tabLst/>
              <a:defRPr sz="4400" b="1" i="0" kern="1200">
                <a:solidFill>
                  <a:schemeClr val="bg1"/>
                </a:solidFill>
                <a:latin typeface="+mj-lt"/>
                <a:ea typeface="+mn-ea"/>
                <a:cs typeface="+mn-cs"/>
              </a:defRPr>
            </a:lvl7pPr>
            <a:lvl8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defRPr sz="4400" b="1" i="0" kern="1200">
                <a:solidFill>
                  <a:schemeClr val="bg1"/>
                </a:solidFill>
                <a:latin typeface="+mj-lt"/>
                <a:ea typeface="+mn-ea"/>
                <a:cs typeface="+mn-cs"/>
              </a:defRPr>
            </a:lvl8pPr>
            <a:lvl9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defRPr sz="4400" b="1" i="0" kern="1200">
                <a:solidFill>
                  <a:schemeClr val="bg1"/>
                </a:solidFill>
                <a:latin typeface="+mj-lt"/>
                <a:ea typeface="+mn-ea"/>
                <a:cs typeface="+mn-cs"/>
              </a:defRPr>
            </a:lvl9pPr>
          </a:lstStyle>
          <a:p>
            <a:r>
              <a:rPr lang="en-GB" dirty="0"/>
              <a:t>Methods</a:t>
            </a:r>
          </a:p>
        </p:txBody>
      </p:sp>
      <p:sp>
        <p:nvSpPr>
          <p:cNvPr id="9" name="Tijdelijke aanduiding voor tekst 5">
            <a:extLst>
              <a:ext uri="{FF2B5EF4-FFF2-40B4-BE49-F238E27FC236}">
                <a16:creationId xmlns:a16="http://schemas.microsoft.com/office/drawing/2014/main" id="{8368531F-D3CE-C101-0DFF-9A8A19E2EA85}"/>
              </a:ext>
            </a:extLst>
          </p:cNvPr>
          <p:cNvSpPr txBox="1">
            <a:spLocks noGrp="1" noRot="1" noMove="1" noResize="1" noEditPoints="1" noAdjustHandles="1" noChangeArrowheads="1" noChangeShapeType="1"/>
          </p:cNvSpPr>
          <p:nvPr/>
        </p:nvSpPr>
        <p:spPr>
          <a:xfrm>
            <a:off x="5451879" y="3484632"/>
            <a:ext cx="5294101" cy="818686"/>
          </a:xfrm>
          <a:prstGeom prst="rect">
            <a:avLst/>
          </a:prstGeom>
        </p:spPr>
        <p:txBody>
          <a:bodyPr wrap="square" lIns="0" tIns="0" rIns="0" bIns="0">
            <a:spAutoFit/>
          </a:bodyPr>
          <a:lstStyle>
            <a:lvl1pPr marL="0" indent="0" algn="l" defTabSz="914400" rtl="0" eaLnBrk="1" latinLnBrk="0" hangingPunct="1">
              <a:lnSpc>
                <a:spcPct val="90000"/>
              </a:lnSpc>
              <a:spcBef>
                <a:spcPts val="600"/>
              </a:spcBef>
              <a:spcAft>
                <a:spcPts val="600"/>
              </a:spcAft>
              <a:buClr>
                <a:schemeClr val="accent1"/>
              </a:buClr>
              <a:buSzPct val="120000"/>
              <a:buFont typeface="Arial" panose="020B0604020202020204" pitchFamily="34" charset="0"/>
              <a:buNone/>
              <a:defRPr sz="2400" b="0" i="0" kern="1200">
                <a:solidFill>
                  <a:schemeClr val="bg1"/>
                </a:solidFill>
                <a:latin typeface="+mn-lt"/>
                <a:ea typeface="+mn-ea"/>
                <a:cs typeface="+mn-cs"/>
              </a:defRPr>
            </a:lvl1pPr>
            <a:lvl2pPr marL="0" indent="0" algn="r" defTabSz="914400" rtl="0" eaLnBrk="1" latinLnBrk="0" hangingPunct="1">
              <a:lnSpc>
                <a:spcPct val="90000"/>
              </a:lnSpc>
              <a:spcBef>
                <a:spcPts val="600"/>
              </a:spcBef>
              <a:spcAft>
                <a:spcPts val="600"/>
              </a:spcAft>
              <a:buClr>
                <a:schemeClr val="accent1"/>
              </a:buClr>
              <a:buSzPct val="120000"/>
              <a:buFont typeface="Arial" panose="020B0604020202020204" pitchFamily="34" charset="0"/>
              <a:buNone/>
              <a:tabLst>
                <a:tab pos="712788" algn="l"/>
              </a:tabLst>
              <a:defRPr sz="2400" b="0" i="0" kern="1200">
                <a:solidFill>
                  <a:schemeClr val="bg1"/>
                </a:solidFill>
                <a:latin typeface="+mn-lt"/>
                <a:ea typeface="+mn-ea"/>
                <a:cs typeface="+mn-cs"/>
              </a:defRPr>
            </a:lvl2pPr>
            <a:lvl3pPr marL="0" indent="0" algn="r" defTabSz="914400" rtl="0" eaLnBrk="1" latinLnBrk="0" hangingPunct="1">
              <a:lnSpc>
                <a:spcPct val="90000"/>
              </a:lnSpc>
              <a:spcBef>
                <a:spcPts val="600"/>
              </a:spcBef>
              <a:spcAft>
                <a:spcPts val="600"/>
              </a:spcAft>
              <a:buClr>
                <a:schemeClr val="accent3"/>
              </a:buClr>
              <a:buFont typeface="Arial" panose="020B0604020202020204" pitchFamily="34" charset="0"/>
              <a:buNone/>
              <a:defRPr sz="2400" b="0" i="0" kern="1200">
                <a:solidFill>
                  <a:schemeClr val="bg1"/>
                </a:solidFill>
                <a:latin typeface="+mn-lt"/>
                <a:ea typeface="+mn-ea"/>
                <a:cs typeface="+mn-cs"/>
              </a:defRPr>
            </a:lvl3pPr>
            <a:lvl4pPr marL="0" indent="0" algn="r" defTabSz="914400" rtl="0" eaLnBrk="1" latinLnBrk="0" hangingPunct="1">
              <a:lnSpc>
                <a:spcPct val="90000"/>
              </a:lnSpc>
              <a:spcBef>
                <a:spcPts val="600"/>
              </a:spcBef>
              <a:spcAft>
                <a:spcPts val="600"/>
              </a:spcAft>
              <a:buFont typeface="Arial" panose="020B0604020202020204" pitchFamily="34" charset="0"/>
              <a:buNone/>
              <a:defRPr sz="2400" b="0" i="0" kern="1200">
                <a:solidFill>
                  <a:schemeClr val="bg1"/>
                </a:solidFill>
                <a:latin typeface="+mn-lt"/>
                <a:ea typeface="+mn-ea"/>
                <a:cs typeface="+mn-cs"/>
              </a:defRPr>
            </a:lvl4pPr>
            <a:lvl5pPr marL="0" indent="0" algn="r" defTabSz="914400" rtl="0" eaLnBrk="1" latinLnBrk="0" hangingPunct="1">
              <a:lnSpc>
                <a:spcPct val="90000"/>
              </a:lnSpc>
              <a:spcBef>
                <a:spcPts val="600"/>
              </a:spcBef>
              <a:spcAft>
                <a:spcPts val="600"/>
              </a:spcAft>
              <a:buFont typeface="Arial" panose="020B0604020202020204" pitchFamily="34" charset="0"/>
              <a:buNone/>
              <a:defRPr sz="2400" b="0" i="0" kern="1200">
                <a:solidFill>
                  <a:schemeClr val="bg1"/>
                </a:solidFill>
                <a:latin typeface="+mn-lt"/>
                <a:ea typeface="+mn-ea"/>
                <a:cs typeface="+mn-cs"/>
              </a:defRPr>
            </a:lvl5pPr>
            <a:lvl6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defRPr sz="2400" b="0" i="0" kern="1200" cap="none" baseline="0">
                <a:solidFill>
                  <a:schemeClr val="bg1"/>
                </a:solidFill>
                <a:latin typeface="+mn-lt"/>
                <a:ea typeface="+mn-ea"/>
                <a:cs typeface="+mn-cs"/>
              </a:defRPr>
            </a:lvl6pPr>
            <a:lvl7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tabLst/>
              <a:defRPr sz="2400" b="0" i="0" kern="1200">
                <a:solidFill>
                  <a:schemeClr val="bg1"/>
                </a:solidFill>
                <a:latin typeface="+mn-lt"/>
                <a:ea typeface="+mn-ea"/>
                <a:cs typeface="+mn-cs"/>
              </a:defRPr>
            </a:lvl7pPr>
            <a:lvl8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defRPr sz="2400" b="0" i="0" kern="1200">
                <a:solidFill>
                  <a:schemeClr val="bg1"/>
                </a:solidFill>
                <a:latin typeface="+mn-lt"/>
                <a:ea typeface="+mn-ea"/>
                <a:cs typeface="+mn-cs"/>
              </a:defRPr>
            </a:lvl8pPr>
            <a:lvl9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defRPr sz="2400" b="0" i="0" kern="1200">
                <a:solidFill>
                  <a:schemeClr val="bg1"/>
                </a:solidFill>
                <a:latin typeface="+mn-lt"/>
                <a:ea typeface="+mn-ea"/>
                <a:cs typeface="+mn-cs"/>
              </a:defRPr>
            </a:lvl9pPr>
          </a:lstStyle>
          <a:p>
            <a:pPr marL="342900" indent="-342900">
              <a:buFontTx/>
              <a:buChar char="-"/>
            </a:pPr>
            <a:r>
              <a:rPr lang="en-GB" dirty="0"/>
              <a:t>Algorithm &amp; augmentations</a:t>
            </a:r>
          </a:p>
          <a:p>
            <a:pPr marL="342900" indent="-342900">
              <a:buFontTx/>
              <a:buChar char="-"/>
            </a:pPr>
            <a:r>
              <a:rPr lang="en-GB" dirty="0"/>
              <a:t>Experiments</a:t>
            </a:r>
          </a:p>
        </p:txBody>
      </p:sp>
      <p:sp>
        <p:nvSpPr>
          <p:cNvPr id="10" name="Tijdelijke aanduiding voor tekst 5">
            <a:extLst>
              <a:ext uri="{FF2B5EF4-FFF2-40B4-BE49-F238E27FC236}">
                <a16:creationId xmlns:a16="http://schemas.microsoft.com/office/drawing/2014/main" id="{D5F16DBA-8655-CF0A-8BAC-50EAA8514BEF}"/>
              </a:ext>
            </a:extLst>
          </p:cNvPr>
          <p:cNvSpPr txBox="1">
            <a:spLocks noGrp="1" noRot="1" noMove="1" noResize="1" noEditPoints="1" noAdjustHandles="1" noChangeArrowheads="1" noChangeShapeType="1"/>
          </p:cNvSpPr>
          <p:nvPr/>
        </p:nvSpPr>
        <p:spPr>
          <a:xfrm>
            <a:off x="1945226" y="1980190"/>
            <a:ext cx="1553631" cy="1421928"/>
          </a:xfrm>
          <a:prstGeom prst="rect">
            <a:avLst/>
          </a:prstGeom>
        </p:spPr>
        <p:txBody>
          <a:bodyPr wrap="none" anchor="ctr" anchorCtr="0">
            <a:spAutoFit/>
          </a:bodyPr>
          <a:lstStyle>
            <a:lvl1pPr marL="0" indent="0" algn="ctr" defTabSz="914400" rtl="0" eaLnBrk="1" latinLnBrk="0" hangingPunct="1">
              <a:lnSpc>
                <a:spcPct val="90000"/>
              </a:lnSpc>
              <a:spcBef>
                <a:spcPts val="600"/>
              </a:spcBef>
              <a:spcAft>
                <a:spcPts val="600"/>
              </a:spcAft>
              <a:buClr>
                <a:schemeClr val="accent1"/>
              </a:buClr>
              <a:buSzPct val="120000"/>
              <a:buFont typeface="Arial" panose="020B0604020202020204" pitchFamily="34" charset="0"/>
              <a:buNone/>
              <a:defRPr sz="9600" b="0" i="0" kern="1200" cap="all" baseline="0">
                <a:solidFill>
                  <a:schemeClr val="bg1"/>
                </a:solidFill>
                <a:latin typeface="+mn-lt"/>
                <a:ea typeface="+mn-ea"/>
                <a:cs typeface="+mn-cs"/>
              </a:defRPr>
            </a:lvl1pPr>
            <a:lvl2pPr marL="0" indent="0" algn="r" defTabSz="914400" rtl="0" eaLnBrk="1" latinLnBrk="0" hangingPunct="1">
              <a:lnSpc>
                <a:spcPct val="90000"/>
              </a:lnSpc>
              <a:spcBef>
                <a:spcPts val="600"/>
              </a:spcBef>
              <a:spcAft>
                <a:spcPts val="600"/>
              </a:spcAft>
              <a:buClr>
                <a:schemeClr val="accent1"/>
              </a:buClr>
              <a:buSzPct val="120000"/>
              <a:buFont typeface="Arial" panose="020B0604020202020204" pitchFamily="34" charset="0"/>
              <a:buNone/>
              <a:tabLst>
                <a:tab pos="712788" algn="l"/>
              </a:tabLst>
              <a:defRPr sz="2400" b="0" i="0" kern="1200">
                <a:solidFill>
                  <a:schemeClr val="bg1"/>
                </a:solidFill>
                <a:latin typeface="+mn-lt"/>
                <a:ea typeface="+mn-ea"/>
                <a:cs typeface="+mn-cs"/>
              </a:defRPr>
            </a:lvl2pPr>
            <a:lvl3pPr marL="0" indent="0" algn="r" defTabSz="914400" rtl="0" eaLnBrk="1" latinLnBrk="0" hangingPunct="1">
              <a:lnSpc>
                <a:spcPct val="90000"/>
              </a:lnSpc>
              <a:spcBef>
                <a:spcPts val="600"/>
              </a:spcBef>
              <a:spcAft>
                <a:spcPts val="600"/>
              </a:spcAft>
              <a:buClr>
                <a:schemeClr val="accent3"/>
              </a:buClr>
              <a:buFont typeface="Arial" panose="020B0604020202020204" pitchFamily="34" charset="0"/>
              <a:buNone/>
              <a:defRPr sz="2400" b="0" i="0" kern="1200">
                <a:solidFill>
                  <a:schemeClr val="bg1"/>
                </a:solidFill>
                <a:latin typeface="+mn-lt"/>
                <a:ea typeface="+mn-ea"/>
                <a:cs typeface="+mn-cs"/>
              </a:defRPr>
            </a:lvl3pPr>
            <a:lvl4pPr marL="0" indent="0" algn="r" defTabSz="914400" rtl="0" eaLnBrk="1" latinLnBrk="0" hangingPunct="1">
              <a:lnSpc>
                <a:spcPct val="90000"/>
              </a:lnSpc>
              <a:spcBef>
                <a:spcPts val="600"/>
              </a:spcBef>
              <a:spcAft>
                <a:spcPts val="600"/>
              </a:spcAft>
              <a:buFont typeface="Arial" panose="020B0604020202020204" pitchFamily="34" charset="0"/>
              <a:buNone/>
              <a:defRPr sz="2400" b="0" i="0" kern="1200">
                <a:solidFill>
                  <a:schemeClr val="bg1"/>
                </a:solidFill>
                <a:latin typeface="+mn-lt"/>
                <a:ea typeface="+mn-ea"/>
                <a:cs typeface="+mn-cs"/>
              </a:defRPr>
            </a:lvl4pPr>
            <a:lvl5pPr marL="0" indent="0" algn="r" defTabSz="914400" rtl="0" eaLnBrk="1" latinLnBrk="0" hangingPunct="1">
              <a:lnSpc>
                <a:spcPct val="90000"/>
              </a:lnSpc>
              <a:spcBef>
                <a:spcPts val="600"/>
              </a:spcBef>
              <a:spcAft>
                <a:spcPts val="600"/>
              </a:spcAft>
              <a:buFont typeface="Arial" panose="020B0604020202020204" pitchFamily="34" charset="0"/>
              <a:buNone/>
              <a:defRPr sz="2400" b="0" i="0" kern="1200">
                <a:solidFill>
                  <a:schemeClr val="bg1"/>
                </a:solidFill>
                <a:latin typeface="+mn-lt"/>
                <a:ea typeface="+mn-ea"/>
                <a:cs typeface="+mn-cs"/>
              </a:defRPr>
            </a:lvl5pPr>
            <a:lvl6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defRPr sz="2400" b="0" i="0" kern="1200" cap="none" baseline="0">
                <a:solidFill>
                  <a:schemeClr val="bg1"/>
                </a:solidFill>
                <a:latin typeface="+mn-lt"/>
                <a:ea typeface="+mn-ea"/>
                <a:cs typeface="+mn-cs"/>
              </a:defRPr>
            </a:lvl6pPr>
            <a:lvl7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tabLst/>
              <a:defRPr sz="2400" b="0" i="0" kern="1200">
                <a:solidFill>
                  <a:schemeClr val="bg1"/>
                </a:solidFill>
                <a:latin typeface="+mn-lt"/>
                <a:ea typeface="+mn-ea"/>
                <a:cs typeface="+mn-cs"/>
              </a:defRPr>
            </a:lvl7pPr>
            <a:lvl8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defRPr sz="2400" b="0" i="0" kern="1200">
                <a:solidFill>
                  <a:schemeClr val="bg1"/>
                </a:solidFill>
                <a:latin typeface="+mn-lt"/>
                <a:ea typeface="+mn-ea"/>
                <a:cs typeface="+mn-cs"/>
              </a:defRPr>
            </a:lvl8pPr>
            <a:lvl9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defRPr sz="2400" b="0" i="0" kern="1200">
                <a:solidFill>
                  <a:schemeClr val="bg1"/>
                </a:solidFill>
                <a:latin typeface="+mn-lt"/>
                <a:ea typeface="+mn-ea"/>
                <a:cs typeface="+mn-cs"/>
              </a:defRPr>
            </a:lvl9pPr>
          </a:lstStyle>
          <a:p>
            <a:r>
              <a:rPr lang="en-GB" dirty="0"/>
              <a:t>03</a:t>
            </a:r>
          </a:p>
        </p:txBody>
      </p:sp>
      <p:sp>
        <p:nvSpPr>
          <p:cNvPr id="8" name="Rectangle: Rounded Corners 7">
            <a:extLst>
              <a:ext uri="{FF2B5EF4-FFF2-40B4-BE49-F238E27FC236}">
                <a16:creationId xmlns:a16="http://schemas.microsoft.com/office/drawing/2014/main" id="{A6BA05A8-7CB8-FE94-A149-A6EFBA3CB60E}"/>
              </a:ext>
            </a:extLst>
          </p:cNvPr>
          <p:cNvSpPr/>
          <p:nvPr/>
        </p:nvSpPr>
        <p:spPr>
          <a:xfrm>
            <a:off x="4569672" y="416687"/>
            <a:ext cx="1034144" cy="84898"/>
          </a:xfrm>
          <a:prstGeom prst="roundRect">
            <a:avLst>
              <a:gd name="adj" fmla="val 50000"/>
            </a:avLst>
          </a:prstGeom>
          <a:solidFill>
            <a:srgbClr val="00A6D6"/>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LID4096" sz="1600" dirty="0" err="1">
              <a:solidFill>
                <a:srgbClr val="00A6D6"/>
              </a:solidFill>
            </a:endParaRPr>
          </a:p>
        </p:txBody>
      </p:sp>
    </p:spTree>
    <p:extLst>
      <p:ext uri="{BB962C8B-B14F-4D97-AF65-F5344CB8AC3E}">
        <p14:creationId xmlns:p14="http://schemas.microsoft.com/office/powerpoint/2010/main" val="600187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grpId="0" nodeType="withEffect">
                                  <p:stCondLst>
                                    <p:cond delay="0"/>
                                  </p:stCondLst>
                                  <p:childTnLst>
                                    <p:animMotion origin="layout" path="M 2.5E-6 1.85185E-6 L 0.08919 1.85185E-6 " pathEditMode="relative" rAng="0" ptsTypes="AA">
                                      <p:cBhvr>
                                        <p:cTn id="6" dur="2000" fill="hold"/>
                                        <p:tgtEl>
                                          <p:spTgt spid="8"/>
                                        </p:tgtEl>
                                        <p:attrNameLst>
                                          <p:attrName>ppt_x</p:attrName>
                                          <p:attrName>ppt_y</p:attrName>
                                        </p:attrNameLst>
                                      </p:cBhvr>
                                      <p:rCtr x="445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jdelijke aanduiding voor datum 4">
            <a:extLst>
              <a:ext uri="{FF2B5EF4-FFF2-40B4-BE49-F238E27FC236}">
                <a16:creationId xmlns:a16="http://schemas.microsoft.com/office/drawing/2014/main" id="{B994BAD7-1490-F4D5-9092-3EB7111B7DF7}"/>
              </a:ext>
            </a:extLst>
          </p:cNvPr>
          <p:cNvSpPr>
            <a:spLocks noGrp="1"/>
          </p:cNvSpPr>
          <p:nvPr>
            <p:ph type="dt" sz="half" idx="18"/>
          </p:nvPr>
        </p:nvSpPr>
        <p:spPr>
          <a:xfrm>
            <a:off x="10146569" y="6405669"/>
            <a:ext cx="766235" cy="184666"/>
          </a:xfrm>
        </p:spPr>
        <p:txBody>
          <a:bodyPr/>
          <a:lstStyle/>
          <a:p>
            <a:r>
              <a:rPr lang="LID4096"/>
              <a:t>08/30/2024</a:t>
            </a:r>
            <a:endParaRPr lang="en-GB" dirty="0"/>
          </a:p>
        </p:txBody>
      </p:sp>
      <p:sp>
        <p:nvSpPr>
          <p:cNvPr id="16" name="Tijdelijke aanduiding voor dianummer 15">
            <a:extLst>
              <a:ext uri="{FF2B5EF4-FFF2-40B4-BE49-F238E27FC236}">
                <a16:creationId xmlns:a16="http://schemas.microsoft.com/office/drawing/2014/main" id="{BBB35617-5649-3A69-5ACC-A5828B3F289A}"/>
              </a:ext>
            </a:extLst>
          </p:cNvPr>
          <p:cNvSpPr>
            <a:spLocks noGrp="1"/>
          </p:cNvSpPr>
          <p:nvPr>
            <p:ph type="sldNum" sz="quarter" idx="20"/>
          </p:nvPr>
        </p:nvSpPr>
        <p:spPr>
          <a:xfrm>
            <a:off x="11178464" y="6405669"/>
            <a:ext cx="291298" cy="184666"/>
          </a:xfrm>
        </p:spPr>
        <p:txBody>
          <a:bodyPr/>
          <a:lstStyle/>
          <a:p>
            <a:fld id="{9E843DB9-9987-4157-AB9C-CEA8D7D910BB}" type="slidenum">
              <a:rPr lang="en-GB" smtClean="0"/>
              <a:pPr/>
              <a:t>18</a:t>
            </a:fld>
            <a:endParaRPr lang="en-GB" dirty="0"/>
          </a:p>
        </p:txBody>
      </p:sp>
      <p:sp>
        <p:nvSpPr>
          <p:cNvPr id="8" name="Tijdelijke aanduiding voor tekst 7">
            <a:extLst>
              <a:ext uri="{FF2B5EF4-FFF2-40B4-BE49-F238E27FC236}">
                <a16:creationId xmlns:a16="http://schemas.microsoft.com/office/drawing/2014/main" id="{73C0F465-AC54-5AF4-B9C9-64F21371EF32}"/>
              </a:ext>
            </a:extLst>
          </p:cNvPr>
          <p:cNvSpPr>
            <a:spLocks noGrp="1"/>
          </p:cNvSpPr>
          <p:nvPr>
            <p:ph type="body" sz="quarter" idx="21"/>
          </p:nvPr>
        </p:nvSpPr>
        <p:spPr>
          <a:xfrm>
            <a:off x="719138" y="1561310"/>
            <a:ext cx="5376861" cy="4645337"/>
          </a:xfrm>
          <a:prstGeom prst="rect">
            <a:avLst/>
          </a:prstGeom>
        </p:spPr>
        <p:txBody>
          <a:bodyPr/>
          <a:lstStyle/>
          <a:p>
            <a:pPr marL="0" indent="0">
              <a:lnSpc>
                <a:spcPct val="100000"/>
              </a:lnSpc>
              <a:buNone/>
            </a:pPr>
            <a:r>
              <a:rPr lang="en-GB" b="1" dirty="0">
                <a:solidFill>
                  <a:srgbClr val="0C2340"/>
                </a:solidFill>
              </a:rPr>
              <a:t>I</a:t>
            </a:r>
            <a:r>
              <a:rPr lang="en-GB" dirty="0">
                <a:solidFill>
                  <a:schemeClr val="tx1"/>
                </a:solidFill>
              </a:rPr>
              <a:t>ncremental </a:t>
            </a:r>
            <a:r>
              <a:rPr lang="en-GB" b="1" dirty="0">
                <a:solidFill>
                  <a:srgbClr val="0C2340"/>
                </a:solidFill>
              </a:rPr>
              <a:t>D</a:t>
            </a:r>
            <a:r>
              <a:rPr lang="en-GB" dirty="0">
                <a:solidFill>
                  <a:schemeClr val="tx1"/>
                </a:solidFill>
              </a:rPr>
              <a:t>ual </a:t>
            </a:r>
            <a:r>
              <a:rPr lang="en-GB" b="1" dirty="0">
                <a:solidFill>
                  <a:srgbClr val="0C2340"/>
                </a:solidFill>
              </a:rPr>
              <a:t>H</a:t>
            </a:r>
            <a:r>
              <a:rPr lang="en-GB" dirty="0">
                <a:solidFill>
                  <a:schemeClr val="tx1"/>
                </a:solidFill>
              </a:rPr>
              <a:t>euristic </a:t>
            </a:r>
            <a:r>
              <a:rPr lang="en-GB" b="1" dirty="0">
                <a:solidFill>
                  <a:srgbClr val="0C2340"/>
                </a:solidFill>
              </a:rPr>
              <a:t>P</a:t>
            </a:r>
            <a:r>
              <a:rPr lang="en-GB" dirty="0">
                <a:solidFill>
                  <a:schemeClr val="tx1"/>
                </a:solidFill>
              </a:rPr>
              <a:t>rogramming</a:t>
            </a:r>
          </a:p>
          <a:p>
            <a:pPr>
              <a:lnSpc>
                <a:spcPct val="100000"/>
              </a:lnSpc>
            </a:pPr>
            <a:r>
              <a:rPr lang="en-GB" b="1" dirty="0">
                <a:solidFill>
                  <a:srgbClr val="0C2340"/>
                </a:solidFill>
              </a:rPr>
              <a:t>Incremental:</a:t>
            </a:r>
          </a:p>
          <a:p>
            <a:pPr marL="0" indent="0">
              <a:lnSpc>
                <a:spcPct val="100000"/>
              </a:lnSpc>
              <a:buNone/>
            </a:pPr>
            <a:r>
              <a:rPr lang="en-GB" b="1" dirty="0">
                <a:solidFill>
                  <a:srgbClr val="0C2340"/>
                </a:solidFill>
              </a:rPr>
              <a:t>	</a:t>
            </a:r>
            <a:r>
              <a:rPr lang="en-GB" dirty="0">
                <a:solidFill>
                  <a:schemeClr val="tx1"/>
                </a:solidFill>
              </a:rPr>
              <a:t>Model represents state </a:t>
            </a:r>
            <a:r>
              <a:rPr lang="en-GB" i="1" dirty="0">
                <a:solidFill>
                  <a:schemeClr val="tx1"/>
                </a:solidFill>
              </a:rPr>
              <a:t>increments.</a:t>
            </a:r>
            <a:endParaRPr lang="en-GB" dirty="0">
              <a:solidFill>
                <a:schemeClr val="tx1"/>
              </a:solidFill>
            </a:endParaRPr>
          </a:p>
          <a:p>
            <a:pPr>
              <a:lnSpc>
                <a:spcPct val="100000"/>
              </a:lnSpc>
            </a:pPr>
            <a:r>
              <a:rPr lang="en-GB" b="1" dirty="0">
                <a:solidFill>
                  <a:srgbClr val="0C2340"/>
                </a:solidFill>
              </a:rPr>
              <a:t>Dual:</a:t>
            </a:r>
          </a:p>
          <a:p>
            <a:pPr marL="0" indent="0">
              <a:lnSpc>
                <a:spcPct val="100000"/>
              </a:lnSpc>
              <a:buNone/>
            </a:pPr>
            <a:r>
              <a:rPr lang="en-GB" dirty="0">
                <a:solidFill>
                  <a:schemeClr val="tx1"/>
                </a:solidFill>
              </a:rPr>
              <a:t>	Critic estimates Value </a:t>
            </a:r>
            <a:r>
              <a:rPr lang="en-GB" i="1" dirty="0">
                <a:solidFill>
                  <a:schemeClr val="tx1"/>
                </a:solidFill>
              </a:rPr>
              <a:t>gradients.</a:t>
            </a:r>
            <a:endParaRPr lang="en-GB" dirty="0">
              <a:solidFill>
                <a:schemeClr val="tx1"/>
              </a:solidFill>
            </a:endParaRPr>
          </a:p>
          <a:p>
            <a:pPr>
              <a:lnSpc>
                <a:spcPct val="100000"/>
              </a:lnSpc>
            </a:pPr>
            <a:r>
              <a:rPr lang="en-GB" b="1" dirty="0">
                <a:solidFill>
                  <a:srgbClr val="0C2340"/>
                </a:solidFill>
              </a:rPr>
              <a:t>Heuristic:</a:t>
            </a:r>
          </a:p>
          <a:p>
            <a:pPr marL="0" indent="0">
              <a:lnSpc>
                <a:spcPct val="100000"/>
              </a:lnSpc>
              <a:buNone/>
            </a:pPr>
            <a:r>
              <a:rPr lang="en-GB" b="1" dirty="0">
                <a:solidFill>
                  <a:srgbClr val="0C2340"/>
                </a:solidFill>
              </a:rPr>
              <a:t>	</a:t>
            </a:r>
            <a:r>
              <a:rPr lang="en-GB" dirty="0">
                <a:solidFill>
                  <a:schemeClr val="tx1"/>
                </a:solidFill>
              </a:rPr>
              <a:t>The critic is a </a:t>
            </a:r>
            <a:r>
              <a:rPr lang="en-GB" i="1" dirty="0">
                <a:solidFill>
                  <a:schemeClr val="tx1"/>
                </a:solidFill>
              </a:rPr>
              <a:t>heuristic</a:t>
            </a:r>
            <a:r>
              <a:rPr lang="en-GB" dirty="0">
                <a:solidFill>
                  <a:schemeClr val="tx1"/>
                </a:solidFill>
              </a:rPr>
              <a:t> estimate of the 	value function gradient.</a:t>
            </a:r>
            <a:endParaRPr lang="en-GB" b="1" dirty="0">
              <a:solidFill>
                <a:schemeClr val="tx1"/>
              </a:solidFill>
            </a:endParaRPr>
          </a:p>
          <a:p>
            <a:pPr>
              <a:lnSpc>
                <a:spcPct val="100000"/>
              </a:lnSpc>
            </a:pPr>
            <a:r>
              <a:rPr lang="en-GB" b="1" dirty="0">
                <a:solidFill>
                  <a:srgbClr val="0C2340"/>
                </a:solidFill>
              </a:rPr>
              <a:t>Programming:</a:t>
            </a:r>
          </a:p>
          <a:p>
            <a:pPr marL="0" indent="0">
              <a:lnSpc>
                <a:spcPct val="100000"/>
              </a:lnSpc>
              <a:buNone/>
            </a:pPr>
            <a:r>
              <a:rPr lang="en-GB" b="1" dirty="0">
                <a:solidFill>
                  <a:srgbClr val="0C2340"/>
                </a:solidFill>
              </a:rPr>
              <a:t>	</a:t>
            </a:r>
            <a:r>
              <a:rPr lang="en-GB" dirty="0">
                <a:solidFill>
                  <a:schemeClr val="tx1"/>
                </a:solidFill>
              </a:rPr>
              <a:t>Referring to the dynamic </a:t>
            </a:r>
            <a:r>
              <a:rPr lang="en-GB" i="1" dirty="0">
                <a:solidFill>
                  <a:schemeClr val="tx1"/>
                </a:solidFill>
              </a:rPr>
              <a:t>programming</a:t>
            </a:r>
            <a:r>
              <a:rPr lang="en-GB" dirty="0">
                <a:solidFill>
                  <a:schemeClr val="tx1"/>
                </a:solidFill>
              </a:rPr>
              <a:t> 	origins.</a:t>
            </a:r>
            <a:endParaRPr lang="en-GB" b="1" dirty="0">
              <a:solidFill>
                <a:schemeClr val="tx1"/>
              </a:solidFill>
            </a:endParaRPr>
          </a:p>
          <a:p>
            <a:pPr marL="0" indent="0">
              <a:lnSpc>
                <a:spcPct val="100000"/>
              </a:lnSpc>
              <a:buNone/>
            </a:pPr>
            <a:endParaRPr lang="en-GB" dirty="0">
              <a:solidFill>
                <a:schemeClr val="tx1"/>
              </a:solidFill>
            </a:endParaRPr>
          </a:p>
        </p:txBody>
      </p:sp>
      <p:sp>
        <p:nvSpPr>
          <p:cNvPr id="14" name="Titel 13">
            <a:extLst>
              <a:ext uri="{FF2B5EF4-FFF2-40B4-BE49-F238E27FC236}">
                <a16:creationId xmlns:a16="http://schemas.microsoft.com/office/drawing/2014/main" id="{4E840CAD-8869-66D6-F142-07912B6A4DF2}"/>
              </a:ext>
            </a:extLst>
          </p:cNvPr>
          <p:cNvSpPr>
            <a:spLocks noGrp="1"/>
          </p:cNvSpPr>
          <p:nvPr>
            <p:ph type="title"/>
          </p:nvPr>
        </p:nvSpPr>
        <p:spPr>
          <a:xfrm>
            <a:off x="718666" y="722454"/>
            <a:ext cx="10752610" cy="323409"/>
          </a:xfrm>
        </p:spPr>
        <p:txBody>
          <a:bodyPr/>
          <a:lstStyle/>
          <a:p>
            <a:r>
              <a:rPr lang="en-GB" dirty="0"/>
              <a:t>IDHP</a:t>
            </a:r>
          </a:p>
        </p:txBody>
      </p:sp>
      <p:pic>
        <p:nvPicPr>
          <p:cNvPr id="3" name="Picture 2">
            <a:extLst>
              <a:ext uri="{FF2B5EF4-FFF2-40B4-BE49-F238E27FC236}">
                <a16:creationId xmlns:a16="http://schemas.microsoft.com/office/drawing/2014/main" id="{824DF709-1E57-9868-1BD9-430952A2FC38}"/>
              </a:ext>
            </a:extLst>
          </p:cNvPr>
          <p:cNvPicPr>
            <a:picLocks noChangeAspect="1"/>
          </p:cNvPicPr>
          <p:nvPr/>
        </p:nvPicPr>
        <p:blipFill>
          <a:blip r:embed="rId3"/>
          <a:stretch>
            <a:fillRect/>
          </a:stretch>
        </p:blipFill>
        <p:spPr>
          <a:xfrm>
            <a:off x="6304287" y="1916482"/>
            <a:ext cx="5165474" cy="3425869"/>
          </a:xfrm>
          <a:prstGeom prst="rect">
            <a:avLst/>
          </a:prstGeom>
        </p:spPr>
      </p:pic>
      <p:sp>
        <p:nvSpPr>
          <p:cNvPr id="2" name="Rectangle 1">
            <a:extLst>
              <a:ext uri="{FF2B5EF4-FFF2-40B4-BE49-F238E27FC236}">
                <a16:creationId xmlns:a16="http://schemas.microsoft.com/office/drawing/2014/main" id="{D9C4FCB4-3E21-00C5-3F5E-A5B2F7518C46}"/>
              </a:ext>
            </a:extLst>
          </p:cNvPr>
          <p:cNvSpPr/>
          <p:nvPr/>
        </p:nvSpPr>
        <p:spPr>
          <a:xfrm>
            <a:off x="7569200" y="3113314"/>
            <a:ext cx="1195161" cy="3156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LID4096" sz="1600" dirty="0" err="1"/>
          </a:p>
        </p:txBody>
      </p:sp>
      <p:sp>
        <p:nvSpPr>
          <p:cNvPr id="4" name="Rectangle 3">
            <a:extLst>
              <a:ext uri="{FF2B5EF4-FFF2-40B4-BE49-F238E27FC236}">
                <a16:creationId xmlns:a16="http://schemas.microsoft.com/office/drawing/2014/main" id="{5595F11E-3D8E-97CB-9C44-30559990D289}"/>
              </a:ext>
            </a:extLst>
          </p:cNvPr>
          <p:cNvSpPr/>
          <p:nvPr/>
        </p:nvSpPr>
        <p:spPr>
          <a:xfrm>
            <a:off x="9578068" y="3272518"/>
            <a:ext cx="234043" cy="2598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LID4096" sz="1600" dirty="0" err="1"/>
          </a:p>
        </p:txBody>
      </p:sp>
      <p:sp>
        <p:nvSpPr>
          <p:cNvPr id="6" name="Rectangle 5">
            <a:extLst>
              <a:ext uri="{FF2B5EF4-FFF2-40B4-BE49-F238E27FC236}">
                <a16:creationId xmlns:a16="http://schemas.microsoft.com/office/drawing/2014/main" id="{13E485CB-693F-4D76-8951-62AC9592B9CA}"/>
              </a:ext>
            </a:extLst>
          </p:cNvPr>
          <p:cNvSpPr/>
          <p:nvPr/>
        </p:nvSpPr>
        <p:spPr>
          <a:xfrm>
            <a:off x="8455479" y="3473904"/>
            <a:ext cx="308882" cy="1632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LID4096" sz="1600" dirty="0" err="1"/>
          </a:p>
        </p:txBody>
      </p:sp>
      <p:sp>
        <p:nvSpPr>
          <p:cNvPr id="7" name="Rectangle 6">
            <a:extLst>
              <a:ext uri="{FF2B5EF4-FFF2-40B4-BE49-F238E27FC236}">
                <a16:creationId xmlns:a16="http://schemas.microsoft.com/office/drawing/2014/main" id="{CBEF41C4-159A-BC6D-3D74-ED64911F5122}"/>
              </a:ext>
            </a:extLst>
          </p:cNvPr>
          <p:cNvSpPr/>
          <p:nvPr/>
        </p:nvSpPr>
        <p:spPr>
          <a:xfrm>
            <a:off x="8039100" y="4116161"/>
            <a:ext cx="270782" cy="1034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LID4096" sz="1600" dirty="0" err="1"/>
          </a:p>
        </p:txBody>
      </p:sp>
      <p:sp>
        <p:nvSpPr>
          <p:cNvPr id="10" name="Rectangle 9">
            <a:extLst>
              <a:ext uri="{FF2B5EF4-FFF2-40B4-BE49-F238E27FC236}">
                <a16:creationId xmlns:a16="http://schemas.microsoft.com/office/drawing/2014/main" id="{51871DEB-5C87-086E-BA02-2C0183F20D41}"/>
              </a:ext>
            </a:extLst>
          </p:cNvPr>
          <p:cNvSpPr/>
          <p:nvPr/>
        </p:nvSpPr>
        <p:spPr>
          <a:xfrm>
            <a:off x="7703004" y="3429000"/>
            <a:ext cx="193221" cy="5089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LID4096" sz="1600" dirty="0" err="1"/>
          </a:p>
        </p:txBody>
      </p:sp>
      <p:sp>
        <p:nvSpPr>
          <p:cNvPr id="11" name="Rectangle 10">
            <a:extLst>
              <a:ext uri="{FF2B5EF4-FFF2-40B4-BE49-F238E27FC236}">
                <a16:creationId xmlns:a16="http://schemas.microsoft.com/office/drawing/2014/main" id="{D87ED22E-3870-683B-C15A-4E7F5A7291DE}"/>
              </a:ext>
            </a:extLst>
          </p:cNvPr>
          <p:cNvSpPr/>
          <p:nvPr/>
        </p:nvSpPr>
        <p:spPr>
          <a:xfrm>
            <a:off x="8742862" y="3707946"/>
            <a:ext cx="476250" cy="22996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LID4096" sz="1600" dirty="0" err="1"/>
          </a:p>
        </p:txBody>
      </p:sp>
      <p:sp>
        <p:nvSpPr>
          <p:cNvPr id="12" name="Rectangle 11">
            <a:extLst>
              <a:ext uri="{FF2B5EF4-FFF2-40B4-BE49-F238E27FC236}">
                <a16:creationId xmlns:a16="http://schemas.microsoft.com/office/drawing/2014/main" id="{EE598120-275A-E5FF-A364-D2CD6E6E2F84}"/>
              </a:ext>
            </a:extLst>
          </p:cNvPr>
          <p:cNvSpPr/>
          <p:nvPr/>
        </p:nvSpPr>
        <p:spPr>
          <a:xfrm>
            <a:off x="9261021" y="2060121"/>
            <a:ext cx="985158" cy="2694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LID4096" sz="1600" dirty="0" err="1"/>
          </a:p>
        </p:txBody>
      </p:sp>
      <p:sp>
        <p:nvSpPr>
          <p:cNvPr id="13" name="Rectangle 12">
            <a:extLst>
              <a:ext uri="{FF2B5EF4-FFF2-40B4-BE49-F238E27FC236}">
                <a16:creationId xmlns:a16="http://schemas.microsoft.com/office/drawing/2014/main" id="{12A62181-8F13-12B8-3A74-0643696EE6B3}"/>
              </a:ext>
            </a:extLst>
          </p:cNvPr>
          <p:cNvSpPr/>
          <p:nvPr/>
        </p:nvSpPr>
        <p:spPr>
          <a:xfrm>
            <a:off x="9982200" y="2320017"/>
            <a:ext cx="329293" cy="2462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LID4096" sz="1600" dirty="0" err="1"/>
          </a:p>
        </p:txBody>
      </p:sp>
      <p:sp>
        <p:nvSpPr>
          <p:cNvPr id="15" name="Rectangle 14">
            <a:extLst>
              <a:ext uri="{FF2B5EF4-FFF2-40B4-BE49-F238E27FC236}">
                <a16:creationId xmlns:a16="http://schemas.microsoft.com/office/drawing/2014/main" id="{B2A76957-C4A5-EB12-96A0-727CB3F061FF}"/>
              </a:ext>
            </a:extLst>
          </p:cNvPr>
          <p:cNvSpPr/>
          <p:nvPr/>
        </p:nvSpPr>
        <p:spPr>
          <a:xfrm>
            <a:off x="10091057" y="3043917"/>
            <a:ext cx="593272" cy="2925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LID4096" sz="1600" dirty="0" err="1"/>
          </a:p>
        </p:txBody>
      </p:sp>
      <p:sp>
        <p:nvSpPr>
          <p:cNvPr id="17" name="Rectangle 16">
            <a:extLst>
              <a:ext uri="{FF2B5EF4-FFF2-40B4-BE49-F238E27FC236}">
                <a16:creationId xmlns:a16="http://schemas.microsoft.com/office/drawing/2014/main" id="{C53BEA61-998C-5833-8625-7D3FA11A4896}"/>
              </a:ext>
            </a:extLst>
          </p:cNvPr>
          <p:cNvSpPr/>
          <p:nvPr/>
        </p:nvSpPr>
        <p:spPr>
          <a:xfrm>
            <a:off x="9882769" y="3280681"/>
            <a:ext cx="263800" cy="370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LID4096" sz="1600" dirty="0" err="1"/>
          </a:p>
        </p:txBody>
      </p:sp>
      <p:sp>
        <p:nvSpPr>
          <p:cNvPr id="18" name="Rectangle 17">
            <a:extLst>
              <a:ext uri="{FF2B5EF4-FFF2-40B4-BE49-F238E27FC236}">
                <a16:creationId xmlns:a16="http://schemas.microsoft.com/office/drawing/2014/main" id="{34E49503-2927-F24E-AD20-B7AFBE2B04A9}"/>
              </a:ext>
            </a:extLst>
          </p:cNvPr>
          <p:cNvSpPr/>
          <p:nvPr/>
        </p:nvSpPr>
        <p:spPr>
          <a:xfrm>
            <a:off x="10454467" y="2320017"/>
            <a:ext cx="357769" cy="2245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LID4096" sz="1600" dirty="0" err="1"/>
          </a:p>
        </p:txBody>
      </p:sp>
      <p:sp>
        <p:nvSpPr>
          <p:cNvPr id="19" name="Rectangle 18">
            <a:extLst>
              <a:ext uri="{FF2B5EF4-FFF2-40B4-BE49-F238E27FC236}">
                <a16:creationId xmlns:a16="http://schemas.microsoft.com/office/drawing/2014/main" id="{C3E6D76F-7C93-5329-443E-6DBAFDE86EFD}"/>
              </a:ext>
            </a:extLst>
          </p:cNvPr>
          <p:cNvSpPr/>
          <p:nvPr/>
        </p:nvSpPr>
        <p:spPr>
          <a:xfrm>
            <a:off x="8684079" y="2351314"/>
            <a:ext cx="1257300" cy="66947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LID4096" sz="1600" dirty="0" err="1"/>
          </a:p>
        </p:txBody>
      </p:sp>
      <p:sp>
        <p:nvSpPr>
          <p:cNvPr id="20" name="Rectangle 19">
            <a:extLst>
              <a:ext uri="{FF2B5EF4-FFF2-40B4-BE49-F238E27FC236}">
                <a16:creationId xmlns:a16="http://schemas.microsoft.com/office/drawing/2014/main" id="{32B16E53-E885-4972-D208-41EFFD8E0496}"/>
              </a:ext>
            </a:extLst>
          </p:cNvPr>
          <p:cNvSpPr/>
          <p:nvPr/>
        </p:nvSpPr>
        <p:spPr>
          <a:xfrm>
            <a:off x="7851321" y="4253593"/>
            <a:ext cx="312965" cy="229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LID4096" sz="1600" dirty="0" err="1"/>
          </a:p>
        </p:txBody>
      </p:sp>
      <p:sp>
        <p:nvSpPr>
          <p:cNvPr id="21" name="Rectangle 20">
            <a:extLst>
              <a:ext uri="{FF2B5EF4-FFF2-40B4-BE49-F238E27FC236}">
                <a16:creationId xmlns:a16="http://schemas.microsoft.com/office/drawing/2014/main" id="{C2958A93-F0A4-69D2-C2F9-2B0B5F12E3DE}"/>
              </a:ext>
            </a:extLst>
          </p:cNvPr>
          <p:cNvSpPr/>
          <p:nvPr/>
        </p:nvSpPr>
        <p:spPr>
          <a:xfrm>
            <a:off x="9305625" y="3113314"/>
            <a:ext cx="130112" cy="868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LID4096" sz="1600" dirty="0" err="1"/>
          </a:p>
        </p:txBody>
      </p:sp>
      <p:sp>
        <p:nvSpPr>
          <p:cNvPr id="9" name="Rectangle: Rounded Corners 8">
            <a:extLst>
              <a:ext uri="{FF2B5EF4-FFF2-40B4-BE49-F238E27FC236}">
                <a16:creationId xmlns:a16="http://schemas.microsoft.com/office/drawing/2014/main" id="{63974151-0C26-DC18-CD3A-4E4008B9A2DA}"/>
              </a:ext>
            </a:extLst>
          </p:cNvPr>
          <p:cNvSpPr/>
          <p:nvPr/>
        </p:nvSpPr>
        <p:spPr>
          <a:xfrm>
            <a:off x="5657147" y="416687"/>
            <a:ext cx="1034144" cy="84898"/>
          </a:xfrm>
          <a:prstGeom prst="roundRect">
            <a:avLst>
              <a:gd name="adj" fmla="val 50000"/>
            </a:avLst>
          </a:prstGeom>
          <a:solidFill>
            <a:srgbClr val="00A6D6"/>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LID4096" sz="1600" dirty="0" err="1">
              <a:solidFill>
                <a:srgbClr val="00A6D6"/>
              </a:solidFill>
            </a:endParaRPr>
          </a:p>
        </p:txBody>
      </p:sp>
    </p:spTree>
    <p:extLst>
      <p:ext uri="{BB962C8B-B14F-4D97-AF65-F5344CB8AC3E}">
        <p14:creationId xmlns:p14="http://schemas.microsoft.com/office/powerpoint/2010/main" val="800442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hidden"/>
                                      </p:to>
                                    </p:set>
                                  </p:childTnLst>
                                </p:cTn>
                              </p:par>
                              <p:par>
                                <p:cTn id="9" presetID="1" presetClass="exit"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hidden"/>
                                      </p:to>
                                    </p:set>
                                  </p:childTnLst>
                                </p:cTn>
                              </p:par>
                              <p:par>
                                <p:cTn id="11" presetID="1" presetClass="exit"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0" nodeType="clickEffect">
                                  <p:stCondLst>
                                    <p:cond delay="0"/>
                                  </p:stCondLst>
                                  <p:childTnLst>
                                    <p:set>
                                      <p:cBhvr>
                                        <p:cTn id="16" dur="1" fill="hold">
                                          <p:stCondLst>
                                            <p:cond delay="0"/>
                                          </p:stCondLst>
                                        </p:cTn>
                                        <p:tgtEl>
                                          <p:spTgt spid="21"/>
                                        </p:tgtEl>
                                        <p:attrNameLst>
                                          <p:attrName>style.visibility</p:attrName>
                                        </p:attrNameLst>
                                      </p:cBhvr>
                                      <p:to>
                                        <p:strVal val="hidden"/>
                                      </p:to>
                                    </p:set>
                                  </p:childTnLst>
                                </p:cTn>
                              </p:par>
                              <p:par>
                                <p:cTn id="17" presetID="1" presetClass="exit"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hidden"/>
                                      </p:to>
                                    </p:set>
                                  </p:childTnLst>
                                </p:cTn>
                              </p:par>
                              <p:par>
                                <p:cTn id="19" presetID="1" presetClass="exit"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grpId="0" nodeType="clickEffect">
                                  <p:stCondLst>
                                    <p:cond delay="0"/>
                                  </p:stCondLst>
                                  <p:childTnLst>
                                    <p:set>
                                      <p:cBhvr>
                                        <p:cTn id="24" dur="1" fill="hold">
                                          <p:stCondLst>
                                            <p:cond delay="0"/>
                                          </p:stCondLst>
                                        </p:cTn>
                                        <p:tgtEl>
                                          <p:spTgt spid="19"/>
                                        </p:tgtEl>
                                        <p:attrNameLst>
                                          <p:attrName>style.visibility</p:attrName>
                                        </p:attrNameLst>
                                      </p:cBhvr>
                                      <p:to>
                                        <p:strVal val="hidden"/>
                                      </p:to>
                                    </p:set>
                                  </p:childTnLst>
                                </p:cTn>
                              </p:par>
                              <p:par>
                                <p:cTn id="25" presetID="1" presetClass="exit"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hidden"/>
                                      </p:to>
                                    </p:set>
                                  </p:childTnLst>
                                </p:cTn>
                              </p:par>
                              <p:par>
                                <p:cTn id="31" presetID="1" presetClass="exit"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hidden"/>
                                      </p:to>
                                    </p:set>
                                  </p:childTnLst>
                                </p:cTn>
                              </p:par>
                              <p:par>
                                <p:cTn id="33" presetID="1" presetClass="exit"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hidden"/>
                                      </p:to>
                                    </p:set>
                                  </p:childTnLst>
                                </p:cTn>
                              </p:par>
                              <p:par>
                                <p:cTn id="35" presetID="1" presetClass="exit"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hidden"/>
                                      </p:to>
                                    </p:set>
                                  </p:childTnLst>
                                </p:cTn>
                              </p:par>
                              <p:par>
                                <p:cTn id="37" presetID="1" presetClass="exit" presetSubtype="0" fill="hold" grpId="0" nodeType="withEffect">
                                  <p:stCondLst>
                                    <p:cond delay="0"/>
                                  </p:stCondLst>
                                  <p:childTnLst>
                                    <p:set>
                                      <p:cBhvr>
                                        <p:cTn id="38" dur="1" fill="hold">
                                          <p:stCondLst>
                                            <p:cond delay="0"/>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6" grpId="0" animBg="1"/>
      <p:bldP spid="7" grpId="0" animBg="1"/>
      <p:bldP spid="10" grpId="0" animBg="1"/>
      <p:bldP spid="11" grpId="0" animBg="1"/>
      <p:bldP spid="12" grpId="0" animBg="1"/>
      <p:bldP spid="13" grpId="0" animBg="1"/>
      <p:bldP spid="15" grpId="0" animBg="1"/>
      <p:bldP spid="17" grpId="0" animBg="1"/>
      <p:bldP spid="18" grpId="0" animBg="1"/>
      <p:bldP spid="19" grpId="0" animBg="1"/>
      <p:bldP spid="20" grpId="0" animBg="1"/>
      <p:bldP spid="2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jdelijke aanduiding voor datum 4">
            <a:extLst>
              <a:ext uri="{FF2B5EF4-FFF2-40B4-BE49-F238E27FC236}">
                <a16:creationId xmlns:a16="http://schemas.microsoft.com/office/drawing/2014/main" id="{B994BAD7-1490-F4D5-9092-3EB7111B7DF7}"/>
              </a:ext>
            </a:extLst>
          </p:cNvPr>
          <p:cNvSpPr>
            <a:spLocks noGrp="1"/>
          </p:cNvSpPr>
          <p:nvPr>
            <p:ph type="dt" sz="half" idx="18"/>
          </p:nvPr>
        </p:nvSpPr>
        <p:spPr>
          <a:xfrm>
            <a:off x="10146569" y="6405669"/>
            <a:ext cx="766235" cy="184666"/>
          </a:xfrm>
        </p:spPr>
        <p:txBody>
          <a:bodyPr/>
          <a:lstStyle/>
          <a:p>
            <a:r>
              <a:rPr lang="LID4096"/>
              <a:t>08/30/2024</a:t>
            </a:r>
            <a:endParaRPr lang="en-GB" dirty="0"/>
          </a:p>
        </p:txBody>
      </p:sp>
      <p:sp>
        <p:nvSpPr>
          <p:cNvPr id="16" name="Tijdelijke aanduiding voor dianummer 15">
            <a:extLst>
              <a:ext uri="{FF2B5EF4-FFF2-40B4-BE49-F238E27FC236}">
                <a16:creationId xmlns:a16="http://schemas.microsoft.com/office/drawing/2014/main" id="{BBB35617-5649-3A69-5ACC-A5828B3F289A}"/>
              </a:ext>
            </a:extLst>
          </p:cNvPr>
          <p:cNvSpPr>
            <a:spLocks noGrp="1"/>
          </p:cNvSpPr>
          <p:nvPr>
            <p:ph type="sldNum" sz="quarter" idx="20"/>
          </p:nvPr>
        </p:nvSpPr>
        <p:spPr>
          <a:xfrm>
            <a:off x="11178464" y="6405669"/>
            <a:ext cx="291298" cy="184666"/>
          </a:xfrm>
        </p:spPr>
        <p:txBody>
          <a:bodyPr/>
          <a:lstStyle/>
          <a:p>
            <a:fld id="{9E843DB9-9987-4157-AB9C-CEA8D7D910BB}" type="slidenum">
              <a:rPr lang="en-GB" smtClean="0"/>
              <a:pPr/>
              <a:t>19</a:t>
            </a:fld>
            <a:endParaRPr lang="en-GB" dirty="0"/>
          </a:p>
        </p:txBody>
      </p:sp>
      <mc:AlternateContent xmlns:mc="http://schemas.openxmlformats.org/markup-compatibility/2006" xmlns:a14="http://schemas.microsoft.com/office/drawing/2010/main">
        <mc:Choice Requires="a14">
          <p:sp>
            <p:nvSpPr>
              <p:cNvPr id="8" name="Tijdelijke aanduiding voor tekst 7">
                <a:extLst>
                  <a:ext uri="{FF2B5EF4-FFF2-40B4-BE49-F238E27FC236}">
                    <a16:creationId xmlns:a16="http://schemas.microsoft.com/office/drawing/2014/main" id="{73C0F465-AC54-5AF4-B9C9-64F21371EF32}"/>
                  </a:ext>
                </a:extLst>
              </p:cNvPr>
              <p:cNvSpPr>
                <a:spLocks noGrp="1"/>
              </p:cNvSpPr>
              <p:nvPr>
                <p:ph type="body" sz="quarter" idx="21"/>
              </p:nvPr>
            </p:nvSpPr>
            <p:spPr>
              <a:xfrm>
                <a:off x="719138" y="1346549"/>
                <a:ext cx="5376861" cy="3350712"/>
              </a:xfrm>
              <a:prstGeom prst="rect">
                <a:avLst/>
              </a:prstGeom>
            </p:spPr>
            <p:txBody>
              <a:bodyPr/>
              <a:lstStyle/>
              <a:p>
                <a:pPr>
                  <a:lnSpc>
                    <a:spcPct val="100000"/>
                  </a:lnSpc>
                </a:pPr>
                <a:r>
                  <a:rPr lang="en-GB" b="1" dirty="0">
                    <a:solidFill>
                      <a:srgbClr val="0076C2"/>
                    </a:solidFill>
                  </a:rPr>
                  <a:t>Actor</a:t>
                </a:r>
                <a:r>
                  <a:rPr lang="en-GB" b="1" dirty="0">
                    <a:solidFill>
                      <a:srgbClr val="0C2340"/>
                    </a:solidFill>
                  </a:rPr>
                  <a:t>, </a:t>
                </a:r>
                <a14:m>
                  <m:oMath xmlns:m="http://schemas.openxmlformats.org/officeDocument/2006/math">
                    <m:sSub>
                      <m:sSubPr>
                        <m:ctrlPr>
                          <a:rPr lang="en-US" b="0" i="1" smtClean="0">
                            <a:solidFill>
                              <a:srgbClr val="0C2340"/>
                            </a:solidFill>
                            <a:latin typeface="Cambria Math" panose="02040503050406030204" pitchFamily="18" charset="0"/>
                          </a:rPr>
                        </m:ctrlPr>
                      </m:sSubPr>
                      <m:e>
                        <m:r>
                          <a:rPr lang="en-US" b="0" i="1" smtClean="0">
                            <a:solidFill>
                              <a:srgbClr val="0C2340"/>
                            </a:solidFill>
                            <a:latin typeface="Cambria Math" panose="02040503050406030204" pitchFamily="18" charset="0"/>
                          </a:rPr>
                          <m:t>𝑊</m:t>
                        </m:r>
                      </m:e>
                      <m:sub>
                        <m:r>
                          <a:rPr lang="en-US" b="0" i="1" smtClean="0">
                            <a:solidFill>
                              <a:srgbClr val="0C2340"/>
                            </a:solidFill>
                            <a:latin typeface="Cambria Math" panose="02040503050406030204" pitchFamily="18" charset="0"/>
                          </a:rPr>
                          <m:t>𝑎</m:t>
                        </m:r>
                      </m:sub>
                    </m:sSub>
                    <m:r>
                      <a:rPr lang="en-US" b="0" i="1" smtClean="0">
                        <a:solidFill>
                          <a:srgbClr val="0C2340"/>
                        </a:solidFill>
                        <a:latin typeface="Cambria Math" panose="02040503050406030204" pitchFamily="18" charset="0"/>
                      </a:rPr>
                      <m:t> </m:t>
                    </m:r>
                  </m:oMath>
                </a14:m>
                <a:r>
                  <a:rPr lang="en-GB" b="1" dirty="0">
                    <a:solidFill>
                      <a:srgbClr val="0C2340"/>
                    </a:solidFill>
                  </a:rPr>
                  <a:t>:</a:t>
                </a:r>
              </a:p>
              <a:p>
                <a:pPr marL="0" indent="0">
                  <a:lnSpc>
                    <a:spcPct val="100000"/>
                  </a:lnSpc>
                  <a:buNone/>
                </a:pPr>
                <a14:m>
                  <m:oMathPara xmlns:m="http://schemas.openxmlformats.org/officeDocument/2006/math">
                    <m:oMathParaPr>
                      <m:jc m:val="left"/>
                    </m:oMathParaPr>
                    <m:oMath xmlns:m="http://schemas.openxmlformats.org/officeDocument/2006/math">
                      <m:sSub>
                        <m:sSubPr>
                          <m:ctrlPr>
                            <a:rPr lang="en-US" sz="1800" b="0" i="1" smtClean="0">
                              <a:solidFill>
                                <a:schemeClr val="tx1"/>
                              </a:solidFill>
                              <a:latin typeface="Cambria Math" panose="02040503050406030204" pitchFamily="18" charset="0"/>
                            </a:rPr>
                          </m:ctrlPr>
                        </m:sSubPr>
                        <m:e>
                          <m:r>
                            <a:rPr lang="en-US" sz="1800" b="0" i="1" smtClean="0">
                              <a:solidFill>
                                <a:schemeClr val="tx1"/>
                              </a:solidFill>
                              <a:latin typeface="Cambria Math" panose="02040503050406030204" pitchFamily="18" charset="0"/>
                            </a:rPr>
                            <m:t>𝑊</m:t>
                          </m:r>
                        </m:e>
                        <m:sub>
                          <m:sSub>
                            <m:sSubPr>
                              <m:ctrlPr>
                                <a:rPr lang="en-US" sz="1800" b="0" i="1" smtClean="0">
                                  <a:solidFill>
                                    <a:schemeClr val="tx1"/>
                                  </a:solidFill>
                                  <a:latin typeface="Cambria Math" panose="02040503050406030204" pitchFamily="18" charset="0"/>
                                </a:rPr>
                              </m:ctrlPr>
                            </m:sSubPr>
                            <m:e>
                              <m:r>
                                <a:rPr lang="en-US" sz="1800" b="0" i="1" smtClean="0">
                                  <a:solidFill>
                                    <a:schemeClr val="tx1"/>
                                  </a:solidFill>
                                  <a:latin typeface="Cambria Math" panose="02040503050406030204" pitchFamily="18" charset="0"/>
                                </a:rPr>
                                <m:t>𝑎</m:t>
                              </m:r>
                            </m:e>
                            <m:sub>
                              <m:r>
                                <a:rPr lang="en-US" sz="1800" b="0" i="1" smtClean="0">
                                  <a:solidFill>
                                    <a:schemeClr val="tx1"/>
                                  </a:solidFill>
                                  <a:latin typeface="Cambria Math" panose="02040503050406030204" pitchFamily="18" charset="0"/>
                                </a:rPr>
                                <m:t>𝑡</m:t>
                              </m:r>
                              <m:r>
                                <a:rPr lang="en-US" sz="1800" b="0" i="1" smtClean="0">
                                  <a:solidFill>
                                    <a:schemeClr val="tx1"/>
                                  </a:solidFill>
                                  <a:latin typeface="Cambria Math" panose="02040503050406030204" pitchFamily="18" charset="0"/>
                                </a:rPr>
                                <m:t>+1</m:t>
                              </m:r>
                            </m:sub>
                          </m:sSub>
                        </m:sub>
                      </m:sSub>
                      <m:r>
                        <a:rPr lang="en-US" sz="1800" b="0" i="1" smtClean="0">
                          <a:solidFill>
                            <a:schemeClr val="tx1"/>
                          </a:solidFill>
                          <a:latin typeface="Cambria Math" panose="02040503050406030204" pitchFamily="18" charset="0"/>
                        </a:rPr>
                        <m:t>=</m:t>
                      </m:r>
                      <m:sSub>
                        <m:sSubPr>
                          <m:ctrlPr>
                            <a:rPr lang="en-US" sz="1800" b="0" i="1" smtClean="0">
                              <a:solidFill>
                                <a:schemeClr val="tx1"/>
                              </a:solidFill>
                              <a:latin typeface="Cambria Math" panose="02040503050406030204" pitchFamily="18" charset="0"/>
                            </a:rPr>
                          </m:ctrlPr>
                        </m:sSubPr>
                        <m:e>
                          <m:r>
                            <a:rPr lang="en-US" sz="1800" b="0" i="1" smtClean="0">
                              <a:solidFill>
                                <a:schemeClr val="tx1"/>
                              </a:solidFill>
                              <a:latin typeface="Cambria Math" panose="02040503050406030204" pitchFamily="18" charset="0"/>
                            </a:rPr>
                            <m:t>𝑊</m:t>
                          </m:r>
                        </m:e>
                        <m:sub>
                          <m:sSub>
                            <m:sSubPr>
                              <m:ctrlPr>
                                <a:rPr lang="en-US" sz="1800" b="0" i="1" smtClean="0">
                                  <a:solidFill>
                                    <a:schemeClr val="tx1"/>
                                  </a:solidFill>
                                  <a:latin typeface="Cambria Math" panose="02040503050406030204" pitchFamily="18" charset="0"/>
                                </a:rPr>
                              </m:ctrlPr>
                            </m:sSubPr>
                            <m:e>
                              <m:r>
                                <a:rPr lang="en-US" sz="1800" b="0" i="1" smtClean="0">
                                  <a:solidFill>
                                    <a:schemeClr val="tx1"/>
                                  </a:solidFill>
                                  <a:latin typeface="Cambria Math" panose="02040503050406030204" pitchFamily="18" charset="0"/>
                                </a:rPr>
                                <m:t>𝑎</m:t>
                              </m:r>
                            </m:e>
                            <m:sub>
                              <m:r>
                                <a:rPr lang="en-US" sz="1800" b="0" i="1" smtClean="0">
                                  <a:solidFill>
                                    <a:schemeClr val="tx1"/>
                                  </a:solidFill>
                                  <a:latin typeface="Cambria Math" panose="02040503050406030204" pitchFamily="18" charset="0"/>
                                </a:rPr>
                                <m:t>𝑡</m:t>
                              </m:r>
                            </m:sub>
                          </m:sSub>
                        </m:sub>
                      </m:sSub>
                      <m:r>
                        <a:rPr lang="en-US" sz="1800" b="0" i="1" smtClean="0">
                          <a:solidFill>
                            <a:schemeClr val="tx1"/>
                          </a:solidFill>
                          <a:latin typeface="Cambria Math" panose="02040503050406030204" pitchFamily="18" charset="0"/>
                        </a:rPr>
                        <m:t>+</m:t>
                      </m:r>
                      <m:sSub>
                        <m:sSubPr>
                          <m:ctrlPr>
                            <a:rPr lang="en-US" sz="1800" b="0" i="1" smtClean="0">
                              <a:solidFill>
                                <a:schemeClr val="tx1"/>
                              </a:solidFill>
                              <a:latin typeface="Cambria Math" panose="02040503050406030204" pitchFamily="18" charset="0"/>
                            </a:rPr>
                          </m:ctrlPr>
                        </m:sSubPr>
                        <m:e>
                          <m:r>
                            <a:rPr lang="en-US" sz="1800" b="0" i="1" smtClean="0">
                              <a:solidFill>
                                <a:schemeClr val="tx1"/>
                              </a:solidFill>
                              <a:latin typeface="Cambria Math" panose="02040503050406030204" pitchFamily="18" charset="0"/>
                            </a:rPr>
                            <m:t>𝜂</m:t>
                          </m:r>
                        </m:e>
                        <m:sub>
                          <m:r>
                            <a:rPr lang="en-US" sz="1800" b="0" i="1" smtClean="0">
                              <a:solidFill>
                                <a:schemeClr val="tx1"/>
                              </a:solidFill>
                              <a:latin typeface="Cambria Math" panose="02040503050406030204" pitchFamily="18" charset="0"/>
                            </a:rPr>
                            <m:t>𝑎</m:t>
                          </m:r>
                        </m:sub>
                      </m:sSub>
                      <m:f>
                        <m:fPr>
                          <m:ctrlPr>
                            <a:rPr lang="en-HK" sz="1800" i="1">
                              <a:solidFill>
                                <a:schemeClr val="tx1"/>
                              </a:solidFill>
                              <a:latin typeface="Cambria Math" panose="02040503050406030204" pitchFamily="18" charset="0"/>
                            </a:rPr>
                          </m:ctrlPr>
                        </m:fPr>
                        <m:num>
                          <m:r>
                            <a:rPr lang="en-US" sz="1800" i="1">
                              <a:solidFill>
                                <a:schemeClr val="tx1"/>
                              </a:solidFill>
                              <a:latin typeface="Cambria Math" panose="02040503050406030204" pitchFamily="18" charset="0"/>
                            </a:rPr>
                            <m:t>𝜕</m:t>
                          </m:r>
                          <m:r>
                            <a:rPr lang="en-US" sz="1800" i="1">
                              <a:solidFill>
                                <a:schemeClr val="tx1"/>
                              </a:solidFill>
                              <a:latin typeface="Cambria Math" panose="02040503050406030204" pitchFamily="18" charset="0"/>
                            </a:rPr>
                            <m:t>𝑅</m:t>
                          </m:r>
                        </m:num>
                        <m:den>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𝑊</m:t>
                              </m:r>
                            </m:e>
                            <m:sub>
                              <m:r>
                                <a:rPr lang="en-US" sz="1800" i="1">
                                  <a:solidFill>
                                    <a:schemeClr val="tx1"/>
                                  </a:solidFill>
                                  <a:latin typeface="Cambria Math" panose="02040503050406030204" pitchFamily="18" charset="0"/>
                                </a:rPr>
                                <m:t>𝑎</m:t>
                              </m:r>
                            </m:sub>
                          </m:sSub>
                        </m:den>
                      </m:f>
                    </m:oMath>
                  </m:oMathPara>
                </a14:m>
                <a:endParaRPr lang="en-GB" dirty="0">
                  <a:solidFill>
                    <a:schemeClr val="tx1"/>
                  </a:solidFill>
                </a:endParaRPr>
              </a:p>
              <a:p>
                <a:pPr>
                  <a:lnSpc>
                    <a:spcPct val="100000"/>
                  </a:lnSpc>
                </a:pPr>
                <a:r>
                  <a:rPr lang="en-GB" b="1" dirty="0">
                    <a:solidFill>
                      <a:srgbClr val="A50034"/>
                    </a:solidFill>
                  </a:rPr>
                  <a:t>Critic</a:t>
                </a:r>
                <a:r>
                  <a:rPr lang="en-GB" b="1" dirty="0">
                    <a:solidFill>
                      <a:srgbClr val="0C2340"/>
                    </a:solidFill>
                  </a:rPr>
                  <a:t>, </a:t>
                </a:r>
                <a14:m>
                  <m:oMath xmlns:m="http://schemas.openxmlformats.org/officeDocument/2006/math">
                    <m:sSub>
                      <m:sSubPr>
                        <m:ctrlPr>
                          <a:rPr lang="en-US" b="0" i="1" smtClean="0">
                            <a:solidFill>
                              <a:srgbClr val="0C2340"/>
                            </a:solidFill>
                            <a:latin typeface="Cambria Math" panose="02040503050406030204" pitchFamily="18" charset="0"/>
                          </a:rPr>
                        </m:ctrlPr>
                      </m:sSubPr>
                      <m:e>
                        <m:r>
                          <a:rPr lang="en-US" b="0" i="1" smtClean="0">
                            <a:solidFill>
                              <a:srgbClr val="0C2340"/>
                            </a:solidFill>
                            <a:latin typeface="Cambria Math" panose="02040503050406030204" pitchFamily="18" charset="0"/>
                          </a:rPr>
                          <m:t>𝑊</m:t>
                        </m:r>
                      </m:e>
                      <m:sub>
                        <m:r>
                          <a:rPr lang="en-US" b="0" i="1" smtClean="0">
                            <a:solidFill>
                              <a:srgbClr val="0C2340"/>
                            </a:solidFill>
                            <a:latin typeface="Cambria Math" panose="02040503050406030204" pitchFamily="18" charset="0"/>
                          </a:rPr>
                          <m:t>𝑐</m:t>
                        </m:r>
                      </m:sub>
                    </m:sSub>
                    <m:r>
                      <a:rPr lang="en-US" b="0" i="1" smtClean="0">
                        <a:solidFill>
                          <a:schemeClr val="tx1"/>
                        </a:solidFill>
                        <a:latin typeface="Cambria Math" panose="02040503050406030204" pitchFamily="18" charset="0"/>
                      </a:rPr>
                      <m:t> </m:t>
                    </m:r>
                  </m:oMath>
                </a14:m>
                <a:r>
                  <a:rPr lang="en-GB" b="1" dirty="0">
                    <a:solidFill>
                      <a:srgbClr val="0C2340"/>
                    </a:solidFill>
                  </a:rPr>
                  <a:t>:</a:t>
                </a:r>
                <a:endParaRPr lang="en-US" b="0" dirty="0">
                  <a:solidFill>
                    <a:schemeClr val="tx1"/>
                  </a:solidFill>
                </a:endParaRPr>
              </a:p>
              <a:p>
                <a:pPr marL="0" indent="0">
                  <a:lnSpc>
                    <a:spcPct val="100000"/>
                  </a:lnSpc>
                  <a:buNone/>
                </a:pPr>
                <a14:m>
                  <m:oMathPara xmlns:m="http://schemas.openxmlformats.org/officeDocument/2006/math">
                    <m:oMathParaPr>
                      <m:jc m:val="left"/>
                    </m:oMathParaPr>
                    <m:oMath xmlns:m="http://schemas.openxmlformats.org/officeDocument/2006/math">
                      <m:sSub>
                        <m:sSubPr>
                          <m:ctrlPr>
                            <a:rPr lang="en-US" sz="1800" b="0" i="1" smtClean="0">
                              <a:solidFill>
                                <a:schemeClr val="tx1"/>
                              </a:solidFill>
                              <a:latin typeface="Cambria Math" panose="02040503050406030204" pitchFamily="18" charset="0"/>
                            </a:rPr>
                          </m:ctrlPr>
                        </m:sSubPr>
                        <m:e>
                          <m:r>
                            <a:rPr lang="en-US" sz="1800" b="0" i="1" smtClean="0">
                              <a:solidFill>
                                <a:schemeClr val="tx1"/>
                              </a:solidFill>
                              <a:latin typeface="Cambria Math" panose="02040503050406030204" pitchFamily="18" charset="0"/>
                            </a:rPr>
                            <m:t>𝑊</m:t>
                          </m:r>
                        </m:e>
                        <m:sub>
                          <m:sSub>
                            <m:sSubPr>
                              <m:ctrlPr>
                                <a:rPr lang="en-US" sz="1800" b="0" i="1" smtClean="0">
                                  <a:solidFill>
                                    <a:schemeClr val="tx1"/>
                                  </a:solidFill>
                                  <a:latin typeface="Cambria Math" panose="02040503050406030204" pitchFamily="18" charset="0"/>
                                </a:rPr>
                              </m:ctrlPr>
                            </m:sSubPr>
                            <m:e>
                              <m:r>
                                <a:rPr lang="en-US" sz="1800" b="0" i="1" smtClean="0">
                                  <a:solidFill>
                                    <a:schemeClr val="tx1"/>
                                  </a:solidFill>
                                  <a:latin typeface="Cambria Math" panose="02040503050406030204" pitchFamily="18" charset="0"/>
                                </a:rPr>
                                <m:t>𝑐</m:t>
                              </m:r>
                            </m:e>
                            <m:sub>
                              <m:r>
                                <a:rPr lang="en-US" sz="1800" b="0" i="1" smtClean="0">
                                  <a:solidFill>
                                    <a:schemeClr val="tx1"/>
                                  </a:solidFill>
                                  <a:latin typeface="Cambria Math" panose="02040503050406030204" pitchFamily="18" charset="0"/>
                                </a:rPr>
                                <m:t>𝑡</m:t>
                              </m:r>
                              <m:r>
                                <a:rPr lang="en-US" sz="1800" b="0" i="1" smtClean="0">
                                  <a:solidFill>
                                    <a:schemeClr val="tx1"/>
                                  </a:solidFill>
                                  <a:latin typeface="Cambria Math" panose="02040503050406030204" pitchFamily="18" charset="0"/>
                                </a:rPr>
                                <m:t>+1</m:t>
                              </m:r>
                            </m:sub>
                          </m:sSub>
                        </m:sub>
                      </m:sSub>
                      <m:r>
                        <a:rPr lang="en-US" sz="1800" b="0" i="1" smtClean="0">
                          <a:solidFill>
                            <a:schemeClr val="tx1"/>
                          </a:solidFill>
                          <a:latin typeface="Cambria Math" panose="02040503050406030204" pitchFamily="18" charset="0"/>
                        </a:rPr>
                        <m:t>=</m:t>
                      </m:r>
                      <m:sSub>
                        <m:sSubPr>
                          <m:ctrlPr>
                            <a:rPr lang="en-US" sz="1800" b="0" i="1" smtClean="0">
                              <a:solidFill>
                                <a:schemeClr val="tx1"/>
                              </a:solidFill>
                              <a:latin typeface="Cambria Math" panose="02040503050406030204" pitchFamily="18" charset="0"/>
                            </a:rPr>
                          </m:ctrlPr>
                        </m:sSubPr>
                        <m:e>
                          <m:r>
                            <a:rPr lang="en-US" sz="1800" b="0" i="1" smtClean="0">
                              <a:solidFill>
                                <a:schemeClr val="tx1"/>
                              </a:solidFill>
                              <a:latin typeface="Cambria Math" panose="02040503050406030204" pitchFamily="18" charset="0"/>
                            </a:rPr>
                            <m:t>𝑊</m:t>
                          </m:r>
                        </m:e>
                        <m:sub>
                          <m:sSub>
                            <m:sSubPr>
                              <m:ctrlPr>
                                <a:rPr lang="en-US" sz="1800" b="0" i="1" smtClean="0">
                                  <a:solidFill>
                                    <a:schemeClr val="tx1"/>
                                  </a:solidFill>
                                  <a:latin typeface="Cambria Math" panose="02040503050406030204" pitchFamily="18" charset="0"/>
                                </a:rPr>
                              </m:ctrlPr>
                            </m:sSubPr>
                            <m:e>
                              <m:r>
                                <a:rPr lang="en-US" sz="1800" b="0" i="1" smtClean="0">
                                  <a:solidFill>
                                    <a:schemeClr val="tx1"/>
                                  </a:solidFill>
                                  <a:latin typeface="Cambria Math" panose="02040503050406030204" pitchFamily="18" charset="0"/>
                                </a:rPr>
                                <m:t>𝑐</m:t>
                              </m:r>
                            </m:e>
                            <m:sub>
                              <m:r>
                                <a:rPr lang="en-US" sz="1800" b="0" i="1" smtClean="0">
                                  <a:solidFill>
                                    <a:schemeClr val="tx1"/>
                                  </a:solidFill>
                                  <a:latin typeface="Cambria Math" panose="02040503050406030204" pitchFamily="18" charset="0"/>
                                </a:rPr>
                                <m:t>𝑡</m:t>
                              </m:r>
                            </m:sub>
                          </m:sSub>
                        </m:sub>
                      </m:sSub>
                      <m:r>
                        <a:rPr lang="en-US" sz="1800" b="0" i="1" smtClean="0">
                          <a:solidFill>
                            <a:schemeClr val="tx1"/>
                          </a:solidFill>
                          <a:latin typeface="Cambria Math" panose="02040503050406030204" pitchFamily="18" charset="0"/>
                        </a:rPr>
                        <m:t>−</m:t>
                      </m:r>
                      <m:sSub>
                        <m:sSubPr>
                          <m:ctrlPr>
                            <a:rPr lang="en-US" sz="1800" b="0" i="1" smtClean="0">
                              <a:solidFill>
                                <a:schemeClr val="tx1"/>
                              </a:solidFill>
                              <a:latin typeface="Cambria Math" panose="02040503050406030204" pitchFamily="18" charset="0"/>
                            </a:rPr>
                          </m:ctrlPr>
                        </m:sSubPr>
                        <m:e>
                          <m:r>
                            <a:rPr lang="en-US" sz="1800" b="0" i="1" smtClean="0">
                              <a:solidFill>
                                <a:schemeClr val="tx1"/>
                              </a:solidFill>
                              <a:latin typeface="Cambria Math" panose="02040503050406030204" pitchFamily="18" charset="0"/>
                            </a:rPr>
                            <m:t>𝜂</m:t>
                          </m:r>
                        </m:e>
                        <m:sub>
                          <m:r>
                            <a:rPr lang="en-US" sz="1800" b="0" i="1" smtClean="0">
                              <a:solidFill>
                                <a:schemeClr val="tx1"/>
                              </a:solidFill>
                              <a:latin typeface="Cambria Math" panose="02040503050406030204" pitchFamily="18" charset="0"/>
                            </a:rPr>
                            <m:t>𝑐</m:t>
                          </m:r>
                        </m:sub>
                      </m:sSub>
                      <m:f>
                        <m:fPr>
                          <m:ctrlPr>
                            <a:rPr lang="en-HK" sz="1800" i="1">
                              <a:solidFill>
                                <a:schemeClr val="tx1"/>
                              </a:solidFill>
                              <a:latin typeface="Cambria Math" panose="02040503050406030204" pitchFamily="18" charset="0"/>
                            </a:rPr>
                          </m:ctrlPr>
                        </m:fPr>
                        <m:num>
                          <m:r>
                            <a:rPr lang="en-US" sz="1800" i="1">
                              <a:solidFill>
                                <a:schemeClr val="tx1"/>
                              </a:solidFill>
                              <a:latin typeface="Cambria Math" panose="02040503050406030204" pitchFamily="18" charset="0"/>
                            </a:rPr>
                            <m:t>𝜕</m:t>
                          </m:r>
                          <m:r>
                            <a:rPr lang="en-US" sz="1800" i="1">
                              <a:solidFill>
                                <a:schemeClr val="tx1"/>
                              </a:solidFill>
                              <a:latin typeface="Cambria Math" panose="02040503050406030204" pitchFamily="18" charset="0"/>
                            </a:rPr>
                            <m:t>𝑇𝐷</m:t>
                          </m:r>
                        </m:num>
                        <m:den>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𝑊</m:t>
                              </m:r>
                            </m:e>
                            <m:sub>
                              <m:r>
                                <a:rPr lang="en-US" sz="1800" i="1">
                                  <a:solidFill>
                                    <a:schemeClr val="tx1"/>
                                  </a:solidFill>
                                  <a:latin typeface="Cambria Math" panose="02040503050406030204" pitchFamily="18" charset="0"/>
                                </a:rPr>
                                <m:t>𝑎</m:t>
                              </m:r>
                            </m:sub>
                          </m:sSub>
                        </m:den>
                      </m:f>
                    </m:oMath>
                  </m:oMathPara>
                </a14:m>
                <a:endParaRPr lang="en-US" sz="1800" b="0" dirty="0">
                  <a:solidFill>
                    <a:schemeClr val="tx1"/>
                  </a:solidFill>
                </a:endParaRPr>
              </a:p>
              <a:p>
                <a:pPr>
                  <a:lnSpc>
                    <a:spcPct val="100000"/>
                  </a:lnSpc>
                </a:pPr>
                <a:r>
                  <a:rPr lang="en-GB" b="1" dirty="0">
                    <a:solidFill>
                      <a:srgbClr val="009B77"/>
                    </a:solidFill>
                  </a:rPr>
                  <a:t>Model</a:t>
                </a:r>
                <a:r>
                  <a:rPr lang="en-GB" b="1" dirty="0">
                    <a:solidFill>
                      <a:srgbClr val="0C2340"/>
                    </a:solidFill>
                  </a:rPr>
                  <a:t>,</a:t>
                </a:r>
                <a:r>
                  <a:rPr lang="en-GB" dirty="0">
                    <a:solidFill>
                      <a:srgbClr val="0C2340"/>
                    </a:solidFill>
                  </a:rPr>
                  <a:t> </a:t>
                </a:r>
                <a14:m>
                  <m:oMath xmlns:m="http://schemas.openxmlformats.org/officeDocument/2006/math">
                    <m:r>
                      <m:rPr>
                        <m:sty m:val="p"/>
                      </m:rPr>
                      <a:rPr lang="en-US" b="0" i="0" smtClean="0">
                        <a:solidFill>
                          <a:srgbClr val="0C2340"/>
                        </a:solidFill>
                        <a:latin typeface="Cambria Math" panose="02040503050406030204" pitchFamily="18" charset="0"/>
                      </a:rPr>
                      <m:t>Θ</m:t>
                    </m:r>
                  </m:oMath>
                </a14:m>
                <a:r>
                  <a:rPr lang="en-GB" b="1" dirty="0">
                    <a:solidFill>
                      <a:srgbClr val="0C2340"/>
                    </a:solidFill>
                  </a:rPr>
                  <a:t>:</a:t>
                </a:r>
              </a:p>
              <a:p>
                <a:pPr marL="0" indent="0">
                  <a:lnSpc>
                    <a:spcPct val="100000"/>
                  </a:lnSpc>
                  <a:buNone/>
                </a:pPr>
                <a:r>
                  <a:rPr lang="en-GB" dirty="0">
                    <a:solidFill>
                      <a:schemeClr val="tx1"/>
                    </a:solidFill>
                  </a:rPr>
                  <a:t>Update using RLS, </a:t>
                </a:r>
                <a14:m>
                  <m:oMath xmlns:m="http://schemas.openxmlformats.org/officeDocument/2006/math">
                    <m:sSub>
                      <m:sSubPr>
                        <m:ctrlPr>
                          <a:rPr lang="en-US" b="0" i="1" smtClean="0">
                            <a:solidFill>
                              <a:schemeClr val="tx1"/>
                            </a:solidFill>
                            <a:latin typeface="Cambria Math" panose="02040503050406030204" pitchFamily="18" charset="0"/>
                          </a:rPr>
                        </m:ctrlPr>
                      </m:sSubPr>
                      <m:e>
                        <m:r>
                          <m:rPr>
                            <m:sty m:val="p"/>
                          </m:rPr>
                          <a:rPr lang="en-US" b="0" i="0" smtClean="0">
                            <a:solidFill>
                              <a:schemeClr val="tx1"/>
                            </a:solidFill>
                            <a:latin typeface="Cambria Math" panose="02040503050406030204" pitchFamily="18" charset="0"/>
                          </a:rPr>
                          <m:t>Θ</m:t>
                        </m:r>
                      </m:e>
                      <m:sub>
                        <m:r>
                          <a:rPr lang="en-US" b="0" i="1" smtClean="0">
                            <a:solidFill>
                              <a:schemeClr val="tx1"/>
                            </a:solidFill>
                            <a:latin typeface="Cambria Math" panose="02040503050406030204" pitchFamily="18" charset="0"/>
                          </a:rPr>
                          <m:t>𝑡</m:t>
                        </m:r>
                        <m:r>
                          <a:rPr lang="en-US" b="0" i="1" smtClean="0">
                            <a:solidFill>
                              <a:schemeClr val="tx1"/>
                            </a:solidFill>
                            <a:latin typeface="Cambria Math" panose="02040503050406030204" pitchFamily="18" charset="0"/>
                          </a:rPr>
                          <m:t>+1</m:t>
                        </m:r>
                      </m:sub>
                    </m:sSub>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r>
                          <m:rPr>
                            <m:sty m:val="p"/>
                          </m:rPr>
                          <a:rPr lang="en-US" b="0" i="0" smtClean="0">
                            <a:solidFill>
                              <a:schemeClr val="tx1"/>
                            </a:solidFill>
                            <a:latin typeface="Cambria Math" panose="02040503050406030204" pitchFamily="18" charset="0"/>
                          </a:rPr>
                          <m:t>Θ</m:t>
                        </m:r>
                      </m:e>
                      <m:sub>
                        <m:r>
                          <a:rPr lang="en-US" b="0" i="1" smtClean="0">
                            <a:solidFill>
                              <a:schemeClr val="tx1"/>
                            </a:solidFill>
                            <a:latin typeface="Cambria Math" panose="02040503050406030204" pitchFamily="18" charset="0"/>
                          </a:rPr>
                          <m:t>𝑡</m:t>
                        </m:r>
                      </m:sub>
                    </m:sSub>
                    <m:r>
                      <a:rPr lang="en-US" b="0" i="1" smtClean="0">
                        <a:solidFill>
                          <a:schemeClr val="tx1"/>
                        </a:solidFill>
                        <a:latin typeface="Cambria Math" panose="02040503050406030204" pitchFamily="18" charset="0"/>
                      </a:rPr>
                      <m:t>+</m:t>
                    </m:r>
                    <m:r>
                      <m:rPr>
                        <m:sty m:val="p"/>
                      </m:rPr>
                      <a:rPr lang="en-US" b="0" i="0" smtClean="0">
                        <a:solidFill>
                          <a:srgbClr val="0076C2"/>
                        </a:solidFill>
                        <a:latin typeface="Cambria Math" panose="02040503050406030204" pitchFamily="18" charset="0"/>
                      </a:rPr>
                      <m:t>Δ</m:t>
                    </m:r>
                    <m:sSub>
                      <m:sSubPr>
                        <m:ctrlPr>
                          <a:rPr lang="en-US" b="0" i="1" smtClean="0">
                            <a:solidFill>
                              <a:schemeClr val="tx1"/>
                            </a:solidFill>
                            <a:latin typeface="Cambria Math" panose="02040503050406030204" pitchFamily="18" charset="0"/>
                          </a:rPr>
                        </m:ctrlPr>
                      </m:sSubPr>
                      <m:e>
                        <m:r>
                          <m:rPr>
                            <m:sty m:val="p"/>
                          </m:rPr>
                          <a:rPr lang="en-US" b="0" i="0" smtClean="0">
                            <a:solidFill>
                              <a:schemeClr val="tx1"/>
                            </a:solidFill>
                            <a:latin typeface="Cambria Math" panose="02040503050406030204" pitchFamily="18" charset="0"/>
                          </a:rPr>
                          <m:t>Θ</m:t>
                        </m:r>
                      </m:e>
                      <m:sub>
                        <m:r>
                          <a:rPr lang="en-US" b="0" i="1" smtClean="0">
                            <a:solidFill>
                              <a:schemeClr val="tx1"/>
                            </a:solidFill>
                            <a:latin typeface="Cambria Math" panose="02040503050406030204" pitchFamily="18" charset="0"/>
                          </a:rPr>
                          <m:t>𝑅𝐿𝑆</m:t>
                        </m:r>
                      </m:sub>
                    </m:sSub>
                  </m:oMath>
                </a14:m>
                <a:endParaRPr lang="en-GB" dirty="0">
                  <a:solidFill>
                    <a:schemeClr val="tx1"/>
                  </a:solidFill>
                </a:endParaRPr>
              </a:p>
            </p:txBody>
          </p:sp>
        </mc:Choice>
        <mc:Fallback xmlns="">
          <p:sp>
            <p:nvSpPr>
              <p:cNvPr id="8" name="Tijdelijke aanduiding voor tekst 7">
                <a:extLst>
                  <a:ext uri="{FF2B5EF4-FFF2-40B4-BE49-F238E27FC236}">
                    <a16:creationId xmlns:a16="http://schemas.microsoft.com/office/drawing/2014/main" id="{73C0F465-AC54-5AF4-B9C9-64F21371EF32}"/>
                  </a:ext>
                </a:extLst>
              </p:cNvPr>
              <p:cNvSpPr>
                <a:spLocks noGrp="1" noRot="1" noChangeAspect="1" noMove="1" noResize="1" noEditPoints="1" noAdjustHandles="1" noChangeArrowheads="1" noChangeShapeType="1" noTextEdit="1"/>
              </p:cNvSpPr>
              <p:nvPr>
                <p:ph type="body" sz="quarter" idx="21"/>
              </p:nvPr>
            </p:nvSpPr>
            <p:spPr>
              <a:xfrm>
                <a:off x="719138" y="1346549"/>
                <a:ext cx="5376861" cy="3350712"/>
              </a:xfrm>
              <a:prstGeom prst="rect">
                <a:avLst/>
              </a:prstGeom>
              <a:blipFill>
                <a:blip r:embed="rId3"/>
                <a:stretch>
                  <a:fillRect l="-3288" t="-3455"/>
                </a:stretch>
              </a:blipFill>
            </p:spPr>
            <p:txBody>
              <a:bodyPr/>
              <a:lstStyle/>
              <a:p>
                <a:r>
                  <a:rPr lang="LID4096">
                    <a:noFill/>
                  </a:rPr>
                  <a:t> </a:t>
                </a:r>
              </a:p>
            </p:txBody>
          </p:sp>
        </mc:Fallback>
      </mc:AlternateContent>
      <p:sp>
        <p:nvSpPr>
          <p:cNvPr id="14" name="Titel 13">
            <a:extLst>
              <a:ext uri="{FF2B5EF4-FFF2-40B4-BE49-F238E27FC236}">
                <a16:creationId xmlns:a16="http://schemas.microsoft.com/office/drawing/2014/main" id="{4E840CAD-8869-66D6-F142-07912B6A4DF2}"/>
              </a:ext>
            </a:extLst>
          </p:cNvPr>
          <p:cNvSpPr>
            <a:spLocks noGrp="1"/>
          </p:cNvSpPr>
          <p:nvPr>
            <p:ph type="title"/>
          </p:nvPr>
        </p:nvSpPr>
        <p:spPr>
          <a:xfrm>
            <a:off x="718666" y="722454"/>
            <a:ext cx="10752610" cy="323409"/>
          </a:xfrm>
        </p:spPr>
        <p:txBody>
          <a:bodyPr/>
          <a:lstStyle/>
          <a:p>
            <a:r>
              <a:rPr lang="en-GB" dirty="0"/>
              <a:t>IDHP: Update equations</a:t>
            </a:r>
          </a:p>
        </p:txBody>
      </p:sp>
      <p:pic>
        <p:nvPicPr>
          <p:cNvPr id="4" name="Picture 3">
            <a:extLst>
              <a:ext uri="{FF2B5EF4-FFF2-40B4-BE49-F238E27FC236}">
                <a16:creationId xmlns:a16="http://schemas.microsoft.com/office/drawing/2014/main" id="{9C708FF1-34D9-73D6-53D3-A044AA990BF6}"/>
              </a:ext>
            </a:extLst>
          </p:cNvPr>
          <p:cNvPicPr>
            <a:picLocks noChangeAspect="1"/>
          </p:cNvPicPr>
          <p:nvPr/>
        </p:nvPicPr>
        <p:blipFill>
          <a:blip r:embed="rId4"/>
          <a:stretch>
            <a:fillRect/>
          </a:stretch>
        </p:blipFill>
        <p:spPr>
          <a:xfrm>
            <a:off x="6304287" y="1916482"/>
            <a:ext cx="5165474" cy="3425869"/>
          </a:xfrm>
          <a:prstGeom prst="rect">
            <a:avLst/>
          </a:prstGeom>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3A755615-7E9B-3FC4-FE28-AD3123443975}"/>
                  </a:ext>
                </a:extLst>
              </p:cNvPr>
              <p:cNvSpPr/>
              <p:nvPr/>
            </p:nvSpPr>
            <p:spPr>
              <a:xfrm>
                <a:off x="2406573" y="1592640"/>
                <a:ext cx="4239218" cy="9052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14:m>
                  <m:oMathPara xmlns:m="http://schemas.openxmlformats.org/officeDocument/2006/math">
                    <m:oMathParaPr>
                      <m:jc m:val="left"/>
                    </m:oMathParaPr>
                    <m:oMath xmlns:m="http://schemas.openxmlformats.org/officeDocument/2006/math">
                      <m:d>
                        <m:dPr>
                          <m:ctrlPr>
                            <a:rPr lang="en-US" i="1">
                              <a:solidFill>
                                <a:schemeClr val="tx1"/>
                              </a:solidFill>
                              <a:latin typeface="Cambria Math" panose="02040503050406030204" pitchFamily="18" charset="0"/>
                            </a:rPr>
                          </m:ctrlPr>
                        </m:dPr>
                        <m:e>
                          <m:d>
                            <m:dPr>
                              <m:begChr m:val="["/>
                              <m:endChr m:val="]"/>
                              <m:ctrlPr>
                                <a:rPr lang="en-US" i="1">
                                  <a:solidFill>
                                    <a:schemeClr val="tx1"/>
                                  </a:solidFill>
                                  <a:latin typeface="Cambria Math" panose="02040503050406030204" pitchFamily="18" charset="0"/>
                                </a:rPr>
                              </m:ctrlPr>
                            </m:dPr>
                            <m:e>
                              <m:f>
                                <m:fPr>
                                  <m:ctrlPr>
                                    <a:rPr lang="en-US" i="1">
                                      <a:solidFill>
                                        <a:schemeClr val="tx1"/>
                                      </a:solidFill>
                                      <a:latin typeface="Cambria Math" panose="02040503050406030204" pitchFamily="18" charset="0"/>
                                    </a:rPr>
                                  </m:ctrlPr>
                                </m:fPr>
                                <m:num>
                                  <m:r>
                                    <a:rPr lang="en-US" i="1">
                                      <a:solidFill>
                                        <a:schemeClr val="tx1"/>
                                      </a:solidFill>
                                      <a:latin typeface="Cambria Math" panose="02040503050406030204" pitchFamily="18" charset="0"/>
                                    </a:rPr>
                                    <m:t>𝜕</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𝑟</m:t>
                                      </m:r>
                                    </m:e>
                                    <m:sub>
                                      <m:r>
                                        <a:rPr lang="en-US" i="1">
                                          <a:solidFill>
                                            <a:schemeClr val="tx1"/>
                                          </a:solidFill>
                                          <a:latin typeface="Cambria Math" panose="02040503050406030204" pitchFamily="18" charset="0"/>
                                        </a:rPr>
                                        <m:t>𝑡</m:t>
                                      </m:r>
                                    </m:sub>
                                  </m:sSub>
                                </m:num>
                                <m:den>
                                  <m:r>
                                    <a:rPr lang="en-US" i="1">
                                      <a:solidFill>
                                        <a:schemeClr val="tx1"/>
                                      </a:solidFill>
                                      <a:latin typeface="Cambria Math" panose="02040503050406030204" pitchFamily="18" charset="0"/>
                                    </a:rPr>
                                    <m:t>𝜕</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𝑠</m:t>
                                      </m:r>
                                    </m:e>
                                    <m:sub>
                                      <m:r>
                                        <a:rPr lang="en-US" i="1">
                                          <a:solidFill>
                                            <a:schemeClr val="tx1"/>
                                          </a:solidFill>
                                          <a:latin typeface="Cambria Math" panose="02040503050406030204" pitchFamily="18" charset="0"/>
                                        </a:rPr>
                                        <m:t>𝑡</m:t>
                                      </m:r>
                                    </m:sub>
                                  </m:sSub>
                                </m:den>
                              </m:f>
                              <m:r>
                                <a:rPr lang="en-US" i="1">
                                  <a:solidFill>
                                    <a:schemeClr val="tx1"/>
                                  </a:solidFill>
                                  <a:latin typeface="Cambria Math" panose="02040503050406030204" pitchFamily="18" charset="0"/>
                                </a:rPr>
                                <m:t>+</m:t>
                              </m:r>
                              <m:sSub>
                                <m:sSubPr>
                                  <m:ctrlPr>
                                    <a:rPr lang="en-US" i="1" smtClean="0">
                                      <a:solidFill>
                                        <a:srgbClr val="A50034"/>
                                      </a:solidFill>
                                      <a:latin typeface="Cambria Math" panose="02040503050406030204" pitchFamily="18" charset="0"/>
                                    </a:rPr>
                                  </m:ctrlPr>
                                </m:sSubPr>
                                <m:e>
                                  <m:r>
                                    <m:rPr>
                                      <m:sty m:val="p"/>
                                    </m:rPr>
                                    <a:rPr lang="en-US">
                                      <a:solidFill>
                                        <a:srgbClr val="A50034"/>
                                      </a:solidFill>
                                      <a:latin typeface="Cambria Math" panose="02040503050406030204" pitchFamily="18" charset="0"/>
                                    </a:rPr>
                                    <m:t>Λ</m:t>
                                  </m:r>
                                </m:e>
                                <m:sub>
                                  <m:r>
                                    <a:rPr lang="en-US" i="1">
                                      <a:solidFill>
                                        <a:srgbClr val="A50034"/>
                                      </a:solidFill>
                                      <a:latin typeface="Cambria Math" panose="02040503050406030204" pitchFamily="18" charset="0"/>
                                    </a:rPr>
                                    <m:t>𝑡</m:t>
                                  </m:r>
                                </m:sub>
                              </m:sSub>
                            </m:e>
                          </m:d>
                          <m:f>
                            <m:fPr>
                              <m:ctrlPr>
                                <a:rPr lang="en-US" i="1" smtClean="0">
                                  <a:solidFill>
                                    <a:srgbClr val="009B77"/>
                                  </a:solidFill>
                                  <a:latin typeface="Cambria Math" panose="02040503050406030204" pitchFamily="18" charset="0"/>
                                </a:rPr>
                              </m:ctrlPr>
                            </m:fPr>
                            <m:num>
                              <m:r>
                                <a:rPr lang="en-US" i="1">
                                  <a:solidFill>
                                    <a:srgbClr val="009B77"/>
                                  </a:solidFill>
                                  <a:latin typeface="Cambria Math" panose="02040503050406030204" pitchFamily="18" charset="0"/>
                                </a:rPr>
                                <m:t>𝜕</m:t>
                              </m:r>
                              <m:sSub>
                                <m:sSubPr>
                                  <m:ctrlPr>
                                    <a:rPr lang="en-US" i="1">
                                      <a:solidFill>
                                        <a:srgbClr val="009B77"/>
                                      </a:solidFill>
                                      <a:latin typeface="Cambria Math" panose="02040503050406030204" pitchFamily="18" charset="0"/>
                                    </a:rPr>
                                  </m:ctrlPr>
                                </m:sSubPr>
                                <m:e>
                                  <m:r>
                                    <a:rPr lang="en-US" i="1">
                                      <a:solidFill>
                                        <a:srgbClr val="009B77"/>
                                      </a:solidFill>
                                      <a:latin typeface="Cambria Math" panose="02040503050406030204" pitchFamily="18" charset="0"/>
                                    </a:rPr>
                                    <m:t>𝑠</m:t>
                                  </m:r>
                                </m:e>
                                <m:sub>
                                  <m:r>
                                    <a:rPr lang="en-US" i="1">
                                      <a:solidFill>
                                        <a:srgbClr val="009B77"/>
                                      </a:solidFill>
                                      <a:latin typeface="Cambria Math" panose="02040503050406030204" pitchFamily="18" charset="0"/>
                                    </a:rPr>
                                    <m:t>𝑡</m:t>
                                  </m:r>
                                </m:sub>
                              </m:sSub>
                            </m:num>
                            <m:den>
                              <m:r>
                                <a:rPr lang="en-US" i="1">
                                  <a:solidFill>
                                    <a:srgbClr val="009B77"/>
                                  </a:solidFill>
                                  <a:latin typeface="Cambria Math" panose="02040503050406030204" pitchFamily="18" charset="0"/>
                                </a:rPr>
                                <m:t>𝜕</m:t>
                              </m:r>
                              <m:sSub>
                                <m:sSubPr>
                                  <m:ctrlPr>
                                    <a:rPr lang="en-US" i="1">
                                      <a:solidFill>
                                        <a:srgbClr val="009B77"/>
                                      </a:solidFill>
                                      <a:latin typeface="Cambria Math" panose="02040503050406030204" pitchFamily="18" charset="0"/>
                                    </a:rPr>
                                  </m:ctrlPr>
                                </m:sSubPr>
                                <m:e>
                                  <m:r>
                                    <a:rPr lang="en-US" i="1">
                                      <a:solidFill>
                                        <a:srgbClr val="009B77"/>
                                      </a:solidFill>
                                      <a:latin typeface="Cambria Math" panose="02040503050406030204" pitchFamily="18" charset="0"/>
                                    </a:rPr>
                                    <m:t>𝑎</m:t>
                                  </m:r>
                                </m:e>
                                <m:sub>
                                  <m:r>
                                    <a:rPr lang="en-US" i="1">
                                      <a:solidFill>
                                        <a:srgbClr val="009B77"/>
                                      </a:solidFill>
                                      <a:latin typeface="Cambria Math" panose="02040503050406030204" pitchFamily="18" charset="0"/>
                                    </a:rPr>
                                    <m:t>𝑡</m:t>
                                  </m:r>
                                  <m:r>
                                    <a:rPr lang="en-US" i="1">
                                      <a:solidFill>
                                        <a:srgbClr val="009B77"/>
                                      </a:solidFill>
                                      <a:latin typeface="Cambria Math" panose="02040503050406030204" pitchFamily="18" charset="0"/>
                                    </a:rPr>
                                    <m:t>−1</m:t>
                                  </m:r>
                                </m:sub>
                              </m:sSub>
                            </m:den>
                          </m:f>
                        </m:e>
                      </m:d>
                      <m:f>
                        <m:fPr>
                          <m:ctrlPr>
                            <a:rPr lang="en-US" i="1">
                              <a:solidFill>
                                <a:schemeClr val="tx1"/>
                              </a:solidFill>
                              <a:latin typeface="Cambria Math" panose="02040503050406030204" pitchFamily="18" charset="0"/>
                            </a:rPr>
                          </m:ctrlPr>
                        </m:fPr>
                        <m:num>
                          <m:r>
                            <a:rPr lang="en-US" i="1">
                              <a:solidFill>
                                <a:schemeClr val="tx1"/>
                              </a:solidFill>
                              <a:latin typeface="Cambria Math" panose="02040503050406030204" pitchFamily="18" charset="0"/>
                            </a:rPr>
                            <m:t>𝜕</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𝑎</m:t>
                              </m:r>
                            </m:e>
                            <m:sub>
                              <m:r>
                                <a:rPr lang="en-US" i="1">
                                  <a:solidFill>
                                    <a:schemeClr val="tx1"/>
                                  </a:solidFill>
                                  <a:latin typeface="Cambria Math" panose="02040503050406030204" pitchFamily="18" charset="0"/>
                                </a:rPr>
                                <m:t>𝑡</m:t>
                              </m:r>
                              <m:r>
                                <a:rPr lang="en-US" i="1">
                                  <a:solidFill>
                                    <a:schemeClr val="tx1"/>
                                  </a:solidFill>
                                  <a:latin typeface="Cambria Math" panose="02040503050406030204" pitchFamily="18" charset="0"/>
                                </a:rPr>
                                <m:t>−1</m:t>
                              </m:r>
                            </m:sub>
                          </m:sSub>
                        </m:num>
                        <m:den>
                          <m:r>
                            <a:rPr lang="en-US" i="1">
                              <a:solidFill>
                                <a:schemeClr val="tx1"/>
                              </a:solidFill>
                              <a:latin typeface="Cambria Math" panose="02040503050406030204" pitchFamily="18" charset="0"/>
                            </a:rPr>
                            <m:t>𝜕</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𝑊</m:t>
                              </m:r>
                            </m:e>
                            <m:sub>
                              <m:r>
                                <a:rPr lang="en-US" i="1">
                                  <a:solidFill>
                                    <a:schemeClr val="tx1"/>
                                  </a:solidFill>
                                  <a:latin typeface="Cambria Math" panose="02040503050406030204" pitchFamily="18" charset="0"/>
                                </a:rPr>
                                <m:t>𝑎</m:t>
                              </m:r>
                            </m:sub>
                          </m:sSub>
                        </m:den>
                      </m:f>
                    </m:oMath>
                  </m:oMathPara>
                </a14:m>
                <a:endParaRPr lang="LID4096" dirty="0" err="1">
                  <a:solidFill>
                    <a:schemeClr val="tx1"/>
                  </a:solidFill>
                </a:endParaRPr>
              </a:p>
            </p:txBody>
          </p:sp>
        </mc:Choice>
        <mc:Fallback xmlns="">
          <p:sp>
            <p:nvSpPr>
              <p:cNvPr id="2" name="Rectangle 1">
                <a:extLst>
                  <a:ext uri="{FF2B5EF4-FFF2-40B4-BE49-F238E27FC236}">
                    <a16:creationId xmlns:a16="http://schemas.microsoft.com/office/drawing/2014/main" id="{3A755615-7E9B-3FC4-FE28-AD3123443975}"/>
                  </a:ext>
                </a:extLst>
              </p:cNvPr>
              <p:cNvSpPr>
                <a:spLocks noRot="1" noChangeAspect="1" noMove="1" noResize="1" noEditPoints="1" noAdjustHandles="1" noChangeArrowheads="1" noChangeShapeType="1" noTextEdit="1"/>
              </p:cNvSpPr>
              <p:nvPr/>
            </p:nvSpPr>
            <p:spPr>
              <a:xfrm>
                <a:off x="2406573" y="1592640"/>
                <a:ext cx="4239218" cy="905204"/>
              </a:xfrm>
              <a:prstGeom prst="rect">
                <a:avLst/>
              </a:prstGeom>
              <a:blipFill>
                <a:blip r:embed="rId5"/>
                <a:stretch>
                  <a:fillRect/>
                </a:stretch>
              </a:blipFill>
              <a:ln>
                <a:noFill/>
              </a:ln>
            </p:spPr>
            <p:txBody>
              <a:bodyPr/>
              <a:lstStyle/>
              <a:p>
                <a:r>
                  <a:rPr lang="LID4096">
                    <a:noFill/>
                  </a:rPr>
                  <a:t> </a:t>
                </a:r>
              </a:p>
            </p:txBody>
          </p:sp>
        </mc:Fallback>
      </mc:AlternateContent>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9181079D-2B2A-50F3-9F29-6A55F4E197BC}"/>
                  </a:ext>
                </a:extLst>
              </p:cNvPr>
              <p:cNvSpPr/>
              <p:nvPr/>
            </p:nvSpPr>
            <p:spPr>
              <a:xfrm>
                <a:off x="2362754" y="2680879"/>
                <a:ext cx="3903614" cy="9052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14:m>
                  <m:oMathPara xmlns:m="http://schemas.openxmlformats.org/officeDocument/2006/math">
                    <m:oMathParaPr>
                      <m:jc m:val="left"/>
                    </m:oMathParaPr>
                    <m:oMath xmlns:m="http://schemas.openxmlformats.org/officeDocument/2006/math">
                      <m:d>
                        <m:dPr>
                          <m:ctrlPr>
                            <a:rPr lang="en-US" i="1">
                              <a:solidFill>
                                <a:schemeClr val="tx1"/>
                              </a:solidFill>
                              <a:latin typeface="Cambria Math" panose="02040503050406030204" pitchFamily="18" charset="0"/>
                            </a:rPr>
                          </m:ctrlPr>
                        </m:dPr>
                        <m:e>
                          <m:sSub>
                            <m:sSubPr>
                              <m:ctrlPr>
                                <a:rPr lang="en-US" i="1">
                                  <a:solidFill>
                                    <a:schemeClr val="tx1"/>
                                  </a:solidFill>
                                  <a:latin typeface="Cambria Math" panose="02040503050406030204" pitchFamily="18" charset="0"/>
                                </a:rPr>
                              </m:ctrlPr>
                            </m:sSubPr>
                            <m:e>
                              <m:r>
                                <m:rPr>
                                  <m:sty m:val="p"/>
                                </m:rPr>
                                <a:rPr lang="en-US">
                                  <a:solidFill>
                                    <a:schemeClr val="tx1"/>
                                  </a:solidFill>
                                  <a:latin typeface="Cambria Math" panose="02040503050406030204" pitchFamily="18" charset="0"/>
                                </a:rPr>
                                <m:t>Λ</m:t>
                              </m:r>
                            </m:e>
                            <m:sub>
                              <m:r>
                                <a:rPr lang="en-US" i="1">
                                  <a:solidFill>
                                    <a:schemeClr val="tx1"/>
                                  </a:solidFill>
                                  <a:latin typeface="Cambria Math" panose="02040503050406030204" pitchFamily="18" charset="0"/>
                                </a:rPr>
                                <m:t>𝑡</m:t>
                              </m:r>
                              <m:r>
                                <a:rPr lang="en-US" i="1">
                                  <a:solidFill>
                                    <a:schemeClr val="tx1"/>
                                  </a:solidFill>
                                  <a:latin typeface="Cambria Math" panose="02040503050406030204" pitchFamily="18" charset="0"/>
                                </a:rPr>
                                <m:t>−1</m:t>
                              </m:r>
                            </m:sub>
                          </m:sSub>
                          <m:r>
                            <a:rPr lang="en-US" i="1">
                              <a:solidFill>
                                <a:schemeClr val="tx1"/>
                              </a:solidFill>
                              <a:latin typeface="Cambria Math" panose="02040503050406030204" pitchFamily="18" charset="0"/>
                            </a:rPr>
                            <m:t>−</m:t>
                          </m:r>
                          <m:d>
                            <m:dPr>
                              <m:begChr m:val="["/>
                              <m:endChr m:val="]"/>
                              <m:ctrlPr>
                                <a:rPr lang="en-US" i="1">
                                  <a:solidFill>
                                    <a:schemeClr val="tx1"/>
                                  </a:solidFill>
                                  <a:latin typeface="Cambria Math" panose="02040503050406030204" pitchFamily="18" charset="0"/>
                                </a:rPr>
                              </m:ctrlPr>
                            </m:dPr>
                            <m:e>
                              <m:f>
                                <m:fPr>
                                  <m:ctrlPr>
                                    <a:rPr lang="en-US" i="1">
                                      <a:solidFill>
                                        <a:schemeClr val="tx1"/>
                                      </a:solidFill>
                                      <a:latin typeface="Cambria Math" panose="02040503050406030204" pitchFamily="18" charset="0"/>
                                    </a:rPr>
                                  </m:ctrlPr>
                                </m:fPr>
                                <m:num>
                                  <m:r>
                                    <a:rPr lang="en-US" i="1">
                                      <a:solidFill>
                                        <a:schemeClr val="tx1"/>
                                      </a:solidFill>
                                      <a:latin typeface="Cambria Math" panose="02040503050406030204" pitchFamily="18" charset="0"/>
                                    </a:rPr>
                                    <m:t>𝜕</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𝑟</m:t>
                                      </m:r>
                                    </m:e>
                                    <m:sub>
                                      <m:r>
                                        <a:rPr lang="en-US" i="1">
                                          <a:solidFill>
                                            <a:schemeClr val="tx1"/>
                                          </a:solidFill>
                                          <a:latin typeface="Cambria Math" panose="02040503050406030204" pitchFamily="18" charset="0"/>
                                        </a:rPr>
                                        <m:t>𝑡</m:t>
                                      </m:r>
                                    </m:sub>
                                  </m:sSub>
                                </m:num>
                                <m:den>
                                  <m:r>
                                    <a:rPr lang="en-US" i="1">
                                      <a:solidFill>
                                        <a:schemeClr val="tx1"/>
                                      </a:solidFill>
                                      <a:latin typeface="Cambria Math" panose="02040503050406030204" pitchFamily="18" charset="0"/>
                                    </a:rPr>
                                    <m:t>𝜕</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𝑠</m:t>
                                      </m:r>
                                    </m:e>
                                    <m:sub>
                                      <m:r>
                                        <a:rPr lang="en-US" i="1">
                                          <a:solidFill>
                                            <a:schemeClr val="tx1"/>
                                          </a:solidFill>
                                          <a:latin typeface="Cambria Math" panose="02040503050406030204" pitchFamily="18" charset="0"/>
                                        </a:rPr>
                                        <m:t>𝑡</m:t>
                                      </m:r>
                                      <m:r>
                                        <a:rPr lang="en-US" i="1">
                                          <a:solidFill>
                                            <a:schemeClr val="tx1"/>
                                          </a:solidFill>
                                          <a:latin typeface="Cambria Math" panose="02040503050406030204" pitchFamily="18" charset="0"/>
                                        </a:rPr>
                                        <m:t>−1</m:t>
                                      </m:r>
                                    </m:sub>
                                  </m:sSub>
                                </m:den>
                              </m:f>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𝛾</m:t>
                              </m:r>
                              <m:sSubSup>
                                <m:sSubSupPr>
                                  <m:ctrlPr>
                                    <a:rPr lang="en-US" i="1">
                                      <a:solidFill>
                                        <a:schemeClr val="tx1"/>
                                      </a:solidFill>
                                      <a:latin typeface="Cambria Math" panose="02040503050406030204" pitchFamily="18" charset="0"/>
                                    </a:rPr>
                                  </m:ctrlPr>
                                </m:sSubSupPr>
                                <m:e>
                                  <m:r>
                                    <m:rPr>
                                      <m:sty m:val="p"/>
                                    </m:rPr>
                                    <a:rPr lang="en-US">
                                      <a:solidFill>
                                        <a:schemeClr val="tx1"/>
                                      </a:solidFill>
                                      <a:latin typeface="Cambria Math" panose="02040503050406030204" pitchFamily="18" charset="0"/>
                                    </a:rPr>
                                    <m:t>Λ</m:t>
                                  </m:r>
                                </m:e>
                                <m:sub>
                                  <m:r>
                                    <a:rPr lang="en-US" i="1">
                                      <a:solidFill>
                                        <a:schemeClr val="tx1"/>
                                      </a:solidFill>
                                      <a:latin typeface="Cambria Math" panose="02040503050406030204" pitchFamily="18" charset="0"/>
                                    </a:rPr>
                                    <m:t>𝑡</m:t>
                                  </m:r>
                                </m:sub>
                                <m:sup>
                                  <m:r>
                                    <a:rPr lang="en-US" i="1">
                                      <a:solidFill>
                                        <a:schemeClr val="tx1"/>
                                      </a:solidFill>
                                      <a:latin typeface="Cambria Math" panose="02040503050406030204" pitchFamily="18" charset="0"/>
                                    </a:rPr>
                                    <m:t>′</m:t>
                                  </m:r>
                                </m:sup>
                              </m:sSubSup>
                              <m:f>
                                <m:fPr>
                                  <m:ctrlPr>
                                    <a:rPr lang="en-US" i="1" smtClean="0">
                                      <a:solidFill>
                                        <a:srgbClr val="009B77"/>
                                      </a:solidFill>
                                      <a:latin typeface="Cambria Math" panose="02040503050406030204" pitchFamily="18" charset="0"/>
                                    </a:rPr>
                                  </m:ctrlPr>
                                </m:fPr>
                                <m:num>
                                  <m:r>
                                    <a:rPr lang="en-US" i="1" smtClean="0">
                                      <a:solidFill>
                                        <a:srgbClr val="0076C2"/>
                                      </a:solidFill>
                                      <a:latin typeface="Cambria Math" panose="02040503050406030204" pitchFamily="18" charset="0"/>
                                    </a:rPr>
                                    <m:t>𝜕</m:t>
                                  </m:r>
                                  <m:sSub>
                                    <m:sSubPr>
                                      <m:ctrlPr>
                                        <a:rPr lang="en-US" i="1">
                                          <a:solidFill>
                                            <a:srgbClr val="0076C2"/>
                                          </a:solidFill>
                                          <a:latin typeface="Cambria Math" panose="02040503050406030204" pitchFamily="18" charset="0"/>
                                        </a:rPr>
                                      </m:ctrlPr>
                                    </m:sSubPr>
                                    <m:e>
                                      <m:r>
                                        <a:rPr lang="en-US" i="1">
                                          <a:solidFill>
                                            <a:srgbClr val="0076C2"/>
                                          </a:solidFill>
                                          <a:latin typeface="Cambria Math" panose="02040503050406030204" pitchFamily="18" charset="0"/>
                                        </a:rPr>
                                        <m:t>𝑠</m:t>
                                      </m:r>
                                    </m:e>
                                    <m:sub>
                                      <m:r>
                                        <a:rPr lang="en-US" i="1">
                                          <a:solidFill>
                                            <a:srgbClr val="0076C2"/>
                                          </a:solidFill>
                                          <a:latin typeface="Cambria Math" panose="02040503050406030204" pitchFamily="18" charset="0"/>
                                        </a:rPr>
                                        <m:t>𝑡</m:t>
                                      </m:r>
                                    </m:sub>
                                  </m:sSub>
                                </m:num>
                                <m:den>
                                  <m:r>
                                    <a:rPr lang="en-US" i="1" smtClean="0">
                                      <a:solidFill>
                                        <a:srgbClr val="009B77"/>
                                      </a:solidFill>
                                      <a:latin typeface="Cambria Math" panose="02040503050406030204" pitchFamily="18" charset="0"/>
                                    </a:rPr>
                                    <m:t>𝜕</m:t>
                                  </m:r>
                                  <m:sSub>
                                    <m:sSubPr>
                                      <m:ctrlPr>
                                        <a:rPr lang="en-US" i="1">
                                          <a:solidFill>
                                            <a:srgbClr val="009B77"/>
                                          </a:solidFill>
                                          <a:latin typeface="Cambria Math" panose="02040503050406030204" pitchFamily="18" charset="0"/>
                                        </a:rPr>
                                      </m:ctrlPr>
                                    </m:sSubPr>
                                    <m:e>
                                      <m:r>
                                        <a:rPr lang="en-US" i="1">
                                          <a:solidFill>
                                            <a:srgbClr val="009B77"/>
                                          </a:solidFill>
                                          <a:latin typeface="Cambria Math" panose="02040503050406030204" pitchFamily="18" charset="0"/>
                                        </a:rPr>
                                        <m:t>𝑠</m:t>
                                      </m:r>
                                    </m:e>
                                    <m:sub>
                                      <m:r>
                                        <a:rPr lang="en-US" i="1">
                                          <a:solidFill>
                                            <a:srgbClr val="009B77"/>
                                          </a:solidFill>
                                          <a:latin typeface="Cambria Math" panose="02040503050406030204" pitchFamily="18" charset="0"/>
                                        </a:rPr>
                                        <m:t>𝑡</m:t>
                                      </m:r>
                                      <m:r>
                                        <a:rPr lang="en-US" i="1">
                                          <a:solidFill>
                                            <a:srgbClr val="009B77"/>
                                          </a:solidFill>
                                          <a:latin typeface="Cambria Math" panose="02040503050406030204" pitchFamily="18" charset="0"/>
                                        </a:rPr>
                                        <m:t>−1</m:t>
                                      </m:r>
                                    </m:sub>
                                  </m:sSub>
                                </m:den>
                              </m:f>
                            </m:e>
                          </m:d>
                        </m:e>
                      </m:d>
                      <m:f>
                        <m:fPr>
                          <m:ctrlPr>
                            <a:rPr lang="en-US" i="1">
                              <a:solidFill>
                                <a:schemeClr val="tx1"/>
                              </a:solidFill>
                              <a:latin typeface="Cambria Math" panose="02040503050406030204" pitchFamily="18" charset="0"/>
                            </a:rPr>
                          </m:ctrlPr>
                        </m:fPr>
                        <m:num>
                          <m:r>
                            <a:rPr lang="en-US" i="1">
                              <a:solidFill>
                                <a:schemeClr val="tx1"/>
                              </a:solidFill>
                              <a:latin typeface="Cambria Math" panose="02040503050406030204" pitchFamily="18" charset="0"/>
                            </a:rPr>
                            <m:t>𝜕</m:t>
                          </m:r>
                          <m:sSub>
                            <m:sSubPr>
                              <m:ctrlPr>
                                <a:rPr lang="en-US" i="1">
                                  <a:solidFill>
                                    <a:schemeClr val="tx1"/>
                                  </a:solidFill>
                                  <a:latin typeface="Cambria Math" panose="02040503050406030204" pitchFamily="18" charset="0"/>
                                </a:rPr>
                              </m:ctrlPr>
                            </m:sSubPr>
                            <m:e>
                              <m:r>
                                <m:rPr>
                                  <m:sty m:val="p"/>
                                </m:rPr>
                                <a:rPr lang="en-US">
                                  <a:solidFill>
                                    <a:schemeClr val="tx1"/>
                                  </a:solidFill>
                                  <a:latin typeface="Cambria Math" panose="02040503050406030204" pitchFamily="18" charset="0"/>
                                </a:rPr>
                                <m:t>Λ</m:t>
                              </m:r>
                            </m:e>
                            <m:sub>
                              <m:r>
                                <a:rPr lang="en-US" i="1">
                                  <a:solidFill>
                                    <a:schemeClr val="tx1"/>
                                  </a:solidFill>
                                  <a:latin typeface="Cambria Math" panose="02040503050406030204" pitchFamily="18" charset="0"/>
                                </a:rPr>
                                <m:t>𝑡</m:t>
                              </m:r>
                              <m:r>
                                <a:rPr lang="en-US" i="1">
                                  <a:solidFill>
                                    <a:schemeClr val="tx1"/>
                                  </a:solidFill>
                                  <a:latin typeface="Cambria Math" panose="02040503050406030204" pitchFamily="18" charset="0"/>
                                </a:rPr>
                                <m:t>−1</m:t>
                              </m:r>
                            </m:sub>
                          </m:sSub>
                        </m:num>
                        <m:den>
                          <m:r>
                            <a:rPr lang="en-US" i="1">
                              <a:solidFill>
                                <a:schemeClr val="tx1"/>
                              </a:solidFill>
                              <a:latin typeface="Cambria Math" panose="02040503050406030204" pitchFamily="18" charset="0"/>
                            </a:rPr>
                            <m:t>𝜕</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𝑊</m:t>
                              </m:r>
                            </m:e>
                            <m:sub>
                              <m:r>
                                <a:rPr lang="en-US" i="1">
                                  <a:solidFill>
                                    <a:schemeClr val="tx1"/>
                                  </a:solidFill>
                                  <a:latin typeface="Cambria Math" panose="02040503050406030204" pitchFamily="18" charset="0"/>
                                </a:rPr>
                                <m:t>𝑐</m:t>
                              </m:r>
                            </m:sub>
                          </m:sSub>
                        </m:den>
                      </m:f>
                    </m:oMath>
                  </m:oMathPara>
                </a14:m>
                <a:endParaRPr lang="LID4096" dirty="0" err="1">
                  <a:solidFill>
                    <a:schemeClr val="tx1"/>
                  </a:solidFill>
                </a:endParaRPr>
              </a:p>
            </p:txBody>
          </p:sp>
        </mc:Choice>
        <mc:Fallback xmlns="">
          <p:sp>
            <p:nvSpPr>
              <p:cNvPr id="6" name="Rectangle 5">
                <a:extLst>
                  <a:ext uri="{FF2B5EF4-FFF2-40B4-BE49-F238E27FC236}">
                    <a16:creationId xmlns:a16="http://schemas.microsoft.com/office/drawing/2014/main" id="{9181079D-2B2A-50F3-9F29-6A55F4E197BC}"/>
                  </a:ext>
                </a:extLst>
              </p:cNvPr>
              <p:cNvSpPr>
                <a:spLocks noRot="1" noChangeAspect="1" noMove="1" noResize="1" noEditPoints="1" noAdjustHandles="1" noChangeArrowheads="1" noChangeShapeType="1" noTextEdit="1"/>
              </p:cNvSpPr>
              <p:nvPr/>
            </p:nvSpPr>
            <p:spPr>
              <a:xfrm>
                <a:off x="2362754" y="2680879"/>
                <a:ext cx="3903614" cy="905204"/>
              </a:xfrm>
              <a:prstGeom prst="rect">
                <a:avLst/>
              </a:prstGeom>
              <a:blipFill>
                <a:blip r:embed="rId6"/>
                <a:stretch>
                  <a:fillRect/>
                </a:stretch>
              </a:blipFill>
              <a:ln>
                <a:noFill/>
              </a:ln>
            </p:spPr>
            <p:txBody>
              <a:bodyPr/>
              <a:lstStyle/>
              <a:p>
                <a:r>
                  <a:rPr lang="LID4096">
                    <a:noFill/>
                  </a:rPr>
                  <a:t> </a:t>
                </a:r>
              </a:p>
            </p:txBody>
          </p:sp>
        </mc:Fallback>
      </mc:AlternateContent>
      <p:sp>
        <p:nvSpPr>
          <p:cNvPr id="3" name="Rectangle: Rounded Corners 2">
            <a:extLst>
              <a:ext uri="{FF2B5EF4-FFF2-40B4-BE49-F238E27FC236}">
                <a16:creationId xmlns:a16="http://schemas.microsoft.com/office/drawing/2014/main" id="{78877973-D8DD-207B-8CF2-B04F67006621}"/>
              </a:ext>
            </a:extLst>
          </p:cNvPr>
          <p:cNvSpPr/>
          <p:nvPr/>
        </p:nvSpPr>
        <p:spPr>
          <a:xfrm>
            <a:off x="5657147" y="416687"/>
            <a:ext cx="1034144" cy="84898"/>
          </a:xfrm>
          <a:prstGeom prst="roundRect">
            <a:avLst>
              <a:gd name="adj" fmla="val 50000"/>
            </a:avLst>
          </a:prstGeom>
          <a:solidFill>
            <a:srgbClr val="00A6D6"/>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LID4096" sz="1600" dirty="0" err="1">
              <a:solidFill>
                <a:srgbClr val="00A6D6"/>
              </a:solidFill>
            </a:endParaRPr>
          </a:p>
        </p:txBody>
      </p:sp>
    </p:spTree>
    <p:extLst>
      <p:ext uri="{BB962C8B-B14F-4D97-AF65-F5344CB8AC3E}">
        <p14:creationId xmlns:p14="http://schemas.microsoft.com/office/powerpoint/2010/main" val="798860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jdelijke aanduiding voor datum 4">
            <a:extLst>
              <a:ext uri="{FF2B5EF4-FFF2-40B4-BE49-F238E27FC236}">
                <a16:creationId xmlns:a16="http://schemas.microsoft.com/office/drawing/2014/main" id="{B994BAD7-1490-F4D5-9092-3EB7111B7DF7}"/>
              </a:ext>
            </a:extLst>
          </p:cNvPr>
          <p:cNvSpPr>
            <a:spLocks noGrp="1"/>
          </p:cNvSpPr>
          <p:nvPr>
            <p:ph type="dt" sz="half" idx="18"/>
          </p:nvPr>
        </p:nvSpPr>
        <p:spPr>
          <a:xfrm>
            <a:off x="10146569" y="6405669"/>
            <a:ext cx="766235" cy="184666"/>
          </a:xfrm>
        </p:spPr>
        <p:txBody>
          <a:bodyPr/>
          <a:lstStyle/>
          <a:p>
            <a:r>
              <a:rPr lang="LID4096"/>
              <a:t>08/30/2024</a:t>
            </a:r>
            <a:endParaRPr lang="en-GB" dirty="0"/>
          </a:p>
        </p:txBody>
      </p:sp>
      <p:sp>
        <p:nvSpPr>
          <p:cNvPr id="16" name="Tijdelijke aanduiding voor dianummer 15">
            <a:extLst>
              <a:ext uri="{FF2B5EF4-FFF2-40B4-BE49-F238E27FC236}">
                <a16:creationId xmlns:a16="http://schemas.microsoft.com/office/drawing/2014/main" id="{BBB35617-5649-3A69-5ACC-A5828B3F289A}"/>
              </a:ext>
            </a:extLst>
          </p:cNvPr>
          <p:cNvSpPr>
            <a:spLocks noGrp="1"/>
          </p:cNvSpPr>
          <p:nvPr>
            <p:ph type="sldNum" sz="quarter" idx="20"/>
          </p:nvPr>
        </p:nvSpPr>
        <p:spPr>
          <a:xfrm>
            <a:off x="11178464" y="6405669"/>
            <a:ext cx="291298" cy="184666"/>
          </a:xfrm>
        </p:spPr>
        <p:txBody>
          <a:bodyPr/>
          <a:lstStyle/>
          <a:p>
            <a:fld id="{9E843DB9-9987-4157-AB9C-CEA8D7D910BB}" type="slidenum">
              <a:rPr lang="en-GB" smtClean="0"/>
              <a:pPr/>
              <a:t>20</a:t>
            </a:fld>
            <a:endParaRPr lang="en-GB" dirty="0"/>
          </a:p>
        </p:txBody>
      </p:sp>
      <p:sp>
        <p:nvSpPr>
          <p:cNvPr id="8" name="Tijdelijke aanduiding voor tekst 7">
            <a:extLst>
              <a:ext uri="{FF2B5EF4-FFF2-40B4-BE49-F238E27FC236}">
                <a16:creationId xmlns:a16="http://schemas.microsoft.com/office/drawing/2014/main" id="{73C0F465-AC54-5AF4-B9C9-64F21371EF32}"/>
              </a:ext>
            </a:extLst>
          </p:cNvPr>
          <p:cNvSpPr>
            <a:spLocks noGrp="1"/>
          </p:cNvSpPr>
          <p:nvPr>
            <p:ph type="body" sz="quarter" idx="21"/>
          </p:nvPr>
        </p:nvSpPr>
        <p:spPr>
          <a:xfrm>
            <a:off x="719139" y="1565274"/>
            <a:ext cx="10752136" cy="4347011"/>
          </a:xfrm>
        </p:spPr>
        <p:txBody>
          <a:bodyPr/>
          <a:lstStyle/>
          <a:p>
            <a:pPr lvl="2"/>
            <a:r>
              <a:rPr lang="en-GB" dirty="0"/>
              <a:t>Idea: Faster learning, faster fault recovery. Can we increase learning rate of algorithms?</a:t>
            </a:r>
          </a:p>
          <a:p>
            <a:pPr marL="342900" lvl="2" indent="-342900">
              <a:buClr>
                <a:srgbClr val="00A6D6"/>
              </a:buClr>
              <a:buFont typeface="Arial" panose="020B0604020202020204" pitchFamily="34" charset="0"/>
              <a:buChar char="•"/>
            </a:pPr>
            <a:r>
              <a:rPr lang="en-GB" dirty="0"/>
              <a:t>Answer: </a:t>
            </a:r>
            <a:r>
              <a:rPr lang="en-GB" i="1" dirty="0"/>
              <a:t>Yes, use more prior information in the learning process.</a:t>
            </a:r>
          </a:p>
          <a:p>
            <a:pPr marL="342900" lvl="2" indent="-342900">
              <a:buClr>
                <a:srgbClr val="00A6D6"/>
              </a:buClr>
              <a:buFont typeface="Arial" panose="020B0604020202020204" pitchFamily="34" charset="0"/>
              <a:buChar char="•"/>
            </a:pPr>
            <a:r>
              <a:rPr lang="en-GB" dirty="0"/>
              <a:t>Cue </a:t>
            </a:r>
            <a:r>
              <a:rPr lang="en-GB" b="1" dirty="0">
                <a:solidFill>
                  <a:srgbClr val="00A6D6"/>
                </a:solidFill>
              </a:rPr>
              <a:t>Eligibility traces</a:t>
            </a:r>
            <a:r>
              <a:rPr lang="en-GB" dirty="0"/>
              <a:t> &amp; </a:t>
            </a:r>
            <a:r>
              <a:rPr lang="en-GB" b="1" dirty="0">
                <a:solidFill>
                  <a:srgbClr val="00A6D6"/>
                </a:solidFill>
              </a:rPr>
              <a:t>Multi-step updates</a:t>
            </a:r>
            <a:r>
              <a:rPr lang="en-GB" dirty="0">
                <a:solidFill>
                  <a:schemeClr val="tx1"/>
                </a:solidFill>
              </a:rPr>
              <a:t>!</a:t>
            </a:r>
          </a:p>
          <a:p>
            <a:pPr lvl="4"/>
            <a:endParaRPr lang="en-GB" dirty="0"/>
          </a:p>
          <a:p>
            <a:pPr lvl="4"/>
            <a:r>
              <a:rPr lang="en-GB" sz="2000" dirty="0">
                <a:solidFill>
                  <a:schemeClr val="tx1"/>
                </a:solidFill>
                <a:latin typeface="+mn-lt"/>
              </a:rPr>
              <a:t>What are they?</a:t>
            </a:r>
          </a:p>
          <a:p>
            <a:pPr marL="342900" lvl="4" indent="-342900">
              <a:buClr>
                <a:schemeClr val="accent1"/>
              </a:buClr>
              <a:buFont typeface="Arial" panose="020B0604020202020204" pitchFamily="34" charset="0"/>
              <a:buChar char="•"/>
            </a:pPr>
            <a:r>
              <a:rPr lang="en-GB" sz="2000" b="1" dirty="0">
                <a:solidFill>
                  <a:srgbClr val="0C2340"/>
                </a:solidFill>
              </a:rPr>
              <a:t>Eligibility Traces</a:t>
            </a:r>
            <a:r>
              <a:rPr lang="en-GB" sz="2000" dirty="0">
                <a:solidFill>
                  <a:schemeClr val="tx1"/>
                </a:solidFill>
              </a:rPr>
              <a:t>:</a:t>
            </a:r>
          </a:p>
          <a:p>
            <a:pPr lvl="4">
              <a:buClr>
                <a:schemeClr val="accent1"/>
              </a:buClr>
            </a:pPr>
            <a:r>
              <a:rPr lang="en-GB" sz="2000" dirty="0">
                <a:solidFill>
                  <a:schemeClr val="tx1"/>
                </a:solidFill>
              </a:rPr>
              <a:t>	A trace of how eligible certain parameters are to updating.</a:t>
            </a:r>
          </a:p>
          <a:p>
            <a:pPr marL="342900" lvl="4" indent="-342900">
              <a:buClr>
                <a:schemeClr val="accent1"/>
              </a:buClr>
              <a:buFont typeface="Arial" panose="020B0604020202020204" pitchFamily="34" charset="0"/>
              <a:buChar char="•"/>
            </a:pPr>
            <a:r>
              <a:rPr lang="en-GB" sz="2000" b="1" dirty="0">
                <a:solidFill>
                  <a:srgbClr val="0C2340"/>
                </a:solidFill>
              </a:rPr>
              <a:t>Multi-step updates</a:t>
            </a:r>
            <a:r>
              <a:rPr lang="en-GB" sz="2000" dirty="0">
                <a:solidFill>
                  <a:schemeClr val="tx1"/>
                </a:solidFill>
              </a:rPr>
              <a:t>:</a:t>
            </a:r>
          </a:p>
          <a:p>
            <a:pPr lvl="4">
              <a:buClr>
                <a:schemeClr val="accent1"/>
              </a:buClr>
            </a:pPr>
            <a:r>
              <a:rPr lang="en-GB" sz="2000" dirty="0">
                <a:solidFill>
                  <a:schemeClr val="tx1"/>
                </a:solidFill>
              </a:rPr>
              <a:t>	Using two or more timesteps of information for updating.</a:t>
            </a:r>
          </a:p>
        </p:txBody>
      </p:sp>
      <p:sp>
        <p:nvSpPr>
          <p:cNvPr id="14" name="Titel 13">
            <a:extLst>
              <a:ext uri="{FF2B5EF4-FFF2-40B4-BE49-F238E27FC236}">
                <a16:creationId xmlns:a16="http://schemas.microsoft.com/office/drawing/2014/main" id="{4E840CAD-8869-66D6-F142-07912B6A4DF2}"/>
              </a:ext>
            </a:extLst>
          </p:cNvPr>
          <p:cNvSpPr>
            <a:spLocks noGrp="1"/>
          </p:cNvSpPr>
          <p:nvPr>
            <p:ph type="title"/>
          </p:nvPr>
        </p:nvSpPr>
        <p:spPr>
          <a:xfrm>
            <a:off x="718666" y="722454"/>
            <a:ext cx="10752610" cy="323409"/>
          </a:xfrm>
        </p:spPr>
        <p:txBody>
          <a:bodyPr/>
          <a:lstStyle/>
          <a:p>
            <a:r>
              <a:rPr lang="en-GB" dirty="0"/>
              <a:t>Augmenting the IDHP algorithm</a:t>
            </a:r>
          </a:p>
        </p:txBody>
      </p:sp>
      <p:pic>
        <p:nvPicPr>
          <p:cNvPr id="3" name="Picture 2">
            <a:extLst>
              <a:ext uri="{FF2B5EF4-FFF2-40B4-BE49-F238E27FC236}">
                <a16:creationId xmlns:a16="http://schemas.microsoft.com/office/drawing/2014/main" id="{6EFD5582-4B72-FC75-0063-7600209D8C65}"/>
              </a:ext>
            </a:extLst>
          </p:cNvPr>
          <p:cNvPicPr>
            <a:picLocks noChangeAspect="1"/>
          </p:cNvPicPr>
          <p:nvPr/>
        </p:nvPicPr>
        <p:blipFill>
          <a:blip r:embed="rId3"/>
          <a:stretch>
            <a:fillRect/>
          </a:stretch>
        </p:blipFill>
        <p:spPr>
          <a:xfrm>
            <a:off x="7064679" y="2792439"/>
            <a:ext cx="4723962" cy="1185440"/>
          </a:xfrm>
          <a:prstGeom prst="rect">
            <a:avLst/>
          </a:prstGeom>
        </p:spPr>
      </p:pic>
      <p:pic>
        <p:nvPicPr>
          <p:cNvPr id="6" name="Picture 5">
            <a:extLst>
              <a:ext uri="{FF2B5EF4-FFF2-40B4-BE49-F238E27FC236}">
                <a16:creationId xmlns:a16="http://schemas.microsoft.com/office/drawing/2014/main" id="{D3FA1678-1369-69E3-0FCC-31CCB032A0F6}"/>
              </a:ext>
            </a:extLst>
          </p:cNvPr>
          <p:cNvPicPr>
            <a:picLocks noChangeAspect="1"/>
          </p:cNvPicPr>
          <p:nvPr/>
        </p:nvPicPr>
        <p:blipFill>
          <a:blip r:embed="rId4"/>
          <a:stretch>
            <a:fillRect/>
          </a:stretch>
        </p:blipFill>
        <p:spPr>
          <a:xfrm>
            <a:off x="8135655" y="4411360"/>
            <a:ext cx="3808886" cy="1809880"/>
          </a:xfrm>
          <a:prstGeom prst="rect">
            <a:avLst/>
          </a:prstGeom>
        </p:spPr>
      </p:pic>
      <p:sp>
        <p:nvSpPr>
          <p:cNvPr id="10" name="TextBox 9">
            <a:extLst>
              <a:ext uri="{FF2B5EF4-FFF2-40B4-BE49-F238E27FC236}">
                <a16:creationId xmlns:a16="http://schemas.microsoft.com/office/drawing/2014/main" id="{3BBCDFBC-AB79-F479-90A7-0587A68324EC}"/>
              </a:ext>
            </a:extLst>
          </p:cNvPr>
          <p:cNvSpPr txBox="1"/>
          <p:nvPr/>
        </p:nvSpPr>
        <p:spPr>
          <a:xfrm>
            <a:off x="8849428" y="6205299"/>
            <a:ext cx="2862409" cy="184666"/>
          </a:xfrm>
          <a:prstGeom prst="rect">
            <a:avLst/>
          </a:prstGeom>
          <a:noFill/>
        </p:spPr>
        <p:txBody>
          <a:bodyPr wrap="square" lIns="0" tIns="0" rIns="0" bIns="0" rtlCol="0">
            <a:noAutofit/>
          </a:bodyPr>
          <a:lstStyle/>
          <a:p>
            <a:pPr algn="l">
              <a:lnSpc>
                <a:spcPct val="90000"/>
              </a:lnSpc>
              <a:spcBef>
                <a:spcPts val="600"/>
              </a:spcBef>
              <a:spcAft>
                <a:spcPts val="600"/>
              </a:spcAft>
            </a:pPr>
            <a:r>
              <a:rPr lang="en-US" sz="1100" dirty="0"/>
              <a:t>Images by: Richard Sutton, Andrew </a:t>
            </a:r>
            <a:r>
              <a:rPr lang="en-US" sz="1100" dirty="0" err="1"/>
              <a:t>Barto</a:t>
            </a:r>
            <a:endParaRPr lang="LID4096" sz="1100" dirty="0" err="1"/>
          </a:p>
        </p:txBody>
      </p:sp>
      <p:sp>
        <p:nvSpPr>
          <p:cNvPr id="2" name="Rectangle: Rounded Corners 1">
            <a:extLst>
              <a:ext uri="{FF2B5EF4-FFF2-40B4-BE49-F238E27FC236}">
                <a16:creationId xmlns:a16="http://schemas.microsoft.com/office/drawing/2014/main" id="{22E91473-2AAD-557F-86C6-DC2A5C8E6172}"/>
              </a:ext>
            </a:extLst>
          </p:cNvPr>
          <p:cNvSpPr/>
          <p:nvPr/>
        </p:nvSpPr>
        <p:spPr>
          <a:xfrm>
            <a:off x="5657147" y="416687"/>
            <a:ext cx="1034144" cy="84898"/>
          </a:xfrm>
          <a:prstGeom prst="roundRect">
            <a:avLst>
              <a:gd name="adj" fmla="val 50000"/>
            </a:avLst>
          </a:prstGeom>
          <a:solidFill>
            <a:srgbClr val="00A6D6"/>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LID4096" sz="1600" dirty="0" err="1">
              <a:solidFill>
                <a:srgbClr val="00A6D6"/>
              </a:solidFill>
            </a:endParaRPr>
          </a:p>
        </p:txBody>
      </p:sp>
    </p:spTree>
    <p:extLst>
      <p:ext uri="{BB962C8B-B14F-4D97-AF65-F5344CB8AC3E}">
        <p14:creationId xmlns:p14="http://schemas.microsoft.com/office/powerpoint/2010/main" val="2272450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6"/>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jdelijke aanduiding voor datum 4">
            <a:extLst>
              <a:ext uri="{FF2B5EF4-FFF2-40B4-BE49-F238E27FC236}">
                <a16:creationId xmlns:a16="http://schemas.microsoft.com/office/drawing/2014/main" id="{B994BAD7-1490-F4D5-9092-3EB7111B7DF7}"/>
              </a:ext>
            </a:extLst>
          </p:cNvPr>
          <p:cNvSpPr>
            <a:spLocks noGrp="1"/>
          </p:cNvSpPr>
          <p:nvPr>
            <p:ph type="dt" sz="half" idx="18"/>
          </p:nvPr>
        </p:nvSpPr>
        <p:spPr>
          <a:xfrm>
            <a:off x="10146569" y="6405669"/>
            <a:ext cx="766235" cy="184666"/>
          </a:xfrm>
        </p:spPr>
        <p:txBody>
          <a:bodyPr/>
          <a:lstStyle/>
          <a:p>
            <a:r>
              <a:rPr lang="LID4096"/>
              <a:t>08/30/2024</a:t>
            </a:r>
            <a:endParaRPr lang="en-GB" dirty="0"/>
          </a:p>
        </p:txBody>
      </p:sp>
      <p:sp>
        <p:nvSpPr>
          <p:cNvPr id="16" name="Tijdelijke aanduiding voor dianummer 15">
            <a:extLst>
              <a:ext uri="{FF2B5EF4-FFF2-40B4-BE49-F238E27FC236}">
                <a16:creationId xmlns:a16="http://schemas.microsoft.com/office/drawing/2014/main" id="{BBB35617-5649-3A69-5ACC-A5828B3F289A}"/>
              </a:ext>
            </a:extLst>
          </p:cNvPr>
          <p:cNvSpPr>
            <a:spLocks noGrp="1"/>
          </p:cNvSpPr>
          <p:nvPr>
            <p:ph type="sldNum" sz="quarter" idx="20"/>
          </p:nvPr>
        </p:nvSpPr>
        <p:spPr>
          <a:xfrm>
            <a:off x="11178464" y="6405669"/>
            <a:ext cx="291298" cy="184666"/>
          </a:xfrm>
        </p:spPr>
        <p:txBody>
          <a:bodyPr/>
          <a:lstStyle/>
          <a:p>
            <a:fld id="{9E843DB9-9987-4157-AB9C-CEA8D7D910BB}" type="slidenum">
              <a:rPr lang="en-GB" smtClean="0"/>
              <a:pPr/>
              <a:t>21</a:t>
            </a:fld>
            <a:endParaRPr lang="en-GB" dirty="0"/>
          </a:p>
        </p:txBody>
      </p:sp>
      <mc:AlternateContent xmlns:mc="http://schemas.openxmlformats.org/markup-compatibility/2006">
        <mc:Choice xmlns:a14="http://schemas.microsoft.com/office/drawing/2010/main" Requires="a14">
          <p:sp>
            <p:nvSpPr>
              <p:cNvPr id="8" name="Tijdelijke aanduiding voor tekst 7">
                <a:extLst>
                  <a:ext uri="{FF2B5EF4-FFF2-40B4-BE49-F238E27FC236}">
                    <a16:creationId xmlns:a16="http://schemas.microsoft.com/office/drawing/2014/main" id="{73C0F465-AC54-5AF4-B9C9-64F21371EF32}"/>
                  </a:ext>
                </a:extLst>
              </p:cNvPr>
              <p:cNvSpPr>
                <a:spLocks noGrp="1"/>
              </p:cNvSpPr>
              <p:nvPr>
                <p:ph type="body" sz="quarter" idx="21"/>
              </p:nvPr>
            </p:nvSpPr>
            <p:spPr>
              <a:xfrm>
                <a:off x="719139" y="1340286"/>
                <a:ext cx="5528150" cy="3498692"/>
              </a:xfrm>
              <a:prstGeom prst="rect">
                <a:avLst/>
              </a:prstGeom>
            </p:spPr>
            <p:txBody>
              <a:bodyPr/>
              <a:lstStyle/>
              <a:p>
                <a:pPr>
                  <a:lnSpc>
                    <a:spcPct val="100000"/>
                  </a:lnSpc>
                </a:pPr>
                <a:r>
                  <a:rPr lang="en-GB" b="1" dirty="0">
                    <a:solidFill>
                      <a:srgbClr val="0C2340"/>
                    </a:solidFill>
                  </a:rPr>
                  <a:t>Actor, </a:t>
                </a:r>
                <a14:m>
                  <m:oMath xmlns:m="http://schemas.openxmlformats.org/officeDocument/2006/math">
                    <m:sSub>
                      <m:sSubPr>
                        <m:ctrlPr>
                          <a:rPr lang="en-US" b="0" i="1" smtClean="0">
                            <a:solidFill>
                              <a:srgbClr val="0C2340"/>
                            </a:solidFill>
                            <a:latin typeface="Cambria Math" panose="02040503050406030204" pitchFamily="18" charset="0"/>
                          </a:rPr>
                        </m:ctrlPr>
                      </m:sSubPr>
                      <m:e>
                        <m:r>
                          <a:rPr lang="en-US" b="0" i="1" smtClean="0">
                            <a:solidFill>
                              <a:srgbClr val="0C2340"/>
                            </a:solidFill>
                            <a:latin typeface="Cambria Math" panose="02040503050406030204" pitchFamily="18" charset="0"/>
                          </a:rPr>
                          <m:t>𝑊</m:t>
                        </m:r>
                      </m:e>
                      <m:sub>
                        <m:r>
                          <a:rPr lang="en-US" b="0" i="1" smtClean="0">
                            <a:solidFill>
                              <a:srgbClr val="0C2340"/>
                            </a:solidFill>
                            <a:latin typeface="Cambria Math" panose="02040503050406030204" pitchFamily="18" charset="0"/>
                          </a:rPr>
                          <m:t>𝑎</m:t>
                        </m:r>
                      </m:sub>
                    </m:sSub>
                    <m:r>
                      <a:rPr lang="en-US" b="0" i="1" smtClean="0">
                        <a:solidFill>
                          <a:srgbClr val="0C2340"/>
                        </a:solidFill>
                        <a:latin typeface="Cambria Math" panose="02040503050406030204" pitchFamily="18" charset="0"/>
                      </a:rPr>
                      <m:t> </m:t>
                    </m:r>
                  </m:oMath>
                </a14:m>
                <a:r>
                  <a:rPr lang="en-GB" b="1" dirty="0">
                    <a:solidFill>
                      <a:srgbClr val="0C2340"/>
                    </a:solidFill>
                  </a:rPr>
                  <a:t>:</a:t>
                </a:r>
              </a:p>
              <a:p>
                <a:pPr marL="0" indent="0">
                  <a:lnSpc>
                    <a:spcPct val="100000"/>
                  </a:lnSpc>
                  <a:buNone/>
                </a:pPr>
                <a:r>
                  <a:rPr lang="en-GB" dirty="0">
                    <a:solidFill>
                      <a:schemeClr val="tx1"/>
                    </a:solidFill>
                  </a:rPr>
                  <a:t>Eligibility trace </a:t>
                </a:r>
                <a14:m>
                  <m:oMath xmlns:m="http://schemas.openxmlformats.org/officeDocument/2006/math">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𝑎</m:t>
                            </m:r>
                          </m:e>
                          <m:sub>
                            <m:r>
                              <a:rPr lang="en-US" b="0" i="1" smtClean="0">
                                <a:solidFill>
                                  <a:schemeClr val="tx1"/>
                                </a:solidFill>
                                <a:latin typeface="Cambria Math" panose="02040503050406030204" pitchFamily="18" charset="0"/>
                              </a:rPr>
                              <m:t>𝑡</m:t>
                            </m:r>
                            <m:r>
                              <a:rPr lang="en-US" b="0" i="1" smtClean="0">
                                <a:solidFill>
                                  <a:schemeClr val="tx1"/>
                                </a:solidFill>
                                <a:latin typeface="Cambria Math" panose="02040503050406030204" pitchFamily="18" charset="0"/>
                              </a:rPr>
                              <m:t>−1</m:t>
                            </m:r>
                          </m:sub>
                        </m:sSub>
                      </m:num>
                      <m:den>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𝑊</m:t>
                            </m:r>
                          </m:e>
                          <m:sub>
                            <m:r>
                              <a:rPr lang="en-US" b="0" i="1" smtClean="0">
                                <a:solidFill>
                                  <a:schemeClr val="tx1"/>
                                </a:solidFill>
                                <a:latin typeface="Cambria Math" panose="02040503050406030204" pitchFamily="18" charset="0"/>
                              </a:rPr>
                              <m:t>𝑎</m:t>
                            </m:r>
                          </m:sub>
                        </m:sSub>
                      </m:den>
                    </m:f>
                  </m:oMath>
                </a14:m>
                <a:r>
                  <a:rPr lang="en-GB" dirty="0">
                    <a:solidFill>
                      <a:schemeClr val="tx1"/>
                    </a:solidFill>
                  </a:rPr>
                  <a:t> and smoothen action!</a:t>
                </a:r>
              </a:p>
              <a:p>
                <a:pPr marL="0" indent="0">
                  <a:lnSpc>
                    <a:spcPct val="100000"/>
                  </a:lnSpc>
                  <a:buNone/>
                </a:pPr>
                <a14:m>
                  <m:oMathPara xmlns:m="http://schemas.openxmlformats.org/officeDocument/2006/math">
                    <m:oMathParaPr>
                      <m:jc m:val="centerGroup"/>
                    </m:oMathParaPr>
                    <m:oMath xmlns:m="http://schemas.openxmlformats.org/officeDocument/2006/math">
                      <m:sSub>
                        <m:sSubPr>
                          <m:ctrlPr>
                            <a:rPr lang="en-US" sz="1800" b="0" i="1" smtClean="0">
                              <a:solidFill>
                                <a:schemeClr val="tx1"/>
                              </a:solidFill>
                              <a:latin typeface="Cambria Math" panose="02040503050406030204" pitchFamily="18" charset="0"/>
                            </a:rPr>
                          </m:ctrlPr>
                        </m:sSubPr>
                        <m:e>
                          <m:r>
                            <a:rPr lang="en-US" sz="1800" b="0" i="1" smtClean="0">
                              <a:solidFill>
                                <a:schemeClr val="tx1"/>
                              </a:solidFill>
                              <a:latin typeface="Cambria Math" panose="02040503050406030204" pitchFamily="18" charset="0"/>
                            </a:rPr>
                            <m:t>𝑊</m:t>
                          </m:r>
                        </m:e>
                        <m:sub>
                          <m:sSub>
                            <m:sSubPr>
                              <m:ctrlPr>
                                <a:rPr lang="en-US" sz="1800" b="0" i="1" smtClean="0">
                                  <a:solidFill>
                                    <a:schemeClr val="tx1"/>
                                  </a:solidFill>
                                  <a:latin typeface="Cambria Math" panose="02040503050406030204" pitchFamily="18" charset="0"/>
                                </a:rPr>
                              </m:ctrlPr>
                            </m:sSubPr>
                            <m:e>
                              <m:r>
                                <a:rPr lang="en-US" sz="1800" b="0" i="1" smtClean="0">
                                  <a:solidFill>
                                    <a:schemeClr val="tx1"/>
                                  </a:solidFill>
                                  <a:latin typeface="Cambria Math" panose="02040503050406030204" pitchFamily="18" charset="0"/>
                                </a:rPr>
                                <m:t>𝑎</m:t>
                              </m:r>
                            </m:e>
                            <m:sub>
                              <m:r>
                                <a:rPr lang="en-US" sz="1800" b="0" i="1" smtClean="0">
                                  <a:solidFill>
                                    <a:schemeClr val="tx1"/>
                                  </a:solidFill>
                                  <a:latin typeface="Cambria Math" panose="02040503050406030204" pitchFamily="18" charset="0"/>
                                </a:rPr>
                                <m:t>𝑡</m:t>
                              </m:r>
                              <m:r>
                                <a:rPr lang="en-US" sz="1800" b="0" i="1" smtClean="0">
                                  <a:solidFill>
                                    <a:schemeClr val="tx1"/>
                                  </a:solidFill>
                                  <a:latin typeface="Cambria Math" panose="02040503050406030204" pitchFamily="18" charset="0"/>
                                </a:rPr>
                                <m:t>+1</m:t>
                              </m:r>
                            </m:sub>
                          </m:sSub>
                        </m:sub>
                      </m:sSub>
                      <m:r>
                        <m:rPr>
                          <m:aln/>
                        </m:rPr>
                        <a:rPr lang="en-US" sz="1800" b="0" i="1" smtClean="0">
                          <a:solidFill>
                            <a:schemeClr val="tx1"/>
                          </a:solidFill>
                          <a:latin typeface="Cambria Math" panose="02040503050406030204" pitchFamily="18" charset="0"/>
                        </a:rPr>
                        <m:t>=</m:t>
                      </m:r>
                      <m:sSub>
                        <m:sSubPr>
                          <m:ctrlPr>
                            <a:rPr lang="en-US" sz="1800" b="0" i="1" smtClean="0">
                              <a:solidFill>
                                <a:schemeClr val="tx1"/>
                              </a:solidFill>
                              <a:latin typeface="Cambria Math" panose="02040503050406030204" pitchFamily="18" charset="0"/>
                            </a:rPr>
                          </m:ctrlPr>
                        </m:sSubPr>
                        <m:e>
                          <m:r>
                            <a:rPr lang="en-US" sz="1800" b="0" i="1" smtClean="0">
                              <a:solidFill>
                                <a:schemeClr val="tx1"/>
                              </a:solidFill>
                              <a:latin typeface="Cambria Math" panose="02040503050406030204" pitchFamily="18" charset="0"/>
                            </a:rPr>
                            <m:t>𝑊</m:t>
                          </m:r>
                        </m:e>
                        <m:sub>
                          <m:sSub>
                            <m:sSubPr>
                              <m:ctrlPr>
                                <a:rPr lang="en-US" sz="1800" b="0" i="1" smtClean="0">
                                  <a:solidFill>
                                    <a:schemeClr val="tx1"/>
                                  </a:solidFill>
                                  <a:latin typeface="Cambria Math" panose="02040503050406030204" pitchFamily="18" charset="0"/>
                                </a:rPr>
                              </m:ctrlPr>
                            </m:sSubPr>
                            <m:e>
                              <m:r>
                                <a:rPr lang="en-US" sz="1800" b="0" i="1" smtClean="0">
                                  <a:solidFill>
                                    <a:schemeClr val="tx1"/>
                                  </a:solidFill>
                                  <a:latin typeface="Cambria Math" panose="02040503050406030204" pitchFamily="18" charset="0"/>
                                </a:rPr>
                                <m:t>𝑎</m:t>
                              </m:r>
                            </m:e>
                            <m:sub>
                              <m:r>
                                <a:rPr lang="en-US" sz="1800" b="0" i="1" smtClean="0">
                                  <a:solidFill>
                                    <a:schemeClr val="tx1"/>
                                  </a:solidFill>
                                  <a:latin typeface="Cambria Math" panose="02040503050406030204" pitchFamily="18" charset="0"/>
                                </a:rPr>
                                <m:t>𝑡</m:t>
                              </m:r>
                            </m:sub>
                          </m:sSub>
                        </m:sub>
                      </m:sSub>
                      <m:r>
                        <a:rPr lang="en-US" sz="1800" b="0" i="1" smtClean="0">
                          <a:solidFill>
                            <a:schemeClr val="tx1"/>
                          </a:solidFill>
                          <a:latin typeface="Cambria Math" panose="02040503050406030204" pitchFamily="18" charset="0"/>
                        </a:rPr>
                        <m:t>+</m:t>
                      </m:r>
                      <m:sSub>
                        <m:sSubPr>
                          <m:ctrlPr>
                            <a:rPr lang="en-US" sz="1800" b="0" i="1" smtClean="0">
                              <a:solidFill>
                                <a:schemeClr val="tx1"/>
                              </a:solidFill>
                              <a:latin typeface="Cambria Math" panose="02040503050406030204" pitchFamily="18" charset="0"/>
                            </a:rPr>
                          </m:ctrlPr>
                        </m:sSubPr>
                        <m:e>
                          <m:r>
                            <a:rPr lang="en-US" sz="1800" b="0" i="1" smtClean="0">
                              <a:solidFill>
                                <a:schemeClr val="tx1"/>
                              </a:solidFill>
                              <a:latin typeface="Cambria Math" panose="02040503050406030204" pitchFamily="18" charset="0"/>
                            </a:rPr>
                            <m:t>𝜂</m:t>
                          </m:r>
                        </m:e>
                        <m:sub>
                          <m:r>
                            <a:rPr lang="en-US" sz="1800" b="0" i="1" smtClean="0">
                              <a:solidFill>
                                <a:schemeClr val="tx1"/>
                              </a:solidFill>
                              <a:latin typeface="Cambria Math" panose="02040503050406030204" pitchFamily="18" charset="0"/>
                            </a:rPr>
                            <m:t>𝑎</m:t>
                          </m:r>
                        </m:sub>
                      </m:sSub>
                      <m:d>
                        <m:dPr>
                          <m:ctrlPr>
                            <a:rPr lang="en-US" sz="1800" b="0" i="1" smtClean="0">
                              <a:solidFill>
                                <a:schemeClr val="tx1"/>
                              </a:solidFill>
                              <a:latin typeface="Cambria Math" panose="02040503050406030204" pitchFamily="18" charset="0"/>
                            </a:rPr>
                          </m:ctrlPr>
                        </m:dPr>
                        <m:e>
                          <m:d>
                            <m:dPr>
                              <m:begChr m:val="["/>
                              <m:endChr m:val="]"/>
                              <m:ctrlPr>
                                <a:rPr lang="en-US" sz="1800" b="0" i="1" smtClean="0">
                                  <a:solidFill>
                                    <a:schemeClr val="tx1"/>
                                  </a:solidFill>
                                  <a:latin typeface="Cambria Math" panose="02040503050406030204" pitchFamily="18" charset="0"/>
                                </a:rPr>
                              </m:ctrlPr>
                            </m:dPr>
                            <m:e>
                              <m:f>
                                <m:fPr>
                                  <m:ctrlPr>
                                    <a:rPr lang="en-US" sz="1800" b="0" i="1" smtClean="0">
                                      <a:solidFill>
                                        <a:schemeClr val="tx1"/>
                                      </a:solidFill>
                                      <a:latin typeface="Cambria Math" panose="02040503050406030204" pitchFamily="18" charset="0"/>
                                    </a:rPr>
                                  </m:ctrlPr>
                                </m:fPr>
                                <m:num>
                                  <m:r>
                                    <a:rPr lang="en-US" sz="1800" b="0" i="1" smtClean="0">
                                      <a:solidFill>
                                        <a:schemeClr val="tx1"/>
                                      </a:solidFill>
                                      <a:latin typeface="Cambria Math" panose="02040503050406030204" pitchFamily="18" charset="0"/>
                                    </a:rPr>
                                    <m:t>𝜕</m:t>
                                  </m:r>
                                  <m:sSub>
                                    <m:sSubPr>
                                      <m:ctrlPr>
                                        <a:rPr lang="en-US" sz="1800" b="0" i="1" smtClean="0">
                                          <a:solidFill>
                                            <a:schemeClr val="tx1"/>
                                          </a:solidFill>
                                          <a:latin typeface="Cambria Math" panose="02040503050406030204" pitchFamily="18" charset="0"/>
                                        </a:rPr>
                                      </m:ctrlPr>
                                    </m:sSubPr>
                                    <m:e>
                                      <m:r>
                                        <a:rPr lang="en-US" sz="1800" b="0" i="1" smtClean="0">
                                          <a:solidFill>
                                            <a:schemeClr val="tx1"/>
                                          </a:solidFill>
                                          <a:latin typeface="Cambria Math" panose="02040503050406030204" pitchFamily="18" charset="0"/>
                                        </a:rPr>
                                        <m:t>𝑟</m:t>
                                      </m:r>
                                    </m:e>
                                    <m:sub>
                                      <m:r>
                                        <a:rPr lang="en-US" sz="1800" b="0" i="1" smtClean="0">
                                          <a:solidFill>
                                            <a:schemeClr val="tx1"/>
                                          </a:solidFill>
                                          <a:latin typeface="Cambria Math" panose="02040503050406030204" pitchFamily="18" charset="0"/>
                                        </a:rPr>
                                        <m:t>𝑡</m:t>
                                      </m:r>
                                    </m:sub>
                                  </m:sSub>
                                </m:num>
                                <m:den>
                                  <m:r>
                                    <a:rPr lang="en-US" sz="1800" b="0" i="1" smtClean="0">
                                      <a:solidFill>
                                        <a:schemeClr val="tx1"/>
                                      </a:solidFill>
                                      <a:latin typeface="Cambria Math" panose="02040503050406030204" pitchFamily="18" charset="0"/>
                                    </a:rPr>
                                    <m:t>𝜕</m:t>
                                  </m:r>
                                  <m:sSub>
                                    <m:sSubPr>
                                      <m:ctrlPr>
                                        <a:rPr lang="en-US" sz="1800" b="0" i="1" smtClean="0">
                                          <a:solidFill>
                                            <a:schemeClr val="tx1"/>
                                          </a:solidFill>
                                          <a:latin typeface="Cambria Math" panose="02040503050406030204" pitchFamily="18" charset="0"/>
                                        </a:rPr>
                                      </m:ctrlPr>
                                    </m:sSubPr>
                                    <m:e>
                                      <m:r>
                                        <a:rPr lang="en-US" sz="1800" b="0" i="1" smtClean="0">
                                          <a:solidFill>
                                            <a:schemeClr val="tx1"/>
                                          </a:solidFill>
                                          <a:latin typeface="Cambria Math" panose="02040503050406030204" pitchFamily="18" charset="0"/>
                                        </a:rPr>
                                        <m:t>𝑠</m:t>
                                      </m:r>
                                    </m:e>
                                    <m:sub>
                                      <m:r>
                                        <a:rPr lang="en-US" sz="1800" b="0" i="1" smtClean="0">
                                          <a:solidFill>
                                            <a:schemeClr val="tx1"/>
                                          </a:solidFill>
                                          <a:latin typeface="Cambria Math" panose="02040503050406030204" pitchFamily="18" charset="0"/>
                                        </a:rPr>
                                        <m:t>𝑡</m:t>
                                      </m:r>
                                    </m:sub>
                                  </m:sSub>
                                </m:den>
                              </m:f>
                              <m:r>
                                <a:rPr lang="en-US" sz="1800" b="0" i="1" smtClean="0">
                                  <a:solidFill>
                                    <a:schemeClr val="tx1"/>
                                  </a:solidFill>
                                  <a:latin typeface="Cambria Math" panose="02040503050406030204" pitchFamily="18" charset="0"/>
                                </a:rPr>
                                <m:t>+</m:t>
                              </m:r>
                              <m:sSub>
                                <m:sSubPr>
                                  <m:ctrlPr>
                                    <a:rPr lang="en-US" sz="1800" b="0" i="1" smtClean="0">
                                      <a:solidFill>
                                        <a:schemeClr val="tx1"/>
                                      </a:solidFill>
                                      <a:latin typeface="Cambria Math" panose="02040503050406030204" pitchFamily="18" charset="0"/>
                                    </a:rPr>
                                  </m:ctrlPr>
                                </m:sSubPr>
                                <m:e>
                                  <m:r>
                                    <m:rPr>
                                      <m:sty m:val="p"/>
                                    </m:rPr>
                                    <a:rPr lang="en-US" sz="1800" b="0" i="0" smtClean="0">
                                      <a:solidFill>
                                        <a:schemeClr val="tx1"/>
                                      </a:solidFill>
                                      <a:latin typeface="Cambria Math" panose="02040503050406030204" pitchFamily="18" charset="0"/>
                                    </a:rPr>
                                    <m:t>Λ</m:t>
                                  </m:r>
                                </m:e>
                                <m:sub>
                                  <m:r>
                                    <a:rPr lang="en-US" sz="1800" b="0" i="1" smtClean="0">
                                      <a:solidFill>
                                        <a:schemeClr val="tx1"/>
                                      </a:solidFill>
                                      <a:latin typeface="Cambria Math" panose="02040503050406030204" pitchFamily="18" charset="0"/>
                                    </a:rPr>
                                    <m:t>𝑡</m:t>
                                  </m:r>
                                </m:sub>
                              </m:sSub>
                            </m:e>
                          </m:d>
                          <m:f>
                            <m:fPr>
                              <m:ctrlPr>
                                <a:rPr lang="en-US" sz="1800" b="0" i="1" smtClean="0">
                                  <a:solidFill>
                                    <a:schemeClr val="tx1"/>
                                  </a:solidFill>
                                  <a:latin typeface="Cambria Math" panose="02040503050406030204" pitchFamily="18" charset="0"/>
                                </a:rPr>
                              </m:ctrlPr>
                            </m:fPr>
                            <m:num>
                              <m:r>
                                <a:rPr lang="en-US" sz="1800" b="0" i="1" smtClean="0">
                                  <a:solidFill>
                                    <a:schemeClr val="tx1"/>
                                  </a:solidFill>
                                  <a:latin typeface="Cambria Math" panose="02040503050406030204" pitchFamily="18" charset="0"/>
                                </a:rPr>
                                <m:t>𝜕</m:t>
                              </m:r>
                              <m:sSub>
                                <m:sSubPr>
                                  <m:ctrlPr>
                                    <a:rPr lang="en-US" sz="1800" b="0" i="1" smtClean="0">
                                      <a:solidFill>
                                        <a:schemeClr val="tx1"/>
                                      </a:solidFill>
                                      <a:latin typeface="Cambria Math" panose="02040503050406030204" pitchFamily="18" charset="0"/>
                                    </a:rPr>
                                  </m:ctrlPr>
                                </m:sSubPr>
                                <m:e>
                                  <m:r>
                                    <a:rPr lang="en-US" sz="1800" b="0" i="1" smtClean="0">
                                      <a:solidFill>
                                        <a:schemeClr val="tx1"/>
                                      </a:solidFill>
                                      <a:latin typeface="Cambria Math" panose="02040503050406030204" pitchFamily="18" charset="0"/>
                                    </a:rPr>
                                    <m:t>𝑠</m:t>
                                  </m:r>
                                </m:e>
                                <m:sub>
                                  <m:r>
                                    <a:rPr lang="en-US" sz="1800" b="0" i="1" smtClean="0">
                                      <a:solidFill>
                                        <a:schemeClr val="tx1"/>
                                      </a:solidFill>
                                      <a:latin typeface="Cambria Math" panose="02040503050406030204" pitchFamily="18" charset="0"/>
                                    </a:rPr>
                                    <m:t>𝑡</m:t>
                                  </m:r>
                                </m:sub>
                              </m:sSub>
                            </m:num>
                            <m:den>
                              <m:r>
                                <a:rPr lang="en-US" sz="1800" b="0" i="1" smtClean="0">
                                  <a:solidFill>
                                    <a:schemeClr val="tx1"/>
                                  </a:solidFill>
                                  <a:latin typeface="Cambria Math" panose="02040503050406030204" pitchFamily="18" charset="0"/>
                                </a:rPr>
                                <m:t>𝜕</m:t>
                              </m:r>
                              <m:sSub>
                                <m:sSubPr>
                                  <m:ctrlPr>
                                    <a:rPr lang="en-US" sz="1800" b="0" i="1" smtClean="0">
                                      <a:solidFill>
                                        <a:schemeClr val="tx1"/>
                                      </a:solidFill>
                                      <a:latin typeface="Cambria Math" panose="02040503050406030204" pitchFamily="18" charset="0"/>
                                    </a:rPr>
                                  </m:ctrlPr>
                                </m:sSubPr>
                                <m:e>
                                  <m:r>
                                    <a:rPr lang="en-US" sz="1800" b="0" i="1" smtClean="0">
                                      <a:solidFill>
                                        <a:schemeClr val="tx1"/>
                                      </a:solidFill>
                                      <a:latin typeface="Cambria Math" panose="02040503050406030204" pitchFamily="18" charset="0"/>
                                    </a:rPr>
                                    <m:t>𝑎</m:t>
                                  </m:r>
                                </m:e>
                                <m:sub>
                                  <m:r>
                                    <a:rPr lang="en-US" sz="1800" b="0" i="1" smtClean="0">
                                      <a:solidFill>
                                        <a:schemeClr val="tx1"/>
                                      </a:solidFill>
                                      <a:latin typeface="Cambria Math" panose="02040503050406030204" pitchFamily="18" charset="0"/>
                                    </a:rPr>
                                    <m:t>𝑡</m:t>
                                  </m:r>
                                  <m:r>
                                    <a:rPr lang="en-US" sz="1800" b="0" i="1" smtClean="0">
                                      <a:solidFill>
                                        <a:schemeClr val="tx1"/>
                                      </a:solidFill>
                                      <a:latin typeface="Cambria Math" panose="02040503050406030204" pitchFamily="18" charset="0"/>
                                    </a:rPr>
                                    <m:t>−1</m:t>
                                  </m:r>
                                </m:sub>
                              </m:sSub>
                            </m:den>
                          </m:f>
                        </m:e>
                      </m:d>
                      <m:f>
                        <m:fPr>
                          <m:ctrlPr>
                            <a:rPr lang="en-US" sz="1800" i="1">
                              <a:solidFill>
                                <a:schemeClr val="tx1"/>
                              </a:solidFill>
                              <a:latin typeface="Cambria Math" panose="02040503050406030204" pitchFamily="18" charset="0"/>
                            </a:rPr>
                          </m:ctrlPr>
                        </m:fPr>
                        <m:num>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𝑎</m:t>
                              </m:r>
                            </m:e>
                            <m:sub>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sub>
                          </m:sSub>
                        </m:num>
                        <m:den>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𝑊</m:t>
                              </m:r>
                            </m:e>
                            <m:sub>
                              <m:r>
                                <a:rPr lang="en-US" sz="1800" i="1">
                                  <a:solidFill>
                                    <a:schemeClr val="tx1"/>
                                  </a:solidFill>
                                  <a:latin typeface="Cambria Math" panose="02040503050406030204" pitchFamily="18" charset="0"/>
                                </a:rPr>
                                <m:t>𝑎</m:t>
                              </m:r>
                            </m:sub>
                          </m:sSub>
                        </m:den>
                      </m:f>
                    </m:oMath>
                  </m:oMathPara>
                </a14:m>
                <a:br>
                  <a:rPr lang="en-US" sz="1800" b="0" i="0" dirty="0">
                    <a:solidFill>
                      <a:schemeClr val="tx1"/>
                    </a:solidFill>
                    <a:latin typeface="Cambria Math" panose="02040503050406030204" pitchFamily="18" charset="0"/>
                  </a:rPr>
                </a:br>
                <a:endParaRPr lang="en-US" sz="1800" b="0" i="0" dirty="0">
                  <a:solidFill>
                    <a:schemeClr val="tx1"/>
                  </a:solidFill>
                  <a:latin typeface="Cambria Math" panose="02040503050406030204" pitchFamily="18" charset="0"/>
                </a:endParaRPr>
              </a:p>
              <a:p>
                <a:pPr marL="0" indent="0">
                  <a:lnSpc>
                    <a:spcPct val="100000"/>
                  </a:lnSpc>
                  <a:buNone/>
                </a:pPr>
                <a:endParaRPr lang="en-GB" dirty="0">
                  <a:solidFill>
                    <a:schemeClr val="tx1"/>
                  </a:solidFill>
                </a:endParaRPr>
              </a:p>
              <a:p>
                <a:pPr>
                  <a:lnSpc>
                    <a:spcPct val="100000"/>
                  </a:lnSpc>
                </a:pPr>
                <a:r>
                  <a:rPr lang="en-GB" b="1" dirty="0">
                    <a:solidFill>
                      <a:srgbClr val="0C2340"/>
                    </a:solidFill>
                  </a:rPr>
                  <a:t>Critic, </a:t>
                </a:r>
                <a14:m>
                  <m:oMath xmlns:m="http://schemas.openxmlformats.org/officeDocument/2006/math">
                    <m:sSub>
                      <m:sSubPr>
                        <m:ctrlPr>
                          <a:rPr lang="en-US" b="0" i="1" smtClean="0">
                            <a:solidFill>
                              <a:srgbClr val="0C2340"/>
                            </a:solidFill>
                            <a:latin typeface="Cambria Math" panose="02040503050406030204" pitchFamily="18" charset="0"/>
                          </a:rPr>
                        </m:ctrlPr>
                      </m:sSubPr>
                      <m:e>
                        <m:r>
                          <a:rPr lang="en-US" b="0" i="1" smtClean="0">
                            <a:solidFill>
                              <a:srgbClr val="0C2340"/>
                            </a:solidFill>
                            <a:latin typeface="Cambria Math" panose="02040503050406030204" pitchFamily="18" charset="0"/>
                          </a:rPr>
                          <m:t>𝑊</m:t>
                        </m:r>
                      </m:e>
                      <m:sub>
                        <m:r>
                          <a:rPr lang="en-US" b="0" i="1" smtClean="0">
                            <a:solidFill>
                              <a:srgbClr val="0C2340"/>
                            </a:solidFill>
                            <a:latin typeface="Cambria Math" panose="02040503050406030204" pitchFamily="18" charset="0"/>
                          </a:rPr>
                          <m:t>𝑐</m:t>
                        </m:r>
                      </m:sub>
                    </m:sSub>
                    <m:r>
                      <a:rPr lang="en-US" b="0" i="1" smtClean="0">
                        <a:solidFill>
                          <a:schemeClr val="tx1"/>
                        </a:solidFill>
                        <a:latin typeface="Cambria Math" panose="02040503050406030204" pitchFamily="18" charset="0"/>
                      </a:rPr>
                      <m:t> </m:t>
                    </m:r>
                  </m:oMath>
                </a14:m>
                <a:r>
                  <a:rPr lang="en-GB" b="1" dirty="0">
                    <a:solidFill>
                      <a:srgbClr val="0C2340"/>
                    </a:solidFill>
                  </a:rPr>
                  <a:t>:</a:t>
                </a:r>
              </a:p>
              <a:p>
                <a:pPr marL="0" indent="0">
                  <a:lnSpc>
                    <a:spcPct val="100000"/>
                  </a:lnSpc>
                  <a:buNone/>
                </a:pPr>
                <a:r>
                  <a:rPr lang="en-GB" dirty="0">
                    <a:solidFill>
                      <a:schemeClr val="tx1"/>
                    </a:solidFill>
                  </a:rPr>
                  <a:t>Multistep update, expand temporal difference term</a:t>
                </a:r>
                <a:endParaRPr lang="en-US" dirty="0">
                  <a:solidFill>
                    <a:schemeClr val="tx1"/>
                  </a:solidFill>
                </a:endParaRPr>
              </a:p>
            </p:txBody>
          </p:sp>
        </mc:Choice>
        <mc:Fallback>
          <p:sp>
            <p:nvSpPr>
              <p:cNvPr id="8" name="Tijdelijke aanduiding voor tekst 7">
                <a:extLst>
                  <a:ext uri="{FF2B5EF4-FFF2-40B4-BE49-F238E27FC236}">
                    <a16:creationId xmlns:a16="http://schemas.microsoft.com/office/drawing/2014/main" id="{73C0F465-AC54-5AF4-B9C9-64F21371EF32}"/>
                  </a:ext>
                </a:extLst>
              </p:cNvPr>
              <p:cNvSpPr>
                <a:spLocks noGrp="1" noRot="1" noChangeAspect="1" noMove="1" noResize="1" noEditPoints="1" noAdjustHandles="1" noChangeArrowheads="1" noChangeShapeType="1" noTextEdit="1"/>
              </p:cNvSpPr>
              <p:nvPr>
                <p:ph type="body" sz="quarter" idx="21"/>
              </p:nvPr>
            </p:nvSpPr>
            <p:spPr>
              <a:xfrm>
                <a:off x="719139" y="1340286"/>
                <a:ext cx="5528150" cy="3498692"/>
              </a:xfrm>
              <a:prstGeom prst="rect">
                <a:avLst/>
              </a:prstGeom>
              <a:blipFill>
                <a:blip r:embed="rId3"/>
                <a:stretch>
                  <a:fillRect l="-3197" t="-3310"/>
                </a:stretch>
              </a:blipFill>
            </p:spPr>
            <p:txBody>
              <a:bodyPr/>
              <a:lstStyle/>
              <a:p>
                <a:r>
                  <a:rPr lang="LID4096">
                    <a:noFill/>
                  </a:rPr>
                  <a:t> </a:t>
                </a:r>
              </a:p>
            </p:txBody>
          </p:sp>
        </mc:Fallback>
      </mc:AlternateContent>
      <p:sp>
        <p:nvSpPr>
          <p:cNvPr id="14" name="Titel 13">
            <a:extLst>
              <a:ext uri="{FF2B5EF4-FFF2-40B4-BE49-F238E27FC236}">
                <a16:creationId xmlns:a16="http://schemas.microsoft.com/office/drawing/2014/main" id="{4E840CAD-8869-66D6-F142-07912B6A4DF2}"/>
              </a:ext>
            </a:extLst>
          </p:cNvPr>
          <p:cNvSpPr>
            <a:spLocks noGrp="1"/>
          </p:cNvSpPr>
          <p:nvPr>
            <p:ph type="title"/>
          </p:nvPr>
        </p:nvSpPr>
        <p:spPr>
          <a:xfrm>
            <a:off x="718666" y="722454"/>
            <a:ext cx="10752610" cy="323409"/>
          </a:xfrm>
        </p:spPr>
        <p:txBody>
          <a:bodyPr/>
          <a:lstStyle/>
          <a:p>
            <a:r>
              <a:rPr lang="en-GB" dirty="0"/>
              <a:t>IDHP: Augmented Update equations</a:t>
            </a:r>
          </a:p>
        </p:txBody>
      </p:sp>
      <p:pic>
        <p:nvPicPr>
          <p:cNvPr id="2" name="Picture 1">
            <a:extLst>
              <a:ext uri="{FF2B5EF4-FFF2-40B4-BE49-F238E27FC236}">
                <a16:creationId xmlns:a16="http://schemas.microsoft.com/office/drawing/2014/main" id="{E1D973AD-5876-8967-226F-30FC1A82980F}"/>
              </a:ext>
            </a:extLst>
          </p:cNvPr>
          <p:cNvPicPr>
            <a:picLocks noChangeAspect="1"/>
          </p:cNvPicPr>
          <p:nvPr/>
        </p:nvPicPr>
        <p:blipFill>
          <a:blip r:embed="rId4"/>
          <a:stretch>
            <a:fillRect/>
          </a:stretch>
        </p:blipFill>
        <p:spPr>
          <a:xfrm>
            <a:off x="6304287" y="1916482"/>
            <a:ext cx="5165474" cy="3425869"/>
          </a:xfrm>
          <a:prstGeom prst="rect">
            <a:avLst/>
          </a:prstGeom>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79BCDC2-B3C3-5E3C-5F09-05914267FE26}"/>
                  </a:ext>
                </a:extLst>
              </p:cNvPr>
              <p:cNvSpPr txBox="1"/>
              <p:nvPr/>
            </p:nvSpPr>
            <p:spPr>
              <a:xfrm>
                <a:off x="379651" y="4715636"/>
                <a:ext cx="6266690" cy="1841326"/>
              </a:xfrm>
              <a:prstGeom prst="rect">
                <a:avLst/>
              </a:prstGeom>
              <a:noFill/>
            </p:spPr>
            <p:txBody>
              <a:bodyPr wrap="square" lIns="0" tIns="0" rIns="0" bIns="0" rtlCol="0">
                <a:noAutofit/>
              </a:bodyPr>
              <a:lstStyle/>
              <a:p>
                <a:pPr>
                  <a:lnSpc>
                    <a:spcPts val="4800"/>
                  </a:lnSpc>
                  <a:spcBef>
                    <a:spcPts val="600"/>
                  </a:spcBef>
                  <a:spcAft>
                    <a:spcPts val="600"/>
                  </a:spcAft>
                </a:pPr>
                <a:r>
                  <a:rPr lang="en-US" b="0" dirty="0">
                    <a:solidFill>
                      <a:schemeClr val="tx1"/>
                    </a:solidFill>
                  </a:rPr>
                  <a:t>	</a:t>
                </a:r>
                <a14:m>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𝑊</m:t>
                        </m:r>
                      </m:e>
                      <m:sub>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𝑐</m:t>
                            </m:r>
                          </m:e>
                          <m:sub>
                            <m:r>
                              <a:rPr lang="en-US" b="0" i="1" smtClean="0">
                                <a:solidFill>
                                  <a:schemeClr val="tx1"/>
                                </a:solidFill>
                                <a:latin typeface="Cambria Math" panose="02040503050406030204" pitchFamily="18" charset="0"/>
                              </a:rPr>
                              <m:t>𝑡</m:t>
                            </m:r>
                            <m:r>
                              <a:rPr lang="en-US" b="0" i="1" smtClean="0">
                                <a:solidFill>
                                  <a:schemeClr val="tx1"/>
                                </a:solidFill>
                                <a:latin typeface="Cambria Math" panose="02040503050406030204" pitchFamily="18" charset="0"/>
                              </a:rPr>
                              <m:t>+1</m:t>
                            </m:r>
                          </m:sub>
                        </m:sSub>
                      </m:sub>
                    </m:sSub>
                    <m:r>
                      <m:rPr>
                        <m:aln/>
                      </m:rP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𝑊</m:t>
                        </m:r>
                      </m:e>
                      <m:sub>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𝑐</m:t>
                            </m:r>
                          </m:e>
                          <m:sub>
                            <m:r>
                              <a:rPr lang="en-US" b="0" i="1" smtClean="0">
                                <a:solidFill>
                                  <a:schemeClr val="tx1"/>
                                </a:solidFill>
                                <a:latin typeface="Cambria Math" panose="02040503050406030204" pitchFamily="18" charset="0"/>
                              </a:rPr>
                              <m:t>𝑡</m:t>
                            </m:r>
                          </m:sub>
                        </m:sSub>
                      </m:sub>
                    </m:sSub>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𝜂</m:t>
                        </m:r>
                      </m:e>
                      <m:sub>
                        <m:r>
                          <a:rPr lang="en-US" b="0" i="1" smtClean="0">
                            <a:solidFill>
                              <a:schemeClr val="tx1"/>
                            </a:solidFill>
                            <a:latin typeface="Cambria Math" panose="02040503050406030204" pitchFamily="18" charset="0"/>
                          </a:rPr>
                          <m:t>𝑐</m:t>
                        </m:r>
                      </m:sub>
                    </m:sSub>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𝛿</m:t>
                        </m:r>
                      </m:e>
                      <m:sub>
                        <m:sSub>
                          <m:sSubPr>
                            <m:ctrlPr>
                              <a:rPr lang="en-US" b="0" i="1" smtClean="0">
                                <a:solidFill>
                                  <a:schemeClr val="tx1"/>
                                </a:solidFill>
                                <a:latin typeface="Cambria Math" panose="02040503050406030204" pitchFamily="18" charset="0"/>
                              </a:rPr>
                            </m:ctrlPr>
                          </m:sSubPr>
                          <m:e>
                            <m:r>
                              <a:rPr lang="en-GB" b="0" i="1" smtClean="0">
                                <a:solidFill>
                                  <a:schemeClr val="tx1"/>
                                </a:solidFill>
                                <a:latin typeface="Cambria Math" panose="02040503050406030204" pitchFamily="18" charset="0"/>
                              </a:rPr>
                              <m:t>1</m:t>
                            </m:r>
                          </m:e>
                          <m:sub>
                            <m:r>
                              <a:rPr lang="en-US" b="0" i="1" smtClean="0">
                                <a:solidFill>
                                  <a:schemeClr val="tx1"/>
                                </a:solidFill>
                                <a:latin typeface="Cambria Math" panose="02040503050406030204" pitchFamily="18" charset="0"/>
                              </a:rPr>
                              <m:t>𝑡</m:t>
                            </m:r>
                          </m:sub>
                        </m:sSub>
                      </m:sub>
                    </m:sSub>
                    <m:f>
                      <m:fPr>
                        <m:ctrlPr>
                          <a:rPr lang="en-US" i="1">
                            <a:latin typeface="Cambria Math" panose="02040503050406030204" pitchFamily="18" charset="0"/>
                          </a:rPr>
                        </m:ctrlPr>
                      </m:fPr>
                      <m:num>
                        <m:r>
                          <a:rPr lang="en-US" i="1">
                            <a:latin typeface="Cambria Math" panose="02040503050406030204" pitchFamily="18" charset="0"/>
                          </a:rPr>
                          <m:t>𝜕</m:t>
                        </m:r>
                        <m:sSub>
                          <m:sSubPr>
                            <m:ctrlPr>
                              <a:rPr lang="en-US" i="1">
                                <a:latin typeface="Cambria Math" panose="02040503050406030204" pitchFamily="18" charset="0"/>
                              </a:rPr>
                            </m:ctrlPr>
                          </m:sSubPr>
                          <m:e>
                            <m:r>
                              <m:rPr>
                                <m:sty m:val="p"/>
                              </m:rPr>
                              <a:rPr lang="en-US">
                                <a:latin typeface="Cambria Math" panose="02040503050406030204" pitchFamily="18" charset="0"/>
                              </a:rPr>
                              <m:t>Λ</m:t>
                            </m:r>
                          </m:e>
                          <m:sub>
                            <m:r>
                              <a:rPr lang="en-US" i="1">
                                <a:latin typeface="Cambria Math" panose="02040503050406030204" pitchFamily="18" charset="0"/>
                              </a:rPr>
                              <m:t>𝑡</m:t>
                            </m:r>
                            <m:r>
                              <a:rPr lang="en-US" i="1">
                                <a:latin typeface="Cambria Math" panose="02040503050406030204" pitchFamily="18" charset="0"/>
                              </a:rPr>
                              <m:t>−2</m:t>
                            </m:r>
                          </m:sub>
                        </m:sSub>
                      </m:num>
                      <m:den>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𝑊</m:t>
                            </m:r>
                          </m:e>
                          <m:sub>
                            <m:r>
                              <a:rPr lang="en-US" i="1">
                                <a:latin typeface="Cambria Math" panose="02040503050406030204" pitchFamily="18" charset="0"/>
                              </a:rPr>
                              <m:t>𝑐</m:t>
                            </m:r>
                          </m:sub>
                        </m:sSub>
                      </m:den>
                    </m:f>
                  </m:oMath>
                </a14:m>
                <a:br>
                  <a:rPr lang="en-US" i="1" dirty="0">
                    <a:latin typeface="Cambria Math" panose="02040503050406030204" pitchFamily="18" charset="0"/>
                  </a:rPr>
                </a:br>
                <a:r>
                  <a:rPr lang="en-US" i="1" dirty="0">
                    <a:latin typeface="Cambria Math" panose="02040503050406030204" pitchFamily="18" charset="0"/>
                  </a:rPr>
                  <a:t>	</a:t>
                </a:r>
                <a14:m>
                  <m:oMath xmlns:m="http://schemas.openxmlformats.org/officeDocument/2006/math">
                    <m:sSub>
                      <m:sSubPr>
                        <m:ctrlPr>
                          <a:rPr lang="en-GB" i="1" smtClean="0">
                            <a:latin typeface="Cambria Math" panose="02040503050406030204" pitchFamily="18" charset="0"/>
                          </a:rPr>
                        </m:ctrlPr>
                      </m:sSubPr>
                      <m:e>
                        <m:r>
                          <a:rPr lang="en-GB" i="1">
                            <a:latin typeface="Cambria Math" panose="02040503050406030204" pitchFamily="18" charset="0"/>
                          </a:rPr>
                          <m:t>𝛿</m:t>
                        </m:r>
                      </m:e>
                      <m:sub>
                        <m:sSub>
                          <m:sSubPr>
                            <m:ctrlPr>
                              <a:rPr lang="en-GB" i="1">
                                <a:latin typeface="Cambria Math" panose="02040503050406030204" pitchFamily="18" charset="0"/>
                              </a:rPr>
                            </m:ctrlPr>
                          </m:sSubPr>
                          <m:e>
                            <m:r>
                              <a:rPr lang="en-GB" i="1">
                                <a:latin typeface="Cambria Math" panose="02040503050406030204" pitchFamily="18" charset="0"/>
                              </a:rPr>
                              <m:t>1</m:t>
                            </m:r>
                          </m:e>
                          <m:sub>
                            <m:r>
                              <a:rPr lang="en-GB" i="1">
                                <a:latin typeface="Cambria Math" panose="02040503050406030204" pitchFamily="18" charset="0"/>
                              </a:rPr>
                              <m:t>𝑡</m:t>
                            </m:r>
                          </m:sub>
                        </m:sSub>
                      </m:sub>
                    </m:sSub>
                    <m:r>
                      <a:rPr lang="en-GB" i="1">
                        <a:latin typeface="Cambria Math" panose="02040503050406030204" pitchFamily="18" charset="0"/>
                      </a:rPr>
                      <m:t>=</m:t>
                    </m:r>
                    <m:sSub>
                      <m:sSubPr>
                        <m:ctrlPr>
                          <a:rPr lang="en-US" i="1">
                            <a:latin typeface="Cambria Math" panose="02040503050406030204" pitchFamily="18" charset="0"/>
                          </a:rPr>
                        </m:ctrlPr>
                      </m:sSubPr>
                      <m:e>
                        <m:r>
                          <m:rPr>
                            <m:sty m:val="p"/>
                          </m:rPr>
                          <a:rPr lang="en-US">
                            <a:latin typeface="Cambria Math" panose="02040503050406030204" pitchFamily="18" charset="0"/>
                          </a:rPr>
                          <m:t>Λ</m:t>
                        </m:r>
                      </m:e>
                      <m:sub>
                        <m:r>
                          <a:rPr lang="en-US" i="1">
                            <a:latin typeface="Cambria Math" panose="02040503050406030204" pitchFamily="18" charset="0"/>
                          </a:rPr>
                          <m:t>𝑡</m:t>
                        </m:r>
                        <m:r>
                          <a:rPr lang="en-US" i="1">
                            <a:latin typeface="Cambria Math" panose="02040503050406030204" pitchFamily="18" charset="0"/>
                          </a:rPr>
                          <m:t>−1</m:t>
                        </m:r>
                      </m:sub>
                    </m:sSub>
                    <m:r>
                      <a:rPr lang="en-US" i="1">
                        <a:latin typeface="Cambria Math" panose="02040503050406030204" pitchFamily="18" charset="0"/>
                      </a:rPr>
                      <m:t>−</m:t>
                    </m:r>
                    <m:d>
                      <m:dPr>
                        <m:begChr m:val="["/>
                        <m:endChr m:val="]"/>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𝑡</m:t>
                                </m:r>
                              </m:sub>
                            </m:sSub>
                          </m:num>
                          <m:den>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𝑡</m:t>
                                </m:r>
                                <m:r>
                                  <a:rPr lang="en-US" i="1">
                                    <a:latin typeface="Cambria Math" panose="02040503050406030204" pitchFamily="18" charset="0"/>
                                  </a:rPr>
                                  <m:t>−1</m:t>
                                </m:r>
                              </m:sub>
                            </m:sSub>
                          </m:den>
                        </m:f>
                        <m:r>
                          <a:rPr lang="en-US" i="1">
                            <a:latin typeface="Cambria Math" panose="02040503050406030204" pitchFamily="18" charset="0"/>
                          </a:rPr>
                          <m:t>+</m:t>
                        </m:r>
                        <m:r>
                          <a:rPr lang="en-US" i="1">
                            <a:latin typeface="Cambria Math" panose="02040503050406030204" pitchFamily="18" charset="0"/>
                          </a:rPr>
                          <m:t>𝛾</m:t>
                        </m:r>
                        <m:sSubSup>
                          <m:sSubSupPr>
                            <m:ctrlPr>
                              <a:rPr lang="en-US" i="1">
                                <a:latin typeface="Cambria Math" panose="02040503050406030204" pitchFamily="18" charset="0"/>
                              </a:rPr>
                            </m:ctrlPr>
                          </m:sSubSupPr>
                          <m:e>
                            <m:r>
                              <m:rPr>
                                <m:sty m:val="p"/>
                              </m:rPr>
                              <a:rPr lang="en-US">
                                <a:latin typeface="Cambria Math" panose="02040503050406030204" pitchFamily="18" charset="0"/>
                              </a:rPr>
                              <m:t>Λ</m:t>
                            </m:r>
                          </m:e>
                          <m:sub>
                            <m:r>
                              <a:rPr lang="en-US" i="1">
                                <a:latin typeface="Cambria Math" panose="02040503050406030204" pitchFamily="18" charset="0"/>
                              </a:rPr>
                              <m:t>𝑡</m:t>
                            </m:r>
                          </m:sub>
                          <m:sup>
                            <m:r>
                              <a:rPr lang="en-US" i="1">
                                <a:latin typeface="Cambria Math" panose="02040503050406030204" pitchFamily="18" charset="0"/>
                              </a:rPr>
                              <m:t>′</m:t>
                            </m:r>
                          </m:sup>
                        </m:sSubSup>
                        <m:f>
                          <m:fPr>
                            <m:ctrlPr>
                              <a:rPr lang="en-US" i="1">
                                <a:latin typeface="Cambria Math" panose="02040503050406030204" pitchFamily="18" charset="0"/>
                              </a:rPr>
                            </m:ctrlPr>
                          </m:fPr>
                          <m:num>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𝑡</m:t>
                                </m:r>
                              </m:sub>
                            </m:sSub>
                          </m:num>
                          <m:den>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𝑡</m:t>
                                </m:r>
                                <m:r>
                                  <a:rPr lang="en-US" i="1">
                                    <a:latin typeface="Cambria Math" panose="02040503050406030204" pitchFamily="18" charset="0"/>
                                  </a:rPr>
                                  <m:t>−1</m:t>
                                </m:r>
                              </m:sub>
                            </m:sSub>
                          </m:den>
                        </m:f>
                      </m:e>
                    </m:d>
                  </m:oMath>
                </a14:m>
                <a:endParaRPr lang="LID4096" dirty="0" err="1"/>
              </a:p>
              <a:p>
                <a:pPr>
                  <a:lnSpc>
                    <a:spcPts val="4800"/>
                  </a:lnSpc>
                  <a:spcBef>
                    <a:spcPts val="600"/>
                  </a:spcBef>
                  <a:spcAft>
                    <a:spcPts val="600"/>
                  </a:spcAft>
                </a:pPr>
                <a:endParaRPr lang="en-US" b="0" dirty="0">
                  <a:solidFill>
                    <a:schemeClr val="tx1"/>
                  </a:solidFill>
                </a:endParaRPr>
              </a:p>
            </p:txBody>
          </p:sp>
        </mc:Choice>
        <mc:Fallback xmlns="">
          <p:sp>
            <p:nvSpPr>
              <p:cNvPr id="4" name="TextBox 3">
                <a:extLst>
                  <a:ext uri="{FF2B5EF4-FFF2-40B4-BE49-F238E27FC236}">
                    <a16:creationId xmlns:a16="http://schemas.microsoft.com/office/drawing/2014/main" id="{079BCDC2-B3C3-5E3C-5F09-05914267FE26}"/>
                  </a:ext>
                </a:extLst>
              </p:cNvPr>
              <p:cNvSpPr txBox="1">
                <a:spLocks noRot="1" noChangeAspect="1" noMove="1" noResize="1" noEditPoints="1" noAdjustHandles="1" noChangeArrowheads="1" noChangeShapeType="1" noTextEdit="1"/>
              </p:cNvSpPr>
              <p:nvPr/>
            </p:nvSpPr>
            <p:spPr>
              <a:xfrm>
                <a:off x="379651" y="4715636"/>
                <a:ext cx="6266690" cy="1841326"/>
              </a:xfrm>
              <a:prstGeom prst="rect">
                <a:avLst/>
              </a:prstGeom>
              <a:blipFill>
                <a:blip r:embed="rId5"/>
                <a:stretch>
                  <a:fillRect/>
                </a:stretch>
              </a:blipFill>
            </p:spPr>
            <p:txBody>
              <a:bodyPr/>
              <a:lstStyle/>
              <a:p>
                <a:r>
                  <a:rPr lang="LID4096">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3476F71B-158E-E52C-F5AA-3660D9A6C5B8}"/>
                  </a:ext>
                </a:extLst>
              </p:cNvPr>
              <p:cNvSpPr txBox="1"/>
              <p:nvPr/>
            </p:nvSpPr>
            <p:spPr>
              <a:xfrm>
                <a:off x="924616" y="2349407"/>
                <a:ext cx="5602091" cy="1092942"/>
              </a:xfrm>
              <a:prstGeom prst="rect">
                <a:avLst/>
              </a:prstGeom>
              <a:solidFill>
                <a:schemeClr val="bg1"/>
              </a:solidFill>
            </p:spPr>
            <p:txBody>
              <a:bodyPr wrap="square" lIns="0" tIns="0" rIns="0" bIns="0" rtlCol="0">
                <a:noAutofit/>
              </a:bodyPr>
              <a:lstStyle/>
              <a:p>
                <a:pPr algn="l">
                  <a:lnSpc>
                    <a:spcPts val="48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𝑊</m:t>
                          </m:r>
                        </m:e>
                        <m:sub>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𝑎</m:t>
                              </m:r>
                            </m:e>
                            <m:sub>
                              <m:r>
                                <a:rPr lang="en-US" b="0" i="1" smtClean="0">
                                  <a:solidFill>
                                    <a:schemeClr val="tx1"/>
                                  </a:solidFill>
                                  <a:latin typeface="Cambria Math" panose="02040503050406030204" pitchFamily="18" charset="0"/>
                                </a:rPr>
                                <m:t>𝑡</m:t>
                              </m:r>
                              <m:r>
                                <a:rPr lang="en-US" b="0" i="1" smtClean="0">
                                  <a:solidFill>
                                    <a:schemeClr val="tx1"/>
                                  </a:solidFill>
                                  <a:latin typeface="Cambria Math" panose="02040503050406030204" pitchFamily="18" charset="0"/>
                                </a:rPr>
                                <m:t>+1</m:t>
                              </m:r>
                            </m:sub>
                          </m:sSub>
                        </m:sub>
                      </m:sSub>
                      <m:r>
                        <m:rPr>
                          <m:aln/>
                        </m:rP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𝑊</m:t>
                          </m:r>
                        </m:e>
                        <m:sub>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𝑎</m:t>
                              </m:r>
                            </m:e>
                            <m:sub>
                              <m:r>
                                <a:rPr lang="en-US" b="0" i="1" smtClean="0">
                                  <a:solidFill>
                                    <a:schemeClr val="tx1"/>
                                  </a:solidFill>
                                  <a:latin typeface="Cambria Math" panose="02040503050406030204" pitchFamily="18" charset="0"/>
                                </a:rPr>
                                <m:t>𝑡</m:t>
                              </m:r>
                            </m:sub>
                          </m:sSub>
                        </m:sub>
                      </m:sSub>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𝜂</m:t>
                          </m:r>
                        </m:e>
                        <m:sub>
                          <m:r>
                            <a:rPr lang="en-US" b="0" i="1" smtClean="0">
                              <a:solidFill>
                                <a:schemeClr val="tx1"/>
                              </a:solidFill>
                              <a:latin typeface="Cambria Math" panose="02040503050406030204" pitchFamily="18" charset="0"/>
                            </a:rPr>
                            <m:t>𝑎</m:t>
                          </m:r>
                        </m:sub>
                      </m:sSub>
                      <m:d>
                        <m:dPr>
                          <m:ctrlPr>
                            <a:rPr lang="en-US" b="0" i="1" smtClean="0">
                              <a:solidFill>
                                <a:schemeClr val="tx1"/>
                              </a:solidFill>
                              <a:latin typeface="Cambria Math" panose="02040503050406030204" pitchFamily="18" charset="0"/>
                            </a:rPr>
                          </m:ctrlPr>
                        </m:dPr>
                        <m:e>
                          <m:d>
                            <m:dPr>
                              <m:begChr m:val="["/>
                              <m:endChr m:val="]"/>
                              <m:ctrlPr>
                                <a:rPr lang="en-US" b="0" i="1" smtClean="0">
                                  <a:solidFill>
                                    <a:schemeClr val="tx1"/>
                                  </a:solidFill>
                                  <a:latin typeface="Cambria Math" panose="02040503050406030204" pitchFamily="18" charset="0"/>
                                </a:rPr>
                              </m:ctrlPr>
                            </m:dPr>
                            <m:e>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𝑟</m:t>
                                      </m:r>
                                    </m:e>
                                    <m:sub>
                                      <m:r>
                                        <a:rPr lang="en-US" b="0" i="1" smtClean="0">
                                          <a:solidFill>
                                            <a:schemeClr val="tx1"/>
                                          </a:solidFill>
                                          <a:latin typeface="Cambria Math" panose="02040503050406030204" pitchFamily="18" charset="0"/>
                                        </a:rPr>
                                        <m:t>𝑡</m:t>
                                      </m:r>
                                    </m:sub>
                                  </m:sSub>
                                </m:num>
                                <m:den>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𝑠</m:t>
                                      </m:r>
                                    </m:e>
                                    <m:sub>
                                      <m:r>
                                        <a:rPr lang="en-US" b="0" i="1" smtClean="0">
                                          <a:solidFill>
                                            <a:schemeClr val="tx1"/>
                                          </a:solidFill>
                                          <a:latin typeface="Cambria Math" panose="02040503050406030204" pitchFamily="18" charset="0"/>
                                        </a:rPr>
                                        <m:t>𝑡</m:t>
                                      </m:r>
                                    </m:sub>
                                  </m:sSub>
                                </m:den>
                              </m:f>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r>
                                    <m:rPr>
                                      <m:sty m:val="p"/>
                                    </m:rPr>
                                    <a:rPr lang="en-US" b="0" i="0" smtClean="0">
                                      <a:solidFill>
                                        <a:schemeClr val="tx1"/>
                                      </a:solidFill>
                                      <a:latin typeface="Cambria Math" panose="02040503050406030204" pitchFamily="18" charset="0"/>
                                    </a:rPr>
                                    <m:t>Λ</m:t>
                                  </m:r>
                                </m:e>
                                <m:sub>
                                  <m:r>
                                    <a:rPr lang="en-US" b="0" i="1" smtClean="0">
                                      <a:solidFill>
                                        <a:schemeClr val="tx1"/>
                                      </a:solidFill>
                                      <a:latin typeface="Cambria Math" panose="02040503050406030204" pitchFamily="18" charset="0"/>
                                    </a:rPr>
                                    <m:t>𝑡</m:t>
                                  </m:r>
                                </m:sub>
                              </m:sSub>
                            </m:e>
                          </m:d>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𝑠</m:t>
                                  </m:r>
                                </m:e>
                                <m:sub>
                                  <m:r>
                                    <a:rPr lang="en-US" b="0" i="1" smtClean="0">
                                      <a:solidFill>
                                        <a:schemeClr val="tx1"/>
                                      </a:solidFill>
                                      <a:latin typeface="Cambria Math" panose="02040503050406030204" pitchFamily="18" charset="0"/>
                                    </a:rPr>
                                    <m:t>𝑡</m:t>
                                  </m:r>
                                </m:sub>
                              </m:sSub>
                            </m:num>
                            <m:den>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𝑎</m:t>
                                  </m:r>
                                </m:e>
                                <m:sub>
                                  <m:r>
                                    <a:rPr lang="en-US" b="0" i="1" smtClean="0">
                                      <a:solidFill>
                                        <a:schemeClr val="tx1"/>
                                      </a:solidFill>
                                      <a:latin typeface="Cambria Math" panose="02040503050406030204" pitchFamily="18" charset="0"/>
                                    </a:rPr>
                                    <m:t>𝑡</m:t>
                                  </m:r>
                                  <m:r>
                                    <a:rPr lang="en-US" b="0" i="1" smtClean="0">
                                      <a:solidFill>
                                        <a:schemeClr val="tx1"/>
                                      </a:solidFill>
                                      <a:latin typeface="Cambria Math" panose="02040503050406030204" pitchFamily="18" charset="0"/>
                                    </a:rPr>
                                    <m:t>−1</m:t>
                                  </m:r>
                                </m:sub>
                              </m:sSub>
                            </m:den>
                          </m:f>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𝐿</m:t>
                              </m:r>
                            </m:e>
                            <m:sub>
                              <m:r>
                                <a:rPr lang="en-US" b="0" i="1" smtClean="0">
                                  <a:solidFill>
                                    <a:schemeClr val="tx1"/>
                                  </a:solidFill>
                                  <a:latin typeface="Cambria Math" panose="02040503050406030204" pitchFamily="18" charset="0"/>
                                </a:rPr>
                                <m:t>𝐶𝐴𝑃𝑆</m:t>
                              </m:r>
                            </m:sub>
                          </m:sSub>
                        </m:e>
                      </m:d>
                      <m:sSub>
                        <m:sSubPr>
                          <m:ctrlPr>
                            <a:rPr lang="en-US" b="1" i="1" smtClean="0">
                              <a:solidFill>
                                <a:schemeClr val="tx1"/>
                              </a:solidFill>
                              <a:latin typeface="Cambria Math" panose="02040503050406030204" pitchFamily="18" charset="0"/>
                            </a:rPr>
                          </m:ctrlPr>
                        </m:sSubPr>
                        <m:e>
                          <m:r>
                            <a:rPr lang="en-US" b="1" i="0" smtClean="0">
                              <a:solidFill>
                                <a:schemeClr val="tx1"/>
                              </a:solidFill>
                              <a:latin typeface="Cambria Math" panose="02040503050406030204" pitchFamily="18" charset="0"/>
                            </a:rPr>
                            <m:t>𝐄</m:t>
                          </m:r>
                        </m:e>
                        <m:sub>
                          <m:r>
                            <m:rPr>
                              <m:sty m:val="p"/>
                            </m:rPr>
                            <a:rPr lang="en-US" b="0" i="0" smtClean="0">
                              <a:solidFill>
                                <a:schemeClr val="tx1"/>
                              </a:solidFill>
                              <a:latin typeface="Cambria Math" panose="02040503050406030204" pitchFamily="18" charset="0"/>
                            </a:rPr>
                            <m:t>t</m:t>
                          </m:r>
                        </m:sub>
                      </m:sSub>
                    </m:oMath>
                    <m:oMath xmlns:m="http://schemas.openxmlformats.org/officeDocument/2006/math">
                      <m:sSub>
                        <m:sSubPr>
                          <m:ctrlPr>
                            <a:rPr lang="en-US" b="1" i="1" smtClean="0">
                              <a:solidFill>
                                <a:schemeClr val="tx1"/>
                              </a:solidFill>
                              <a:latin typeface="Cambria Math" panose="02040503050406030204" pitchFamily="18" charset="0"/>
                            </a:rPr>
                          </m:ctrlPr>
                        </m:sSubPr>
                        <m:e>
                          <m:r>
                            <a:rPr lang="en-US" b="1" i="0" smtClean="0">
                              <a:solidFill>
                                <a:schemeClr val="tx1"/>
                              </a:solidFill>
                              <a:latin typeface="Cambria Math" panose="02040503050406030204" pitchFamily="18" charset="0"/>
                            </a:rPr>
                            <m:t>𝐄</m:t>
                          </m:r>
                        </m:e>
                        <m:sub>
                          <m:r>
                            <m:rPr>
                              <m:sty m:val="p"/>
                            </m:rPr>
                            <a:rPr lang="en-US" b="0" i="0" smtClean="0">
                              <a:solidFill>
                                <a:schemeClr val="tx1"/>
                              </a:solidFill>
                              <a:latin typeface="Cambria Math" panose="02040503050406030204" pitchFamily="18" charset="0"/>
                            </a:rPr>
                            <m:t>t</m:t>
                          </m:r>
                        </m:sub>
                      </m:sSub>
                      <m:r>
                        <m:rPr>
                          <m:aln/>
                        </m:rPr>
                        <a:rPr lang="en-US" b="0" i="0"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r>
                            <a:rPr lang="en-US" b="1" i="0" smtClean="0">
                              <a:solidFill>
                                <a:schemeClr val="tx1"/>
                              </a:solidFill>
                              <a:latin typeface="Cambria Math" panose="02040503050406030204" pitchFamily="18" charset="0"/>
                            </a:rPr>
                            <m:t>𝐄</m:t>
                          </m:r>
                        </m:e>
                        <m:sub>
                          <m:r>
                            <m:rPr>
                              <m:sty m:val="p"/>
                            </m:rPr>
                            <a:rPr lang="en-US" b="0" i="0" smtClean="0">
                              <a:solidFill>
                                <a:schemeClr val="tx1"/>
                              </a:solidFill>
                              <a:latin typeface="Cambria Math" panose="02040503050406030204" pitchFamily="18" charset="0"/>
                            </a:rPr>
                            <m:t>t</m:t>
                          </m:r>
                          <m:r>
                            <a:rPr lang="en-US" b="0" i="0" smtClean="0">
                              <a:solidFill>
                                <a:schemeClr val="tx1"/>
                              </a:solidFill>
                              <a:latin typeface="Cambria Math" panose="02040503050406030204" pitchFamily="18" charset="0"/>
                            </a:rPr>
                            <m:t>−1</m:t>
                          </m:r>
                        </m:sub>
                      </m:sSub>
                      <m:r>
                        <a:rPr lang="en-US" b="0" i="0"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𝜆𝛾</m:t>
                      </m:r>
                      <m:f>
                        <m:fPr>
                          <m:ctrlPr>
                            <a:rPr lang="en-US" i="1">
                              <a:solidFill>
                                <a:schemeClr val="tx1"/>
                              </a:solidFill>
                              <a:latin typeface="Cambria Math" panose="02040503050406030204" pitchFamily="18" charset="0"/>
                            </a:rPr>
                          </m:ctrlPr>
                        </m:fPr>
                        <m:num>
                          <m:r>
                            <a:rPr lang="en-US" i="1">
                              <a:solidFill>
                                <a:schemeClr val="tx1"/>
                              </a:solidFill>
                              <a:latin typeface="Cambria Math" panose="02040503050406030204" pitchFamily="18" charset="0"/>
                            </a:rPr>
                            <m:t>𝜕</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𝑎</m:t>
                              </m:r>
                            </m:e>
                            <m:sub>
                              <m:r>
                                <a:rPr lang="en-US" i="1">
                                  <a:solidFill>
                                    <a:schemeClr val="tx1"/>
                                  </a:solidFill>
                                  <a:latin typeface="Cambria Math" panose="02040503050406030204" pitchFamily="18" charset="0"/>
                                </a:rPr>
                                <m:t>𝑡</m:t>
                              </m:r>
                              <m:r>
                                <a:rPr lang="en-US" i="1">
                                  <a:solidFill>
                                    <a:schemeClr val="tx1"/>
                                  </a:solidFill>
                                  <a:latin typeface="Cambria Math" panose="02040503050406030204" pitchFamily="18" charset="0"/>
                                </a:rPr>
                                <m:t>−1</m:t>
                              </m:r>
                            </m:sub>
                          </m:sSub>
                        </m:num>
                        <m:den>
                          <m:r>
                            <a:rPr lang="en-US" i="1">
                              <a:solidFill>
                                <a:schemeClr val="tx1"/>
                              </a:solidFill>
                              <a:latin typeface="Cambria Math" panose="02040503050406030204" pitchFamily="18" charset="0"/>
                            </a:rPr>
                            <m:t>𝜕</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𝑊</m:t>
                              </m:r>
                            </m:e>
                            <m:sub>
                              <m:r>
                                <a:rPr lang="en-US" i="1">
                                  <a:solidFill>
                                    <a:schemeClr val="tx1"/>
                                  </a:solidFill>
                                  <a:latin typeface="Cambria Math" panose="02040503050406030204" pitchFamily="18" charset="0"/>
                                </a:rPr>
                                <m:t>𝑎</m:t>
                              </m:r>
                            </m:sub>
                          </m:sSub>
                        </m:den>
                      </m:f>
                    </m:oMath>
                  </m:oMathPara>
                </a14:m>
                <a:endParaRPr lang="LID4096" dirty="0" err="1"/>
              </a:p>
            </p:txBody>
          </p:sp>
        </mc:Choice>
        <mc:Fallback xmlns="">
          <p:sp>
            <p:nvSpPr>
              <p:cNvPr id="6" name="TextBox 5">
                <a:extLst>
                  <a:ext uri="{FF2B5EF4-FFF2-40B4-BE49-F238E27FC236}">
                    <a16:creationId xmlns:a16="http://schemas.microsoft.com/office/drawing/2014/main" id="{3476F71B-158E-E52C-F5AA-3660D9A6C5B8}"/>
                  </a:ext>
                </a:extLst>
              </p:cNvPr>
              <p:cNvSpPr txBox="1">
                <a:spLocks noRot="1" noChangeAspect="1" noMove="1" noResize="1" noEditPoints="1" noAdjustHandles="1" noChangeArrowheads="1" noChangeShapeType="1" noTextEdit="1"/>
              </p:cNvSpPr>
              <p:nvPr/>
            </p:nvSpPr>
            <p:spPr>
              <a:xfrm>
                <a:off x="924616" y="2349407"/>
                <a:ext cx="5602091" cy="1092942"/>
              </a:xfrm>
              <a:prstGeom prst="rect">
                <a:avLst/>
              </a:prstGeom>
              <a:blipFill>
                <a:blip r:embed="rId6"/>
                <a:stretch>
                  <a:fillRect b="-11667"/>
                </a:stretch>
              </a:blipFill>
            </p:spPr>
            <p:txBody>
              <a:bodyPr/>
              <a:lstStyle/>
              <a:p>
                <a:r>
                  <a:rPr lang="LID4096">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C596B829-DC16-531D-7644-A179E9C4AFD7}"/>
                  </a:ext>
                </a:extLst>
              </p:cNvPr>
              <p:cNvSpPr txBox="1"/>
              <p:nvPr/>
            </p:nvSpPr>
            <p:spPr>
              <a:xfrm>
                <a:off x="1283926" y="4747697"/>
                <a:ext cx="5242782" cy="1364567"/>
              </a:xfrm>
              <a:prstGeom prst="rect">
                <a:avLst/>
              </a:prstGeom>
              <a:solidFill>
                <a:schemeClr val="bg1"/>
              </a:solidFill>
            </p:spPr>
            <p:txBody>
              <a:bodyPr wrap="square" lIns="0" tIns="0" rIns="0" bIns="0" rtlCol="0">
                <a:noAutofit/>
              </a:bodyPr>
              <a:lstStyle/>
              <a:p>
                <a:pPr>
                  <a:lnSpc>
                    <a:spcPts val="4800"/>
                  </a:lnSpc>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𝑊</m:t>
                          </m:r>
                        </m:e>
                        <m:sub>
                          <m:sSub>
                            <m:sSubPr>
                              <m:ctrlPr>
                                <a:rPr lang="en-US" i="1">
                                  <a:latin typeface="Cambria Math" panose="02040503050406030204" pitchFamily="18" charset="0"/>
                                </a:rPr>
                              </m:ctrlPr>
                            </m:sSubPr>
                            <m:e>
                              <m:r>
                                <a:rPr lang="en-US" i="1">
                                  <a:latin typeface="Cambria Math" panose="02040503050406030204" pitchFamily="18" charset="0"/>
                                </a:rPr>
                                <m:t>𝑐</m:t>
                              </m:r>
                            </m:e>
                            <m:sub>
                              <m:r>
                                <a:rPr lang="en-US" i="1">
                                  <a:latin typeface="Cambria Math" panose="02040503050406030204" pitchFamily="18" charset="0"/>
                                </a:rPr>
                                <m:t>𝑡</m:t>
                              </m:r>
                              <m:r>
                                <a:rPr lang="en-US" i="1">
                                  <a:latin typeface="Cambria Math" panose="02040503050406030204" pitchFamily="18" charset="0"/>
                                </a:rPr>
                                <m:t>+1</m:t>
                              </m:r>
                            </m:sub>
                          </m:sSub>
                        </m:sub>
                      </m:sSub>
                      <m:r>
                        <m:rPr>
                          <m:aln/>
                        </m:rP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𝑊</m:t>
                          </m:r>
                        </m:e>
                        <m:sub>
                          <m:sSub>
                            <m:sSubPr>
                              <m:ctrlPr>
                                <a:rPr lang="en-US" i="1">
                                  <a:latin typeface="Cambria Math" panose="02040503050406030204" pitchFamily="18" charset="0"/>
                                </a:rPr>
                              </m:ctrlPr>
                            </m:sSubPr>
                            <m:e>
                              <m:r>
                                <a:rPr lang="en-US" i="1">
                                  <a:latin typeface="Cambria Math" panose="02040503050406030204" pitchFamily="18" charset="0"/>
                                </a:rPr>
                                <m:t>𝑐</m:t>
                              </m:r>
                            </m:e>
                            <m:sub>
                              <m:r>
                                <a:rPr lang="en-US" i="1">
                                  <a:latin typeface="Cambria Math" panose="02040503050406030204" pitchFamily="18" charset="0"/>
                                </a:rPr>
                                <m:t>𝑡</m:t>
                              </m:r>
                            </m:sub>
                          </m:sSub>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𝜂</m:t>
                          </m:r>
                        </m:e>
                        <m:sub>
                          <m:r>
                            <a:rPr lang="en-US" i="1">
                              <a:latin typeface="Cambria Math" panose="02040503050406030204" pitchFamily="18" charset="0"/>
                            </a:rPr>
                            <m:t>𝑐</m:t>
                          </m:r>
                        </m:sub>
                      </m:sSub>
                      <m:sSub>
                        <m:sSubPr>
                          <m:ctrlPr>
                            <a:rPr lang="en-US" i="1" smtClean="0">
                              <a:latin typeface="Cambria Math" panose="02040503050406030204" pitchFamily="18" charset="0"/>
                            </a:rPr>
                          </m:ctrlPr>
                        </m:sSubPr>
                        <m:e>
                          <m:r>
                            <a:rPr lang="en-US" i="1">
                              <a:latin typeface="Cambria Math" panose="02040503050406030204" pitchFamily="18" charset="0"/>
                            </a:rPr>
                            <m:t>𝛿</m:t>
                          </m:r>
                        </m:e>
                        <m:sub>
                          <m:sSub>
                            <m:sSubPr>
                              <m:ctrlPr>
                                <a:rPr lang="en-US" i="1">
                                  <a:latin typeface="Cambria Math" panose="02040503050406030204" pitchFamily="18" charset="0"/>
                                </a:rPr>
                              </m:ctrlPr>
                            </m:sSubPr>
                            <m:e>
                              <m:r>
                                <a:rPr lang="en-US" i="1">
                                  <a:latin typeface="Cambria Math" panose="02040503050406030204" pitchFamily="18" charset="0"/>
                                </a:rPr>
                                <m:t>2</m:t>
                              </m:r>
                            </m:e>
                            <m:sub>
                              <m:r>
                                <a:rPr lang="en-US" i="1">
                                  <a:latin typeface="Cambria Math" panose="02040503050406030204" pitchFamily="18" charset="0"/>
                                </a:rPr>
                                <m:t>𝑡</m:t>
                              </m:r>
                            </m:sub>
                          </m:sSub>
                        </m:sub>
                      </m:sSub>
                      <m:f>
                        <m:fPr>
                          <m:ctrlPr>
                            <a:rPr lang="en-US" i="1">
                              <a:latin typeface="Cambria Math" panose="02040503050406030204" pitchFamily="18" charset="0"/>
                            </a:rPr>
                          </m:ctrlPr>
                        </m:fPr>
                        <m:num>
                          <m:r>
                            <a:rPr lang="en-US" i="1">
                              <a:latin typeface="Cambria Math" panose="02040503050406030204" pitchFamily="18" charset="0"/>
                            </a:rPr>
                            <m:t>𝜕</m:t>
                          </m:r>
                          <m:sSub>
                            <m:sSubPr>
                              <m:ctrlPr>
                                <a:rPr lang="en-US" i="1">
                                  <a:latin typeface="Cambria Math" panose="02040503050406030204" pitchFamily="18" charset="0"/>
                                </a:rPr>
                              </m:ctrlPr>
                            </m:sSubPr>
                            <m:e>
                              <m:r>
                                <m:rPr>
                                  <m:sty m:val="p"/>
                                </m:rPr>
                                <a:rPr lang="en-US">
                                  <a:latin typeface="Cambria Math" panose="02040503050406030204" pitchFamily="18" charset="0"/>
                                </a:rPr>
                                <m:t>Λ</m:t>
                              </m:r>
                            </m:e>
                            <m:sub>
                              <m:r>
                                <a:rPr lang="en-US" i="1">
                                  <a:latin typeface="Cambria Math" panose="02040503050406030204" pitchFamily="18" charset="0"/>
                                </a:rPr>
                                <m:t>𝑡</m:t>
                              </m:r>
                              <m:r>
                                <a:rPr lang="en-US" i="1">
                                  <a:latin typeface="Cambria Math" panose="02040503050406030204" pitchFamily="18" charset="0"/>
                                </a:rPr>
                                <m:t>−2</m:t>
                              </m:r>
                            </m:sub>
                          </m:sSub>
                        </m:num>
                        <m:den>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𝑊</m:t>
                              </m:r>
                            </m:e>
                            <m:sub>
                              <m:r>
                                <a:rPr lang="en-US" i="1">
                                  <a:latin typeface="Cambria Math" panose="02040503050406030204" pitchFamily="18" charset="0"/>
                                </a:rPr>
                                <m:t>𝑐</m:t>
                              </m:r>
                            </m:sub>
                          </m:sSub>
                        </m:den>
                      </m:f>
                    </m:oMath>
                  </m:oMathPara>
                </a14:m>
                <a:br>
                  <a:rPr lang="en-US" i="1" dirty="0">
                    <a:latin typeface="Cambria Math" panose="02040503050406030204" pitchFamily="18" charset="0"/>
                  </a:rPr>
                </a:br>
                <a:endParaRPr lang="en-US" i="1" dirty="0">
                  <a:latin typeface="Cambria Math" panose="02040503050406030204" pitchFamily="18" charset="0"/>
                </a:endParaRPr>
              </a:p>
              <a:p>
                <a:pPr>
                  <a:lnSpc>
                    <a:spcPts val="4800"/>
                  </a:lnSpc>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𝛿</m:t>
                          </m:r>
                        </m:e>
                        <m:sub>
                          <m:sSub>
                            <m:sSubPr>
                              <m:ctrlPr>
                                <a:rPr lang="en-US" i="1">
                                  <a:latin typeface="Cambria Math" panose="02040503050406030204" pitchFamily="18" charset="0"/>
                                </a:rPr>
                              </m:ctrlPr>
                            </m:sSubPr>
                            <m:e>
                              <m:r>
                                <a:rPr lang="en-US" i="1">
                                  <a:latin typeface="Cambria Math" panose="02040503050406030204" pitchFamily="18" charset="0"/>
                                </a:rPr>
                                <m:t>2</m:t>
                              </m:r>
                            </m:e>
                            <m:sub>
                              <m:r>
                                <a:rPr lang="en-US" i="1">
                                  <a:latin typeface="Cambria Math" panose="02040503050406030204" pitchFamily="18" charset="0"/>
                                </a:rPr>
                                <m:t>𝑡</m:t>
                              </m:r>
                            </m:sub>
                          </m:sSub>
                        </m:sub>
                      </m:sSub>
                      <m:r>
                        <m:rPr>
                          <m:aln/>
                        </m:rPr>
                        <a:rPr lang="en-US" i="1">
                          <a:latin typeface="Cambria Math" panose="02040503050406030204" pitchFamily="18" charset="0"/>
                        </a:rPr>
                        <m:t>=</m:t>
                      </m:r>
                      <m:sSub>
                        <m:sSubPr>
                          <m:ctrlPr>
                            <a:rPr lang="en-US" i="1" smtClean="0">
                              <a:latin typeface="Cambria Math" panose="02040503050406030204" pitchFamily="18" charset="0"/>
                            </a:rPr>
                          </m:ctrlPr>
                        </m:sSubPr>
                        <m:e>
                          <m:r>
                            <m:rPr>
                              <m:sty m:val="p"/>
                            </m:rPr>
                            <a:rPr lang="en-US">
                              <a:latin typeface="Cambria Math" panose="02040503050406030204" pitchFamily="18" charset="0"/>
                            </a:rPr>
                            <m:t>Λ</m:t>
                          </m:r>
                        </m:e>
                        <m:sub>
                          <m:r>
                            <a:rPr lang="en-US" i="1">
                              <a:latin typeface="Cambria Math" panose="02040503050406030204" pitchFamily="18" charset="0"/>
                            </a:rPr>
                            <m:t>𝑡</m:t>
                          </m:r>
                          <m:r>
                            <a:rPr lang="en-US" i="1">
                              <a:latin typeface="Cambria Math" panose="02040503050406030204" pitchFamily="18" charset="0"/>
                            </a:rPr>
                            <m:t>−2</m:t>
                          </m:r>
                        </m:sub>
                      </m:sSub>
                      <m:r>
                        <a:rPr lang="en-US" i="1">
                          <a:latin typeface="Cambria Math" panose="02040503050406030204" pitchFamily="18" charset="0"/>
                        </a:rPr>
                        <m:t>−</m:t>
                      </m:r>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𝑡</m:t>
                                  </m:r>
                                  <m:r>
                                    <a:rPr lang="en-US" i="1">
                                      <a:latin typeface="Cambria Math" panose="02040503050406030204" pitchFamily="18" charset="0"/>
                                    </a:rPr>
                                    <m:t>−2</m:t>
                                  </m:r>
                                </m:sub>
                              </m:sSub>
                            </m:num>
                            <m:den>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𝑡</m:t>
                                  </m:r>
                                  <m:r>
                                    <a:rPr lang="en-US" i="1">
                                      <a:latin typeface="Cambria Math" panose="02040503050406030204" pitchFamily="18" charset="0"/>
                                    </a:rPr>
                                    <m:t>−2</m:t>
                                  </m:r>
                                </m:sub>
                              </m:sSub>
                            </m:den>
                          </m:f>
                          <m:r>
                            <a:rPr lang="en-US" i="1">
                              <a:latin typeface="Cambria Math" panose="02040503050406030204" pitchFamily="18" charset="0"/>
                            </a:rPr>
                            <m:t>+</m:t>
                          </m:r>
                          <m:d>
                            <m:dPr>
                              <m:begChr m:val="["/>
                              <m:endChr m:val="]"/>
                              <m:ctrlPr>
                                <a:rPr lang="en-US" i="1">
                                  <a:latin typeface="Cambria Math" panose="02040503050406030204" pitchFamily="18" charset="0"/>
                                </a:rPr>
                              </m:ctrlPr>
                            </m:dPr>
                            <m:e>
                              <m:r>
                                <a:rPr lang="en-GB" i="1">
                                  <a:latin typeface="Cambria Math" panose="02040503050406030204" pitchFamily="18" charset="0"/>
                                </a:rPr>
                                <m:t>𝛾</m:t>
                              </m:r>
                              <m:f>
                                <m:fPr>
                                  <m:ctrlPr>
                                    <a:rPr lang="en-US" i="1">
                                      <a:latin typeface="Cambria Math" panose="02040503050406030204" pitchFamily="18" charset="0"/>
                                    </a:rPr>
                                  </m:ctrlPr>
                                </m:fPr>
                                <m:num>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𝑡</m:t>
                                      </m:r>
                                      <m:r>
                                        <a:rPr lang="en-US" i="1">
                                          <a:latin typeface="Cambria Math" panose="02040503050406030204" pitchFamily="18" charset="0"/>
                                        </a:rPr>
                                        <m:t>−1</m:t>
                                      </m:r>
                                    </m:sub>
                                  </m:sSub>
                                </m:num>
                                <m:den>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𝑡</m:t>
                                      </m:r>
                                      <m:r>
                                        <a:rPr lang="en-US" i="1">
                                          <a:latin typeface="Cambria Math" panose="02040503050406030204" pitchFamily="18" charset="0"/>
                                        </a:rPr>
                                        <m:t>−1</m:t>
                                      </m:r>
                                    </m:sub>
                                  </m:sSub>
                                </m:den>
                              </m:f>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𝛾</m:t>
                                  </m:r>
                                </m:e>
                                <m:sup>
                                  <m:r>
                                    <a:rPr lang="en-US" i="1">
                                      <a:latin typeface="Cambria Math" panose="02040503050406030204" pitchFamily="18" charset="0"/>
                                    </a:rPr>
                                    <m:t>2</m:t>
                                  </m:r>
                                </m:sup>
                              </m:sSup>
                              <m:sSubSup>
                                <m:sSubSupPr>
                                  <m:ctrlPr>
                                    <a:rPr lang="en-US" i="1">
                                      <a:latin typeface="Cambria Math" panose="02040503050406030204" pitchFamily="18" charset="0"/>
                                    </a:rPr>
                                  </m:ctrlPr>
                                </m:sSubSupPr>
                                <m:e>
                                  <m:r>
                                    <m:rPr>
                                      <m:sty m:val="p"/>
                                    </m:rPr>
                                    <a:rPr lang="en-US">
                                      <a:latin typeface="Cambria Math" panose="02040503050406030204" pitchFamily="18" charset="0"/>
                                    </a:rPr>
                                    <m:t>Λ</m:t>
                                  </m:r>
                                </m:e>
                                <m:sub>
                                  <m:r>
                                    <a:rPr lang="en-US" i="1">
                                      <a:latin typeface="Cambria Math" panose="02040503050406030204" pitchFamily="18" charset="0"/>
                                    </a:rPr>
                                    <m:t>𝑡</m:t>
                                  </m:r>
                                </m:sub>
                                <m:sup>
                                  <m:r>
                                    <a:rPr lang="en-US" i="1">
                                      <a:latin typeface="Cambria Math" panose="02040503050406030204" pitchFamily="18" charset="0"/>
                                    </a:rPr>
                                    <m:t>′</m:t>
                                  </m:r>
                                </m:sup>
                              </m:sSubSup>
                              <m:f>
                                <m:fPr>
                                  <m:ctrlPr>
                                    <a:rPr lang="en-US" i="1">
                                      <a:latin typeface="Cambria Math" panose="02040503050406030204" pitchFamily="18" charset="0"/>
                                    </a:rPr>
                                  </m:ctrlPr>
                                </m:fPr>
                                <m:num>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𝑡</m:t>
                                      </m:r>
                                    </m:sub>
                                  </m:sSub>
                                </m:num>
                                <m:den>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𝑡</m:t>
                                      </m:r>
                                      <m:r>
                                        <a:rPr lang="en-US" i="1">
                                          <a:latin typeface="Cambria Math" panose="02040503050406030204" pitchFamily="18" charset="0"/>
                                        </a:rPr>
                                        <m:t>−1</m:t>
                                      </m:r>
                                    </m:sub>
                                  </m:sSub>
                                </m:den>
                              </m:f>
                            </m:e>
                          </m:d>
                          <m:f>
                            <m:fPr>
                              <m:ctrlPr>
                                <a:rPr lang="en-US" i="1">
                                  <a:latin typeface="Cambria Math" panose="02040503050406030204" pitchFamily="18" charset="0"/>
                                </a:rPr>
                              </m:ctrlPr>
                            </m:fPr>
                            <m:num>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𝑡</m:t>
                                  </m:r>
                                  <m:r>
                                    <a:rPr lang="en-US" i="1">
                                      <a:latin typeface="Cambria Math" panose="02040503050406030204" pitchFamily="18" charset="0"/>
                                    </a:rPr>
                                    <m:t>−1</m:t>
                                  </m:r>
                                </m:sub>
                              </m:sSub>
                            </m:num>
                            <m:den>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𝑡</m:t>
                                  </m:r>
                                  <m:r>
                                    <a:rPr lang="en-US" i="1">
                                      <a:latin typeface="Cambria Math" panose="02040503050406030204" pitchFamily="18" charset="0"/>
                                    </a:rPr>
                                    <m:t>−2</m:t>
                                  </m:r>
                                </m:sub>
                              </m:sSub>
                            </m:den>
                          </m:f>
                        </m:e>
                      </m:d>
                    </m:oMath>
                  </m:oMathPara>
                </a14:m>
                <a:endParaRPr lang="LID4096" dirty="0" err="1"/>
              </a:p>
            </p:txBody>
          </p:sp>
        </mc:Choice>
        <mc:Fallback xmlns="">
          <p:sp>
            <p:nvSpPr>
              <p:cNvPr id="7" name="TextBox 6">
                <a:extLst>
                  <a:ext uri="{FF2B5EF4-FFF2-40B4-BE49-F238E27FC236}">
                    <a16:creationId xmlns:a16="http://schemas.microsoft.com/office/drawing/2014/main" id="{C596B829-DC16-531D-7644-A179E9C4AFD7}"/>
                  </a:ext>
                </a:extLst>
              </p:cNvPr>
              <p:cNvSpPr txBox="1">
                <a:spLocks noRot="1" noChangeAspect="1" noMove="1" noResize="1" noEditPoints="1" noAdjustHandles="1" noChangeArrowheads="1" noChangeShapeType="1" noTextEdit="1"/>
              </p:cNvSpPr>
              <p:nvPr/>
            </p:nvSpPr>
            <p:spPr>
              <a:xfrm>
                <a:off x="1283926" y="4747697"/>
                <a:ext cx="5242782" cy="1364567"/>
              </a:xfrm>
              <a:prstGeom prst="rect">
                <a:avLst/>
              </a:prstGeom>
              <a:blipFill>
                <a:blip r:embed="rId7"/>
                <a:stretch>
                  <a:fillRect/>
                </a:stretch>
              </a:blipFill>
            </p:spPr>
            <p:txBody>
              <a:bodyPr/>
              <a:lstStyle/>
              <a:p>
                <a:r>
                  <a:rPr lang="LID4096">
                    <a:noFill/>
                  </a:rPr>
                  <a:t> </a:t>
                </a:r>
              </a:p>
            </p:txBody>
          </p:sp>
        </mc:Fallback>
      </mc:AlternateContent>
      <p:sp>
        <p:nvSpPr>
          <p:cNvPr id="9" name="Rectangle: Rounded Corners 8">
            <a:extLst>
              <a:ext uri="{FF2B5EF4-FFF2-40B4-BE49-F238E27FC236}">
                <a16:creationId xmlns:a16="http://schemas.microsoft.com/office/drawing/2014/main" id="{E7207007-3176-01C3-C90C-7A9DA49A51F6}"/>
              </a:ext>
            </a:extLst>
          </p:cNvPr>
          <p:cNvSpPr/>
          <p:nvPr/>
        </p:nvSpPr>
        <p:spPr>
          <a:xfrm>
            <a:off x="5657147" y="416687"/>
            <a:ext cx="1034144" cy="84898"/>
          </a:xfrm>
          <a:prstGeom prst="roundRect">
            <a:avLst>
              <a:gd name="adj" fmla="val 50000"/>
            </a:avLst>
          </a:prstGeom>
          <a:solidFill>
            <a:srgbClr val="00A6D6"/>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LID4096" sz="1600" dirty="0" err="1">
              <a:solidFill>
                <a:srgbClr val="00A6D6"/>
              </a:solidFill>
            </a:endParaRPr>
          </a:p>
        </p:txBody>
      </p:sp>
    </p:spTree>
    <p:extLst>
      <p:ext uri="{BB962C8B-B14F-4D97-AF65-F5344CB8AC3E}">
        <p14:creationId xmlns:p14="http://schemas.microsoft.com/office/powerpoint/2010/main" val="1295938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jdelijke aanduiding voor datum 4">
            <a:extLst>
              <a:ext uri="{FF2B5EF4-FFF2-40B4-BE49-F238E27FC236}">
                <a16:creationId xmlns:a16="http://schemas.microsoft.com/office/drawing/2014/main" id="{B994BAD7-1490-F4D5-9092-3EB7111B7DF7}"/>
              </a:ext>
            </a:extLst>
          </p:cNvPr>
          <p:cNvSpPr>
            <a:spLocks noGrp="1"/>
          </p:cNvSpPr>
          <p:nvPr>
            <p:ph type="dt" sz="half" idx="18"/>
          </p:nvPr>
        </p:nvSpPr>
        <p:spPr>
          <a:xfrm>
            <a:off x="10146569" y="6405669"/>
            <a:ext cx="766235" cy="184666"/>
          </a:xfrm>
        </p:spPr>
        <p:txBody>
          <a:bodyPr/>
          <a:lstStyle/>
          <a:p>
            <a:r>
              <a:rPr lang="LID4096"/>
              <a:t>08/30/2024</a:t>
            </a:r>
            <a:endParaRPr lang="en-GB" dirty="0"/>
          </a:p>
        </p:txBody>
      </p:sp>
      <p:sp>
        <p:nvSpPr>
          <p:cNvPr id="16" name="Tijdelijke aanduiding voor dianummer 15">
            <a:extLst>
              <a:ext uri="{FF2B5EF4-FFF2-40B4-BE49-F238E27FC236}">
                <a16:creationId xmlns:a16="http://schemas.microsoft.com/office/drawing/2014/main" id="{BBB35617-5649-3A69-5ACC-A5828B3F289A}"/>
              </a:ext>
            </a:extLst>
          </p:cNvPr>
          <p:cNvSpPr>
            <a:spLocks noGrp="1"/>
          </p:cNvSpPr>
          <p:nvPr>
            <p:ph type="sldNum" sz="quarter" idx="20"/>
          </p:nvPr>
        </p:nvSpPr>
        <p:spPr>
          <a:xfrm>
            <a:off x="11178464" y="6405669"/>
            <a:ext cx="291298" cy="184666"/>
          </a:xfrm>
        </p:spPr>
        <p:txBody>
          <a:bodyPr/>
          <a:lstStyle/>
          <a:p>
            <a:fld id="{9E843DB9-9987-4157-AB9C-CEA8D7D910BB}" type="slidenum">
              <a:rPr lang="en-GB" smtClean="0"/>
              <a:pPr/>
              <a:t>22</a:t>
            </a:fld>
            <a:endParaRPr lang="en-GB" dirty="0"/>
          </a:p>
        </p:txBody>
      </p:sp>
      <p:sp>
        <p:nvSpPr>
          <p:cNvPr id="14" name="Titel 13">
            <a:extLst>
              <a:ext uri="{FF2B5EF4-FFF2-40B4-BE49-F238E27FC236}">
                <a16:creationId xmlns:a16="http://schemas.microsoft.com/office/drawing/2014/main" id="{4E840CAD-8869-66D6-F142-07912B6A4DF2}"/>
              </a:ext>
            </a:extLst>
          </p:cNvPr>
          <p:cNvSpPr>
            <a:spLocks noGrp="1"/>
          </p:cNvSpPr>
          <p:nvPr>
            <p:ph type="title"/>
          </p:nvPr>
        </p:nvSpPr>
        <p:spPr>
          <a:xfrm>
            <a:off x="718666" y="722454"/>
            <a:ext cx="10752610" cy="323409"/>
          </a:xfrm>
        </p:spPr>
        <p:txBody>
          <a:bodyPr/>
          <a:lstStyle/>
          <a:p>
            <a:r>
              <a:rPr lang="en-GB" dirty="0"/>
              <a:t>IDHP: Augmented Variants</a:t>
            </a: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1CAE653C-8259-2CA4-581A-D163A10A03E7}"/>
                  </a:ext>
                </a:extLst>
              </p:cNvPr>
              <p:cNvGraphicFramePr>
                <a:graphicFrameLocks noGrp="1"/>
              </p:cNvGraphicFramePr>
              <p:nvPr>
                <p:extLst>
                  <p:ext uri="{D42A27DB-BD31-4B8C-83A1-F6EECF244321}">
                    <p14:modId xmlns:p14="http://schemas.microsoft.com/office/powerpoint/2010/main" val="2835793552"/>
                  </p:ext>
                </p:extLst>
              </p:nvPr>
            </p:nvGraphicFramePr>
            <p:xfrm>
              <a:off x="638523" y="2651760"/>
              <a:ext cx="10914960" cy="1554480"/>
            </p:xfrm>
            <a:graphic>
              <a:graphicData uri="http://schemas.openxmlformats.org/drawingml/2006/table">
                <a:tbl>
                  <a:tblPr firstRow="1" bandRow="1">
                    <a:tableStyleId>{5C22544A-7EE6-4342-B048-85BDC9FD1C3A}</a:tableStyleId>
                  </a:tblPr>
                  <a:tblGrid>
                    <a:gridCol w="2182992">
                      <a:extLst>
                        <a:ext uri="{9D8B030D-6E8A-4147-A177-3AD203B41FA5}">
                          <a16:colId xmlns:a16="http://schemas.microsoft.com/office/drawing/2014/main" val="3408582684"/>
                        </a:ext>
                      </a:extLst>
                    </a:gridCol>
                    <a:gridCol w="2182992">
                      <a:extLst>
                        <a:ext uri="{9D8B030D-6E8A-4147-A177-3AD203B41FA5}">
                          <a16:colId xmlns:a16="http://schemas.microsoft.com/office/drawing/2014/main" val="5111882"/>
                        </a:ext>
                      </a:extLst>
                    </a:gridCol>
                    <a:gridCol w="2182992">
                      <a:extLst>
                        <a:ext uri="{9D8B030D-6E8A-4147-A177-3AD203B41FA5}">
                          <a16:colId xmlns:a16="http://schemas.microsoft.com/office/drawing/2014/main" val="357095742"/>
                        </a:ext>
                      </a:extLst>
                    </a:gridCol>
                    <a:gridCol w="2182992">
                      <a:extLst>
                        <a:ext uri="{9D8B030D-6E8A-4147-A177-3AD203B41FA5}">
                          <a16:colId xmlns:a16="http://schemas.microsoft.com/office/drawing/2014/main" val="2260705465"/>
                        </a:ext>
                      </a:extLst>
                    </a:gridCol>
                    <a:gridCol w="2182992">
                      <a:extLst>
                        <a:ext uri="{9D8B030D-6E8A-4147-A177-3AD203B41FA5}">
                          <a16:colId xmlns:a16="http://schemas.microsoft.com/office/drawing/2014/main" val="2646942389"/>
                        </a:ext>
                      </a:extLst>
                    </a:gridCol>
                  </a:tblGrid>
                  <a:tr h="342282">
                    <a:tc>
                      <a:txBody>
                        <a:bodyPr/>
                        <a:lstStyle/>
                        <a:p>
                          <a:endParaRPr lang="LID4096" dirty="0"/>
                        </a:p>
                      </a:txBody>
                      <a:tcPr>
                        <a:solidFill>
                          <a:srgbClr val="C7DBF5"/>
                        </a:solidFill>
                      </a:tcPr>
                    </a:tc>
                    <a:tc>
                      <a:txBody>
                        <a:bodyPr/>
                        <a:lstStyle/>
                        <a:p>
                          <a:pPr algn="ctr"/>
                          <a:r>
                            <a:rPr lang="en-US" b="1" dirty="0">
                              <a:solidFill>
                                <a:srgbClr val="0071BB"/>
                              </a:solidFill>
                              <a:latin typeface="Times New Roman" panose="02020603050405020304" pitchFamily="18" charset="0"/>
                              <a:cs typeface="Times New Roman" panose="02020603050405020304" pitchFamily="18" charset="0"/>
                            </a:rPr>
                            <a:t>IDHP</a:t>
                          </a:r>
                          <a:endParaRPr lang="LID4096" dirty="0"/>
                        </a:p>
                      </a:txBody>
                      <a:tcPr>
                        <a:solidFill>
                          <a:srgbClr val="C7DBF5"/>
                        </a:solidFill>
                      </a:tcPr>
                    </a:tc>
                    <a:tc>
                      <a:txBody>
                        <a:bodyPr/>
                        <a:lstStyle/>
                        <a:p>
                          <a:pPr algn="ctr"/>
                          <a:r>
                            <a:rPr lang="en-US" b="1" dirty="0">
                              <a:solidFill>
                                <a:srgbClr val="F9AC2F"/>
                              </a:solidFill>
                              <a:latin typeface="Times New Roman" panose="02020603050405020304" pitchFamily="18" charset="0"/>
                              <a:cs typeface="Times New Roman" panose="02020603050405020304" pitchFamily="18" charset="0"/>
                            </a:rPr>
                            <a:t>IDHP</a:t>
                          </a:r>
                          <a:r>
                            <a:rPr lang="en-US" b="1" dirty="0">
                              <a:solidFill>
                                <a:srgbClr val="F9AC2F"/>
                              </a:solidFill>
                            </a:rPr>
                            <a:t>(</a:t>
                          </a:r>
                          <a14:m>
                            <m:oMath xmlns:m="http://schemas.openxmlformats.org/officeDocument/2006/math">
                              <m:r>
                                <a:rPr lang="en-US" b="1" i="0" smtClean="0">
                                  <a:solidFill>
                                    <a:srgbClr val="F9AC2F"/>
                                  </a:solidFill>
                                  <a:latin typeface="Cambria Math" panose="02040503050406030204" pitchFamily="18" charset="0"/>
                                </a:rPr>
                                <m:t>𝛌</m:t>
                              </m:r>
                            </m:oMath>
                          </a14:m>
                          <a:r>
                            <a:rPr lang="en-US" b="0" dirty="0">
                              <a:solidFill>
                                <a:srgbClr val="F9AC2F"/>
                              </a:solidFill>
                            </a:rPr>
                            <a:t>)</a:t>
                          </a:r>
                          <a:endParaRPr lang="LID4096" dirty="0"/>
                        </a:p>
                      </a:txBody>
                      <a:tcPr>
                        <a:solidFill>
                          <a:srgbClr val="C7DBF5"/>
                        </a:solidFill>
                      </a:tcPr>
                    </a:tc>
                    <a:tc>
                      <a:txBody>
                        <a:bodyPr/>
                        <a:lstStyle/>
                        <a:p>
                          <a:pPr algn="ctr"/>
                          <a:r>
                            <a:rPr lang="en-US" b="1" dirty="0">
                              <a:solidFill>
                                <a:srgbClr val="009A55"/>
                              </a:solidFill>
                              <a:latin typeface="Times New Roman" panose="02020603050405020304" pitchFamily="18" charset="0"/>
                              <a:cs typeface="Times New Roman" panose="02020603050405020304" pitchFamily="18" charset="0"/>
                            </a:rPr>
                            <a:t>MIDHP</a:t>
                          </a:r>
                          <a:endParaRPr lang="LID4096" dirty="0"/>
                        </a:p>
                      </a:txBody>
                      <a:tcPr>
                        <a:solidFill>
                          <a:srgbClr val="C7DBF5"/>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solidFill>
                                <a:srgbClr val="B52E19"/>
                              </a:solidFill>
                              <a:latin typeface="Times New Roman" panose="02020603050405020304" pitchFamily="18" charset="0"/>
                              <a:cs typeface="Times New Roman" panose="02020603050405020304" pitchFamily="18" charset="0"/>
                            </a:rPr>
                            <a:t>MIDHP</a:t>
                          </a:r>
                          <a:r>
                            <a:rPr lang="en-US" b="1" dirty="0">
                              <a:solidFill>
                                <a:srgbClr val="B52E19"/>
                              </a:solidFill>
                            </a:rPr>
                            <a:t>(</a:t>
                          </a:r>
                          <a14:m>
                            <m:oMath xmlns:m="http://schemas.openxmlformats.org/officeDocument/2006/math">
                              <m:r>
                                <a:rPr lang="en-US" b="1" i="0" smtClean="0">
                                  <a:solidFill>
                                    <a:srgbClr val="B52E19"/>
                                  </a:solidFill>
                                  <a:latin typeface="Cambria Math" panose="02040503050406030204" pitchFamily="18" charset="0"/>
                                </a:rPr>
                                <m:t>𝛌</m:t>
                              </m:r>
                            </m:oMath>
                          </a14:m>
                          <a:r>
                            <a:rPr lang="en-US" b="1" dirty="0">
                              <a:solidFill>
                                <a:srgbClr val="B52E19"/>
                              </a:solidFill>
                            </a:rPr>
                            <a:t>)</a:t>
                          </a:r>
                        </a:p>
                      </a:txBody>
                      <a:tcPr>
                        <a:solidFill>
                          <a:srgbClr val="C7DBF5"/>
                        </a:solidFill>
                      </a:tcPr>
                    </a:tc>
                    <a:extLst>
                      <a:ext uri="{0D108BD9-81ED-4DB2-BD59-A6C34878D82A}">
                        <a16:rowId xmlns:a16="http://schemas.microsoft.com/office/drawing/2014/main" val="1682841911"/>
                      </a:ext>
                    </a:extLst>
                  </a:tr>
                  <a:tr h="370840">
                    <a:tc>
                      <a:txBody>
                        <a:bodyPr/>
                        <a:lstStyle/>
                        <a:p>
                          <a:pPr algn="l"/>
                          <a14:m>
                            <m:oMathPara xmlns:m="http://schemas.openxmlformats.org/officeDocument/2006/math">
                              <m:oMathParaPr>
                                <m:jc m:val="right"/>
                              </m:oMathParaPr>
                              <m:oMath xmlns:m="http://schemas.openxmlformats.org/officeDocument/2006/math">
                                <m:sSub>
                                  <m:sSubPr>
                                    <m:ctrlPr>
                                      <a:rPr lang="en-GB" b="0" i="1" smtClean="0">
                                        <a:solidFill>
                                          <a:schemeClr val="tx1"/>
                                        </a:solidFill>
                                        <a:latin typeface="Cambria Math" panose="02040503050406030204" pitchFamily="18" charset="0"/>
                                      </a:rPr>
                                    </m:ctrlPr>
                                  </m:sSubPr>
                                  <m:e>
                                    <m:r>
                                      <a:rPr lang="en-GB" b="0" i="1" smtClean="0">
                                        <a:solidFill>
                                          <a:schemeClr val="tx1"/>
                                        </a:solidFill>
                                        <a:latin typeface="Cambria Math" panose="02040503050406030204" pitchFamily="18" charset="0"/>
                                      </a:rPr>
                                      <m:t>𝐿</m:t>
                                    </m:r>
                                  </m:e>
                                  <m:sub>
                                    <m:r>
                                      <a:rPr lang="en-GB" b="0" i="1" smtClean="0">
                                        <a:solidFill>
                                          <a:schemeClr val="tx1"/>
                                        </a:solidFill>
                                        <a:latin typeface="Cambria Math" panose="02040503050406030204" pitchFamily="18" charset="0"/>
                                      </a:rPr>
                                      <m:t>𝐶𝐴𝑃𝑆</m:t>
                                    </m:r>
                                  </m:sub>
                                </m:sSub>
                              </m:oMath>
                            </m:oMathPara>
                          </a14:m>
                          <a:endParaRPr lang="en-GB" dirty="0">
                            <a:solidFill>
                              <a:schemeClr val="tx1"/>
                            </a:solidFill>
                          </a:endParaRPr>
                        </a:p>
                        <a:p>
                          <a:pPr algn="r"/>
                          <a:r>
                            <a:rPr lang="en-GB" dirty="0">
                              <a:solidFill>
                                <a:schemeClr val="tx1"/>
                              </a:solidFill>
                            </a:rPr>
                            <a:t>Eligibility Traces</a:t>
                          </a:r>
                        </a:p>
                        <a:p>
                          <a:pPr algn="r"/>
                          <a:r>
                            <a:rPr lang="en-GB" dirty="0">
                              <a:solidFill>
                                <a:schemeClr val="tx1"/>
                              </a:solidFill>
                            </a:rPr>
                            <a:t>Multi-step update</a:t>
                          </a:r>
                          <a:endParaRPr lang="LID4096" dirty="0">
                            <a:solidFill>
                              <a:schemeClr val="tx1"/>
                            </a:solidFill>
                          </a:endParaRPr>
                        </a:p>
                        <a:p>
                          <a:pPr algn="l"/>
                          <a:endParaRPr lang="LID4096" dirty="0">
                            <a:solidFill>
                              <a:schemeClr val="tx1"/>
                            </a:solidFill>
                          </a:endParaRPr>
                        </a:p>
                      </a:txBody>
                      <a:tcPr>
                        <a:solidFill>
                          <a:srgbClr val="E3EEF9"/>
                        </a:solidFill>
                      </a:tcPr>
                    </a:tc>
                    <a:tc>
                      <a:txBody>
                        <a:bodyPr/>
                        <a:lstStyle/>
                        <a:p>
                          <a:pPr algn="ctr"/>
                          <a:r>
                            <a:rPr lang="en-HK" dirty="0">
                              <a:solidFill>
                                <a:schemeClr val="tx1"/>
                              </a:solidFill>
                            </a:rPr>
                            <a:t>✅</a:t>
                          </a:r>
                        </a:p>
                        <a:p>
                          <a:pPr algn="ctr"/>
                          <a:r>
                            <a:rPr lang="en-HK" dirty="0">
                              <a:solidFill>
                                <a:schemeClr val="tx1"/>
                              </a:solidFill>
                            </a:rPr>
                            <a:t>❌</a:t>
                          </a:r>
                        </a:p>
                        <a:p>
                          <a:pPr algn="ctr"/>
                          <a:r>
                            <a:rPr lang="en-HK" dirty="0">
                              <a:solidFill>
                                <a:schemeClr val="tx1"/>
                              </a:solidFill>
                            </a:rPr>
                            <a:t>❌</a:t>
                          </a:r>
                          <a:endParaRPr lang="LID4096" dirty="0">
                            <a:solidFill>
                              <a:schemeClr val="tx1"/>
                            </a:solidFill>
                          </a:endParaRPr>
                        </a:p>
                      </a:txBody>
                      <a:tcPr>
                        <a:solidFill>
                          <a:srgbClr val="E3EEF9"/>
                        </a:solidFill>
                      </a:tcPr>
                    </a:tc>
                    <a:tc>
                      <a:txBody>
                        <a:bodyPr/>
                        <a:lstStyle/>
                        <a:p>
                          <a:pPr algn="ctr"/>
                          <a:r>
                            <a:rPr lang="en-HK" dirty="0">
                              <a:solidFill>
                                <a:schemeClr val="tx1"/>
                              </a:solidFill>
                            </a:rPr>
                            <a:t>✅</a:t>
                          </a:r>
                        </a:p>
                        <a:p>
                          <a:pPr algn="ctr"/>
                          <a:r>
                            <a:rPr lang="en-HK" dirty="0">
                              <a:solidFill>
                                <a:schemeClr val="tx1"/>
                              </a:solidFill>
                            </a:rPr>
                            <a:t>✅</a:t>
                          </a:r>
                        </a:p>
                        <a:p>
                          <a:pPr algn="ctr"/>
                          <a:r>
                            <a:rPr lang="en-HK" dirty="0">
                              <a:solidFill>
                                <a:schemeClr val="tx1"/>
                              </a:solidFill>
                            </a:rPr>
                            <a:t>❌</a:t>
                          </a:r>
                          <a:endParaRPr lang="LID4096" dirty="0">
                            <a:solidFill>
                              <a:schemeClr val="tx1"/>
                            </a:solidFill>
                          </a:endParaRPr>
                        </a:p>
                        <a:p>
                          <a:endParaRPr lang="LID4096" dirty="0">
                            <a:solidFill>
                              <a:schemeClr val="tx1"/>
                            </a:solidFill>
                          </a:endParaRPr>
                        </a:p>
                      </a:txBody>
                      <a:tcPr>
                        <a:solidFill>
                          <a:srgbClr val="E3EEF9"/>
                        </a:solidFill>
                      </a:tcPr>
                    </a:tc>
                    <a:tc>
                      <a:txBody>
                        <a:bodyPr/>
                        <a:lstStyle/>
                        <a:p>
                          <a:pPr algn="ctr"/>
                          <a:r>
                            <a:rPr lang="en-HK" dirty="0">
                              <a:solidFill>
                                <a:schemeClr val="tx1"/>
                              </a:solidFill>
                            </a:rPr>
                            <a:t>✅</a:t>
                          </a:r>
                        </a:p>
                        <a:p>
                          <a:pPr algn="ctr"/>
                          <a:r>
                            <a:rPr lang="en-HK" dirty="0">
                              <a:solidFill>
                                <a:schemeClr val="tx1"/>
                              </a:solidFill>
                            </a:rPr>
                            <a:t>❌</a:t>
                          </a:r>
                        </a:p>
                        <a:p>
                          <a:pPr algn="ctr"/>
                          <a:r>
                            <a:rPr lang="en-HK" dirty="0">
                              <a:solidFill>
                                <a:schemeClr val="tx1"/>
                              </a:solidFill>
                            </a:rPr>
                            <a:t>✅</a:t>
                          </a:r>
                        </a:p>
                        <a:p>
                          <a:endParaRPr lang="LID4096" dirty="0">
                            <a:solidFill>
                              <a:schemeClr val="tx1"/>
                            </a:solidFill>
                          </a:endParaRPr>
                        </a:p>
                      </a:txBody>
                      <a:tcPr>
                        <a:solidFill>
                          <a:srgbClr val="E3EEF9"/>
                        </a:solidFill>
                      </a:tcPr>
                    </a:tc>
                    <a:tc>
                      <a:txBody>
                        <a:bodyPr/>
                        <a:lstStyle/>
                        <a:p>
                          <a:pPr algn="ctr"/>
                          <a:r>
                            <a:rPr lang="en-HK" dirty="0">
                              <a:solidFill>
                                <a:schemeClr val="tx1"/>
                              </a:solidFill>
                            </a:rPr>
                            <a:t>✅</a:t>
                          </a:r>
                        </a:p>
                        <a:p>
                          <a:pPr algn="ctr"/>
                          <a:r>
                            <a:rPr lang="en-HK" dirty="0">
                              <a:solidFill>
                                <a:schemeClr val="tx1"/>
                              </a:solidFill>
                            </a:rPr>
                            <a:t>✅</a:t>
                          </a:r>
                        </a:p>
                        <a:p>
                          <a:pPr algn="ctr"/>
                          <a:r>
                            <a:rPr lang="en-HK" dirty="0">
                              <a:solidFill>
                                <a:schemeClr val="tx1"/>
                              </a:solidFill>
                            </a:rPr>
                            <a:t>✅</a:t>
                          </a:r>
                        </a:p>
                        <a:p>
                          <a:endParaRPr lang="LID4096" dirty="0">
                            <a:solidFill>
                              <a:schemeClr val="tx1"/>
                            </a:solidFill>
                          </a:endParaRPr>
                        </a:p>
                      </a:txBody>
                      <a:tcPr>
                        <a:solidFill>
                          <a:srgbClr val="E3EEF9"/>
                        </a:solidFill>
                      </a:tcPr>
                    </a:tc>
                    <a:extLst>
                      <a:ext uri="{0D108BD9-81ED-4DB2-BD59-A6C34878D82A}">
                        <a16:rowId xmlns:a16="http://schemas.microsoft.com/office/drawing/2014/main" val="3600852624"/>
                      </a:ext>
                    </a:extLst>
                  </a:tr>
                </a:tbl>
              </a:graphicData>
            </a:graphic>
          </p:graphicFrame>
        </mc:Choice>
        <mc:Fallback xmlns="">
          <p:graphicFrame>
            <p:nvGraphicFramePr>
              <p:cNvPr id="2" name="Table 1">
                <a:extLst>
                  <a:ext uri="{FF2B5EF4-FFF2-40B4-BE49-F238E27FC236}">
                    <a16:creationId xmlns:a16="http://schemas.microsoft.com/office/drawing/2014/main" id="{1CAE653C-8259-2CA4-581A-D163A10A03E7}"/>
                  </a:ext>
                </a:extLst>
              </p:cNvPr>
              <p:cNvGraphicFramePr>
                <a:graphicFrameLocks noGrp="1"/>
              </p:cNvGraphicFramePr>
              <p:nvPr>
                <p:extLst>
                  <p:ext uri="{D42A27DB-BD31-4B8C-83A1-F6EECF244321}">
                    <p14:modId xmlns:p14="http://schemas.microsoft.com/office/powerpoint/2010/main" val="2835793552"/>
                  </p:ext>
                </p:extLst>
              </p:nvPr>
            </p:nvGraphicFramePr>
            <p:xfrm>
              <a:off x="638523" y="2651760"/>
              <a:ext cx="10914960" cy="1554480"/>
            </p:xfrm>
            <a:graphic>
              <a:graphicData uri="http://schemas.openxmlformats.org/drawingml/2006/table">
                <a:tbl>
                  <a:tblPr firstRow="1" bandRow="1">
                    <a:tableStyleId>{5C22544A-7EE6-4342-B048-85BDC9FD1C3A}</a:tableStyleId>
                  </a:tblPr>
                  <a:tblGrid>
                    <a:gridCol w="2182992">
                      <a:extLst>
                        <a:ext uri="{9D8B030D-6E8A-4147-A177-3AD203B41FA5}">
                          <a16:colId xmlns:a16="http://schemas.microsoft.com/office/drawing/2014/main" val="3408582684"/>
                        </a:ext>
                      </a:extLst>
                    </a:gridCol>
                    <a:gridCol w="2182992">
                      <a:extLst>
                        <a:ext uri="{9D8B030D-6E8A-4147-A177-3AD203B41FA5}">
                          <a16:colId xmlns:a16="http://schemas.microsoft.com/office/drawing/2014/main" val="5111882"/>
                        </a:ext>
                      </a:extLst>
                    </a:gridCol>
                    <a:gridCol w="2182992">
                      <a:extLst>
                        <a:ext uri="{9D8B030D-6E8A-4147-A177-3AD203B41FA5}">
                          <a16:colId xmlns:a16="http://schemas.microsoft.com/office/drawing/2014/main" val="357095742"/>
                        </a:ext>
                      </a:extLst>
                    </a:gridCol>
                    <a:gridCol w="2182992">
                      <a:extLst>
                        <a:ext uri="{9D8B030D-6E8A-4147-A177-3AD203B41FA5}">
                          <a16:colId xmlns:a16="http://schemas.microsoft.com/office/drawing/2014/main" val="2260705465"/>
                        </a:ext>
                      </a:extLst>
                    </a:gridCol>
                    <a:gridCol w="2182992">
                      <a:extLst>
                        <a:ext uri="{9D8B030D-6E8A-4147-A177-3AD203B41FA5}">
                          <a16:colId xmlns:a16="http://schemas.microsoft.com/office/drawing/2014/main" val="2646942389"/>
                        </a:ext>
                      </a:extLst>
                    </a:gridCol>
                  </a:tblGrid>
                  <a:tr h="365760">
                    <a:tc>
                      <a:txBody>
                        <a:bodyPr/>
                        <a:lstStyle/>
                        <a:p>
                          <a:endParaRPr lang="LID4096" dirty="0"/>
                        </a:p>
                      </a:txBody>
                      <a:tcPr>
                        <a:solidFill>
                          <a:srgbClr val="C7DBF5"/>
                        </a:solidFill>
                      </a:tcPr>
                    </a:tc>
                    <a:tc>
                      <a:txBody>
                        <a:bodyPr/>
                        <a:lstStyle/>
                        <a:p>
                          <a:pPr algn="ctr"/>
                          <a:r>
                            <a:rPr lang="en-US" b="1" dirty="0">
                              <a:solidFill>
                                <a:srgbClr val="0071BB"/>
                              </a:solidFill>
                              <a:latin typeface="Times New Roman" panose="02020603050405020304" pitchFamily="18" charset="0"/>
                              <a:cs typeface="Times New Roman" panose="02020603050405020304" pitchFamily="18" charset="0"/>
                            </a:rPr>
                            <a:t>IDHP</a:t>
                          </a:r>
                          <a:endParaRPr lang="LID4096" dirty="0"/>
                        </a:p>
                      </a:txBody>
                      <a:tcPr>
                        <a:solidFill>
                          <a:srgbClr val="C7DBF5"/>
                        </a:solidFill>
                      </a:tcPr>
                    </a:tc>
                    <a:tc>
                      <a:txBody>
                        <a:bodyPr/>
                        <a:lstStyle/>
                        <a:p>
                          <a:endParaRPr lang="LID4096"/>
                        </a:p>
                      </a:txBody>
                      <a:tcPr>
                        <a:blipFill>
                          <a:blip r:embed="rId3"/>
                          <a:stretch>
                            <a:fillRect l="-200559" t="-8333" r="-201397" b="-330000"/>
                          </a:stretch>
                        </a:blipFill>
                      </a:tcPr>
                    </a:tc>
                    <a:tc>
                      <a:txBody>
                        <a:bodyPr/>
                        <a:lstStyle/>
                        <a:p>
                          <a:pPr algn="ctr"/>
                          <a:r>
                            <a:rPr lang="en-US" b="1" dirty="0">
                              <a:solidFill>
                                <a:srgbClr val="009A55"/>
                              </a:solidFill>
                              <a:latin typeface="Times New Roman" panose="02020603050405020304" pitchFamily="18" charset="0"/>
                              <a:cs typeface="Times New Roman" panose="02020603050405020304" pitchFamily="18" charset="0"/>
                            </a:rPr>
                            <a:t>MIDHP</a:t>
                          </a:r>
                          <a:endParaRPr lang="LID4096" dirty="0"/>
                        </a:p>
                      </a:txBody>
                      <a:tcPr>
                        <a:solidFill>
                          <a:srgbClr val="C7DBF5"/>
                        </a:solidFill>
                      </a:tcPr>
                    </a:tc>
                    <a:tc>
                      <a:txBody>
                        <a:bodyPr/>
                        <a:lstStyle/>
                        <a:p>
                          <a:endParaRPr lang="LID4096"/>
                        </a:p>
                      </a:txBody>
                      <a:tcPr>
                        <a:blipFill>
                          <a:blip r:embed="rId3"/>
                          <a:stretch>
                            <a:fillRect l="-400838" t="-8333" r="-1117" b="-330000"/>
                          </a:stretch>
                        </a:blipFill>
                      </a:tcPr>
                    </a:tc>
                    <a:extLst>
                      <a:ext uri="{0D108BD9-81ED-4DB2-BD59-A6C34878D82A}">
                        <a16:rowId xmlns:a16="http://schemas.microsoft.com/office/drawing/2014/main" val="1682841911"/>
                      </a:ext>
                    </a:extLst>
                  </a:tr>
                  <a:tr h="1188720">
                    <a:tc>
                      <a:txBody>
                        <a:bodyPr/>
                        <a:lstStyle/>
                        <a:p>
                          <a:endParaRPr lang="LID4096"/>
                        </a:p>
                      </a:txBody>
                      <a:tcPr>
                        <a:blipFill>
                          <a:blip r:embed="rId3"/>
                          <a:stretch>
                            <a:fillRect l="-279" t="-33333" r="-401676" b="-1538"/>
                          </a:stretch>
                        </a:blipFill>
                      </a:tcPr>
                    </a:tc>
                    <a:tc>
                      <a:txBody>
                        <a:bodyPr/>
                        <a:lstStyle/>
                        <a:p>
                          <a:pPr algn="ctr"/>
                          <a:r>
                            <a:rPr lang="en-HK" dirty="0">
                              <a:solidFill>
                                <a:schemeClr val="tx1"/>
                              </a:solidFill>
                            </a:rPr>
                            <a:t>✅</a:t>
                          </a:r>
                        </a:p>
                        <a:p>
                          <a:pPr algn="ctr"/>
                          <a:r>
                            <a:rPr lang="en-HK" dirty="0">
                              <a:solidFill>
                                <a:schemeClr val="tx1"/>
                              </a:solidFill>
                            </a:rPr>
                            <a:t>❌</a:t>
                          </a:r>
                        </a:p>
                        <a:p>
                          <a:pPr algn="ctr"/>
                          <a:r>
                            <a:rPr lang="en-HK" dirty="0">
                              <a:solidFill>
                                <a:schemeClr val="tx1"/>
                              </a:solidFill>
                            </a:rPr>
                            <a:t>❌</a:t>
                          </a:r>
                          <a:endParaRPr lang="LID4096" dirty="0">
                            <a:solidFill>
                              <a:schemeClr val="tx1"/>
                            </a:solidFill>
                          </a:endParaRPr>
                        </a:p>
                      </a:txBody>
                      <a:tcPr>
                        <a:solidFill>
                          <a:srgbClr val="E3EEF9"/>
                        </a:solidFill>
                      </a:tcPr>
                    </a:tc>
                    <a:tc>
                      <a:txBody>
                        <a:bodyPr/>
                        <a:lstStyle/>
                        <a:p>
                          <a:pPr algn="ctr"/>
                          <a:r>
                            <a:rPr lang="en-HK" dirty="0">
                              <a:solidFill>
                                <a:schemeClr val="tx1"/>
                              </a:solidFill>
                            </a:rPr>
                            <a:t>✅</a:t>
                          </a:r>
                        </a:p>
                        <a:p>
                          <a:pPr algn="ctr"/>
                          <a:r>
                            <a:rPr lang="en-HK" dirty="0">
                              <a:solidFill>
                                <a:schemeClr val="tx1"/>
                              </a:solidFill>
                            </a:rPr>
                            <a:t>✅</a:t>
                          </a:r>
                        </a:p>
                        <a:p>
                          <a:pPr algn="ctr"/>
                          <a:r>
                            <a:rPr lang="en-HK" dirty="0">
                              <a:solidFill>
                                <a:schemeClr val="tx1"/>
                              </a:solidFill>
                            </a:rPr>
                            <a:t>❌</a:t>
                          </a:r>
                          <a:endParaRPr lang="LID4096" dirty="0">
                            <a:solidFill>
                              <a:schemeClr val="tx1"/>
                            </a:solidFill>
                          </a:endParaRPr>
                        </a:p>
                        <a:p>
                          <a:endParaRPr lang="LID4096" dirty="0">
                            <a:solidFill>
                              <a:schemeClr val="tx1"/>
                            </a:solidFill>
                          </a:endParaRPr>
                        </a:p>
                      </a:txBody>
                      <a:tcPr>
                        <a:solidFill>
                          <a:srgbClr val="E3EEF9"/>
                        </a:solidFill>
                      </a:tcPr>
                    </a:tc>
                    <a:tc>
                      <a:txBody>
                        <a:bodyPr/>
                        <a:lstStyle/>
                        <a:p>
                          <a:pPr algn="ctr"/>
                          <a:r>
                            <a:rPr lang="en-HK" dirty="0">
                              <a:solidFill>
                                <a:schemeClr val="tx1"/>
                              </a:solidFill>
                            </a:rPr>
                            <a:t>✅</a:t>
                          </a:r>
                        </a:p>
                        <a:p>
                          <a:pPr algn="ctr"/>
                          <a:r>
                            <a:rPr lang="en-HK" dirty="0">
                              <a:solidFill>
                                <a:schemeClr val="tx1"/>
                              </a:solidFill>
                            </a:rPr>
                            <a:t>❌</a:t>
                          </a:r>
                        </a:p>
                        <a:p>
                          <a:pPr algn="ctr"/>
                          <a:r>
                            <a:rPr lang="en-HK" dirty="0">
                              <a:solidFill>
                                <a:schemeClr val="tx1"/>
                              </a:solidFill>
                            </a:rPr>
                            <a:t>✅</a:t>
                          </a:r>
                        </a:p>
                        <a:p>
                          <a:endParaRPr lang="LID4096" dirty="0">
                            <a:solidFill>
                              <a:schemeClr val="tx1"/>
                            </a:solidFill>
                          </a:endParaRPr>
                        </a:p>
                      </a:txBody>
                      <a:tcPr>
                        <a:solidFill>
                          <a:srgbClr val="E3EEF9"/>
                        </a:solidFill>
                      </a:tcPr>
                    </a:tc>
                    <a:tc>
                      <a:txBody>
                        <a:bodyPr/>
                        <a:lstStyle/>
                        <a:p>
                          <a:pPr algn="ctr"/>
                          <a:r>
                            <a:rPr lang="en-HK" dirty="0">
                              <a:solidFill>
                                <a:schemeClr val="tx1"/>
                              </a:solidFill>
                            </a:rPr>
                            <a:t>✅</a:t>
                          </a:r>
                        </a:p>
                        <a:p>
                          <a:pPr algn="ctr"/>
                          <a:r>
                            <a:rPr lang="en-HK" dirty="0">
                              <a:solidFill>
                                <a:schemeClr val="tx1"/>
                              </a:solidFill>
                            </a:rPr>
                            <a:t>✅</a:t>
                          </a:r>
                        </a:p>
                        <a:p>
                          <a:pPr algn="ctr"/>
                          <a:r>
                            <a:rPr lang="en-HK" dirty="0">
                              <a:solidFill>
                                <a:schemeClr val="tx1"/>
                              </a:solidFill>
                            </a:rPr>
                            <a:t>✅</a:t>
                          </a:r>
                        </a:p>
                        <a:p>
                          <a:endParaRPr lang="LID4096" dirty="0">
                            <a:solidFill>
                              <a:schemeClr val="tx1"/>
                            </a:solidFill>
                          </a:endParaRPr>
                        </a:p>
                      </a:txBody>
                      <a:tcPr>
                        <a:solidFill>
                          <a:srgbClr val="E3EEF9"/>
                        </a:solidFill>
                      </a:tcPr>
                    </a:tc>
                    <a:extLst>
                      <a:ext uri="{0D108BD9-81ED-4DB2-BD59-A6C34878D82A}">
                        <a16:rowId xmlns:a16="http://schemas.microsoft.com/office/drawing/2014/main" val="3600852624"/>
                      </a:ext>
                    </a:extLst>
                  </a:tr>
                </a:tbl>
              </a:graphicData>
            </a:graphic>
          </p:graphicFrame>
        </mc:Fallback>
      </mc:AlternateContent>
      <p:sp>
        <p:nvSpPr>
          <p:cNvPr id="9" name="Rectangle: Rounded Corners 8">
            <a:extLst>
              <a:ext uri="{FF2B5EF4-FFF2-40B4-BE49-F238E27FC236}">
                <a16:creationId xmlns:a16="http://schemas.microsoft.com/office/drawing/2014/main" id="{77AAA2C2-019B-82CD-6388-DAD1335A074A}"/>
              </a:ext>
            </a:extLst>
          </p:cNvPr>
          <p:cNvSpPr/>
          <p:nvPr/>
        </p:nvSpPr>
        <p:spPr>
          <a:xfrm>
            <a:off x="5657147" y="416687"/>
            <a:ext cx="1034144" cy="84898"/>
          </a:xfrm>
          <a:prstGeom prst="roundRect">
            <a:avLst>
              <a:gd name="adj" fmla="val 50000"/>
            </a:avLst>
          </a:prstGeom>
          <a:solidFill>
            <a:srgbClr val="00A6D6"/>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LID4096" sz="1600" dirty="0" err="1">
              <a:solidFill>
                <a:srgbClr val="00A6D6"/>
              </a:solidFill>
            </a:endParaRPr>
          </a:p>
        </p:txBody>
      </p:sp>
    </p:spTree>
    <p:extLst>
      <p:ext uri="{BB962C8B-B14F-4D97-AF65-F5344CB8AC3E}">
        <p14:creationId xmlns:p14="http://schemas.microsoft.com/office/powerpoint/2010/main" val="5615750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jdelijke aanduiding voor datum 4">
            <a:extLst>
              <a:ext uri="{FF2B5EF4-FFF2-40B4-BE49-F238E27FC236}">
                <a16:creationId xmlns:a16="http://schemas.microsoft.com/office/drawing/2014/main" id="{B994BAD7-1490-F4D5-9092-3EB7111B7DF7}"/>
              </a:ext>
            </a:extLst>
          </p:cNvPr>
          <p:cNvSpPr>
            <a:spLocks noGrp="1"/>
          </p:cNvSpPr>
          <p:nvPr>
            <p:ph type="dt" sz="half" idx="18"/>
          </p:nvPr>
        </p:nvSpPr>
        <p:spPr>
          <a:xfrm>
            <a:off x="10146569" y="6405669"/>
            <a:ext cx="766235" cy="184666"/>
          </a:xfrm>
        </p:spPr>
        <p:txBody>
          <a:bodyPr/>
          <a:lstStyle/>
          <a:p>
            <a:r>
              <a:rPr lang="LID4096"/>
              <a:t>08/30/2024</a:t>
            </a:r>
            <a:endParaRPr lang="en-GB" dirty="0"/>
          </a:p>
        </p:txBody>
      </p:sp>
      <p:sp>
        <p:nvSpPr>
          <p:cNvPr id="16" name="Tijdelijke aanduiding voor dianummer 15">
            <a:extLst>
              <a:ext uri="{FF2B5EF4-FFF2-40B4-BE49-F238E27FC236}">
                <a16:creationId xmlns:a16="http://schemas.microsoft.com/office/drawing/2014/main" id="{BBB35617-5649-3A69-5ACC-A5828B3F289A}"/>
              </a:ext>
            </a:extLst>
          </p:cNvPr>
          <p:cNvSpPr>
            <a:spLocks noGrp="1"/>
          </p:cNvSpPr>
          <p:nvPr>
            <p:ph type="sldNum" sz="quarter" idx="20"/>
          </p:nvPr>
        </p:nvSpPr>
        <p:spPr>
          <a:xfrm>
            <a:off x="11178464" y="6405669"/>
            <a:ext cx="291298" cy="184666"/>
          </a:xfrm>
        </p:spPr>
        <p:txBody>
          <a:bodyPr/>
          <a:lstStyle/>
          <a:p>
            <a:fld id="{9E843DB9-9987-4157-AB9C-CEA8D7D910BB}" type="slidenum">
              <a:rPr lang="en-GB" smtClean="0"/>
              <a:pPr/>
              <a:t>23</a:t>
            </a:fld>
            <a:endParaRPr lang="en-GB" dirty="0"/>
          </a:p>
        </p:txBody>
      </p:sp>
      <p:sp>
        <p:nvSpPr>
          <p:cNvPr id="8" name="Tijdelijke aanduiding voor tekst 7">
            <a:extLst>
              <a:ext uri="{FF2B5EF4-FFF2-40B4-BE49-F238E27FC236}">
                <a16:creationId xmlns:a16="http://schemas.microsoft.com/office/drawing/2014/main" id="{73C0F465-AC54-5AF4-B9C9-64F21371EF32}"/>
              </a:ext>
            </a:extLst>
          </p:cNvPr>
          <p:cNvSpPr>
            <a:spLocks noGrp="1"/>
          </p:cNvSpPr>
          <p:nvPr>
            <p:ph type="body" sz="quarter" idx="21"/>
          </p:nvPr>
        </p:nvSpPr>
        <p:spPr>
          <a:xfrm>
            <a:off x="719139" y="1565274"/>
            <a:ext cx="10752136" cy="4347011"/>
          </a:xfrm>
        </p:spPr>
        <p:txBody>
          <a:bodyPr/>
          <a:lstStyle/>
          <a:p>
            <a:pPr marL="342900" lvl="2" indent="-342900">
              <a:buClr>
                <a:srgbClr val="00A6D6"/>
              </a:buClr>
              <a:buFont typeface="Arial" panose="020B0604020202020204" pitchFamily="34" charset="0"/>
              <a:buChar char="•"/>
            </a:pPr>
            <a:r>
              <a:rPr lang="en-GB" b="1" dirty="0" err="1">
                <a:solidFill>
                  <a:srgbClr val="0C2340"/>
                </a:solidFill>
              </a:rPr>
              <a:t>CitAST</a:t>
            </a:r>
            <a:r>
              <a:rPr lang="en-GB" b="1" dirty="0">
                <a:solidFill>
                  <a:srgbClr val="0C2340"/>
                </a:solidFill>
              </a:rPr>
              <a:t>- </a:t>
            </a:r>
            <a:r>
              <a:rPr lang="en-HK" b="1" dirty="0">
                <a:solidFill>
                  <a:srgbClr val="0C2340"/>
                </a:solidFill>
              </a:rPr>
              <a:t>Citation Analysis &amp; Simulation Toolkit</a:t>
            </a:r>
            <a:r>
              <a:rPr lang="en-GB" b="1" dirty="0">
                <a:solidFill>
                  <a:srgbClr val="0C2340"/>
                </a:solidFill>
              </a:rPr>
              <a:t>:</a:t>
            </a:r>
          </a:p>
          <a:p>
            <a:pPr lvl="2"/>
            <a:r>
              <a:rPr lang="en-GB" dirty="0"/>
              <a:t> 	A computational model of the PH-LAB Cessna Citation II, 6 DOF rigid body flight 	dynamics.</a:t>
            </a:r>
            <a:endParaRPr lang="en-GB" sz="2000" dirty="0">
              <a:solidFill>
                <a:schemeClr val="tx1"/>
              </a:solidFill>
            </a:endParaRPr>
          </a:p>
        </p:txBody>
      </p:sp>
      <p:sp>
        <p:nvSpPr>
          <p:cNvPr id="14" name="Titel 13">
            <a:extLst>
              <a:ext uri="{FF2B5EF4-FFF2-40B4-BE49-F238E27FC236}">
                <a16:creationId xmlns:a16="http://schemas.microsoft.com/office/drawing/2014/main" id="{4E840CAD-8869-66D6-F142-07912B6A4DF2}"/>
              </a:ext>
            </a:extLst>
          </p:cNvPr>
          <p:cNvSpPr>
            <a:spLocks noGrp="1"/>
          </p:cNvSpPr>
          <p:nvPr>
            <p:ph type="title"/>
          </p:nvPr>
        </p:nvSpPr>
        <p:spPr>
          <a:xfrm>
            <a:off x="718666" y="722454"/>
            <a:ext cx="10752610" cy="323409"/>
          </a:xfrm>
        </p:spPr>
        <p:txBody>
          <a:bodyPr/>
          <a:lstStyle/>
          <a:p>
            <a:r>
              <a:rPr lang="en-GB" dirty="0"/>
              <a:t>The Simulation Environment: the aircraft</a:t>
            </a:r>
          </a:p>
        </p:txBody>
      </p:sp>
      <p:pic>
        <p:nvPicPr>
          <p:cNvPr id="3" name="Picture 2">
            <a:extLst>
              <a:ext uri="{FF2B5EF4-FFF2-40B4-BE49-F238E27FC236}">
                <a16:creationId xmlns:a16="http://schemas.microsoft.com/office/drawing/2014/main" id="{C37553F9-A80A-64D6-8A39-D285C0472C43}"/>
              </a:ext>
            </a:extLst>
          </p:cNvPr>
          <p:cNvPicPr>
            <a:picLocks noChangeAspect="1"/>
          </p:cNvPicPr>
          <p:nvPr/>
        </p:nvPicPr>
        <p:blipFill>
          <a:blip r:embed="rId3"/>
          <a:stretch>
            <a:fillRect/>
          </a:stretch>
        </p:blipFill>
        <p:spPr>
          <a:xfrm>
            <a:off x="6025241" y="2909135"/>
            <a:ext cx="5576042" cy="3310037"/>
          </a:xfrm>
          <a:prstGeom prst="rect">
            <a:avLst/>
          </a:prstGeom>
        </p:spPr>
      </p:pic>
      <p:pic>
        <p:nvPicPr>
          <p:cNvPr id="2" name="Picture 1">
            <a:extLst>
              <a:ext uri="{FF2B5EF4-FFF2-40B4-BE49-F238E27FC236}">
                <a16:creationId xmlns:a16="http://schemas.microsoft.com/office/drawing/2014/main" id="{FA1E1E1A-3463-FED0-5810-D7AC53C90D11}"/>
              </a:ext>
            </a:extLst>
          </p:cNvPr>
          <p:cNvPicPr>
            <a:picLocks noChangeAspect="1"/>
          </p:cNvPicPr>
          <p:nvPr/>
        </p:nvPicPr>
        <p:blipFill>
          <a:blip r:embed="rId4"/>
          <a:stretch>
            <a:fillRect/>
          </a:stretch>
        </p:blipFill>
        <p:spPr>
          <a:xfrm>
            <a:off x="549564" y="3590129"/>
            <a:ext cx="4780518" cy="2343548"/>
          </a:xfrm>
          <a:prstGeom prst="rect">
            <a:avLst/>
          </a:prstGeom>
        </p:spPr>
      </p:pic>
      <p:sp>
        <p:nvSpPr>
          <p:cNvPr id="4" name="Rectangle: Rounded Corners 3">
            <a:extLst>
              <a:ext uri="{FF2B5EF4-FFF2-40B4-BE49-F238E27FC236}">
                <a16:creationId xmlns:a16="http://schemas.microsoft.com/office/drawing/2014/main" id="{D5076499-C76C-BDD2-F388-D1AC4655E4C3}"/>
              </a:ext>
            </a:extLst>
          </p:cNvPr>
          <p:cNvSpPr/>
          <p:nvPr/>
        </p:nvSpPr>
        <p:spPr>
          <a:xfrm>
            <a:off x="5657147" y="416687"/>
            <a:ext cx="1034144" cy="84898"/>
          </a:xfrm>
          <a:prstGeom prst="roundRect">
            <a:avLst>
              <a:gd name="adj" fmla="val 50000"/>
            </a:avLst>
          </a:prstGeom>
          <a:solidFill>
            <a:srgbClr val="00A6D6"/>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LID4096" sz="1600" dirty="0" err="1">
              <a:solidFill>
                <a:srgbClr val="00A6D6"/>
              </a:solidFill>
            </a:endParaRPr>
          </a:p>
        </p:txBody>
      </p:sp>
    </p:spTree>
    <p:extLst>
      <p:ext uri="{BB962C8B-B14F-4D97-AF65-F5344CB8AC3E}">
        <p14:creationId xmlns:p14="http://schemas.microsoft.com/office/powerpoint/2010/main" val="11971601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jdelijke aanduiding voor datum 4">
            <a:extLst>
              <a:ext uri="{FF2B5EF4-FFF2-40B4-BE49-F238E27FC236}">
                <a16:creationId xmlns:a16="http://schemas.microsoft.com/office/drawing/2014/main" id="{B994BAD7-1490-F4D5-9092-3EB7111B7DF7}"/>
              </a:ext>
            </a:extLst>
          </p:cNvPr>
          <p:cNvSpPr>
            <a:spLocks noGrp="1"/>
          </p:cNvSpPr>
          <p:nvPr>
            <p:ph type="dt" sz="half" idx="18"/>
          </p:nvPr>
        </p:nvSpPr>
        <p:spPr>
          <a:xfrm>
            <a:off x="10146569" y="6405669"/>
            <a:ext cx="766235" cy="184666"/>
          </a:xfrm>
        </p:spPr>
        <p:txBody>
          <a:bodyPr/>
          <a:lstStyle/>
          <a:p>
            <a:r>
              <a:rPr lang="LID4096"/>
              <a:t>08/30/2024</a:t>
            </a:r>
            <a:endParaRPr lang="en-GB" dirty="0"/>
          </a:p>
        </p:txBody>
      </p:sp>
      <p:sp>
        <p:nvSpPr>
          <p:cNvPr id="16" name="Tijdelijke aanduiding voor dianummer 15">
            <a:extLst>
              <a:ext uri="{FF2B5EF4-FFF2-40B4-BE49-F238E27FC236}">
                <a16:creationId xmlns:a16="http://schemas.microsoft.com/office/drawing/2014/main" id="{BBB35617-5649-3A69-5ACC-A5828B3F289A}"/>
              </a:ext>
            </a:extLst>
          </p:cNvPr>
          <p:cNvSpPr>
            <a:spLocks noGrp="1"/>
          </p:cNvSpPr>
          <p:nvPr>
            <p:ph type="sldNum" sz="quarter" idx="20"/>
          </p:nvPr>
        </p:nvSpPr>
        <p:spPr>
          <a:xfrm>
            <a:off x="11178464" y="6405669"/>
            <a:ext cx="291298" cy="184666"/>
          </a:xfrm>
        </p:spPr>
        <p:txBody>
          <a:bodyPr/>
          <a:lstStyle/>
          <a:p>
            <a:fld id="{9E843DB9-9987-4157-AB9C-CEA8D7D910BB}" type="slidenum">
              <a:rPr lang="en-GB" smtClean="0"/>
              <a:pPr/>
              <a:t>24</a:t>
            </a:fld>
            <a:endParaRPr lang="en-GB" dirty="0"/>
          </a:p>
        </p:txBody>
      </p:sp>
      <p:sp>
        <p:nvSpPr>
          <p:cNvPr id="8" name="Tijdelijke aanduiding voor tekst 7">
            <a:extLst>
              <a:ext uri="{FF2B5EF4-FFF2-40B4-BE49-F238E27FC236}">
                <a16:creationId xmlns:a16="http://schemas.microsoft.com/office/drawing/2014/main" id="{73C0F465-AC54-5AF4-B9C9-64F21371EF32}"/>
              </a:ext>
            </a:extLst>
          </p:cNvPr>
          <p:cNvSpPr>
            <a:spLocks noGrp="1"/>
          </p:cNvSpPr>
          <p:nvPr>
            <p:ph type="body" sz="quarter" idx="21"/>
          </p:nvPr>
        </p:nvSpPr>
        <p:spPr>
          <a:xfrm>
            <a:off x="719139" y="1565274"/>
            <a:ext cx="10752136" cy="323409"/>
          </a:xfrm>
        </p:spPr>
        <p:txBody>
          <a:bodyPr/>
          <a:lstStyle/>
          <a:p>
            <a:pPr marL="342900" lvl="2" indent="-342900">
              <a:buClr>
                <a:srgbClr val="00A6D6"/>
              </a:buClr>
              <a:buFont typeface="Arial" panose="020B0604020202020204" pitchFamily="34" charset="0"/>
              <a:buChar char="•"/>
            </a:pPr>
            <a:r>
              <a:rPr lang="en-US" b="1" dirty="0">
                <a:solidFill>
                  <a:srgbClr val="0C2340"/>
                </a:solidFill>
              </a:rPr>
              <a:t>States, Action, and Reward</a:t>
            </a:r>
            <a:r>
              <a:rPr lang="en-GB" b="1" dirty="0">
                <a:solidFill>
                  <a:srgbClr val="0C2340"/>
                </a:solidFill>
              </a:rPr>
              <a:t>:</a:t>
            </a:r>
          </a:p>
        </p:txBody>
      </p:sp>
      <p:sp>
        <p:nvSpPr>
          <p:cNvPr id="14" name="Titel 13">
            <a:extLst>
              <a:ext uri="{FF2B5EF4-FFF2-40B4-BE49-F238E27FC236}">
                <a16:creationId xmlns:a16="http://schemas.microsoft.com/office/drawing/2014/main" id="{4E840CAD-8869-66D6-F142-07912B6A4DF2}"/>
              </a:ext>
            </a:extLst>
          </p:cNvPr>
          <p:cNvSpPr>
            <a:spLocks noGrp="1"/>
          </p:cNvSpPr>
          <p:nvPr>
            <p:ph type="title"/>
          </p:nvPr>
        </p:nvSpPr>
        <p:spPr>
          <a:xfrm>
            <a:off x="718666" y="722454"/>
            <a:ext cx="10752610" cy="323409"/>
          </a:xfrm>
        </p:spPr>
        <p:txBody>
          <a:bodyPr/>
          <a:lstStyle/>
          <a:p>
            <a:r>
              <a:rPr lang="en-GB" dirty="0"/>
              <a:t>The Simulation Environment: the MDP</a:t>
            </a:r>
          </a:p>
        </p:txBody>
      </p:sp>
      <p:pic>
        <p:nvPicPr>
          <p:cNvPr id="3" name="Picture 2">
            <a:extLst>
              <a:ext uri="{FF2B5EF4-FFF2-40B4-BE49-F238E27FC236}">
                <a16:creationId xmlns:a16="http://schemas.microsoft.com/office/drawing/2014/main" id="{C37553F9-A80A-64D6-8A39-D285C0472C43}"/>
              </a:ext>
            </a:extLst>
          </p:cNvPr>
          <p:cNvPicPr>
            <a:picLocks noChangeAspect="1"/>
          </p:cNvPicPr>
          <p:nvPr/>
        </p:nvPicPr>
        <p:blipFill>
          <a:blip r:embed="rId3"/>
          <a:stretch>
            <a:fillRect/>
          </a:stretch>
        </p:blipFill>
        <p:spPr>
          <a:xfrm>
            <a:off x="6025241" y="2909135"/>
            <a:ext cx="5576042" cy="3310037"/>
          </a:xfrm>
          <a:prstGeom prst="rect">
            <a:avLst/>
          </a:prstGeom>
        </p:spPr>
      </p:pic>
      <p:pic>
        <p:nvPicPr>
          <p:cNvPr id="9" name="Picture 8">
            <a:extLst>
              <a:ext uri="{FF2B5EF4-FFF2-40B4-BE49-F238E27FC236}">
                <a16:creationId xmlns:a16="http://schemas.microsoft.com/office/drawing/2014/main" id="{4A7C012D-D00B-7F88-B9A4-552AA760E7A9}"/>
              </a:ext>
            </a:extLst>
          </p:cNvPr>
          <p:cNvPicPr>
            <a:picLocks noChangeAspect="1"/>
          </p:cNvPicPr>
          <p:nvPr/>
        </p:nvPicPr>
        <p:blipFill>
          <a:blip r:embed="rId4"/>
          <a:stretch>
            <a:fillRect/>
          </a:stretch>
        </p:blipFill>
        <p:spPr>
          <a:xfrm>
            <a:off x="549564" y="3590129"/>
            <a:ext cx="4780518" cy="2343548"/>
          </a:xfrm>
          <a:prstGeom prst="rect">
            <a:avLst/>
          </a:prstGeom>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41B13D0F-6783-40C1-7848-CD46195966D6}"/>
                  </a:ext>
                </a:extLst>
              </p:cNvPr>
              <p:cNvSpPr txBox="1"/>
              <p:nvPr/>
            </p:nvSpPr>
            <p:spPr>
              <a:xfrm>
                <a:off x="718666" y="1888683"/>
                <a:ext cx="10751096" cy="833955"/>
              </a:xfrm>
              <a:prstGeom prst="rect">
                <a:avLst/>
              </a:prstGeom>
              <a:noFill/>
            </p:spPr>
            <p:txBody>
              <a:bodyPr wrap="square" lIns="0" tIns="0" rIns="0" bIns="0" rtlCol="0">
                <a:noAutofit/>
              </a:bodyPr>
              <a:lstStyle/>
              <a:p>
                <a:pPr lvl="2">
                  <a:buClr>
                    <a:srgbClr val="00A6D6"/>
                  </a:buClr>
                </a:pPr>
                <a14:m>
                  <m:oMathPara xmlns:m="http://schemas.openxmlformats.org/officeDocument/2006/math">
                    <m:oMathParaPr>
                      <m:jc m:val="centerGroup"/>
                    </m:oMathParaPr>
                    <m:oMath xmlns:m="http://schemas.openxmlformats.org/officeDocument/2006/math">
                      <m:r>
                        <a:rPr lang="en-US" sz="2000" b="0" i="1" smtClean="0">
                          <a:solidFill>
                            <a:schemeClr val="tx1"/>
                          </a:solidFill>
                          <a:latin typeface="Cambria Math" panose="02040503050406030204" pitchFamily="18" charset="0"/>
                        </a:rPr>
                        <m:t>𝑋</m:t>
                      </m:r>
                      <m:r>
                        <m:rPr>
                          <m:aln/>
                        </m:rPr>
                        <a:rPr lang="en-US" sz="2000" b="0" i="1" smtClean="0">
                          <a:solidFill>
                            <a:schemeClr val="tx1"/>
                          </a:solidFill>
                          <a:latin typeface="Cambria Math" panose="02040503050406030204" pitchFamily="18" charset="0"/>
                        </a:rPr>
                        <m:t>=</m:t>
                      </m:r>
                      <m:sSup>
                        <m:sSupPr>
                          <m:ctrlPr>
                            <a:rPr lang="en-US" sz="2000" b="0" i="1" smtClean="0">
                              <a:solidFill>
                                <a:schemeClr val="tx1"/>
                              </a:solidFill>
                              <a:latin typeface="Cambria Math" panose="02040503050406030204" pitchFamily="18" charset="0"/>
                            </a:rPr>
                          </m:ctrlPr>
                        </m:sSupPr>
                        <m:e>
                          <m:d>
                            <m:dPr>
                              <m:begChr m:val="["/>
                              <m:endChr m:val="]"/>
                              <m:ctrlPr>
                                <a:rPr lang="en-US" sz="2000" b="0" i="1" smtClean="0">
                                  <a:solidFill>
                                    <a:schemeClr val="tx1"/>
                                  </a:solidFill>
                                  <a:latin typeface="Cambria Math" panose="02040503050406030204" pitchFamily="18" charset="0"/>
                                </a:rPr>
                              </m:ctrlPr>
                            </m:dPr>
                            <m:e>
                              <m:r>
                                <a:rPr lang="en-US" sz="2000" b="0" i="1" smtClean="0">
                                  <a:solidFill>
                                    <a:schemeClr val="tx1"/>
                                  </a:solidFill>
                                  <a:latin typeface="Cambria Math" panose="02040503050406030204" pitchFamily="18" charset="0"/>
                                </a:rPr>
                                <m:t> </m:t>
                              </m:r>
                              <m:r>
                                <a:rPr lang="en-US" sz="2000" b="0" i="1" smtClean="0">
                                  <a:solidFill>
                                    <a:schemeClr val="tx1"/>
                                  </a:solidFill>
                                  <a:latin typeface="Cambria Math" panose="02040503050406030204" pitchFamily="18" charset="0"/>
                                </a:rPr>
                                <m:t>𝑝</m:t>
                              </m:r>
                              <m:r>
                                <a:rPr lang="en-US" sz="2000" b="0" i="1" smtClean="0">
                                  <a:solidFill>
                                    <a:schemeClr val="tx1"/>
                                  </a:solidFill>
                                  <a:latin typeface="Cambria Math" panose="02040503050406030204" pitchFamily="18" charset="0"/>
                                </a:rPr>
                                <m:t>    </m:t>
                              </m:r>
                              <m:r>
                                <a:rPr lang="en-US" sz="2000" b="0" i="1" smtClean="0">
                                  <a:solidFill>
                                    <a:schemeClr val="tx1"/>
                                  </a:solidFill>
                                  <a:latin typeface="Cambria Math" panose="02040503050406030204" pitchFamily="18" charset="0"/>
                                </a:rPr>
                                <m:t>𝑞</m:t>
                              </m:r>
                              <m:r>
                                <a:rPr lang="en-US" sz="2000" b="0" i="1" smtClean="0">
                                  <a:solidFill>
                                    <a:schemeClr val="tx1"/>
                                  </a:solidFill>
                                  <a:latin typeface="Cambria Math" panose="02040503050406030204" pitchFamily="18" charset="0"/>
                                </a:rPr>
                                <m:t>    </m:t>
                              </m:r>
                              <m:r>
                                <a:rPr lang="en-US" sz="2000" b="0" i="1" smtClean="0">
                                  <a:solidFill>
                                    <a:schemeClr val="tx1"/>
                                  </a:solidFill>
                                  <a:latin typeface="Cambria Math" panose="02040503050406030204" pitchFamily="18" charset="0"/>
                                </a:rPr>
                                <m:t>𝑟</m:t>
                              </m:r>
                              <m:r>
                                <a:rPr lang="en-US" sz="2000" b="0" i="1" smtClean="0">
                                  <a:solidFill>
                                    <a:schemeClr val="tx1"/>
                                  </a:solidFill>
                                  <a:latin typeface="Cambria Math" panose="02040503050406030204" pitchFamily="18" charset="0"/>
                                </a:rPr>
                                <m:t>    </m:t>
                              </m:r>
                              <m:r>
                                <a:rPr lang="en-US" sz="2000" b="0" i="1" smtClean="0">
                                  <a:solidFill>
                                    <a:schemeClr val="tx1"/>
                                  </a:solidFill>
                                  <a:latin typeface="Cambria Math" panose="02040503050406030204" pitchFamily="18" charset="0"/>
                                </a:rPr>
                                <m:t>𝑉</m:t>
                              </m:r>
                              <m:r>
                                <a:rPr lang="en-US" sz="2000" b="0" i="1" smtClean="0">
                                  <a:solidFill>
                                    <a:schemeClr val="tx1"/>
                                  </a:solidFill>
                                  <a:latin typeface="Cambria Math" panose="02040503050406030204" pitchFamily="18" charset="0"/>
                                </a:rPr>
                                <m:t>    </m:t>
                              </m:r>
                              <m:r>
                                <a:rPr lang="en-US" sz="2000" b="0" i="1" smtClean="0">
                                  <a:solidFill>
                                    <a:schemeClr val="tx1"/>
                                  </a:solidFill>
                                  <a:latin typeface="Cambria Math" panose="02040503050406030204" pitchFamily="18" charset="0"/>
                                </a:rPr>
                                <m:t>𝛼</m:t>
                              </m:r>
                              <m:r>
                                <a:rPr lang="en-US" sz="2000" b="0" i="1" smtClean="0">
                                  <a:solidFill>
                                    <a:schemeClr val="tx1"/>
                                  </a:solidFill>
                                  <a:latin typeface="Cambria Math" panose="02040503050406030204" pitchFamily="18" charset="0"/>
                                </a:rPr>
                                <m:t>    </m:t>
                              </m:r>
                              <m:r>
                                <a:rPr lang="en-US" sz="2000" b="0" i="1" smtClean="0">
                                  <a:solidFill>
                                    <a:schemeClr val="tx1"/>
                                  </a:solidFill>
                                  <a:latin typeface="Cambria Math" panose="02040503050406030204" pitchFamily="18" charset="0"/>
                                </a:rPr>
                                <m:t>𝛽</m:t>
                              </m:r>
                              <m:r>
                                <a:rPr lang="en-US" sz="2000" b="0" i="1" smtClean="0">
                                  <a:solidFill>
                                    <a:schemeClr val="tx1"/>
                                  </a:solidFill>
                                  <a:latin typeface="Cambria Math" panose="02040503050406030204" pitchFamily="18" charset="0"/>
                                </a:rPr>
                                <m:t>    </m:t>
                              </m:r>
                              <m:r>
                                <a:rPr lang="en-US" sz="2000" b="0" i="1" smtClean="0">
                                  <a:solidFill>
                                    <a:schemeClr val="tx1"/>
                                  </a:solidFill>
                                  <a:latin typeface="Cambria Math" panose="02040503050406030204" pitchFamily="18" charset="0"/>
                                </a:rPr>
                                <m:t>𝜃</m:t>
                              </m:r>
                              <m:r>
                                <a:rPr lang="en-US" sz="2000" b="0" i="1" smtClean="0">
                                  <a:solidFill>
                                    <a:schemeClr val="tx1"/>
                                  </a:solidFill>
                                  <a:latin typeface="Cambria Math" panose="02040503050406030204" pitchFamily="18" charset="0"/>
                                </a:rPr>
                                <m:t>    </m:t>
                              </m:r>
                              <m:r>
                                <a:rPr lang="en-US" sz="2000" b="0" i="1" smtClean="0">
                                  <a:solidFill>
                                    <a:schemeClr val="tx1"/>
                                  </a:solidFill>
                                  <a:latin typeface="Cambria Math" panose="02040503050406030204" pitchFamily="18" charset="0"/>
                                </a:rPr>
                                <m:t>𝜙</m:t>
                              </m:r>
                              <m:r>
                                <a:rPr lang="en-US" sz="2000" b="0" i="1" smtClean="0">
                                  <a:solidFill>
                                    <a:schemeClr val="tx1"/>
                                  </a:solidFill>
                                  <a:latin typeface="Cambria Math" panose="02040503050406030204" pitchFamily="18" charset="0"/>
                                </a:rPr>
                                <m:t>    </m:t>
                              </m:r>
                              <m:r>
                                <a:rPr lang="en-US" sz="2000" b="0" i="1" smtClean="0">
                                  <a:solidFill>
                                    <a:schemeClr val="tx1"/>
                                  </a:solidFill>
                                  <a:latin typeface="Cambria Math" panose="02040503050406030204" pitchFamily="18" charset="0"/>
                                </a:rPr>
                                <m:t>𝜓</m:t>
                              </m:r>
                              <m:r>
                                <a:rPr lang="en-US" sz="2000" b="0" i="1" smtClean="0">
                                  <a:solidFill>
                                    <a:schemeClr val="tx1"/>
                                  </a:solidFill>
                                  <a:latin typeface="Cambria Math" panose="02040503050406030204" pitchFamily="18" charset="0"/>
                                </a:rPr>
                                <m:t>    </m:t>
                              </m:r>
                              <m:r>
                                <a:rPr lang="en-US" sz="2000" b="0" i="1" smtClean="0">
                                  <a:solidFill>
                                    <a:schemeClr val="tx1"/>
                                  </a:solidFill>
                                  <a:latin typeface="Cambria Math" panose="02040503050406030204" pitchFamily="18" charset="0"/>
                                </a:rPr>
                                <m:t>𝐻</m:t>
                              </m:r>
                              <m:r>
                                <a:rPr lang="en-US" sz="2000" b="0" i="1" smtClean="0">
                                  <a:solidFill>
                                    <a:schemeClr val="tx1"/>
                                  </a:solidFill>
                                  <a:latin typeface="Cambria Math" panose="02040503050406030204" pitchFamily="18" charset="0"/>
                                </a:rPr>
                                <m:t>    </m:t>
                              </m:r>
                              <m:r>
                                <a:rPr lang="en-US" sz="2000" b="0" i="1" smtClean="0">
                                  <a:solidFill>
                                    <a:schemeClr val="tx1"/>
                                  </a:solidFill>
                                  <a:latin typeface="Cambria Math" panose="02040503050406030204" pitchFamily="18" charset="0"/>
                                </a:rPr>
                                <m:t>𝑋</m:t>
                              </m:r>
                              <m:r>
                                <a:rPr lang="en-US" sz="2000" b="0" i="1" smtClean="0">
                                  <a:solidFill>
                                    <a:schemeClr val="tx1"/>
                                  </a:solidFill>
                                  <a:latin typeface="Cambria Math" panose="02040503050406030204" pitchFamily="18" charset="0"/>
                                </a:rPr>
                                <m:t>    </m:t>
                              </m:r>
                              <m:r>
                                <a:rPr lang="en-US" sz="2000" b="0" i="1" smtClean="0">
                                  <a:solidFill>
                                    <a:schemeClr val="tx1"/>
                                  </a:solidFill>
                                  <a:latin typeface="Cambria Math" panose="02040503050406030204" pitchFamily="18" charset="0"/>
                                </a:rPr>
                                <m:t>𝑌</m:t>
                              </m:r>
                              <m:r>
                                <a:rPr lang="en-US" sz="2000" b="0" i="1" smtClean="0">
                                  <a:solidFill>
                                    <a:schemeClr val="tx1"/>
                                  </a:solidFill>
                                  <a:latin typeface="Cambria Math" panose="02040503050406030204" pitchFamily="18" charset="0"/>
                                </a:rPr>
                                <m:t> </m:t>
                              </m:r>
                            </m:e>
                          </m:d>
                        </m:e>
                        <m:sup>
                          <m:r>
                            <a:rPr lang="en-US" sz="2000" b="0" i="1" smtClean="0">
                              <a:solidFill>
                                <a:schemeClr val="tx1"/>
                              </a:solidFill>
                              <a:latin typeface="Cambria Math" panose="02040503050406030204" pitchFamily="18" charset="0"/>
                            </a:rPr>
                            <m:t>⊤</m:t>
                          </m:r>
                        </m:sup>
                      </m:sSup>
                    </m:oMath>
                    <m:oMath xmlns:m="http://schemas.openxmlformats.org/officeDocument/2006/math">
                      <m:r>
                        <a:rPr lang="en-US" sz="2000" b="0" i="1" smtClean="0">
                          <a:solidFill>
                            <a:schemeClr val="tx1"/>
                          </a:solidFill>
                          <a:latin typeface="Cambria Math" panose="02040503050406030204" pitchFamily="18" charset="0"/>
                        </a:rPr>
                        <m:t>𝑈</m:t>
                      </m:r>
                      <m:r>
                        <m:rPr>
                          <m:aln/>
                        </m:rPr>
                        <a:rPr lang="en-US" sz="2000" b="0" i="1" smtClean="0">
                          <a:solidFill>
                            <a:schemeClr val="tx1"/>
                          </a:solidFill>
                          <a:latin typeface="Cambria Math" panose="02040503050406030204" pitchFamily="18" charset="0"/>
                        </a:rPr>
                        <m:t>=</m:t>
                      </m:r>
                      <m:sSup>
                        <m:sSupPr>
                          <m:ctrlPr>
                            <a:rPr lang="en-US" sz="2000" b="0" i="1" smtClean="0">
                              <a:solidFill>
                                <a:schemeClr val="tx1"/>
                              </a:solidFill>
                              <a:latin typeface="Cambria Math" panose="02040503050406030204" pitchFamily="18" charset="0"/>
                            </a:rPr>
                          </m:ctrlPr>
                        </m:sSupPr>
                        <m:e>
                          <m:d>
                            <m:dPr>
                              <m:begChr m:val="["/>
                              <m:endChr m:val="]"/>
                              <m:ctrlPr>
                                <a:rPr lang="en-US" sz="2000" b="0" i="1" smtClean="0">
                                  <a:solidFill>
                                    <a:schemeClr val="tx1"/>
                                  </a:solidFill>
                                  <a:latin typeface="Cambria Math" panose="02040503050406030204" pitchFamily="18" charset="0"/>
                                </a:rPr>
                              </m:ctrlPr>
                            </m:dPr>
                            <m:e>
                              <m:sSub>
                                <m:sSubPr>
                                  <m:ctrlPr>
                                    <a:rPr lang="en-US" sz="2000" b="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 </m:t>
                                  </m:r>
                                  <m:r>
                                    <a:rPr lang="en-US" sz="2000" b="0" i="1" smtClean="0">
                                      <a:solidFill>
                                        <a:schemeClr val="tx1"/>
                                      </a:solidFill>
                                      <a:latin typeface="Cambria Math" panose="02040503050406030204" pitchFamily="18" charset="0"/>
                                    </a:rPr>
                                    <m:t>𝛿</m:t>
                                  </m:r>
                                </m:e>
                                <m:sub>
                                  <m:r>
                                    <a:rPr lang="en-US" sz="2000" b="0" i="1" smtClean="0">
                                      <a:solidFill>
                                        <a:schemeClr val="tx1"/>
                                      </a:solidFill>
                                      <a:latin typeface="Cambria Math" panose="02040503050406030204" pitchFamily="18" charset="0"/>
                                    </a:rPr>
                                    <m:t>𝑒</m:t>
                                  </m:r>
                                </m:sub>
                              </m:sSub>
                              <m:r>
                                <a:rPr lang="en-US" sz="2000" b="0" i="1" smtClean="0">
                                  <a:solidFill>
                                    <a:schemeClr val="tx1"/>
                                  </a:solidFill>
                                  <a:latin typeface="Cambria Math" panose="02040503050406030204" pitchFamily="18" charset="0"/>
                                </a:rPr>
                                <m:t>    </m:t>
                              </m:r>
                              <m:sSub>
                                <m:sSubPr>
                                  <m:ctrlPr>
                                    <a:rPr lang="en-US" sz="2000" b="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𝛿</m:t>
                                  </m:r>
                                </m:e>
                                <m:sub>
                                  <m:r>
                                    <a:rPr lang="en-US" sz="2000" b="0" i="1" smtClean="0">
                                      <a:solidFill>
                                        <a:schemeClr val="tx1"/>
                                      </a:solidFill>
                                      <a:latin typeface="Cambria Math" panose="02040503050406030204" pitchFamily="18" charset="0"/>
                                    </a:rPr>
                                    <m:t>𝑎</m:t>
                                  </m:r>
                                </m:sub>
                              </m:sSub>
                              <m:r>
                                <a:rPr lang="en-US" sz="2000" b="0" i="1" smtClean="0">
                                  <a:solidFill>
                                    <a:schemeClr val="tx1"/>
                                  </a:solidFill>
                                  <a:latin typeface="Cambria Math" panose="02040503050406030204" pitchFamily="18" charset="0"/>
                                </a:rPr>
                                <m:t>    </m:t>
                              </m:r>
                              <m:sSub>
                                <m:sSubPr>
                                  <m:ctrlPr>
                                    <a:rPr lang="en-US" sz="2000" b="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𝛿</m:t>
                                  </m:r>
                                </m:e>
                                <m:sub>
                                  <m:r>
                                    <a:rPr lang="en-US" sz="2000" b="0" i="1" smtClean="0">
                                      <a:solidFill>
                                        <a:schemeClr val="tx1"/>
                                      </a:solidFill>
                                      <a:latin typeface="Cambria Math" panose="02040503050406030204" pitchFamily="18" charset="0"/>
                                    </a:rPr>
                                    <m:t>𝑟</m:t>
                                  </m:r>
                                </m:sub>
                              </m:sSub>
                              <m:r>
                                <a:rPr lang="en-US" sz="2000" b="0" i="0" smtClean="0">
                                  <a:solidFill>
                                    <a:schemeClr val="tx1"/>
                                  </a:solidFill>
                                  <a:latin typeface="Cambria Math" panose="02040503050406030204" pitchFamily="18" charset="0"/>
                                </a:rPr>
                                <m:t>    </m:t>
                              </m:r>
                              <m:r>
                                <m:rPr>
                                  <m:sty m:val="p"/>
                                </m:rPr>
                                <a:rPr lang="en-US" sz="2000">
                                  <a:solidFill>
                                    <a:schemeClr val="tx1"/>
                                  </a:solidFill>
                                  <a:latin typeface="Cambria Math" panose="02040503050406030204" pitchFamily="18" charset="0"/>
                                </a:rPr>
                                <m:t>t</m:t>
                              </m:r>
                              <m:sSub>
                                <m:sSubPr>
                                  <m:ctrlPr>
                                    <a:rPr lang="en-US" sz="2000" i="1">
                                      <a:solidFill>
                                        <a:schemeClr val="tx1"/>
                                      </a:solidFill>
                                      <a:latin typeface="Cambria Math" panose="02040503050406030204" pitchFamily="18" charset="0"/>
                                    </a:rPr>
                                  </m:ctrlPr>
                                </m:sSubPr>
                                <m:e>
                                  <m:r>
                                    <m:rPr>
                                      <m:sty m:val="p"/>
                                    </m:rPr>
                                    <a:rPr lang="en-US" sz="2000">
                                      <a:solidFill>
                                        <a:schemeClr val="tx1"/>
                                      </a:solidFill>
                                      <a:latin typeface="Cambria Math" panose="02040503050406030204" pitchFamily="18" charset="0"/>
                                    </a:rPr>
                                    <m:t>r</m:t>
                                  </m:r>
                                </m:e>
                                <m:sub>
                                  <m:r>
                                    <a:rPr lang="en-US" sz="2000" i="1">
                                      <a:solidFill>
                                        <a:schemeClr val="tx1"/>
                                      </a:solidFill>
                                      <a:latin typeface="Cambria Math" panose="02040503050406030204" pitchFamily="18" charset="0"/>
                                    </a:rPr>
                                    <m:t>𝑒</m:t>
                                  </m:r>
                                </m:sub>
                              </m:sSub>
                              <m:r>
                                <a:rPr lang="en-US" sz="2000" b="0" i="1" smtClean="0">
                                  <a:solidFill>
                                    <a:schemeClr val="tx1"/>
                                  </a:solidFill>
                                  <a:latin typeface="Cambria Math" panose="02040503050406030204" pitchFamily="18" charset="0"/>
                                </a:rPr>
                                <m:t>    </m:t>
                              </m:r>
                              <m:r>
                                <m:rPr>
                                  <m:sty m:val="p"/>
                                </m:rPr>
                                <a:rPr lang="en-US" sz="2000">
                                  <a:solidFill>
                                    <a:schemeClr val="tx1"/>
                                  </a:solidFill>
                                  <a:latin typeface="Cambria Math" panose="02040503050406030204" pitchFamily="18" charset="0"/>
                                </a:rPr>
                                <m:t>t</m:t>
                              </m:r>
                              <m:sSub>
                                <m:sSubPr>
                                  <m:ctrlPr>
                                    <a:rPr lang="en-US" sz="2000" i="1">
                                      <a:solidFill>
                                        <a:schemeClr val="tx1"/>
                                      </a:solidFill>
                                      <a:latin typeface="Cambria Math" panose="02040503050406030204" pitchFamily="18" charset="0"/>
                                    </a:rPr>
                                  </m:ctrlPr>
                                </m:sSubPr>
                                <m:e>
                                  <m:r>
                                    <m:rPr>
                                      <m:sty m:val="p"/>
                                    </m:rPr>
                                    <a:rPr lang="en-US" sz="2000">
                                      <a:solidFill>
                                        <a:schemeClr val="tx1"/>
                                      </a:solidFill>
                                      <a:latin typeface="Cambria Math" panose="02040503050406030204" pitchFamily="18" charset="0"/>
                                    </a:rPr>
                                    <m:t>r</m:t>
                                  </m:r>
                                </m:e>
                                <m:sub>
                                  <m:r>
                                    <a:rPr lang="en-US" sz="2000" b="0" i="1" smtClean="0">
                                      <a:solidFill>
                                        <a:schemeClr val="tx1"/>
                                      </a:solidFill>
                                      <a:latin typeface="Cambria Math" panose="02040503050406030204" pitchFamily="18" charset="0"/>
                                    </a:rPr>
                                    <m:t>𝑎</m:t>
                                  </m:r>
                                </m:sub>
                              </m:sSub>
                              <m:r>
                                <a:rPr lang="en-US" sz="2000" b="0" i="1" smtClean="0">
                                  <a:solidFill>
                                    <a:schemeClr val="tx1"/>
                                  </a:solidFill>
                                  <a:latin typeface="Cambria Math" panose="02040503050406030204" pitchFamily="18" charset="0"/>
                                </a:rPr>
                                <m:t>   </m:t>
                              </m:r>
                              <m:r>
                                <a:rPr lang="en-US" sz="2000" b="0" i="0" smtClean="0">
                                  <a:solidFill>
                                    <a:schemeClr val="tx1"/>
                                  </a:solidFill>
                                  <a:latin typeface="Cambria Math" panose="02040503050406030204" pitchFamily="18" charset="0"/>
                                </a:rPr>
                                <m:t> </m:t>
                              </m:r>
                              <m:r>
                                <m:rPr>
                                  <m:sty m:val="p"/>
                                </m:rPr>
                                <a:rPr lang="en-US" sz="2000">
                                  <a:solidFill>
                                    <a:schemeClr val="tx1"/>
                                  </a:solidFill>
                                  <a:latin typeface="Cambria Math" panose="02040503050406030204" pitchFamily="18" charset="0"/>
                                </a:rPr>
                                <m:t>t</m:t>
                              </m:r>
                              <m:sSub>
                                <m:sSubPr>
                                  <m:ctrlPr>
                                    <a:rPr lang="en-US" sz="2000" i="1">
                                      <a:solidFill>
                                        <a:schemeClr val="tx1"/>
                                      </a:solidFill>
                                      <a:latin typeface="Cambria Math" panose="02040503050406030204" pitchFamily="18" charset="0"/>
                                    </a:rPr>
                                  </m:ctrlPr>
                                </m:sSubPr>
                                <m:e>
                                  <m:r>
                                    <m:rPr>
                                      <m:sty m:val="p"/>
                                    </m:rPr>
                                    <a:rPr lang="en-US" sz="2000">
                                      <a:solidFill>
                                        <a:schemeClr val="tx1"/>
                                      </a:solidFill>
                                      <a:latin typeface="Cambria Math" panose="02040503050406030204" pitchFamily="18" charset="0"/>
                                    </a:rPr>
                                    <m:t>r</m:t>
                                  </m:r>
                                </m:e>
                                <m:sub>
                                  <m:r>
                                    <a:rPr lang="en-US" sz="2000" b="0" i="1" smtClean="0">
                                      <a:solidFill>
                                        <a:schemeClr val="tx1"/>
                                      </a:solidFill>
                                      <a:latin typeface="Cambria Math" panose="02040503050406030204" pitchFamily="18" charset="0"/>
                                    </a:rPr>
                                    <m:t>𝑟</m:t>
                                  </m:r>
                                </m:sub>
                              </m:sSub>
                              <m:r>
                                <a:rPr lang="en-US" sz="2000" b="0" i="1" smtClean="0">
                                  <a:solidFill>
                                    <a:schemeClr val="tx1"/>
                                  </a:solidFill>
                                  <a:latin typeface="Cambria Math" panose="02040503050406030204" pitchFamily="18" charset="0"/>
                                </a:rPr>
                                <m:t>    </m:t>
                              </m:r>
                              <m:sSub>
                                <m:sSubPr>
                                  <m:ctrlPr>
                                    <a:rPr lang="en-US" sz="2000" b="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𝛿</m:t>
                                  </m:r>
                                </m:e>
                                <m:sub>
                                  <m:r>
                                    <a:rPr lang="en-US" sz="2000" b="0" i="1" smtClean="0">
                                      <a:solidFill>
                                        <a:schemeClr val="tx1"/>
                                      </a:solidFill>
                                      <a:latin typeface="Cambria Math" panose="02040503050406030204" pitchFamily="18" charset="0"/>
                                    </a:rPr>
                                    <m:t>𝑓</m:t>
                                  </m:r>
                                </m:sub>
                              </m:sSub>
                              <m:r>
                                <a:rPr lang="en-US" sz="2000" b="0" i="1" smtClean="0">
                                  <a:solidFill>
                                    <a:schemeClr val="tx1"/>
                                  </a:solidFill>
                                  <a:latin typeface="Cambria Math" panose="02040503050406030204" pitchFamily="18" charset="0"/>
                                </a:rPr>
                                <m:t>    </m:t>
                              </m:r>
                              <m:r>
                                <m:rPr>
                                  <m:sty m:val="p"/>
                                </m:rPr>
                                <a:rPr lang="en-US" sz="2000" b="0" i="0" smtClean="0">
                                  <a:solidFill>
                                    <a:schemeClr val="tx1"/>
                                  </a:solidFill>
                                  <a:latin typeface="Cambria Math" panose="02040503050406030204" pitchFamily="18" charset="0"/>
                                </a:rPr>
                                <m:t>gear</m:t>
                              </m:r>
                              <m:r>
                                <a:rPr lang="en-US" sz="2000" b="0" i="1" smtClean="0">
                                  <a:solidFill>
                                    <a:schemeClr val="tx1"/>
                                  </a:solidFill>
                                  <a:latin typeface="Cambria Math" panose="02040503050406030204" pitchFamily="18" charset="0"/>
                                </a:rPr>
                                <m:t>    </m:t>
                              </m:r>
                              <m:sSub>
                                <m:sSubPr>
                                  <m:ctrlPr>
                                    <a:rPr lang="en-US" sz="2000" b="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𝑇</m:t>
                                  </m:r>
                                </m:e>
                                <m:sub>
                                  <m:r>
                                    <a:rPr lang="en-US" sz="2000" b="0" i="1" smtClean="0">
                                      <a:solidFill>
                                        <a:schemeClr val="tx1"/>
                                      </a:solidFill>
                                      <a:latin typeface="Cambria Math" panose="02040503050406030204" pitchFamily="18" charset="0"/>
                                    </a:rPr>
                                    <m:t>1</m:t>
                                  </m:r>
                                </m:sub>
                              </m:sSub>
                              <m:r>
                                <a:rPr lang="en-US" sz="2000" b="0" i="1" smtClean="0">
                                  <a:solidFill>
                                    <a:schemeClr val="tx1"/>
                                  </a:solidFill>
                                  <a:latin typeface="Cambria Math" panose="02040503050406030204" pitchFamily="18" charset="0"/>
                                </a:rPr>
                                <m:t>    </m:t>
                              </m:r>
                              <m:sSub>
                                <m:sSubPr>
                                  <m:ctrlPr>
                                    <a:rPr lang="en-US" sz="2000" b="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𝑇</m:t>
                                  </m:r>
                                </m:e>
                                <m:sub>
                                  <m:r>
                                    <a:rPr lang="en-US" sz="2000" b="0" i="1" smtClean="0">
                                      <a:solidFill>
                                        <a:schemeClr val="tx1"/>
                                      </a:solidFill>
                                      <a:latin typeface="Cambria Math" panose="02040503050406030204" pitchFamily="18" charset="0"/>
                                    </a:rPr>
                                    <m:t>2</m:t>
                                  </m:r>
                                </m:sub>
                              </m:sSub>
                            </m:e>
                          </m:d>
                        </m:e>
                        <m:sup>
                          <m:r>
                            <a:rPr lang="en-US" sz="2000" b="0" i="1" smtClean="0">
                              <a:solidFill>
                                <a:schemeClr val="tx1"/>
                              </a:solidFill>
                              <a:latin typeface="Cambria Math" panose="02040503050406030204" pitchFamily="18" charset="0"/>
                            </a:rPr>
                            <m:t>⊤</m:t>
                          </m:r>
                        </m:sup>
                      </m:sSup>
                    </m:oMath>
                  </m:oMathPara>
                </a14:m>
                <a:endParaRPr lang="en-GB" sz="2000" dirty="0">
                  <a:solidFill>
                    <a:schemeClr val="tx1"/>
                  </a:solidFill>
                </a:endParaRPr>
              </a:p>
            </p:txBody>
          </p:sp>
        </mc:Choice>
        <mc:Fallback xmlns="">
          <p:sp>
            <p:nvSpPr>
              <p:cNvPr id="10" name="TextBox 9">
                <a:extLst>
                  <a:ext uri="{FF2B5EF4-FFF2-40B4-BE49-F238E27FC236}">
                    <a16:creationId xmlns:a16="http://schemas.microsoft.com/office/drawing/2014/main" id="{41B13D0F-6783-40C1-7848-CD46195966D6}"/>
                  </a:ext>
                </a:extLst>
              </p:cNvPr>
              <p:cNvSpPr txBox="1">
                <a:spLocks noRot="1" noChangeAspect="1" noMove="1" noResize="1" noEditPoints="1" noAdjustHandles="1" noChangeArrowheads="1" noChangeShapeType="1" noTextEdit="1"/>
              </p:cNvSpPr>
              <p:nvPr/>
            </p:nvSpPr>
            <p:spPr>
              <a:xfrm>
                <a:off x="718666" y="1888683"/>
                <a:ext cx="10751096" cy="833955"/>
              </a:xfrm>
              <a:prstGeom prst="rect">
                <a:avLst/>
              </a:prstGeom>
              <a:blipFill>
                <a:blip r:embed="rId5"/>
                <a:stretch>
                  <a:fillRect/>
                </a:stretch>
              </a:blipFill>
            </p:spPr>
            <p:txBody>
              <a:bodyPr/>
              <a:lstStyle/>
              <a:p>
                <a:r>
                  <a:rPr lang="LID4096">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AAE2039-4FB4-42BA-BBA1-43224F62E951}"/>
                  </a:ext>
                </a:extLst>
              </p:cNvPr>
              <p:cNvSpPr txBox="1"/>
              <p:nvPr/>
            </p:nvSpPr>
            <p:spPr>
              <a:xfrm>
                <a:off x="2759536" y="2227326"/>
                <a:ext cx="5830484" cy="529661"/>
              </a:xfrm>
              <a:prstGeom prst="rect">
                <a:avLst/>
              </a:prstGeom>
              <a:solidFill>
                <a:schemeClr val="bg2"/>
              </a:solidFill>
            </p:spPr>
            <p:txBody>
              <a:bodyPr wrap="square" lIns="0" tIns="0" rIns="0" bIns="0" rtlCol="0">
                <a:noAutofit/>
              </a:bodyPr>
              <a:lstStyle/>
              <a:p>
                <a:pPr>
                  <a:lnSpc>
                    <a:spcPts val="3000"/>
                  </a:lnSpc>
                  <a:spcBef>
                    <a:spcPts val="600"/>
                  </a:spcBef>
                  <a:spcAft>
                    <a:spcPts val="600"/>
                  </a:spcAft>
                </a:pPr>
                <a14:m>
                  <m:oMath xmlns:m="http://schemas.openxmlformats.org/officeDocument/2006/math">
                    <m:r>
                      <a:rPr lang="en-US" sz="2000" b="0" i="1" smtClean="0">
                        <a:latin typeface="Cambria Math" panose="02040503050406030204" pitchFamily="18" charset="0"/>
                      </a:rPr>
                      <m:t>𝐴</m:t>
                    </m:r>
                    <m:r>
                      <m:rPr>
                        <m:aln/>
                      </m:rPr>
                      <a:rPr lang="en-US" sz="2000" b="0" i="1" smtClean="0">
                        <a:latin typeface="Cambria Math" panose="02040503050406030204" pitchFamily="18" charset="0"/>
                      </a:rPr>
                      <m:t>=</m:t>
                    </m:r>
                  </m:oMath>
                </a14:m>
                <a:r>
                  <a:rPr lang="en-GB" sz="2000" dirty="0"/>
                  <a: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𝛿</m:t>
                        </m:r>
                      </m:e>
                      <m:sub>
                        <m:r>
                          <a:rPr lang="en-US" sz="2000" i="1">
                            <a:latin typeface="Cambria Math" panose="02040503050406030204" pitchFamily="18" charset="0"/>
                          </a:rPr>
                          <m:t>𝑒</m:t>
                        </m:r>
                      </m:sub>
                    </m:sSub>
                    <m:r>
                      <a:rPr lang="en-US" sz="2000" i="1">
                        <a:latin typeface="Cambria Math" panose="02040503050406030204" pitchFamily="18" charset="0"/>
                      </a:rPr>
                      <m:t> </m:t>
                    </m:r>
                  </m:oMath>
                </a14:m>
                <a:endParaRPr lang="LID4096" sz="2000" dirty="0" err="1"/>
              </a:p>
            </p:txBody>
          </p:sp>
        </mc:Choice>
        <mc:Fallback xmlns="">
          <p:sp>
            <p:nvSpPr>
              <p:cNvPr id="11" name="TextBox 10">
                <a:extLst>
                  <a:ext uri="{FF2B5EF4-FFF2-40B4-BE49-F238E27FC236}">
                    <a16:creationId xmlns:a16="http://schemas.microsoft.com/office/drawing/2014/main" id="{5AAE2039-4FB4-42BA-BBA1-43224F62E951}"/>
                  </a:ext>
                </a:extLst>
              </p:cNvPr>
              <p:cNvSpPr txBox="1">
                <a:spLocks noRot="1" noChangeAspect="1" noMove="1" noResize="1" noEditPoints="1" noAdjustHandles="1" noChangeArrowheads="1" noChangeShapeType="1" noTextEdit="1"/>
              </p:cNvSpPr>
              <p:nvPr/>
            </p:nvSpPr>
            <p:spPr>
              <a:xfrm>
                <a:off x="2759536" y="2227326"/>
                <a:ext cx="5830484" cy="529661"/>
              </a:xfrm>
              <a:prstGeom prst="rect">
                <a:avLst/>
              </a:prstGeom>
              <a:blipFill>
                <a:blip r:embed="rId6"/>
                <a:stretch>
                  <a:fillRect l="-1569"/>
                </a:stretch>
              </a:blipFill>
            </p:spPr>
            <p:txBody>
              <a:bodyPr/>
              <a:lstStyle/>
              <a:p>
                <a:r>
                  <a:rPr lang="LID4096">
                    <a:noFill/>
                  </a:rPr>
                  <a:t> </a:t>
                </a:r>
              </a:p>
            </p:txBody>
          </p:sp>
        </mc:Fallback>
      </mc:AlternateContent>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04969A6A-FD8B-4CF9-0B27-695851AA685F}"/>
                  </a:ext>
                </a:extLst>
              </p:cNvPr>
              <p:cNvSpPr/>
              <p:nvPr/>
            </p:nvSpPr>
            <p:spPr>
              <a:xfrm>
                <a:off x="2649757" y="1825384"/>
                <a:ext cx="5473051" cy="48027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14:m>
                  <m:oMathPara xmlns:m="http://schemas.openxmlformats.org/officeDocument/2006/math">
                    <m:oMathParaPr>
                      <m:jc m:val="left"/>
                    </m:oMathParaPr>
                    <m:oMath xmlns:m="http://schemas.openxmlformats.org/officeDocument/2006/math">
                      <m:r>
                        <a:rPr lang="en-US" sz="2000" b="0" i="1" smtClean="0">
                          <a:solidFill>
                            <a:schemeClr val="tx1"/>
                          </a:solidFill>
                          <a:latin typeface="Cambria Math" panose="02040503050406030204" pitchFamily="18" charset="0"/>
                        </a:rPr>
                        <m:t>𝑆</m:t>
                      </m:r>
                      <m:r>
                        <m:rPr>
                          <m:aln/>
                        </m:rPr>
                        <a:rPr lang="en-US" sz="2000" b="0" i="1" smtClean="0">
                          <a:solidFill>
                            <a:schemeClr val="tx1"/>
                          </a:solidFill>
                          <a:latin typeface="Cambria Math" panose="02040503050406030204" pitchFamily="18" charset="0"/>
                        </a:rPr>
                        <m:t>=</m:t>
                      </m:r>
                      <m:sSup>
                        <m:sSupPr>
                          <m:ctrlPr>
                            <a:rPr lang="en-US" sz="2000" b="0" i="1" smtClean="0">
                              <a:solidFill>
                                <a:schemeClr val="tx1"/>
                              </a:solidFill>
                              <a:latin typeface="Cambria Math" panose="02040503050406030204" pitchFamily="18" charset="0"/>
                            </a:rPr>
                          </m:ctrlPr>
                        </m:sSupPr>
                        <m:e>
                          <m:d>
                            <m:dPr>
                              <m:begChr m:val="["/>
                              <m:endChr m:val="]"/>
                              <m:ctrlPr>
                                <a:rPr lang="en-US" sz="2000" b="0" i="1" smtClean="0">
                                  <a:solidFill>
                                    <a:schemeClr val="tx1"/>
                                  </a:solidFill>
                                  <a:latin typeface="Cambria Math" panose="02040503050406030204" pitchFamily="18" charset="0"/>
                                </a:rPr>
                              </m:ctrlPr>
                            </m:dPr>
                            <m:e>
                              <m:r>
                                <a:rPr lang="en-US" sz="2000" b="0" i="1" smtClean="0">
                                  <a:solidFill>
                                    <a:schemeClr val="tx1"/>
                                  </a:solidFill>
                                  <a:latin typeface="Cambria Math" panose="02040503050406030204" pitchFamily="18" charset="0"/>
                                </a:rPr>
                                <m:t> </m:t>
                              </m:r>
                              <m:r>
                                <a:rPr lang="en-US" sz="2000" b="0" i="1" smtClean="0">
                                  <a:solidFill>
                                    <a:schemeClr val="tx1"/>
                                  </a:solidFill>
                                  <a:latin typeface="Cambria Math" panose="02040503050406030204" pitchFamily="18" charset="0"/>
                                </a:rPr>
                                <m:t>𝑞</m:t>
                              </m:r>
                              <m:r>
                                <a:rPr lang="en-US" sz="2000" b="0" i="1" smtClean="0">
                                  <a:solidFill>
                                    <a:schemeClr val="tx1"/>
                                  </a:solidFill>
                                  <a:latin typeface="Cambria Math" panose="02040503050406030204" pitchFamily="18" charset="0"/>
                                </a:rPr>
                                <m:t>    </m:t>
                              </m:r>
                              <m:r>
                                <a:rPr lang="en-US" sz="2000" b="0" i="1" smtClean="0">
                                  <a:solidFill>
                                    <a:schemeClr val="tx1"/>
                                  </a:solidFill>
                                  <a:latin typeface="Cambria Math" panose="02040503050406030204" pitchFamily="18" charset="0"/>
                                </a:rPr>
                                <m:t>𝛼</m:t>
                              </m:r>
                              <m:r>
                                <a:rPr lang="en-US" sz="2000" b="0" i="1" smtClean="0">
                                  <a:solidFill>
                                    <a:schemeClr val="tx1"/>
                                  </a:solidFill>
                                  <a:latin typeface="Cambria Math" panose="02040503050406030204" pitchFamily="18" charset="0"/>
                                </a:rPr>
                                <m:t>    </m:t>
                              </m:r>
                              <m:r>
                                <a:rPr lang="en-US" sz="2000" b="0" i="1" smtClean="0">
                                  <a:solidFill>
                                    <a:schemeClr val="tx1"/>
                                  </a:solidFill>
                                  <a:latin typeface="Cambria Math" panose="02040503050406030204" pitchFamily="18" charset="0"/>
                                </a:rPr>
                                <m:t>𝜃</m:t>
                              </m:r>
                              <m:r>
                                <a:rPr lang="en-US" sz="2000" b="0" i="1" smtClean="0">
                                  <a:solidFill>
                                    <a:schemeClr val="tx1"/>
                                  </a:solidFill>
                                  <a:latin typeface="Cambria Math" panose="02040503050406030204" pitchFamily="18" charset="0"/>
                                </a:rPr>
                                <m:t>    (</m:t>
                              </m:r>
                              <m:sSub>
                                <m:sSubPr>
                                  <m:ctrlPr>
                                    <a:rPr lang="en-US" sz="2000" b="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𝜃</m:t>
                                  </m:r>
                                </m:e>
                                <m:sub>
                                  <m:r>
                                    <a:rPr lang="en-US" sz="2000" b="0" i="1" smtClean="0">
                                      <a:solidFill>
                                        <a:schemeClr val="tx1"/>
                                      </a:solidFill>
                                      <a:latin typeface="Cambria Math" panose="02040503050406030204" pitchFamily="18" charset="0"/>
                                    </a:rPr>
                                    <m:t>𝑟</m:t>
                                  </m:r>
                                </m:sub>
                              </m:sSub>
                              <m:r>
                                <a:rPr lang="en-US" sz="2000" b="0" i="1" smtClean="0">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𝜃</m:t>
                              </m:r>
                              <m:r>
                                <a:rPr lang="en-US" sz="2000" b="0" i="1" smtClean="0">
                                  <a:solidFill>
                                    <a:schemeClr val="tx1"/>
                                  </a:solidFill>
                                  <a:latin typeface="Cambria Math" panose="02040503050406030204" pitchFamily="18" charset="0"/>
                                </a:rPr>
                                <m:t>)</m:t>
                              </m:r>
                            </m:e>
                          </m:d>
                        </m:e>
                        <m:sup>
                          <m:r>
                            <a:rPr lang="en-US" sz="2000" b="0" i="1" smtClean="0">
                              <a:solidFill>
                                <a:schemeClr val="tx1"/>
                              </a:solidFill>
                              <a:latin typeface="Cambria Math" panose="02040503050406030204" pitchFamily="18" charset="0"/>
                            </a:rPr>
                            <m:t>⊤</m:t>
                          </m:r>
                        </m:sup>
                      </m:sSup>
                    </m:oMath>
                  </m:oMathPara>
                </a14:m>
                <a:endParaRPr lang="LID4096" sz="2000" dirty="0" err="1">
                  <a:solidFill>
                    <a:schemeClr val="tx1"/>
                  </a:solidFill>
                </a:endParaRPr>
              </a:p>
            </p:txBody>
          </p:sp>
        </mc:Choice>
        <mc:Fallback xmlns="">
          <p:sp>
            <p:nvSpPr>
              <p:cNvPr id="2" name="Rectangle 1">
                <a:extLst>
                  <a:ext uri="{FF2B5EF4-FFF2-40B4-BE49-F238E27FC236}">
                    <a16:creationId xmlns:a16="http://schemas.microsoft.com/office/drawing/2014/main" id="{04969A6A-FD8B-4CF9-0B27-695851AA685F}"/>
                  </a:ext>
                </a:extLst>
              </p:cNvPr>
              <p:cNvSpPr>
                <a:spLocks noRot="1" noChangeAspect="1" noMove="1" noResize="1" noEditPoints="1" noAdjustHandles="1" noChangeArrowheads="1" noChangeShapeType="1" noTextEdit="1"/>
              </p:cNvSpPr>
              <p:nvPr/>
            </p:nvSpPr>
            <p:spPr>
              <a:xfrm>
                <a:off x="2649757" y="1825384"/>
                <a:ext cx="5473051" cy="480276"/>
              </a:xfrm>
              <a:prstGeom prst="rect">
                <a:avLst/>
              </a:prstGeom>
              <a:blipFill>
                <a:blip r:embed="rId7"/>
                <a:stretch>
                  <a:fillRect b="-1266"/>
                </a:stretch>
              </a:blipFill>
              <a:ln>
                <a:noFill/>
              </a:ln>
            </p:spPr>
            <p:txBody>
              <a:bodyPr/>
              <a:lstStyle/>
              <a:p>
                <a:r>
                  <a:rPr lang="LID4096">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47622545-0B65-984E-E332-1B9BEE13FC64}"/>
                  </a:ext>
                </a:extLst>
              </p:cNvPr>
              <p:cNvSpPr txBox="1"/>
              <p:nvPr/>
            </p:nvSpPr>
            <p:spPr>
              <a:xfrm>
                <a:off x="2759536" y="2829164"/>
                <a:ext cx="2570546" cy="464233"/>
              </a:xfrm>
              <a:prstGeom prst="rect">
                <a:avLst/>
              </a:prstGeom>
              <a:solidFill>
                <a:schemeClr val="bg2"/>
              </a:solidFill>
            </p:spPr>
            <p:txBody>
              <a:bodyPr wrap="square" lIns="0" tIns="0" rIns="0" bIns="0" rtlCol="0">
                <a:noAutofit/>
              </a:bodyPr>
              <a:lstStyle/>
              <a:p>
                <a:pPr>
                  <a:lnSpc>
                    <a:spcPts val="3000"/>
                  </a:lnSpc>
                  <a:spcBef>
                    <a:spcPts val="600"/>
                  </a:spcBef>
                  <a:spcAft>
                    <a:spcPts val="600"/>
                  </a:spcAft>
                </a:pPr>
                <a14:m>
                  <m:oMathPara xmlns:m="http://schemas.openxmlformats.org/officeDocument/2006/math">
                    <m:oMathParaPr>
                      <m:jc m:val="left"/>
                    </m:oMathParaPr>
                    <m:oMath xmlns:m="http://schemas.openxmlformats.org/officeDocument/2006/math">
                      <m:r>
                        <a:rPr lang="en-GB" sz="2000" b="0" i="1" smtClean="0">
                          <a:latin typeface="Cambria Math" panose="02040503050406030204" pitchFamily="18" charset="0"/>
                        </a:rPr>
                        <m:t>𝑅</m:t>
                      </m:r>
                      <m:r>
                        <m:rPr>
                          <m:aln/>
                        </m:rPr>
                        <a:rPr lang="en-US" sz="2000" b="0" i="1" smtClean="0">
                          <a:latin typeface="Cambria Math" panose="02040503050406030204" pitchFamily="18" charset="0"/>
                        </a:rPr>
                        <m:t>=</m:t>
                      </m:r>
                      <m:sSup>
                        <m:sSupPr>
                          <m:ctrlPr>
                            <a:rPr lang="en-GB" sz="2000" i="1">
                              <a:latin typeface="Cambria Math" panose="02040503050406030204" pitchFamily="18" charset="0"/>
                            </a:rPr>
                          </m:ctrlPr>
                        </m:sSupPr>
                        <m:e>
                          <m:f>
                            <m:fPr>
                              <m:ctrlPr>
                                <a:rPr lang="en-GB" sz="2000" i="1">
                                  <a:latin typeface="Cambria Math" panose="02040503050406030204" pitchFamily="18" charset="0"/>
                                </a:rPr>
                              </m:ctrlPr>
                            </m:fPr>
                            <m:num>
                              <m:r>
                                <a:rPr lang="en-GB" sz="2000" i="1">
                                  <a:latin typeface="Cambria Math" panose="02040503050406030204" pitchFamily="18" charset="0"/>
                                </a:rPr>
                                <m:t>1</m:t>
                              </m:r>
                            </m:num>
                            <m:den>
                              <m:r>
                                <a:rPr lang="en-GB" sz="2000" i="1">
                                  <a:latin typeface="Cambria Math" panose="02040503050406030204" pitchFamily="18" charset="0"/>
                                </a:rPr>
                                <m:t>2</m:t>
                              </m:r>
                            </m:den>
                          </m:f>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𝜃</m:t>
                                  </m:r>
                                </m:e>
                                <m:sub>
                                  <m:r>
                                    <a:rPr lang="en-US" sz="2000" i="1">
                                      <a:latin typeface="Cambria Math" panose="02040503050406030204" pitchFamily="18" charset="0"/>
                                    </a:rPr>
                                    <m:t>𝑟</m:t>
                                  </m:r>
                                </m:sub>
                              </m:sSub>
                              <m:r>
                                <a:rPr lang="en-US" sz="2000" i="1">
                                  <a:latin typeface="Cambria Math" panose="02040503050406030204" pitchFamily="18" charset="0"/>
                                </a:rPr>
                                <m:t>−</m:t>
                              </m:r>
                              <m:r>
                                <a:rPr lang="en-US" sz="2000" i="1">
                                  <a:latin typeface="Cambria Math" panose="02040503050406030204" pitchFamily="18" charset="0"/>
                                </a:rPr>
                                <m:t>𝜃</m:t>
                              </m:r>
                            </m:e>
                          </m:d>
                        </m:e>
                        <m:sup>
                          <m:r>
                            <a:rPr lang="en-GB" sz="2000" i="1">
                              <a:latin typeface="Cambria Math" panose="02040503050406030204" pitchFamily="18" charset="0"/>
                            </a:rPr>
                            <m:t>2</m:t>
                          </m:r>
                        </m:sup>
                      </m:sSup>
                    </m:oMath>
                  </m:oMathPara>
                </a14:m>
                <a:endParaRPr lang="LID4096" sz="2000" dirty="0" err="1"/>
              </a:p>
            </p:txBody>
          </p:sp>
        </mc:Choice>
        <mc:Fallback xmlns="">
          <p:sp>
            <p:nvSpPr>
              <p:cNvPr id="4" name="TextBox 3">
                <a:extLst>
                  <a:ext uri="{FF2B5EF4-FFF2-40B4-BE49-F238E27FC236}">
                    <a16:creationId xmlns:a16="http://schemas.microsoft.com/office/drawing/2014/main" id="{47622545-0B65-984E-E332-1B9BEE13FC64}"/>
                  </a:ext>
                </a:extLst>
              </p:cNvPr>
              <p:cNvSpPr txBox="1">
                <a:spLocks noRot="1" noChangeAspect="1" noMove="1" noResize="1" noEditPoints="1" noAdjustHandles="1" noChangeArrowheads="1" noChangeShapeType="1" noTextEdit="1"/>
              </p:cNvSpPr>
              <p:nvPr/>
            </p:nvSpPr>
            <p:spPr>
              <a:xfrm>
                <a:off x="2759536" y="2829164"/>
                <a:ext cx="2570546" cy="464233"/>
              </a:xfrm>
              <a:prstGeom prst="rect">
                <a:avLst/>
              </a:prstGeom>
              <a:blipFill>
                <a:blip r:embed="rId8"/>
                <a:stretch>
                  <a:fillRect l="-3563" t="-32895" b="-11842"/>
                </a:stretch>
              </a:blipFill>
            </p:spPr>
            <p:txBody>
              <a:bodyPr/>
              <a:lstStyle/>
              <a:p>
                <a:r>
                  <a:rPr lang="LID4096">
                    <a:noFill/>
                  </a:rPr>
                  <a:t> </a:t>
                </a:r>
              </a:p>
            </p:txBody>
          </p:sp>
        </mc:Fallback>
      </mc:AlternateContent>
      <p:sp>
        <p:nvSpPr>
          <p:cNvPr id="6" name="Rectangle: Rounded Corners 5">
            <a:extLst>
              <a:ext uri="{FF2B5EF4-FFF2-40B4-BE49-F238E27FC236}">
                <a16:creationId xmlns:a16="http://schemas.microsoft.com/office/drawing/2014/main" id="{F40DDCB5-07B7-A902-5EB0-FC1B0BE53BBB}"/>
              </a:ext>
            </a:extLst>
          </p:cNvPr>
          <p:cNvSpPr/>
          <p:nvPr/>
        </p:nvSpPr>
        <p:spPr>
          <a:xfrm>
            <a:off x="5657147" y="416687"/>
            <a:ext cx="1034144" cy="84898"/>
          </a:xfrm>
          <a:prstGeom prst="roundRect">
            <a:avLst>
              <a:gd name="adj" fmla="val 50000"/>
            </a:avLst>
          </a:prstGeom>
          <a:solidFill>
            <a:srgbClr val="00A6D6"/>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LID4096" sz="1600" dirty="0" err="1">
              <a:solidFill>
                <a:srgbClr val="00A6D6"/>
              </a:solidFill>
            </a:endParaRPr>
          </a:p>
        </p:txBody>
      </p:sp>
    </p:spTree>
    <p:extLst>
      <p:ext uri="{BB962C8B-B14F-4D97-AF65-F5344CB8AC3E}">
        <p14:creationId xmlns:p14="http://schemas.microsoft.com/office/powerpoint/2010/main" val="2978706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2" grpId="0" animBg="1"/>
      <p:bldP spid="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jdelijke aanduiding voor datum 4">
            <a:extLst>
              <a:ext uri="{FF2B5EF4-FFF2-40B4-BE49-F238E27FC236}">
                <a16:creationId xmlns:a16="http://schemas.microsoft.com/office/drawing/2014/main" id="{B994BAD7-1490-F4D5-9092-3EB7111B7DF7}"/>
              </a:ext>
            </a:extLst>
          </p:cNvPr>
          <p:cNvSpPr>
            <a:spLocks noGrp="1"/>
          </p:cNvSpPr>
          <p:nvPr>
            <p:ph type="dt" sz="half" idx="18"/>
          </p:nvPr>
        </p:nvSpPr>
        <p:spPr>
          <a:xfrm>
            <a:off x="10146569" y="6405669"/>
            <a:ext cx="766235" cy="184666"/>
          </a:xfrm>
        </p:spPr>
        <p:txBody>
          <a:bodyPr/>
          <a:lstStyle/>
          <a:p>
            <a:r>
              <a:rPr lang="LID4096"/>
              <a:t>08/30/2024</a:t>
            </a:r>
            <a:endParaRPr lang="en-GB" dirty="0"/>
          </a:p>
        </p:txBody>
      </p:sp>
      <p:sp>
        <p:nvSpPr>
          <p:cNvPr id="16" name="Tijdelijke aanduiding voor dianummer 15">
            <a:extLst>
              <a:ext uri="{FF2B5EF4-FFF2-40B4-BE49-F238E27FC236}">
                <a16:creationId xmlns:a16="http://schemas.microsoft.com/office/drawing/2014/main" id="{BBB35617-5649-3A69-5ACC-A5828B3F289A}"/>
              </a:ext>
            </a:extLst>
          </p:cNvPr>
          <p:cNvSpPr>
            <a:spLocks noGrp="1"/>
          </p:cNvSpPr>
          <p:nvPr>
            <p:ph type="sldNum" sz="quarter" idx="20"/>
          </p:nvPr>
        </p:nvSpPr>
        <p:spPr>
          <a:xfrm>
            <a:off x="11178464" y="6405669"/>
            <a:ext cx="291298" cy="184666"/>
          </a:xfrm>
        </p:spPr>
        <p:txBody>
          <a:bodyPr/>
          <a:lstStyle/>
          <a:p>
            <a:fld id="{9E843DB9-9987-4157-AB9C-CEA8D7D910BB}" type="slidenum">
              <a:rPr lang="en-GB" smtClean="0"/>
              <a:pPr/>
              <a:t>25</a:t>
            </a:fld>
            <a:endParaRPr lang="en-GB" dirty="0"/>
          </a:p>
        </p:txBody>
      </p:sp>
      <mc:AlternateContent xmlns:mc="http://schemas.openxmlformats.org/markup-compatibility/2006" xmlns:a14="http://schemas.microsoft.com/office/drawing/2010/main">
        <mc:Choice Requires="a14">
          <p:sp>
            <p:nvSpPr>
              <p:cNvPr id="8" name="Tijdelijke aanduiding voor tekst 7">
                <a:extLst>
                  <a:ext uri="{FF2B5EF4-FFF2-40B4-BE49-F238E27FC236}">
                    <a16:creationId xmlns:a16="http://schemas.microsoft.com/office/drawing/2014/main" id="{73C0F465-AC54-5AF4-B9C9-64F21371EF32}"/>
                  </a:ext>
                </a:extLst>
              </p:cNvPr>
              <p:cNvSpPr>
                <a:spLocks noGrp="1"/>
              </p:cNvSpPr>
              <p:nvPr>
                <p:ph type="body" sz="quarter" idx="21"/>
              </p:nvPr>
            </p:nvSpPr>
            <p:spPr>
              <a:xfrm>
                <a:off x="719139" y="1565274"/>
                <a:ext cx="10752136" cy="4347011"/>
              </a:xfrm>
            </p:spPr>
            <p:txBody>
              <a:bodyPr/>
              <a:lstStyle/>
              <a:p>
                <a:r>
                  <a:rPr lang="en-GB" b="1" dirty="0">
                    <a:solidFill>
                      <a:srgbClr val="0C2340"/>
                    </a:solidFill>
                  </a:rPr>
                  <a:t>4 agents:</a:t>
                </a:r>
              </a:p>
              <a:p>
                <a:pPr lvl="2">
                  <a:buClr>
                    <a:srgbClr val="00A6D6"/>
                  </a:buClr>
                </a:pPr>
                <a:r>
                  <a:rPr lang="en-GB" dirty="0">
                    <a:solidFill>
                      <a:schemeClr val="tx1"/>
                    </a:solidFill>
                  </a:rPr>
                  <a:t>	</a:t>
                </a:r>
                <a:r>
                  <a:rPr lang="en-US" b="1" dirty="0">
                    <a:solidFill>
                      <a:srgbClr val="0071BB"/>
                    </a:solidFill>
                    <a:latin typeface="Times New Roman" panose="02020603050405020304" pitchFamily="18" charset="0"/>
                    <a:cs typeface="Times New Roman" panose="02020603050405020304" pitchFamily="18" charset="0"/>
                  </a:rPr>
                  <a:t>IDHP,</a:t>
                </a:r>
                <a:r>
                  <a:rPr lang="en-US" dirty="0">
                    <a:solidFill>
                      <a:srgbClr val="0071BB"/>
                    </a:solidFill>
                    <a:latin typeface="Times New Roman" panose="02020603050405020304" pitchFamily="18" charset="0"/>
                    <a:cs typeface="Times New Roman" panose="02020603050405020304" pitchFamily="18" charset="0"/>
                  </a:rPr>
                  <a:t> </a:t>
                </a:r>
                <a:r>
                  <a:rPr lang="en-US" b="1" dirty="0">
                    <a:solidFill>
                      <a:srgbClr val="F9AC2F"/>
                    </a:solidFill>
                    <a:latin typeface="Times New Roman" panose="02020603050405020304" pitchFamily="18" charset="0"/>
                    <a:cs typeface="Times New Roman" panose="02020603050405020304" pitchFamily="18" charset="0"/>
                  </a:rPr>
                  <a:t>IDHP</a:t>
                </a:r>
                <a:r>
                  <a:rPr lang="en-US" b="1" dirty="0">
                    <a:solidFill>
                      <a:srgbClr val="F9AC2F"/>
                    </a:solidFill>
                  </a:rPr>
                  <a:t>(</a:t>
                </a:r>
                <a14:m>
                  <m:oMath xmlns:m="http://schemas.openxmlformats.org/officeDocument/2006/math">
                    <m:r>
                      <a:rPr lang="en-US" b="1" i="0" smtClean="0">
                        <a:solidFill>
                          <a:srgbClr val="F9AC2F"/>
                        </a:solidFill>
                        <a:latin typeface="Cambria Math" panose="02040503050406030204" pitchFamily="18" charset="0"/>
                      </a:rPr>
                      <m:t>𝛌</m:t>
                    </m:r>
                  </m:oMath>
                </a14:m>
                <a:r>
                  <a:rPr lang="en-US" b="0" dirty="0">
                    <a:solidFill>
                      <a:srgbClr val="F9AC2F"/>
                    </a:solidFill>
                  </a:rPr>
                  <a:t>), </a:t>
                </a:r>
                <a:r>
                  <a:rPr lang="en-US" b="1" dirty="0">
                    <a:solidFill>
                      <a:srgbClr val="009A55"/>
                    </a:solidFill>
                    <a:latin typeface="Times New Roman" panose="02020603050405020304" pitchFamily="18" charset="0"/>
                    <a:cs typeface="Times New Roman" panose="02020603050405020304" pitchFamily="18" charset="0"/>
                  </a:rPr>
                  <a:t>MIDHP, </a:t>
                </a:r>
                <a:r>
                  <a:rPr lang="en-US" b="1" dirty="0">
                    <a:solidFill>
                      <a:srgbClr val="B52E19"/>
                    </a:solidFill>
                    <a:latin typeface="Times New Roman" panose="02020603050405020304" pitchFamily="18" charset="0"/>
                    <a:cs typeface="Times New Roman" panose="02020603050405020304" pitchFamily="18" charset="0"/>
                  </a:rPr>
                  <a:t>MIDHP</a:t>
                </a:r>
                <a:r>
                  <a:rPr lang="en-US" b="1" dirty="0">
                    <a:solidFill>
                      <a:srgbClr val="B52E19"/>
                    </a:solidFill>
                  </a:rPr>
                  <a:t>(</a:t>
                </a:r>
                <a14:m>
                  <m:oMath xmlns:m="http://schemas.openxmlformats.org/officeDocument/2006/math">
                    <m:r>
                      <a:rPr lang="en-US" b="1" i="0" smtClean="0">
                        <a:solidFill>
                          <a:srgbClr val="B52E19"/>
                        </a:solidFill>
                        <a:latin typeface="Cambria Math" panose="02040503050406030204" pitchFamily="18" charset="0"/>
                      </a:rPr>
                      <m:t>𝛌</m:t>
                    </m:r>
                  </m:oMath>
                </a14:m>
                <a:r>
                  <a:rPr lang="en-US" b="1" dirty="0">
                    <a:solidFill>
                      <a:srgbClr val="B52E19"/>
                    </a:solidFill>
                  </a:rPr>
                  <a:t>)</a:t>
                </a:r>
                <a:endParaRPr lang="en-GB" dirty="0"/>
              </a:p>
              <a:p>
                <a:pPr marL="342900" lvl="2" indent="-342900">
                  <a:buClr>
                    <a:srgbClr val="00A6D6"/>
                  </a:buClr>
                  <a:buFont typeface="Arial" panose="020B0604020202020204" pitchFamily="34" charset="0"/>
                  <a:buChar char="•"/>
                </a:pPr>
                <a:r>
                  <a:rPr lang="en-GB" b="1" dirty="0">
                    <a:solidFill>
                      <a:srgbClr val="0C2340"/>
                    </a:solidFill>
                  </a:rPr>
                  <a:t>90 seconds per flight:</a:t>
                </a:r>
              </a:p>
              <a:p>
                <a:pPr lvl="2"/>
                <a:r>
                  <a:rPr lang="en-GB" dirty="0"/>
                  <a:t>	Two phases- sine wave &amp; high learning rate, pitch-up pitch-down &amp; low learning rate</a:t>
                </a:r>
                <a:endParaRPr lang="en-GB" dirty="0">
                  <a:solidFill>
                    <a:schemeClr val="tx1"/>
                  </a:solidFill>
                </a:endParaRPr>
              </a:p>
              <a:p>
                <a:pPr marL="342900" lvl="2" indent="-342900">
                  <a:buClr>
                    <a:srgbClr val="00A6D6"/>
                  </a:buClr>
                  <a:buFont typeface="Arial" panose="020B0604020202020204" pitchFamily="34" charset="0"/>
                  <a:buChar char="•"/>
                </a:pPr>
                <a:r>
                  <a:rPr lang="en-GB" b="1" dirty="0">
                    <a:solidFill>
                      <a:srgbClr val="0C2340"/>
                    </a:solidFill>
                  </a:rPr>
                  <a:t>4 flights per agent (repeated with 100 RNG seeds)</a:t>
                </a:r>
                <a:r>
                  <a:rPr lang="en-GB" b="1" dirty="0"/>
                  <a:t>:</a:t>
                </a:r>
              </a:p>
              <a:p>
                <a:pPr lvl="2">
                  <a:buClr>
                    <a:srgbClr val="00A6D6"/>
                  </a:buClr>
                </a:pPr>
                <a:r>
                  <a:rPr lang="en-GB" dirty="0"/>
                  <a:t>	No fault, damaged elevator, shifted centre of gravity, damaged and saturated elevator.</a:t>
                </a:r>
                <a:endParaRPr lang="en-GB" sz="2000" i="1" dirty="0">
                  <a:solidFill>
                    <a:schemeClr val="tx1"/>
                  </a:solidFill>
                </a:endParaRPr>
              </a:p>
              <a:p>
                <a:pPr marL="342900" lvl="2" indent="-342900">
                  <a:buClr>
                    <a:srgbClr val="00A6D6"/>
                  </a:buClr>
                  <a:buFont typeface="Arial" panose="020B0604020202020204" pitchFamily="34" charset="0"/>
                  <a:buChar char="•"/>
                </a:pPr>
                <a:endParaRPr lang="en-GB" sz="2000" dirty="0">
                  <a:solidFill>
                    <a:schemeClr val="tx1"/>
                  </a:solidFill>
                </a:endParaRPr>
              </a:p>
            </p:txBody>
          </p:sp>
        </mc:Choice>
        <mc:Fallback xmlns="">
          <p:sp>
            <p:nvSpPr>
              <p:cNvPr id="8" name="Tijdelijke aanduiding voor tekst 7">
                <a:extLst>
                  <a:ext uri="{FF2B5EF4-FFF2-40B4-BE49-F238E27FC236}">
                    <a16:creationId xmlns:a16="http://schemas.microsoft.com/office/drawing/2014/main" id="{73C0F465-AC54-5AF4-B9C9-64F21371EF32}"/>
                  </a:ext>
                </a:extLst>
              </p:cNvPr>
              <p:cNvSpPr>
                <a:spLocks noGrp="1" noRot="1" noChangeAspect="1" noMove="1" noResize="1" noEditPoints="1" noAdjustHandles="1" noChangeArrowheads="1" noChangeShapeType="1" noTextEdit="1"/>
              </p:cNvSpPr>
              <p:nvPr>
                <p:ph type="body" sz="quarter" idx="21"/>
              </p:nvPr>
            </p:nvSpPr>
            <p:spPr>
              <a:xfrm>
                <a:off x="719139" y="1565274"/>
                <a:ext cx="10752136" cy="4347011"/>
              </a:xfrm>
              <a:blipFill>
                <a:blip r:embed="rId3"/>
                <a:stretch>
                  <a:fillRect l="-1644" t="-3366"/>
                </a:stretch>
              </a:blipFill>
            </p:spPr>
            <p:txBody>
              <a:bodyPr/>
              <a:lstStyle/>
              <a:p>
                <a:r>
                  <a:rPr lang="LID4096">
                    <a:noFill/>
                  </a:rPr>
                  <a:t> </a:t>
                </a:r>
              </a:p>
            </p:txBody>
          </p:sp>
        </mc:Fallback>
      </mc:AlternateContent>
      <p:sp>
        <p:nvSpPr>
          <p:cNvPr id="14" name="Titel 13">
            <a:extLst>
              <a:ext uri="{FF2B5EF4-FFF2-40B4-BE49-F238E27FC236}">
                <a16:creationId xmlns:a16="http://schemas.microsoft.com/office/drawing/2014/main" id="{4E840CAD-8869-66D6-F142-07912B6A4DF2}"/>
              </a:ext>
            </a:extLst>
          </p:cNvPr>
          <p:cNvSpPr>
            <a:spLocks noGrp="1"/>
          </p:cNvSpPr>
          <p:nvPr>
            <p:ph type="title"/>
          </p:nvPr>
        </p:nvSpPr>
        <p:spPr>
          <a:xfrm>
            <a:off x="718666" y="722454"/>
            <a:ext cx="10752610" cy="323409"/>
          </a:xfrm>
        </p:spPr>
        <p:txBody>
          <a:bodyPr/>
          <a:lstStyle/>
          <a:p>
            <a:r>
              <a:rPr lang="en-GB" dirty="0"/>
              <a:t>Simulated Flights</a:t>
            </a:r>
          </a:p>
        </p:txBody>
      </p:sp>
      <p:pic>
        <p:nvPicPr>
          <p:cNvPr id="4" name="Picture 3">
            <a:extLst>
              <a:ext uri="{FF2B5EF4-FFF2-40B4-BE49-F238E27FC236}">
                <a16:creationId xmlns:a16="http://schemas.microsoft.com/office/drawing/2014/main" id="{6BDED9AE-D6CC-C6D5-A6FA-627A774D9DAC}"/>
              </a:ext>
            </a:extLst>
          </p:cNvPr>
          <p:cNvPicPr>
            <a:picLocks noChangeAspect="1"/>
          </p:cNvPicPr>
          <p:nvPr/>
        </p:nvPicPr>
        <p:blipFill>
          <a:blip r:embed="rId4"/>
          <a:stretch>
            <a:fillRect/>
          </a:stretch>
        </p:blipFill>
        <p:spPr>
          <a:xfrm>
            <a:off x="1665612" y="4105595"/>
            <a:ext cx="8741993" cy="2326102"/>
          </a:xfrm>
          <a:prstGeom prst="rect">
            <a:avLst/>
          </a:prstGeom>
        </p:spPr>
      </p:pic>
      <p:sp>
        <p:nvSpPr>
          <p:cNvPr id="2" name="Rectangle: Rounded Corners 1">
            <a:extLst>
              <a:ext uri="{FF2B5EF4-FFF2-40B4-BE49-F238E27FC236}">
                <a16:creationId xmlns:a16="http://schemas.microsoft.com/office/drawing/2014/main" id="{51958687-34DE-78BA-1B34-39A233D31D31}"/>
              </a:ext>
            </a:extLst>
          </p:cNvPr>
          <p:cNvSpPr/>
          <p:nvPr/>
        </p:nvSpPr>
        <p:spPr>
          <a:xfrm>
            <a:off x="5657147" y="416687"/>
            <a:ext cx="1034144" cy="84898"/>
          </a:xfrm>
          <a:prstGeom prst="roundRect">
            <a:avLst>
              <a:gd name="adj" fmla="val 50000"/>
            </a:avLst>
          </a:prstGeom>
          <a:solidFill>
            <a:srgbClr val="00A6D6"/>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LID4096" sz="1600" dirty="0" err="1">
              <a:solidFill>
                <a:srgbClr val="00A6D6"/>
              </a:solidFill>
            </a:endParaRPr>
          </a:p>
        </p:txBody>
      </p:sp>
      <p:pic>
        <p:nvPicPr>
          <p:cNvPr id="3" name="Picture 2">
            <a:extLst>
              <a:ext uri="{FF2B5EF4-FFF2-40B4-BE49-F238E27FC236}">
                <a16:creationId xmlns:a16="http://schemas.microsoft.com/office/drawing/2014/main" id="{072FE9C8-DDDE-55A0-6AC8-FF5967FAA800}"/>
              </a:ext>
            </a:extLst>
          </p:cNvPr>
          <p:cNvPicPr>
            <a:picLocks noChangeAspect="1"/>
          </p:cNvPicPr>
          <p:nvPr/>
        </p:nvPicPr>
        <p:blipFill>
          <a:blip r:embed="rId5"/>
          <a:srcRect l="2339" t="28055" r="3136" b="24145"/>
          <a:stretch/>
        </p:blipFill>
        <p:spPr>
          <a:xfrm rot="763857">
            <a:off x="2250925" y="4937102"/>
            <a:ext cx="964716" cy="239156"/>
          </a:xfrm>
          <a:prstGeom prst="rect">
            <a:avLst/>
          </a:prstGeom>
        </p:spPr>
      </p:pic>
    </p:spTree>
    <p:extLst>
      <p:ext uri="{BB962C8B-B14F-4D97-AF65-F5344CB8AC3E}">
        <p14:creationId xmlns:p14="http://schemas.microsoft.com/office/powerpoint/2010/main" val="2110847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0.02422 0.04375 L -0.02422 0.04375 C -0.02383 0.02778 -0.0237 0.0118 -0.02305 -0.00394 C -0.02292 -0.00718 -0.02214 -0.00996 -0.02175 -0.01296 C -0.02149 -0.01551 -0.02175 -0.01829 -0.02109 -0.0206 C -0.02044 -0.02384 -0.01901 -0.02639 -0.01797 -0.02963 C -0.01732 -0.03218 -0.01706 -0.03519 -0.01615 -0.03727 C -0.01328 -0.04398 -0.01016 -0.05023 -0.00677 -0.05625 C -0.00547 -0.05857 -0.00443 -0.06088 -0.003 -0.06296 C -0.00169 -0.06482 -0.00026 -0.06621 0.0013 -0.06736 C 0.00312 -0.06852 0.00508 -0.06875 0.00703 -0.06945 C 0.01016 -0.06621 0.01367 -0.06389 0.01641 -0.05949 C 0.01771 -0.05741 0.0181 -0.05371 0.01888 -0.0507 C 0.02252 -0.03611 0.02005 -0.04283 0.02448 -0.02847 C 0.02838 -0.01597 0.02799 -0.01829 0.03255 -0.00625 C 0.03372 -0.00324 0.03463 -0.00023 0.03568 0.00254 C 0.03854 0.01018 0.04167 0.01736 0.04453 0.02477 C 0.05716 0.0581 0.03633 0.00579 0.05195 0.04375 C 0.05286 0.04583 0.05364 0.04815 0.05443 0.05046 C 0.05508 0.05208 0.05547 0.0544 0.05638 0.05602 C 0.05703 0.05717 0.05807 0.05741 0.05885 0.0581 C 0.06159 0.05787 0.06432 0.0581 0.06693 0.05694 C 0.06797 0.05671 0.06862 0.05463 0.06953 0.0537 C 0.07083 0.05208 0.07239 0.05092 0.07383 0.0493 C 0.07578 0.04676 0.0776 0.04421 0.07943 0.04143 C 0.08242 0.03704 0.08529 0.03264 0.08828 0.02824 C 0.08945 0.02639 0.09062 0.0243 0.09193 0.02268 L 0.09453 0.01921 C 0.09844 0.02106 0.10273 0.02153 0.10638 0.02477 C 0.10989 0.02801 0.11289 0.0331 0.11575 0.03819 C 0.11641 0.03935 0.11706 0.04028 0.11758 0.04143 C 0.1194 0.04606 0.12109 0.05092 0.12266 0.05602 C 0.1237 0.05926 0.12448 0.06273 0.12578 0.06597 C 0.13789 0.09629 0.12565 0.0618 0.13945 0.09259 C 0.14232 0.09884 0.14114 0.09722 0.14453 0.10139 C 0.14505 0.10231 0.1457 0.10324 0.14635 0.1037 C 0.14752 0.10463 0.14883 0.10509 0.15013 0.10602 C 0.15312 0.10509 0.15599 0.10486 0.15885 0.10254 C 0.16042 0.10139 0.16185 0.09977 0.16328 0.09815 C 0.16536 0.09537 0.16953 0.08935 0.16953 0.08935 C 0.17057 0.08565 0.17148 0.08171 0.17266 0.07824 C 0.17396 0.07361 0.17578 0.06944 0.17695 0.06481 C 0.17812 0.06065 0.17851 0.05579 0.17943 0.05139 C 0.1806 0.04699 0.18216 0.04282 0.1832 0.03819 C 0.18424 0.03379 0.1845 0.02893 0.18568 0.02477 C 0.19271 -0.0007 0.18958 0.01018 0.1957 -0.00185 C 0.19687 -0.00394 0.19766 -0.00648 0.19883 -0.00857 C 0.20052 -0.01134 0.20859 -0.01898 0.2095 -0.01968 C 0.21185 -0.02107 0.21445 -0.02107 0.21693 -0.02176 C 0.21901 -0.02153 0.22135 -0.02222 0.22318 -0.0206 C 0.22552 -0.01875 0.22708 -0.01505 0.22891 -0.01181 C 0.23437 -0.00139 0.23372 0.00185 0.2388 0.01481 C 0.24036 0.01852 0.24167 0.02245 0.24323 0.02592 C 0.24713 0.03449 0.24883 0.03379 0.25377 0.04259 C 0.25443 0.04375 0.25495 0.04514 0.25573 0.04583 C 0.25651 0.04676 0.25742 0.04653 0.2582 0.04699 C 0.25885 0.04745 0.2595 0.04768 0.26016 0.04815 C 0.26693 0.05347 0.26068 0.05 0.26888 0.0537 C 0.27096 0.05301 0.27305 0.05278 0.27513 0.05139 C 0.27591 0.05092 0.27617 0.04907 0.27695 0.04815 C 0.28112 0.04329 0.28008 0.04606 0.2845 0.04259 C 0.29362 0.03518 0.28125 0.04259 0.29127 0.03819 C 0.29258 0.0375 0.29375 0.03588 0.29505 0.03588 C 0.31575 0.03518 0.33633 0.03588 0.35703 0.03588 " pathEditMode="relative" ptsTypes="AAAAAAAAAAAAAAAAAAAAAAAAAAAAAAAAAAAAAAAAAAAAAAAAAAAAAAAAAAAAAAAA">
                                      <p:cBhvr>
                                        <p:cTn id="6" dur="4000" fill="hold"/>
                                        <p:tgtEl>
                                          <p:spTgt spid="3"/>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0" presetClass="path" presetSubtype="0" accel="50000" decel="50000" fill="hold" nodeType="clickEffect">
                                  <p:stCondLst>
                                    <p:cond delay="0"/>
                                  </p:stCondLst>
                                  <p:childTnLst>
                                    <p:animMotion origin="layout" path="M 0.3595 0.03495 L 0.42513 -0.06505 L 0.497 -0.06505 L 0.5638 0.03495 L 0.59766 0.03611 " pathEditMode="relative" ptsTypes="AAAAA">
                                      <p:cBhvr>
                                        <p:cTn id="10" dur="3000" fill="hold"/>
                                        <p:tgtEl>
                                          <p:spTgt spid="3"/>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jdelijke aanduiding voor datum 4">
            <a:extLst>
              <a:ext uri="{FF2B5EF4-FFF2-40B4-BE49-F238E27FC236}">
                <a16:creationId xmlns:a16="http://schemas.microsoft.com/office/drawing/2014/main" id="{B994BAD7-1490-F4D5-9092-3EB7111B7DF7}"/>
              </a:ext>
            </a:extLst>
          </p:cNvPr>
          <p:cNvSpPr>
            <a:spLocks noGrp="1"/>
          </p:cNvSpPr>
          <p:nvPr>
            <p:ph type="dt" sz="half" idx="18"/>
          </p:nvPr>
        </p:nvSpPr>
        <p:spPr>
          <a:xfrm>
            <a:off x="10146569" y="6405669"/>
            <a:ext cx="766235" cy="184666"/>
          </a:xfrm>
        </p:spPr>
        <p:txBody>
          <a:bodyPr/>
          <a:lstStyle/>
          <a:p>
            <a:r>
              <a:rPr lang="LID4096"/>
              <a:t>08/30/2024</a:t>
            </a:r>
            <a:endParaRPr lang="en-GB" dirty="0"/>
          </a:p>
        </p:txBody>
      </p:sp>
      <p:sp>
        <p:nvSpPr>
          <p:cNvPr id="16" name="Tijdelijke aanduiding voor dianummer 15">
            <a:extLst>
              <a:ext uri="{FF2B5EF4-FFF2-40B4-BE49-F238E27FC236}">
                <a16:creationId xmlns:a16="http://schemas.microsoft.com/office/drawing/2014/main" id="{BBB35617-5649-3A69-5ACC-A5828B3F289A}"/>
              </a:ext>
            </a:extLst>
          </p:cNvPr>
          <p:cNvSpPr>
            <a:spLocks noGrp="1"/>
          </p:cNvSpPr>
          <p:nvPr>
            <p:ph type="sldNum" sz="quarter" idx="20"/>
          </p:nvPr>
        </p:nvSpPr>
        <p:spPr>
          <a:xfrm>
            <a:off x="11178464" y="6405669"/>
            <a:ext cx="291298" cy="184666"/>
          </a:xfrm>
        </p:spPr>
        <p:txBody>
          <a:bodyPr/>
          <a:lstStyle/>
          <a:p>
            <a:fld id="{9E843DB9-9987-4157-AB9C-CEA8D7D910BB}" type="slidenum">
              <a:rPr lang="en-GB" smtClean="0"/>
              <a:pPr/>
              <a:t>26</a:t>
            </a:fld>
            <a:endParaRPr lang="en-GB" dirty="0"/>
          </a:p>
        </p:txBody>
      </p:sp>
      <p:sp>
        <p:nvSpPr>
          <p:cNvPr id="8" name="Tijdelijke aanduiding voor tekst 7">
            <a:extLst>
              <a:ext uri="{FF2B5EF4-FFF2-40B4-BE49-F238E27FC236}">
                <a16:creationId xmlns:a16="http://schemas.microsoft.com/office/drawing/2014/main" id="{73C0F465-AC54-5AF4-B9C9-64F21371EF32}"/>
              </a:ext>
            </a:extLst>
          </p:cNvPr>
          <p:cNvSpPr>
            <a:spLocks noGrp="1"/>
          </p:cNvSpPr>
          <p:nvPr>
            <p:ph type="body" sz="quarter" idx="21"/>
          </p:nvPr>
        </p:nvSpPr>
        <p:spPr>
          <a:xfrm>
            <a:off x="719139" y="1565274"/>
            <a:ext cx="10752136" cy="4570272"/>
          </a:xfrm>
        </p:spPr>
        <p:txBody>
          <a:bodyPr/>
          <a:lstStyle/>
          <a:p>
            <a:pPr lvl="2">
              <a:buClr>
                <a:srgbClr val="00A6D6"/>
              </a:buClr>
            </a:pPr>
            <a:r>
              <a:rPr lang="en-GB" dirty="0">
                <a:solidFill>
                  <a:schemeClr val="tx1"/>
                </a:solidFill>
              </a:rPr>
              <a:t>5 tests will be used to evaluate the agents. </a:t>
            </a:r>
          </a:p>
          <a:p>
            <a:pPr marL="342900" lvl="2" indent="-342900">
              <a:buClr>
                <a:srgbClr val="00A6D6"/>
              </a:buClr>
              <a:buFont typeface="Arial" panose="020B0604020202020204" pitchFamily="34" charset="0"/>
              <a:buChar char="•"/>
            </a:pPr>
            <a:r>
              <a:rPr lang="en-GB" b="1" dirty="0">
                <a:solidFill>
                  <a:srgbClr val="0C2340"/>
                </a:solidFill>
              </a:rPr>
              <a:t>Metrics - </a:t>
            </a:r>
            <a:r>
              <a:rPr lang="en-GB" dirty="0">
                <a:solidFill>
                  <a:srgbClr val="0C2340"/>
                </a:solidFill>
              </a:rPr>
              <a:t>Tracking error (RSE), Action smoothness (</a:t>
            </a:r>
            <a:r>
              <a:rPr lang="en-GB" dirty="0" err="1">
                <a:solidFill>
                  <a:srgbClr val="0C2340"/>
                </a:solidFill>
              </a:rPr>
              <a:t>Sm</a:t>
            </a:r>
            <a:r>
              <a:rPr lang="en-GB" dirty="0">
                <a:solidFill>
                  <a:srgbClr val="0C2340"/>
                </a:solidFill>
              </a:rPr>
              <a:t>)</a:t>
            </a:r>
          </a:p>
          <a:p>
            <a:pPr lvl="2">
              <a:buClr>
                <a:srgbClr val="00A6D6"/>
              </a:buClr>
            </a:pPr>
            <a:endParaRPr lang="en-GB" dirty="0">
              <a:solidFill>
                <a:srgbClr val="0C2340"/>
              </a:solidFill>
            </a:endParaRPr>
          </a:p>
          <a:p>
            <a:pPr marL="342900" lvl="2" indent="-342900">
              <a:buClr>
                <a:srgbClr val="00A6D6"/>
              </a:buClr>
              <a:buFont typeface="Arial" panose="020B0604020202020204" pitchFamily="34" charset="0"/>
              <a:buChar char="•"/>
            </a:pPr>
            <a:r>
              <a:rPr lang="en-GB" b="1" dirty="0">
                <a:solidFill>
                  <a:srgbClr val="0C2340"/>
                </a:solidFill>
              </a:rPr>
              <a:t>Test 1- </a:t>
            </a:r>
            <a:r>
              <a:rPr lang="en-GB" dirty="0">
                <a:solidFill>
                  <a:schemeClr val="tx1"/>
                </a:solidFill>
              </a:rPr>
              <a:t>RSE and </a:t>
            </a:r>
            <a:r>
              <a:rPr lang="en-GB" dirty="0" err="1">
                <a:solidFill>
                  <a:schemeClr val="tx1"/>
                </a:solidFill>
              </a:rPr>
              <a:t>Sm</a:t>
            </a:r>
            <a:r>
              <a:rPr lang="en-GB" dirty="0">
                <a:solidFill>
                  <a:schemeClr val="tx1"/>
                </a:solidFill>
              </a:rPr>
              <a:t> of each agent during </a:t>
            </a:r>
            <a:r>
              <a:rPr lang="en-GB" dirty="0">
                <a:solidFill>
                  <a:srgbClr val="00A6D6"/>
                </a:solidFill>
              </a:rPr>
              <a:t>warmup</a:t>
            </a:r>
            <a:r>
              <a:rPr lang="en-GB" dirty="0">
                <a:solidFill>
                  <a:schemeClr val="tx1"/>
                </a:solidFill>
              </a:rPr>
              <a:t>.</a:t>
            </a:r>
          </a:p>
          <a:p>
            <a:pPr marL="342900" lvl="2" indent="-342900">
              <a:buClr>
                <a:srgbClr val="00A6D6"/>
              </a:buClr>
              <a:buFont typeface="Arial" panose="020B0604020202020204" pitchFamily="34" charset="0"/>
              <a:buChar char="•"/>
            </a:pPr>
            <a:r>
              <a:rPr lang="en-GB" b="1" dirty="0">
                <a:solidFill>
                  <a:schemeClr val="tx1"/>
                </a:solidFill>
              </a:rPr>
              <a:t>Test 2- </a:t>
            </a:r>
            <a:r>
              <a:rPr lang="en-GB" dirty="0">
                <a:solidFill>
                  <a:schemeClr val="tx1"/>
                </a:solidFill>
              </a:rPr>
              <a:t>RSE and </a:t>
            </a:r>
            <a:r>
              <a:rPr lang="en-GB" dirty="0" err="1">
                <a:solidFill>
                  <a:schemeClr val="tx1"/>
                </a:solidFill>
              </a:rPr>
              <a:t>Sm</a:t>
            </a:r>
            <a:r>
              <a:rPr lang="en-GB" dirty="0">
                <a:solidFill>
                  <a:schemeClr val="tx1"/>
                </a:solidFill>
              </a:rPr>
              <a:t> of each agent during </a:t>
            </a:r>
            <a:r>
              <a:rPr lang="en-GB" dirty="0">
                <a:solidFill>
                  <a:srgbClr val="00A6D6"/>
                </a:solidFill>
              </a:rPr>
              <a:t>manoeuvre</a:t>
            </a:r>
            <a:r>
              <a:rPr lang="en-GB" dirty="0">
                <a:solidFill>
                  <a:schemeClr val="tx1"/>
                </a:solidFill>
              </a:rPr>
              <a:t> with </a:t>
            </a:r>
            <a:r>
              <a:rPr lang="en-GB" dirty="0">
                <a:solidFill>
                  <a:srgbClr val="A50034"/>
                </a:solidFill>
              </a:rPr>
              <a:t>no fault</a:t>
            </a:r>
            <a:endParaRPr lang="en-GB" b="1" dirty="0">
              <a:solidFill>
                <a:srgbClr val="A50034"/>
              </a:solidFill>
            </a:endParaRPr>
          </a:p>
          <a:p>
            <a:pPr marL="342900" lvl="2" indent="-342900">
              <a:buClr>
                <a:srgbClr val="00A6D6"/>
              </a:buClr>
              <a:buFont typeface="Arial" panose="020B0604020202020204" pitchFamily="34" charset="0"/>
              <a:buChar char="•"/>
            </a:pPr>
            <a:r>
              <a:rPr lang="en-GB" b="1" dirty="0">
                <a:solidFill>
                  <a:schemeClr val="tx1"/>
                </a:solidFill>
              </a:rPr>
              <a:t>Test 3- </a:t>
            </a:r>
            <a:r>
              <a:rPr lang="en-GB" dirty="0">
                <a:solidFill>
                  <a:schemeClr val="tx1"/>
                </a:solidFill>
              </a:rPr>
              <a:t>RSE and </a:t>
            </a:r>
            <a:r>
              <a:rPr lang="en-GB" dirty="0" err="1">
                <a:solidFill>
                  <a:schemeClr val="tx1"/>
                </a:solidFill>
              </a:rPr>
              <a:t>Sm</a:t>
            </a:r>
            <a:r>
              <a:rPr lang="en-GB" dirty="0">
                <a:solidFill>
                  <a:schemeClr val="tx1"/>
                </a:solidFill>
              </a:rPr>
              <a:t> of each agent during </a:t>
            </a:r>
            <a:r>
              <a:rPr lang="en-GB" dirty="0">
                <a:solidFill>
                  <a:srgbClr val="00A6D6"/>
                </a:solidFill>
              </a:rPr>
              <a:t>manoeuvre</a:t>
            </a:r>
            <a:r>
              <a:rPr lang="en-GB" dirty="0">
                <a:solidFill>
                  <a:schemeClr val="tx1"/>
                </a:solidFill>
              </a:rPr>
              <a:t> with </a:t>
            </a:r>
            <a:r>
              <a:rPr lang="en-GB" dirty="0">
                <a:solidFill>
                  <a:srgbClr val="A50034"/>
                </a:solidFill>
              </a:rPr>
              <a:t>damaged elevator</a:t>
            </a:r>
            <a:endParaRPr lang="en-GB" b="1" dirty="0">
              <a:solidFill>
                <a:srgbClr val="A50034"/>
              </a:solidFill>
            </a:endParaRPr>
          </a:p>
          <a:p>
            <a:pPr marL="342900" lvl="2" indent="-342900">
              <a:buClr>
                <a:srgbClr val="00A6D6"/>
              </a:buClr>
              <a:buFont typeface="Arial" panose="020B0604020202020204" pitchFamily="34" charset="0"/>
              <a:buChar char="•"/>
            </a:pPr>
            <a:r>
              <a:rPr lang="en-GB" b="1" dirty="0">
                <a:solidFill>
                  <a:schemeClr val="tx1"/>
                </a:solidFill>
              </a:rPr>
              <a:t>Test 4- </a:t>
            </a:r>
            <a:r>
              <a:rPr lang="en-GB" dirty="0">
                <a:solidFill>
                  <a:schemeClr val="tx1"/>
                </a:solidFill>
              </a:rPr>
              <a:t>RSE and </a:t>
            </a:r>
            <a:r>
              <a:rPr lang="en-GB" dirty="0" err="1">
                <a:solidFill>
                  <a:schemeClr val="tx1"/>
                </a:solidFill>
              </a:rPr>
              <a:t>Sm</a:t>
            </a:r>
            <a:r>
              <a:rPr lang="en-GB" dirty="0">
                <a:solidFill>
                  <a:schemeClr val="tx1"/>
                </a:solidFill>
              </a:rPr>
              <a:t> of each agent during </a:t>
            </a:r>
            <a:r>
              <a:rPr lang="en-GB" dirty="0">
                <a:solidFill>
                  <a:srgbClr val="00A6D6"/>
                </a:solidFill>
              </a:rPr>
              <a:t>manoeuvre</a:t>
            </a:r>
            <a:r>
              <a:rPr lang="en-GB" dirty="0">
                <a:solidFill>
                  <a:schemeClr val="tx1"/>
                </a:solidFill>
              </a:rPr>
              <a:t> with </a:t>
            </a:r>
            <a:r>
              <a:rPr lang="en-GB" dirty="0">
                <a:solidFill>
                  <a:srgbClr val="A50034"/>
                </a:solidFill>
              </a:rPr>
              <a:t>shifted CG</a:t>
            </a:r>
            <a:endParaRPr lang="en-GB" b="1" dirty="0">
              <a:solidFill>
                <a:srgbClr val="A50034"/>
              </a:solidFill>
            </a:endParaRPr>
          </a:p>
          <a:p>
            <a:pPr marL="342900" lvl="2" indent="-342900">
              <a:buClr>
                <a:srgbClr val="00A6D6"/>
              </a:buClr>
              <a:buFont typeface="Arial" panose="020B0604020202020204" pitchFamily="34" charset="0"/>
              <a:buChar char="•"/>
            </a:pPr>
            <a:r>
              <a:rPr lang="en-GB" b="1" dirty="0">
                <a:solidFill>
                  <a:schemeClr val="tx1"/>
                </a:solidFill>
              </a:rPr>
              <a:t>Test 5- </a:t>
            </a:r>
            <a:r>
              <a:rPr lang="en-GB" dirty="0">
                <a:solidFill>
                  <a:schemeClr val="tx1"/>
                </a:solidFill>
              </a:rPr>
              <a:t>RSE and </a:t>
            </a:r>
            <a:r>
              <a:rPr lang="en-GB" dirty="0" err="1">
                <a:solidFill>
                  <a:schemeClr val="tx1"/>
                </a:solidFill>
              </a:rPr>
              <a:t>Sm</a:t>
            </a:r>
            <a:r>
              <a:rPr lang="en-GB" dirty="0">
                <a:solidFill>
                  <a:schemeClr val="tx1"/>
                </a:solidFill>
              </a:rPr>
              <a:t> of each agent during </a:t>
            </a:r>
            <a:r>
              <a:rPr lang="en-GB" dirty="0">
                <a:solidFill>
                  <a:srgbClr val="00A6D6"/>
                </a:solidFill>
              </a:rPr>
              <a:t>manoeuvre</a:t>
            </a:r>
            <a:r>
              <a:rPr lang="en-GB" dirty="0">
                <a:solidFill>
                  <a:schemeClr val="tx1"/>
                </a:solidFill>
              </a:rPr>
              <a:t> with </a:t>
            </a:r>
            <a:r>
              <a:rPr lang="en-GB" dirty="0">
                <a:solidFill>
                  <a:srgbClr val="A50034"/>
                </a:solidFill>
              </a:rPr>
              <a:t>damaged and saturated elevator</a:t>
            </a:r>
            <a:endParaRPr lang="en-GB" sz="2000" dirty="0">
              <a:solidFill>
                <a:srgbClr val="A50034"/>
              </a:solidFill>
            </a:endParaRPr>
          </a:p>
        </p:txBody>
      </p:sp>
      <p:sp>
        <p:nvSpPr>
          <p:cNvPr id="14" name="Titel 13">
            <a:extLst>
              <a:ext uri="{FF2B5EF4-FFF2-40B4-BE49-F238E27FC236}">
                <a16:creationId xmlns:a16="http://schemas.microsoft.com/office/drawing/2014/main" id="{4E840CAD-8869-66D6-F142-07912B6A4DF2}"/>
              </a:ext>
            </a:extLst>
          </p:cNvPr>
          <p:cNvSpPr>
            <a:spLocks noGrp="1"/>
          </p:cNvSpPr>
          <p:nvPr>
            <p:ph type="title"/>
          </p:nvPr>
        </p:nvSpPr>
        <p:spPr>
          <a:xfrm>
            <a:off x="718666" y="722454"/>
            <a:ext cx="10752610" cy="323409"/>
          </a:xfrm>
        </p:spPr>
        <p:txBody>
          <a:bodyPr/>
          <a:lstStyle/>
          <a:p>
            <a:r>
              <a:rPr lang="en-GB" dirty="0"/>
              <a:t>Evaluations</a:t>
            </a:r>
          </a:p>
        </p:txBody>
      </p:sp>
      <p:sp>
        <p:nvSpPr>
          <p:cNvPr id="2" name="Rectangle: Rounded Corners 1">
            <a:extLst>
              <a:ext uri="{FF2B5EF4-FFF2-40B4-BE49-F238E27FC236}">
                <a16:creationId xmlns:a16="http://schemas.microsoft.com/office/drawing/2014/main" id="{420F8879-C765-1E08-85D3-3D7A0435828A}"/>
              </a:ext>
            </a:extLst>
          </p:cNvPr>
          <p:cNvSpPr/>
          <p:nvPr/>
        </p:nvSpPr>
        <p:spPr>
          <a:xfrm>
            <a:off x="5657147" y="416687"/>
            <a:ext cx="1034144" cy="84898"/>
          </a:xfrm>
          <a:prstGeom prst="roundRect">
            <a:avLst>
              <a:gd name="adj" fmla="val 50000"/>
            </a:avLst>
          </a:prstGeom>
          <a:solidFill>
            <a:srgbClr val="00A6D6"/>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LID4096" sz="1600" dirty="0" err="1">
              <a:solidFill>
                <a:srgbClr val="00A6D6"/>
              </a:solidFill>
            </a:endParaRPr>
          </a:p>
        </p:txBody>
      </p:sp>
    </p:spTree>
    <p:extLst>
      <p:ext uri="{BB962C8B-B14F-4D97-AF65-F5344CB8AC3E}">
        <p14:creationId xmlns:p14="http://schemas.microsoft.com/office/powerpoint/2010/main" val="35007260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CABCDA32-BC14-A5D4-05B8-0BCC781377BC}"/>
              </a:ext>
            </a:extLst>
          </p:cNvPr>
          <p:cNvSpPr>
            <a:spLocks noGrp="1"/>
          </p:cNvSpPr>
          <p:nvPr>
            <p:ph type="title"/>
          </p:nvPr>
        </p:nvSpPr>
        <p:spPr/>
        <p:txBody>
          <a:bodyPr/>
          <a:lstStyle/>
          <a:p>
            <a:r>
              <a:rPr lang="en-GB" dirty="0"/>
              <a:t>Chapter | dark mode</a:t>
            </a:r>
          </a:p>
        </p:txBody>
      </p:sp>
      <p:sp>
        <p:nvSpPr>
          <p:cNvPr id="5" name="Tijdelijke aanduiding voor datum 4">
            <a:extLst>
              <a:ext uri="{FF2B5EF4-FFF2-40B4-BE49-F238E27FC236}">
                <a16:creationId xmlns:a16="http://schemas.microsoft.com/office/drawing/2014/main" id="{D67A1CDF-CE7A-2845-FCD6-C8689DAE85AF}"/>
              </a:ext>
            </a:extLst>
          </p:cNvPr>
          <p:cNvSpPr>
            <a:spLocks noGrp="1"/>
          </p:cNvSpPr>
          <p:nvPr>
            <p:ph type="dt" sz="half" idx="10"/>
          </p:nvPr>
        </p:nvSpPr>
        <p:spPr/>
        <p:txBody>
          <a:bodyPr/>
          <a:lstStyle/>
          <a:p>
            <a:r>
              <a:rPr lang="LID4096"/>
              <a:t>08/30/2024</a:t>
            </a:r>
            <a:endParaRPr lang="en-GB" dirty="0"/>
          </a:p>
        </p:txBody>
      </p:sp>
      <p:sp>
        <p:nvSpPr>
          <p:cNvPr id="11" name="Tijdelijke aanduiding voor dianummer 10">
            <a:extLst>
              <a:ext uri="{FF2B5EF4-FFF2-40B4-BE49-F238E27FC236}">
                <a16:creationId xmlns:a16="http://schemas.microsoft.com/office/drawing/2014/main" id="{3C89D748-71DD-4DAC-8848-8CDE7F6AAE87}"/>
              </a:ext>
            </a:extLst>
          </p:cNvPr>
          <p:cNvSpPr>
            <a:spLocks noGrp="1"/>
          </p:cNvSpPr>
          <p:nvPr>
            <p:ph type="sldNum" sz="quarter" idx="12"/>
          </p:nvPr>
        </p:nvSpPr>
        <p:spPr/>
        <p:txBody>
          <a:bodyPr/>
          <a:lstStyle/>
          <a:p>
            <a:fld id="{9E843DB9-9987-4157-AB9C-CEA8D7D910BB}" type="slidenum">
              <a:rPr lang="en-GB" smtClean="0"/>
              <a:pPr/>
              <a:t>27</a:t>
            </a:fld>
            <a:endParaRPr lang="en-GB" dirty="0"/>
          </a:p>
        </p:txBody>
      </p:sp>
      <p:sp>
        <p:nvSpPr>
          <p:cNvPr id="2" name="Rechthoek 1">
            <a:extLst>
              <a:ext uri="{FF2B5EF4-FFF2-40B4-BE49-F238E27FC236}">
                <a16:creationId xmlns:a16="http://schemas.microsoft.com/office/drawing/2014/main" id="{36102112-C438-D13C-6335-326E6F2420A1}"/>
              </a:ext>
            </a:extLst>
          </p:cNvPr>
          <p:cNvSpPr>
            <a:spLocks noGrp="1" noRot="1" noMove="1" noResize="1" noEditPoints="1" noAdjustHandles="1" noChangeArrowheads="1" noChangeShapeType="1"/>
          </p:cNvSpPr>
          <p:nvPr/>
        </p:nvSpPr>
        <p:spPr>
          <a:xfrm>
            <a:off x="3818238" y="719138"/>
            <a:ext cx="7651524" cy="5281612"/>
          </a:xfrm>
          <a:prstGeom prst="rect">
            <a:avLst/>
          </a:prstGeom>
          <a:solidFill>
            <a:srgbClr val="0076C2"/>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grpSp>
        <p:nvGrpSpPr>
          <p:cNvPr id="3" name="Groep 2">
            <a:extLst>
              <a:ext uri="{FF2B5EF4-FFF2-40B4-BE49-F238E27FC236}">
                <a16:creationId xmlns:a16="http://schemas.microsoft.com/office/drawing/2014/main" id="{3E21F999-9BE4-73A4-CEC3-8DB27FA1FE2D}"/>
              </a:ext>
            </a:extLst>
          </p:cNvPr>
          <p:cNvGrpSpPr>
            <a:grpSpLocks noGrp="1" noUngrp="1" noRot="1" noMove="1" noResize="1"/>
          </p:cNvGrpSpPr>
          <p:nvPr/>
        </p:nvGrpSpPr>
        <p:grpSpPr>
          <a:xfrm>
            <a:off x="719138" y="1565275"/>
            <a:ext cx="4005803" cy="2251756"/>
            <a:chOff x="719138" y="1565275"/>
            <a:chExt cx="5348870" cy="3006725"/>
          </a:xfrm>
        </p:grpSpPr>
        <p:sp>
          <p:nvSpPr>
            <p:cNvPr id="4" name="Rechthoek 3">
              <a:extLst>
                <a:ext uri="{FF2B5EF4-FFF2-40B4-BE49-F238E27FC236}">
                  <a16:creationId xmlns:a16="http://schemas.microsoft.com/office/drawing/2014/main" id="{686B24DA-A24B-B5D4-D76A-70FD016CDC67}"/>
                </a:ext>
              </a:extLst>
            </p:cNvPr>
            <p:cNvSpPr>
              <a:spLocks noGrp="1" noRot="1" noMove="1" noResize="1" noEditPoints="1" noAdjustHandles="1" noChangeArrowheads="1" noChangeShapeType="1"/>
            </p:cNvSpPr>
            <p:nvPr userDrawn="1"/>
          </p:nvSpPr>
          <p:spPr>
            <a:xfrm>
              <a:off x="719138" y="1565275"/>
              <a:ext cx="5348870" cy="30067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sp>
          <p:nvSpPr>
            <p:cNvPr id="6" name="Vrije vorm: vorm 5">
              <a:extLst>
                <a:ext uri="{FF2B5EF4-FFF2-40B4-BE49-F238E27FC236}">
                  <a16:creationId xmlns:a16="http://schemas.microsoft.com/office/drawing/2014/main" id="{02A74C40-C846-C559-1C08-87DDD3CDA6A7}"/>
                </a:ext>
              </a:extLst>
            </p:cNvPr>
            <p:cNvSpPr>
              <a:spLocks noGrp="1" noRot="1" noMove="1" noResize="1" noEditPoints="1" noAdjustHandles="1" noChangeArrowheads="1" noChangeShapeType="1"/>
            </p:cNvSpPr>
            <p:nvPr userDrawn="1"/>
          </p:nvSpPr>
          <p:spPr>
            <a:xfrm>
              <a:off x="719138" y="1565275"/>
              <a:ext cx="5348870" cy="3006089"/>
            </a:xfrm>
            <a:custGeom>
              <a:avLst/>
              <a:gdLst>
                <a:gd name="connsiteX0" fmla="*/ 9196825 w 12202751"/>
                <a:gd name="connsiteY0" fmla="*/ 6253791 h 6858000"/>
                <a:gd name="connsiteX1" fmla="*/ 9228283 w 12202751"/>
                <a:gd name="connsiteY1" fmla="*/ 6260764 h 6858000"/>
                <a:gd name="connsiteX2" fmla="*/ 9319129 w 12202751"/>
                <a:gd name="connsiteY2" fmla="*/ 6797771 h 6858000"/>
                <a:gd name="connsiteX3" fmla="*/ 9315062 w 12202751"/>
                <a:gd name="connsiteY3" fmla="*/ 6858000 h 6858000"/>
                <a:gd name="connsiteX4" fmla="*/ 8712780 w 12202751"/>
                <a:gd name="connsiteY4" fmla="*/ 6858000 h 6858000"/>
                <a:gd name="connsiteX5" fmla="*/ 8752852 w 12202751"/>
                <a:gd name="connsiteY5" fmla="*/ 6786092 h 6858000"/>
                <a:gd name="connsiteX6" fmla="*/ 9165949 w 12202751"/>
                <a:gd name="connsiteY6" fmla="*/ 6254507 h 6858000"/>
                <a:gd name="connsiteX7" fmla="*/ 9196825 w 12202751"/>
                <a:gd name="connsiteY7" fmla="*/ 6253791 h 6858000"/>
                <a:gd name="connsiteX8" fmla="*/ 6322661 w 12202751"/>
                <a:gd name="connsiteY8" fmla="*/ 860036 h 6858000"/>
                <a:gd name="connsiteX9" fmla="*/ 6406295 w 12202751"/>
                <a:gd name="connsiteY9" fmla="*/ 923793 h 6858000"/>
                <a:gd name="connsiteX10" fmla="*/ 6343263 w 12202751"/>
                <a:gd name="connsiteY10" fmla="*/ 1578190 h 6858000"/>
                <a:gd name="connsiteX11" fmla="*/ 3612233 w 12202751"/>
                <a:gd name="connsiteY11" fmla="*/ 6735009 h 6858000"/>
                <a:gd name="connsiteX12" fmla="*/ 3592717 w 12202751"/>
                <a:gd name="connsiteY12" fmla="*/ 6858000 h 6858000"/>
                <a:gd name="connsiteX13" fmla="*/ 0 w 12202751"/>
                <a:gd name="connsiteY13" fmla="*/ 6858000 h 6858000"/>
                <a:gd name="connsiteX14" fmla="*/ 0 w 12202751"/>
                <a:gd name="connsiteY14" fmla="*/ 6632489 h 6858000"/>
                <a:gd name="connsiteX15" fmla="*/ 339610 w 12202751"/>
                <a:gd name="connsiteY15" fmla="*/ 6322172 h 6858000"/>
                <a:gd name="connsiteX16" fmla="*/ 5674132 w 12202751"/>
                <a:gd name="connsiteY16" fmla="*/ 1607274 h 6858000"/>
                <a:gd name="connsiteX17" fmla="*/ 6322661 w 12202751"/>
                <a:gd name="connsiteY17" fmla="*/ 860036 h 6858000"/>
                <a:gd name="connsiteX18" fmla="*/ 11650950 w 12202751"/>
                <a:gd name="connsiteY18" fmla="*/ 0 h 6858000"/>
                <a:gd name="connsiteX19" fmla="*/ 12202751 w 12202751"/>
                <a:gd name="connsiteY19" fmla="*/ 0 h 6858000"/>
                <a:gd name="connsiteX20" fmla="*/ 12202751 w 12202751"/>
                <a:gd name="connsiteY20" fmla="*/ 4442690 h 6858000"/>
                <a:gd name="connsiteX21" fmla="*/ 12090669 w 12202751"/>
                <a:gd name="connsiteY21" fmla="*/ 4422014 h 6858000"/>
                <a:gd name="connsiteX22" fmla="*/ 10571396 w 12202751"/>
                <a:gd name="connsiteY22" fmla="*/ 2213198 h 6858000"/>
                <a:gd name="connsiteX23" fmla="*/ 11525799 w 12202751"/>
                <a:gd name="connsiteY23" fmla="*/ 135882 h 6858000"/>
                <a:gd name="connsiteX24" fmla="*/ 0 w 12202751"/>
                <a:gd name="connsiteY24" fmla="*/ 0 h 6858000"/>
                <a:gd name="connsiteX25" fmla="*/ 2054194 w 12202751"/>
                <a:gd name="connsiteY25" fmla="*/ 0 h 6858000"/>
                <a:gd name="connsiteX26" fmla="*/ 1941123 w 12202751"/>
                <a:gd name="connsiteY26" fmla="*/ 75811 h 6858000"/>
                <a:gd name="connsiteX27" fmla="*/ 206525 w 12202751"/>
                <a:gd name="connsiteY27" fmla="*/ 1437904 h 6858000"/>
                <a:gd name="connsiteX28" fmla="*/ 0 w 12202751"/>
                <a:gd name="connsiteY28" fmla="*/ 163234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2202751" h="6858000">
                  <a:moveTo>
                    <a:pt x="9196825" y="6253791"/>
                  </a:moveTo>
                  <a:cubicBezTo>
                    <a:pt x="9207202" y="6254820"/>
                    <a:pt x="9217676" y="6257130"/>
                    <a:pt x="9228283" y="6260764"/>
                  </a:cubicBezTo>
                  <a:cubicBezTo>
                    <a:pt x="9307834" y="6289395"/>
                    <a:pt x="9333091" y="6516346"/>
                    <a:pt x="9319129" y="6797771"/>
                  </a:cubicBezTo>
                  <a:lnTo>
                    <a:pt x="9315062" y="6858000"/>
                  </a:lnTo>
                  <a:lnTo>
                    <a:pt x="8712780" y="6858000"/>
                  </a:lnTo>
                  <a:lnTo>
                    <a:pt x="8752852" y="6786092"/>
                  </a:lnTo>
                  <a:cubicBezTo>
                    <a:pt x="8924836" y="6476801"/>
                    <a:pt x="9040774" y="6272774"/>
                    <a:pt x="9165949" y="6254507"/>
                  </a:cubicBezTo>
                  <a:cubicBezTo>
                    <a:pt x="9176167" y="6253017"/>
                    <a:pt x="9186447" y="6252763"/>
                    <a:pt x="9196825" y="6253791"/>
                  </a:cubicBezTo>
                  <a:close/>
                  <a:moveTo>
                    <a:pt x="6322661" y="860036"/>
                  </a:moveTo>
                  <a:cubicBezTo>
                    <a:pt x="6359190" y="857387"/>
                    <a:pt x="6388114" y="876530"/>
                    <a:pt x="6406295" y="923793"/>
                  </a:cubicBezTo>
                  <a:cubicBezTo>
                    <a:pt x="6454783" y="1049825"/>
                    <a:pt x="6420842" y="1229178"/>
                    <a:pt x="6343263" y="1578190"/>
                  </a:cubicBezTo>
                  <a:cubicBezTo>
                    <a:pt x="5856638" y="3709453"/>
                    <a:pt x="3958041" y="5234882"/>
                    <a:pt x="3612233" y="6735009"/>
                  </a:cubicBezTo>
                  <a:lnTo>
                    <a:pt x="3592717" y="6858000"/>
                  </a:lnTo>
                  <a:lnTo>
                    <a:pt x="0" y="6858000"/>
                  </a:lnTo>
                  <a:lnTo>
                    <a:pt x="0" y="6632489"/>
                  </a:lnTo>
                  <a:lnTo>
                    <a:pt x="339610" y="6322172"/>
                  </a:lnTo>
                  <a:cubicBezTo>
                    <a:pt x="2196386" y="4691797"/>
                    <a:pt x="4577580" y="3447091"/>
                    <a:pt x="5674132" y="1607274"/>
                  </a:cubicBezTo>
                  <a:cubicBezTo>
                    <a:pt x="5863234" y="1292194"/>
                    <a:pt x="6164370" y="871513"/>
                    <a:pt x="6322661" y="860036"/>
                  </a:cubicBezTo>
                  <a:close/>
                  <a:moveTo>
                    <a:pt x="11650950" y="0"/>
                  </a:moveTo>
                  <a:lnTo>
                    <a:pt x="12202751" y="0"/>
                  </a:lnTo>
                  <a:lnTo>
                    <a:pt x="12202751" y="4442690"/>
                  </a:lnTo>
                  <a:lnTo>
                    <a:pt x="12090669" y="4422014"/>
                  </a:lnTo>
                  <a:cubicBezTo>
                    <a:pt x="11211465" y="4223417"/>
                    <a:pt x="10568413" y="3552240"/>
                    <a:pt x="10571396" y="2213198"/>
                  </a:cubicBezTo>
                  <a:cubicBezTo>
                    <a:pt x="10572439" y="1498198"/>
                    <a:pt x="10939503" y="807920"/>
                    <a:pt x="11525799" y="135882"/>
                  </a:cubicBezTo>
                  <a:close/>
                  <a:moveTo>
                    <a:pt x="0" y="0"/>
                  </a:moveTo>
                  <a:lnTo>
                    <a:pt x="2054194" y="0"/>
                  </a:lnTo>
                  <a:lnTo>
                    <a:pt x="1941123" y="75811"/>
                  </a:lnTo>
                  <a:cubicBezTo>
                    <a:pt x="1355823" y="476321"/>
                    <a:pt x="767225" y="928929"/>
                    <a:pt x="206525" y="1437904"/>
                  </a:cubicBezTo>
                  <a:lnTo>
                    <a:pt x="0" y="1632346"/>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ctr">
              <a:noAutofit/>
            </a:bodyPr>
            <a:lstStyle/>
            <a:p>
              <a:pPr algn="ctr">
                <a:lnSpc>
                  <a:spcPct val="90000"/>
                </a:lnSpc>
                <a:spcBef>
                  <a:spcPts val="200"/>
                </a:spcBef>
                <a:spcAft>
                  <a:spcPts val="200"/>
                </a:spcAft>
              </a:pPr>
              <a:r>
                <a:rPr lang="en-GB" sz="1600"/>
                <a:t> </a:t>
              </a:r>
              <a:endParaRPr lang="en-GB" sz="1600" dirty="0"/>
            </a:p>
          </p:txBody>
        </p:sp>
      </p:grpSp>
      <p:sp>
        <p:nvSpPr>
          <p:cNvPr id="7" name="Tijdelijke aanduiding voor tekst 3">
            <a:extLst>
              <a:ext uri="{FF2B5EF4-FFF2-40B4-BE49-F238E27FC236}">
                <a16:creationId xmlns:a16="http://schemas.microsoft.com/office/drawing/2014/main" id="{80D4DB86-2992-F491-DE66-9AF86B0B7935}"/>
              </a:ext>
            </a:extLst>
          </p:cNvPr>
          <p:cNvSpPr txBox="1">
            <a:spLocks noGrp="1" noRot="1" noMove="1" noResize="1" noEditPoints="1" noAdjustHandles="1" noChangeArrowheads="1" noChangeShapeType="1"/>
          </p:cNvSpPr>
          <p:nvPr/>
        </p:nvSpPr>
        <p:spPr>
          <a:xfrm>
            <a:off x="5452533" y="2697634"/>
            <a:ext cx="5288703" cy="666849"/>
          </a:xfrm>
          <a:prstGeom prst="rect">
            <a:avLst/>
          </a:prstGeom>
        </p:spPr>
        <p:txBody>
          <a:bodyPr wrap="square" lIns="0" tIns="0" rIns="0" bIns="0" anchor="b" anchorCtr="0">
            <a:spAutoFit/>
          </a:bodyPr>
          <a:lstStyle>
            <a:lvl1pPr marL="0" indent="0" algn="l" defTabSz="914400" rtl="0" eaLnBrk="1" latinLnBrk="0" hangingPunct="1">
              <a:lnSpc>
                <a:spcPts val="5200"/>
              </a:lnSpc>
              <a:spcBef>
                <a:spcPts val="0"/>
              </a:spcBef>
              <a:spcAft>
                <a:spcPts val="0"/>
              </a:spcAft>
              <a:buClr>
                <a:schemeClr val="accent1"/>
              </a:buClr>
              <a:buSzPct val="120000"/>
              <a:buFont typeface="Arial" panose="020B0604020202020204" pitchFamily="34" charset="0"/>
              <a:buNone/>
              <a:defRPr sz="4800" b="1" i="0" kern="1200">
                <a:solidFill>
                  <a:schemeClr val="bg1"/>
                </a:solidFill>
                <a:latin typeface="+mj-lt"/>
                <a:ea typeface="+mn-ea"/>
                <a:cs typeface="+mn-cs"/>
              </a:defRPr>
            </a:lvl1pPr>
            <a:lvl2pPr marL="0" indent="0" algn="r" defTabSz="914400" rtl="0" eaLnBrk="1" latinLnBrk="0" hangingPunct="1">
              <a:lnSpc>
                <a:spcPct val="90000"/>
              </a:lnSpc>
              <a:spcBef>
                <a:spcPts val="600"/>
              </a:spcBef>
              <a:spcAft>
                <a:spcPts val="600"/>
              </a:spcAft>
              <a:buClr>
                <a:schemeClr val="accent1"/>
              </a:buClr>
              <a:buSzPct val="120000"/>
              <a:buFont typeface="Arial" panose="020B0604020202020204" pitchFamily="34" charset="0"/>
              <a:buNone/>
              <a:tabLst>
                <a:tab pos="712788" algn="l"/>
              </a:tabLst>
              <a:defRPr sz="4400" b="1" i="0" kern="1200">
                <a:solidFill>
                  <a:schemeClr val="bg1"/>
                </a:solidFill>
                <a:latin typeface="+mj-lt"/>
                <a:ea typeface="+mn-ea"/>
                <a:cs typeface="+mn-cs"/>
              </a:defRPr>
            </a:lvl2pPr>
            <a:lvl3pPr marL="0" indent="0" algn="r" defTabSz="914400" rtl="0" eaLnBrk="1" latinLnBrk="0" hangingPunct="1">
              <a:lnSpc>
                <a:spcPct val="90000"/>
              </a:lnSpc>
              <a:spcBef>
                <a:spcPts val="600"/>
              </a:spcBef>
              <a:spcAft>
                <a:spcPts val="600"/>
              </a:spcAft>
              <a:buClr>
                <a:schemeClr val="accent3"/>
              </a:buClr>
              <a:buFont typeface="Arial" panose="020B0604020202020204" pitchFamily="34" charset="0"/>
              <a:buNone/>
              <a:defRPr sz="4400" b="1" i="0" kern="1200">
                <a:solidFill>
                  <a:schemeClr val="bg1"/>
                </a:solidFill>
                <a:latin typeface="+mj-lt"/>
                <a:ea typeface="+mn-ea"/>
                <a:cs typeface="+mn-cs"/>
              </a:defRPr>
            </a:lvl3pPr>
            <a:lvl4pPr marL="0" indent="0" algn="r" defTabSz="914400" rtl="0" eaLnBrk="1" latinLnBrk="0" hangingPunct="1">
              <a:lnSpc>
                <a:spcPct val="90000"/>
              </a:lnSpc>
              <a:spcBef>
                <a:spcPts val="600"/>
              </a:spcBef>
              <a:spcAft>
                <a:spcPts val="600"/>
              </a:spcAft>
              <a:buFont typeface="Arial" panose="020B0604020202020204" pitchFamily="34" charset="0"/>
              <a:buNone/>
              <a:defRPr sz="4400" b="1" i="0" kern="1200">
                <a:solidFill>
                  <a:schemeClr val="bg1"/>
                </a:solidFill>
                <a:latin typeface="+mj-lt"/>
                <a:ea typeface="+mn-ea"/>
                <a:cs typeface="+mn-cs"/>
              </a:defRPr>
            </a:lvl4pPr>
            <a:lvl5pPr marL="0" indent="0" algn="r" defTabSz="914400" rtl="0" eaLnBrk="1" latinLnBrk="0" hangingPunct="1">
              <a:lnSpc>
                <a:spcPct val="90000"/>
              </a:lnSpc>
              <a:spcBef>
                <a:spcPts val="600"/>
              </a:spcBef>
              <a:spcAft>
                <a:spcPts val="600"/>
              </a:spcAft>
              <a:buFont typeface="Arial" panose="020B0604020202020204" pitchFamily="34" charset="0"/>
              <a:buNone/>
              <a:defRPr sz="4400" b="1" i="0" kern="1200">
                <a:solidFill>
                  <a:schemeClr val="bg1"/>
                </a:solidFill>
                <a:latin typeface="+mj-lt"/>
                <a:ea typeface="+mn-ea"/>
                <a:cs typeface="+mn-cs"/>
              </a:defRPr>
            </a:lvl5pPr>
            <a:lvl6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defRPr sz="4400" b="1" i="0" kern="1200" cap="none" baseline="0">
                <a:solidFill>
                  <a:schemeClr val="bg1"/>
                </a:solidFill>
                <a:latin typeface="+mj-lt"/>
                <a:ea typeface="+mn-ea"/>
                <a:cs typeface="+mn-cs"/>
              </a:defRPr>
            </a:lvl6pPr>
            <a:lvl7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tabLst/>
              <a:defRPr sz="4400" b="1" i="0" kern="1200">
                <a:solidFill>
                  <a:schemeClr val="bg1"/>
                </a:solidFill>
                <a:latin typeface="+mj-lt"/>
                <a:ea typeface="+mn-ea"/>
                <a:cs typeface="+mn-cs"/>
              </a:defRPr>
            </a:lvl7pPr>
            <a:lvl8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defRPr sz="4400" b="1" i="0" kern="1200">
                <a:solidFill>
                  <a:schemeClr val="bg1"/>
                </a:solidFill>
                <a:latin typeface="+mj-lt"/>
                <a:ea typeface="+mn-ea"/>
                <a:cs typeface="+mn-cs"/>
              </a:defRPr>
            </a:lvl8pPr>
            <a:lvl9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defRPr sz="4400" b="1" i="0" kern="1200">
                <a:solidFill>
                  <a:schemeClr val="bg1"/>
                </a:solidFill>
                <a:latin typeface="+mj-lt"/>
                <a:ea typeface="+mn-ea"/>
                <a:cs typeface="+mn-cs"/>
              </a:defRPr>
            </a:lvl9pPr>
          </a:lstStyle>
          <a:p>
            <a:r>
              <a:rPr lang="en-GB" dirty="0"/>
              <a:t>Results</a:t>
            </a:r>
          </a:p>
        </p:txBody>
      </p:sp>
      <p:sp>
        <p:nvSpPr>
          <p:cNvPr id="10" name="Tijdelijke aanduiding voor tekst 5">
            <a:extLst>
              <a:ext uri="{FF2B5EF4-FFF2-40B4-BE49-F238E27FC236}">
                <a16:creationId xmlns:a16="http://schemas.microsoft.com/office/drawing/2014/main" id="{D5F16DBA-8655-CF0A-8BAC-50EAA8514BEF}"/>
              </a:ext>
            </a:extLst>
          </p:cNvPr>
          <p:cNvSpPr txBox="1">
            <a:spLocks noGrp="1" noRot="1" noMove="1" noResize="1" noEditPoints="1" noAdjustHandles="1" noChangeArrowheads="1" noChangeShapeType="1"/>
          </p:cNvSpPr>
          <p:nvPr/>
        </p:nvSpPr>
        <p:spPr>
          <a:xfrm>
            <a:off x="1945226" y="1980190"/>
            <a:ext cx="1553631" cy="1421928"/>
          </a:xfrm>
          <a:prstGeom prst="rect">
            <a:avLst/>
          </a:prstGeom>
        </p:spPr>
        <p:txBody>
          <a:bodyPr wrap="none" anchor="ctr" anchorCtr="0">
            <a:spAutoFit/>
          </a:bodyPr>
          <a:lstStyle>
            <a:lvl1pPr marL="0" indent="0" algn="ctr" defTabSz="914400" rtl="0" eaLnBrk="1" latinLnBrk="0" hangingPunct="1">
              <a:lnSpc>
                <a:spcPct val="90000"/>
              </a:lnSpc>
              <a:spcBef>
                <a:spcPts val="600"/>
              </a:spcBef>
              <a:spcAft>
                <a:spcPts val="600"/>
              </a:spcAft>
              <a:buClr>
                <a:schemeClr val="accent1"/>
              </a:buClr>
              <a:buSzPct val="120000"/>
              <a:buFont typeface="Arial" panose="020B0604020202020204" pitchFamily="34" charset="0"/>
              <a:buNone/>
              <a:defRPr sz="9600" b="0" i="0" kern="1200" cap="all" baseline="0">
                <a:solidFill>
                  <a:schemeClr val="bg1"/>
                </a:solidFill>
                <a:latin typeface="+mn-lt"/>
                <a:ea typeface="+mn-ea"/>
                <a:cs typeface="+mn-cs"/>
              </a:defRPr>
            </a:lvl1pPr>
            <a:lvl2pPr marL="0" indent="0" algn="r" defTabSz="914400" rtl="0" eaLnBrk="1" latinLnBrk="0" hangingPunct="1">
              <a:lnSpc>
                <a:spcPct val="90000"/>
              </a:lnSpc>
              <a:spcBef>
                <a:spcPts val="600"/>
              </a:spcBef>
              <a:spcAft>
                <a:spcPts val="600"/>
              </a:spcAft>
              <a:buClr>
                <a:schemeClr val="accent1"/>
              </a:buClr>
              <a:buSzPct val="120000"/>
              <a:buFont typeface="Arial" panose="020B0604020202020204" pitchFamily="34" charset="0"/>
              <a:buNone/>
              <a:tabLst>
                <a:tab pos="712788" algn="l"/>
              </a:tabLst>
              <a:defRPr sz="2400" b="0" i="0" kern="1200">
                <a:solidFill>
                  <a:schemeClr val="bg1"/>
                </a:solidFill>
                <a:latin typeface="+mn-lt"/>
                <a:ea typeface="+mn-ea"/>
                <a:cs typeface="+mn-cs"/>
              </a:defRPr>
            </a:lvl2pPr>
            <a:lvl3pPr marL="0" indent="0" algn="r" defTabSz="914400" rtl="0" eaLnBrk="1" latinLnBrk="0" hangingPunct="1">
              <a:lnSpc>
                <a:spcPct val="90000"/>
              </a:lnSpc>
              <a:spcBef>
                <a:spcPts val="600"/>
              </a:spcBef>
              <a:spcAft>
                <a:spcPts val="600"/>
              </a:spcAft>
              <a:buClr>
                <a:schemeClr val="accent3"/>
              </a:buClr>
              <a:buFont typeface="Arial" panose="020B0604020202020204" pitchFamily="34" charset="0"/>
              <a:buNone/>
              <a:defRPr sz="2400" b="0" i="0" kern="1200">
                <a:solidFill>
                  <a:schemeClr val="bg1"/>
                </a:solidFill>
                <a:latin typeface="+mn-lt"/>
                <a:ea typeface="+mn-ea"/>
                <a:cs typeface="+mn-cs"/>
              </a:defRPr>
            </a:lvl3pPr>
            <a:lvl4pPr marL="0" indent="0" algn="r" defTabSz="914400" rtl="0" eaLnBrk="1" latinLnBrk="0" hangingPunct="1">
              <a:lnSpc>
                <a:spcPct val="90000"/>
              </a:lnSpc>
              <a:spcBef>
                <a:spcPts val="600"/>
              </a:spcBef>
              <a:spcAft>
                <a:spcPts val="600"/>
              </a:spcAft>
              <a:buFont typeface="Arial" panose="020B0604020202020204" pitchFamily="34" charset="0"/>
              <a:buNone/>
              <a:defRPr sz="2400" b="0" i="0" kern="1200">
                <a:solidFill>
                  <a:schemeClr val="bg1"/>
                </a:solidFill>
                <a:latin typeface="+mn-lt"/>
                <a:ea typeface="+mn-ea"/>
                <a:cs typeface="+mn-cs"/>
              </a:defRPr>
            </a:lvl4pPr>
            <a:lvl5pPr marL="0" indent="0" algn="r" defTabSz="914400" rtl="0" eaLnBrk="1" latinLnBrk="0" hangingPunct="1">
              <a:lnSpc>
                <a:spcPct val="90000"/>
              </a:lnSpc>
              <a:spcBef>
                <a:spcPts val="600"/>
              </a:spcBef>
              <a:spcAft>
                <a:spcPts val="600"/>
              </a:spcAft>
              <a:buFont typeface="Arial" panose="020B0604020202020204" pitchFamily="34" charset="0"/>
              <a:buNone/>
              <a:defRPr sz="2400" b="0" i="0" kern="1200">
                <a:solidFill>
                  <a:schemeClr val="bg1"/>
                </a:solidFill>
                <a:latin typeface="+mn-lt"/>
                <a:ea typeface="+mn-ea"/>
                <a:cs typeface="+mn-cs"/>
              </a:defRPr>
            </a:lvl5pPr>
            <a:lvl6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defRPr sz="2400" b="0" i="0" kern="1200" cap="none" baseline="0">
                <a:solidFill>
                  <a:schemeClr val="bg1"/>
                </a:solidFill>
                <a:latin typeface="+mn-lt"/>
                <a:ea typeface="+mn-ea"/>
                <a:cs typeface="+mn-cs"/>
              </a:defRPr>
            </a:lvl6pPr>
            <a:lvl7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tabLst/>
              <a:defRPr sz="2400" b="0" i="0" kern="1200">
                <a:solidFill>
                  <a:schemeClr val="bg1"/>
                </a:solidFill>
                <a:latin typeface="+mn-lt"/>
                <a:ea typeface="+mn-ea"/>
                <a:cs typeface="+mn-cs"/>
              </a:defRPr>
            </a:lvl7pPr>
            <a:lvl8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defRPr sz="2400" b="0" i="0" kern="1200">
                <a:solidFill>
                  <a:schemeClr val="bg1"/>
                </a:solidFill>
                <a:latin typeface="+mn-lt"/>
                <a:ea typeface="+mn-ea"/>
                <a:cs typeface="+mn-cs"/>
              </a:defRPr>
            </a:lvl8pPr>
            <a:lvl9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defRPr sz="2400" b="0" i="0" kern="1200">
                <a:solidFill>
                  <a:schemeClr val="bg1"/>
                </a:solidFill>
                <a:latin typeface="+mn-lt"/>
                <a:ea typeface="+mn-ea"/>
                <a:cs typeface="+mn-cs"/>
              </a:defRPr>
            </a:lvl9pPr>
          </a:lstStyle>
          <a:p>
            <a:r>
              <a:rPr lang="en-GB" dirty="0"/>
              <a:t>04</a:t>
            </a:r>
          </a:p>
        </p:txBody>
      </p:sp>
      <p:sp>
        <p:nvSpPr>
          <p:cNvPr id="8" name="Rectangle: Rounded Corners 7">
            <a:extLst>
              <a:ext uri="{FF2B5EF4-FFF2-40B4-BE49-F238E27FC236}">
                <a16:creationId xmlns:a16="http://schemas.microsoft.com/office/drawing/2014/main" id="{CEF6A974-5A80-CEED-1DE3-3291DA3781B6}"/>
              </a:ext>
            </a:extLst>
          </p:cNvPr>
          <p:cNvSpPr/>
          <p:nvPr/>
        </p:nvSpPr>
        <p:spPr>
          <a:xfrm>
            <a:off x="5657147" y="416687"/>
            <a:ext cx="1034144" cy="84898"/>
          </a:xfrm>
          <a:prstGeom prst="roundRect">
            <a:avLst>
              <a:gd name="adj" fmla="val 50000"/>
            </a:avLst>
          </a:prstGeom>
          <a:solidFill>
            <a:srgbClr val="00A6D6"/>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LID4096" sz="1600" dirty="0" err="1">
              <a:solidFill>
                <a:srgbClr val="00A6D6"/>
              </a:solidFill>
            </a:endParaRPr>
          </a:p>
        </p:txBody>
      </p:sp>
    </p:spTree>
    <p:extLst>
      <p:ext uri="{BB962C8B-B14F-4D97-AF65-F5344CB8AC3E}">
        <p14:creationId xmlns:p14="http://schemas.microsoft.com/office/powerpoint/2010/main" val="3576036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grpId="0" nodeType="withEffect">
                                  <p:stCondLst>
                                    <p:cond delay="0"/>
                                  </p:stCondLst>
                                  <p:childTnLst>
                                    <p:animMotion origin="layout" path="M -2.08333E-7 1.85185E-6 L 0.07214 1.85185E-6 " pathEditMode="relative" rAng="0" ptsTypes="AA">
                                      <p:cBhvr>
                                        <p:cTn id="6" dur="2000" fill="hold"/>
                                        <p:tgtEl>
                                          <p:spTgt spid="8"/>
                                        </p:tgtEl>
                                        <p:attrNameLst>
                                          <p:attrName>ppt_x</p:attrName>
                                          <p:attrName>ppt_y</p:attrName>
                                        </p:attrNameLst>
                                      </p:cBhvr>
                                      <p:rCtr x="3607"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jdelijke aanduiding voor datum 4">
            <a:extLst>
              <a:ext uri="{FF2B5EF4-FFF2-40B4-BE49-F238E27FC236}">
                <a16:creationId xmlns:a16="http://schemas.microsoft.com/office/drawing/2014/main" id="{B994BAD7-1490-F4D5-9092-3EB7111B7DF7}"/>
              </a:ext>
            </a:extLst>
          </p:cNvPr>
          <p:cNvSpPr>
            <a:spLocks noGrp="1"/>
          </p:cNvSpPr>
          <p:nvPr>
            <p:ph type="dt" sz="half" idx="18"/>
          </p:nvPr>
        </p:nvSpPr>
        <p:spPr>
          <a:xfrm>
            <a:off x="10146569" y="6405669"/>
            <a:ext cx="766235" cy="184666"/>
          </a:xfrm>
        </p:spPr>
        <p:txBody>
          <a:bodyPr/>
          <a:lstStyle/>
          <a:p>
            <a:r>
              <a:rPr lang="LID4096"/>
              <a:t>08/30/2024</a:t>
            </a:r>
            <a:endParaRPr lang="en-GB" dirty="0"/>
          </a:p>
        </p:txBody>
      </p:sp>
      <p:sp>
        <p:nvSpPr>
          <p:cNvPr id="16" name="Tijdelijke aanduiding voor dianummer 15">
            <a:extLst>
              <a:ext uri="{FF2B5EF4-FFF2-40B4-BE49-F238E27FC236}">
                <a16:creationId xmlns:a16="http://schemas.microsoft.com/office/drawing/2014/main" id="{BBB35617-5649-3A69-5ACC-A5828B3F289A}"/>
              </a:ext>
            </a:extLst>
          </p:cNvPr>
          <p:cNvSpPr>
            <a:spLocks noGrp="1"/>
          </p:cNvSpPr>
          <p:nvPr>
            <p:ph type="sldNum" sz="quarter" idx="20"/>
          </p:nvPr>
        </p:nvSpPr>
        <p:spPr>
          <a:xfrm>
            <a:off x="11178464" y="6405669"/>
            <a:ext cx="291298" cy="184666"/>
          </a:xfrm>
        </p:spPr>
        <p:txBody>
          <a:bodyPr/>
          <a:lstStyle/>
          <a:p>
            <a:fld id="{9E843DB9-9987-4157-AB9C-CEA8D7D910BB}" type="slidenum">
              <a:rPr lang="en-GB" smtClean="0"/>
              <a:pPr/>
              <a:t>28</a:t>
            </a:fld>
            <a:endParaRPr lang="en-GB" dirty="0"/>
          </a:p>
        </p:txBody>
      </p:sp>
      <p:sp>
        <p:nvSpPr>
          <p:cNvPr id="8" name="Tijdelijke aanduiding voor tekst 7">
            <a:extLst>
              <a:ext uri="{FF2B5EF4-FFF2-40B4-BE49-F238E27FC236}">
                <a16:creationId xmlns:a16="http://schemas.microsoft.com/office/drawing/2014/main" id="{73C0F465-AC54-5AF4-B9C9-64F21371EF32}"/>
              </a:ext>
            </a:extLst>
          </p:cNvPr>
          <p:cNvSpPr>
            <a:spLocks noGrp="1"/>
          </p:cNvSpPr>
          <p:nvPr>
            <p:ph type="body" sz="quarter" idx="21"/>
          </p:nvPr>
        </p:nvSpPr>
        <p:spPr>
          <a:xfrm>
            <a:off x="719139" y="1565274"/>
            <a:ext cx="10752136" cy="4347011"/>
          </a:xfrm>
        </p:spPr>
        <p:txBody>
          <a:bodyPr/>
          <a:lstStyle/>
          <a:p>
            <a:pPr lvl="2">
              <a:buClr>
                <a:srgbClr val="00A6D6"/>
              </a:buClr>
            </a:pPr>
            <a:r>
              <a:rPr lang="en-GB" dirty="0">
                <a:solidFill>
                  <a:schemeClr val="tx1"/>
                </a:solidFill>
              </a:rPr>
              <a:t>After flying 100 times… how did the agents do? How do they compare to one another?</a:t>
            </a:r>
          </a:p>
          <a:p>
            <a:pPr lvl="2">
              <a:buClr>
                <a:srgbClr val="00A6D6"/>
              </a:buClr>
            </a:pPr>
            <a:endParaRPr lang="en-GB" b="1" dirty="0">
              <a:solidFill>
                <a:srgbClr val="0C2340"/>
              </a:solidFill>
            </a:endParaRPr>
          </a:p>
          <a:p>
            <a:pPr lvl="2"/>
            <a:endParaRPr lang="en-GB" dirty="0"/>
          </a:p>
          <a:p>
            <a:pPr lvl="2"/>
            <a:endParaRPr lang="en-GB" dirty="0"/>
          </a:p>
          <a:p>
            <a:pPr lvl="2">
              <a:buClr>
                <a:srgbClr val="00A6D6"/>
              </a:buClr>
            </a:pPr>
            <a:endParaRPr lang="en-GB" sz="2000" i="1" dirty="0">
              <a:solidFill>
                <a:schemeClr val="tx1"/>
              </a:solidFill>
            </a:endParaRPr>
          </a:p>
          <a:p>
            <a:pPr lvl="2">
              <a:buClr>
                <a:srgbClr val="00A6D6"/>
              </a:buClr>
            </a:pPr>
            <a:endParaRPr lang="en-GB" sz="2000" dirty="0">
              <a:solidFill>
                <a:schemeClr val="tx1"/>
              </a:solidFill>
            </a:endParaRPr>
          </a:p>
        </p:txBody>
      </p:sp>
      <p:sp>
        <p:nvSpPr>
          <p:cNvPr id="14" name="Titel 13">
            <a:extLst>
              <a:ext uri="{FF2B5EF4-FFF2-40B4-BE49-F238E27FC236}">
                <a16:creationId xmlns:a16="http://schemas.microsoft.com/office/drawing/2014/main" id="{4E840CAD-8869-66D6-F142-07912B6A4DF2}"/>
              </a:ext>
            </a:extLst>
          </p:cNvPr>
          <p:cNvSpPr>
            <a:spLocks noGrp="1"/>
          </p:cNvSpPr>
          <p:nvPr>
            <p:ph type="title"/>
          </p:nvPr>
        </p:nvSpPr>
        <p:spPr>
          <a:xfrm>
            <a:off x="718666" y="722454"/>
            <a:ext cx="10752610" cy="323409"/>
          </a:xfrm>
        </p:spPr>
        <p:txBody>
          <a:bodyPr/>
          <a:lstStyle/>
          <a:p>
            <a:r>
              <a:rPr lang="en-GB"/>
              <a:t>Results</a:t>
            </a:r>
            <a:endParaRPr lang="en-GB" dirty="0"/>
          </a:p>
        </p:txBody>
      </p:sp>
      <p:sp>
        <p:nvSpPr>
          <p:cNvPr id="2" name="Rectangle: Rounded Corners 1">
            <a:extLst>
              <a:ext uri="{FF2B5EF4-FFF2-40B4-BE49-F238E27FC236}">
                <a16:creationId xmlns:a16="http://schemas.microsoft.com/office/drawing/2014/main" id="{DD91EBE9-3515-87A9-EF4E-177EBC29D780}"/>
              </a:ext>
            </a:extLst>
          </p:cNvPr>
          <p:cNvSpPr/>
          <p:nvPr/>
        </p:nvSpPr>
        <p:spPr>
          <a:xfrm>
            <a:off x="6531633" y="416687"/>
            <a:ext cx="1034144" cy="84898"/>
          </a:xfrm>
          <a:prstGeom prst="roundRect">
            <a:avLst>
              <a:gd name="adj" fmla="val 50000"/>
            </a:avLst>
          </a:prstGeom>
          <a:solidFill>
            <a:srgbClr val="00A6D6"/>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LID4096" sz="1600" dirty="0" err="1">
              <a:solidFill>
                <a:srgbClr val="00A6D6"/>
              </a:solidFill>
            </a:endParaRPr>
          </a:p>
        </p:txBody>
      </p:sp>
    </p:spTree>
    <p:extLst>
      <p:ext uri="{BB962C8B-B14F-4D97-AF65-F5344CB8AC3E}">
        <p14:creationId xmlns:p14="http://schemas.microsoft.com/office/powerpoint/2010/main" val="39778238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5D07DDE-B0C8-58ED-41AF-6212A1210170}"/>
              </a:ext>
            </a:extLst>
          </p:cNvPr>
          <p:cNvSpPr>
            <a:spLocks noGrp="1"/>
          </p:cNvSpPr>
          <p:nvPr>
            <p:ph type="dt" sz="half" idx="18"/>
          </p:nvPr>
        </p:nvSpPr>
        <p:spPr/>
        <p:txBody>
          <a:bodyPr/>
          <a:lstStyle/>
          <a:p>
            <a:r>
              <a:rPr lang="LID4096"/>
              <a:t>08/30/2024</a:t>
            </a:r>
            <a:endParaRPr lang="en-GB" dirty="0"/>
          </a:p>
        </p:txBody>
      </p:sp>
      <p:sp>
        <p:nvSpPr>
          <p:cNvPr id="3" name="Slide Number Placeholder 2">
            <a:extLst>
              <a:ext uri="{FF2B5EF4-FFF2-40B4-BE49-F238E27FC236}">
                <a16:creationId xmlns:a16="http://schemas.microsoft.com/office/drawing/2014/main" id="{607E7C03-62BA-E31B-4769-F866F9419E11}"/>
              </a:ext>
            </a:extLst>
          </p:cNvPr>
          <p:cNvSpPr>
            <a:spLocks noGrp="1"/>
          </p:cNvSpPr>
          <p:nvPr>
            <p:ph type="sldNum" sz="quarter" idx="20"/>
          </p:nvPr>
        </p:nvSpPr>
        <p:spPr/>
        <p:txBody>
          <a:bodyPr/>
          <a:lstStyle/>
          <a:p>
            <a:fld id="{9E843DB9-9987-4157-AB9C-CEA8D7D910BB}" type="slidenum">
              <a:rPr lang="en-GB" smtClean="0"/>
              <a:pPr/>
              <a:t>29</a:t>
            </a:fld>
            <a:endParaRPr lang="en-GB" dirty="0"/>
          </a:p>
        </p:txBody>
      </p:sp>
      <p:sp>
        <p:nvSpPr>
          <p:cNvPr id="4" name="Title 3">
            <a:extLst>
              <a:ext uri="{FF2B5EF4-FFF2-40B4-BE49-F238E27FC236}">
                <a16:creationId xmlns:a16="http://schemas.microsoft.com/office/drawing/2014/main" id="{0CDC0F11-59DF-E8C4-B1F6-E4EA8678941F}"/>
              </a:ext>
            </a:extLst>
          </p:cNvPr>
          <p:cNvSpPr>
            <a:spLocks noGrp="1"/>
          </p:cNvSpPr>
          <p:nvPr>
            <p:ph type="title"/>
          </p:nvPr>
        </p:nvSpPr>
        <p:spPr/>
        <p:txBody>
          <a:bodyPr/>
          <a:lstStyle/>
          <a:p>
            <a:r>
              <a:rPr lang="en-US" dirty="0"/>
              <a:t>No fault</a:t>
            </a:r>
            <a:endParaRPr lang="LID4096" dirty="0"/>
          </a:p>
        </p:txBody>
      </p:sp>
      <p:sp>
        <p:nvSpPr>
          <p:cNvPr id="7" name="Text Placeholder 6">
            <a:extLst>
              <a:ext uri="{FF2B5EF4-FFF2-40B4-BE49-F238E27FC236}">
                <a16:creationId xmlns:a16="http://schemas.microsoft.com/office/drawing/2014/main" id="{9C54ADE7-5646-CCC6-4EAB-278543FB2EBE}"/>
              </a:ext>
            </a:extLst>
          </p:cNvPr>
          <p:cNvSpPr>
            <a:spLocks noGrp="1"/>
          </p:cNvSpPr>
          <p:nvPr>
            <p:ph type="body" sz="quarter" idx="24"/>
          </p:nvPr>
        </p:nvSpPr>
        <p:spPr/>
        <p:txBody>
          <a:bodyPr/>
          <a:lstStyle/>
          <a:p>
            <a:r>
              <a:rPr lang="en-US" b="1" dirty="0">
                <a:solidFill>
                  <a:srgbClr val="0071BB"/>
                </a:solidFill>
              </a:rPr>
              <a:t>IDHP</a:t>
            </a:r>
            <a:endParaRPr lang="LID4096" dirty="0"/>
          </a:p>
        </p:txBody>
      </p:sp>
      <mc:AlternateContent xmlns:mc="http://schemas.openxmlformats.org/markup-compatibility/2006" xmlns:a14="http://schemas.microsoft.com/office/drawing/2010/main">
        <mc:Choice Requires="a14">
          <p:sp>
            <p:nvSpPr>
              <p:cNvPr id="8" name="Text Placeholder 7">
                <a:extLst>
                  <a:ext uri="{FF2B5EF4-FFF2-40B4-BE49-F238E27FC236}">
                    <a16:creationId xmlns:a16="http://schemas.microsoft.com/office/drawing/2014/main" id="{18838E78-974D-707F-31CF-BF3B9A9154EF}"/>
                  </a:ext>
                </a:extLst>
              </p:cNvPr>
              <p:cNvSpPr>
                <a:spLocks noGrp="1"/>
              </p:cNvSpPr>
              <p:nvPr>
                <p:ph type="body" sz="quarter" idx="25"/>
              </p:nvPr>
            </p:nvSpPr>
            <p:spPr/>
            <p:txBody>
              <a:bodyPr/>
              <a:lstStyle/>
              <a:p>
                <a:r>
                  <a:rPr lang="en-US" b="1" dirty="0">
                    <a:solidFill>
                      <a:srgbClr val="F9AC2F"/>
                    </a:solidFill>
                  </a:rPr>
                  <a:t>IDHP(</a:t>
                </a:r>
                <a14:m>
                  <m:oMath xmlns:m="http://schemas.openxmlformats.org/officeDocument/2006/math">
                    <m:r>
                      <a:rPr lang="en-US" b="1" i="1" smtClean="0">
                        <a:solidFill>
                          <a:srgbClr val="F9AC2F"/>
                        </a:solidFill>
                        <a:latin typeface="Cambria Math" panose="02040503050406030204" pitchFamily="18" charset="0"/>
                      </a:rPr>
                      <m:t>𝝀</m:t>
                    </m:r>
                  </m:oMath>
                </a14:m>
                <a:r>
                  <a:rPr lang="en-US" b="1" dirty="0">
                    <a:solidFill>
                      <a:srgbClr val="F9AC2F"/>
                    </a:solidFill>
                  </a:rPr>
                  <a:t>)</a:t>
                </a:r>
                <a:endParaRPr lang="LID4096" b="1" dirty="0">
                  <a:solidFill>
                    <a:srgbClr val="F9AC2F"/>
                  </a:solidFill>
                </a:endParaRPr>
              </a:p>
              <a:p>
                <a:endParaRPr lang="LID4096" dirty="0"/>
              </a:p>
            </p:txBody>
          </p:sp>
        </mc:Choice>
        <mc:Fallback xmlns="">
          <p:sp>
            <p:nvSpPr>
              <p:cNvPr id="8" name="Text Placeholder 7">
                <a:extLst>
                  <a:ext uri="{FF2B5EF4-FFF2-40B4-BE49-F238E27FC236}">
                    <a16:creationId xmlns:a16="http://schemas.microsoft.com/office/drawing/2014/main" id="{18838E78-974D-707F-31CF-BF3B9A9154EF}"/>
                  </a:ext>
                </a:extLst>
              </p:cNvPr>
              <p:cNvSpPr>
                <a:spLocks noGrp="1" noRot="1" noChangeAspect="1" noMove="1" noResize="1" noEditPoints="1" noAdjustHandles="1" noChangeArrowheads="1" noChangeShapeType="1" noTextEdit="1"/>
              </p:cNvSpPr>
              <p:nvPr>
                <p:ph type="body" sz="quarter" idx="25"/>
              </p:nvPr>
            </p:nvSpPr>
            <p:spPr>
              <a:blipFill>
                <a:blip r:embed="rId3"/>
                <a:stretch>
                  <a:fillRect t="-44898" b="-71429"/>
                </a:stretch>
              </a:blipFill>
            </p:spPr>
            <p:txBody>
              <a:bodyPr/>
              <a:lstStyle/>
              <a:p>
                <a:r>
                  <a:rPr lang="LID4096">
                    <a:noFill/>
                  </a:rPr>
                  <a:t> </a:t>
                </a:r>
              </a:p>
            </p:txBody>
          </p:sp>
        </mc:Fallback>
      </mc:AlternateContent>
      <p:pic>
        <p:nvPicPr>
          <p:cNvPr id="10" name="Picture Placeholder 9" descr="A graph of a wave&#10;&#10;Description automatically generated with medium confidence">
            <a:extLst>
              <a:ext uri="{FF2B5EF4-FFF2-40B4-BE49-F238E27FC236}">
                <a16:creationId xmlns:a16="http://schemas.microsoft.com/office/drawing/2014/main" id="{EF8AAAC3-4DB3-0CF1-8EB2-1F3A799C99A5}"/>
              </a:ext>
            </a:extLst>
          </p:cNvPr>
          <p:cNvPicPr>
            <a:picLocks noGrp="1" noChangeAspect="1"/>
          </p:cNvPicPr>
          <p:nvPr>
            <p:ph type="pic" sz="quarter" idx="22"/>
          </p:nvPr>
        </p:nvPicPr>
        <p:blipFill>
          <a:blip r:embed="rId4">
            <a:extLst>
              <a:ext uri="{28A0092B-C50C-407E-A947-70E740481C1C}">
                <a14:useLocalDpi xmlns:a14="http://schemas.microsoft.com/office/drawing/2010/main" val="0"/>
              </a:ext>
            </a:extLst>
          </a:blip>
          <a:srcRect t="1856" b="1856"/>
          <a:stretch>
            <a:fillRect/>
          </a:stretch>
        </p:blipFill>
        <p:spPr/>
      </p:pic>
      <p:pic>
        <p:nvPicPr>
          <p:cNvPr id="14" name="Picture Placeholder 13" descr="A graph of a wave&#10;&#10;Description automatically generated with medium confidence">
            <a:extLst>
              <a:ext uri="{FF2B5EF4-FFF2-40B4-BE49-F238E27FC236}">
                <a16:creationId xmlns:a16="http://schemas.microsoft.com/office/drawing/2014/main" id="{ABFEFC38-E2D9-017C-1D47-85685FADB697}"/>
              </a:ext>
            </a:extLst>
          </p:cNvPr>
          <p:cNvPicPr>
            <a:picLocks noGrp="1" noChangeAspect="1"/>
          </p:cNvPicPr>
          <p:nvPr>
            <p:ph type="pic" sz="quarter" idx="23"/>
          </p:nvPr>
        </p:nvPicPr>
        <p:blipFill>
          <a:blip r:embed="rId5">
            <a:extLst>
              <a:ext uri="{28A0092B-C50C-407E-A947-70E740481C1C}">
                <a14:useLocalDpi xmlns:a14="http://schemas.microsoft.com/office/drawing/2010/main" val="0"/>
              </a:ext>
            </a:extLst>
          </a:blip>
          <a:srcRect t="2183" b="2183"/>
          <a:stretch>
            <a:fillRect/>
          </a:stretch>
        </p:blipFill>
        <p:spPr/>
      </p:pic>
      <p:sp>
        <p:nvSpPr>
          <p:cNvPr id="5" name="Rectangle: Rounded Corners 4">
            <a:extLst>
              <a:ext uri="{FF2B5EF4-FFF2-40B4-BE49-F238E27FC236}">
                <a16:creationId xmlns:a16="http://schemas.microsoft.com/office/drawing/2014/main" id="{759B0D1D-35F1-3C72-0BC5-0CEA0017F801}"/>
              </a:ext>
            </a:extLst>
          </p:cNvPr>
          <p:cNvSpPr/>
          <p:nvPr/>
        </p:nvSpPr>
        <p:spPr>
          <a:xfrm>
            <a:off x="6531633" y="416687"/>
            <a:ext cx="1034144" cy="84898"/>
          </a:xfrm>
          <a:prstGeom prst="roundRect">
            <a:avLst>
              <a:gd name="adj" fmla="val 50000"/>
            </a:avLst>
          </a:prstGeom>
          <a:solidFill>
            <a:srgbClr val="00A6D6"/>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LID4096" sz="1600" dirty="0" err="1">
              <a:solidFill>
                <a:srgbClr val="00A6D6"/>
              </a:solidFill>
            </a:endParaRPr>
          </a:p>
        </p:txBody>
      </p:sp>
    </p:spTree>
    <p:extLst>
      <p:ext uri="{BB962C8B-B14F-4D97-AF65-F5344CB8AC3E}">
        <p14:creationId xmlns:p14="http://schemas.microsoft.com/office/powerpoint/2010/main" val="28392324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5D07DDE-B0C8-58ED-41AF-6212A1210170}"/>
              </a:ext>
            </a:extLst>
          </p:cNvPr>
          <p:cNvSpPr>
            <a:spLocks noGrp="1"/>
          </p:cNvSpPr>
          <p:nvPr>
            <p:ph type="dt" sz="half" idx="18"/>
          </p:nvPr>
        </p:nvSpPr>
        <p:spPr/>
        <p:txBody>
          <a:bodyPr/>
          <a:lstStyle/>
          <a:p>
            <a:r>
              <a:rPr lang="LID4096"/>
              <a:t>08/30/2024</a:t>
            </a:r>
            <a:endParaRPr lang="en-GB" dirty="0"/>
          </a:p>
        </p:txBody>
      </p:sp>
      <p:sp>
        <p:nvSpPr>
          <p:cNvPr id="3" name="Slide Number Placeholder 2">
            <a:extLst>
              <a:ext uri="{FF2B5EF4-FFF2-40B4-BE49-F238E27FC236}">
                <a16:creationId xmlns:a16="http://schemas.microsoft.com/office/drawing/2014/main" id="{607E7C03-62BA-E31B-4769-F866F9419E11}"/>
              </a:ext>
            </a:extLst>
          </p:cNvPr>
          <p:cNvSpPr>
            <a:spLocks noGrp="1"/>
          </p:cNvSpPr>
          <p:nvPr>
            <p:ph type="sldNum" sz="quarter" idx="20"/>
          </p:nvPr>
        </p:nvSpPr>
        <p:spPr/>
        <p:txBody>
          <a:bodyPr/>
          <a:lstStyle/>
          <a:p>
            <a:fld id="{9E843DB9-9987-4157-AB9C-CEA8D7D910BB}" type="slidenum">
              <a:rPr lang="en-GB" smtClean="0"/>
              <a:pPr/>
              <a:t>30</a:t>
            </a:fld>
            <a:endParaRPr lang="en-GB" dirty="0"/>
          </a:p>
        </p:txBody>
      </p:sp>
      <p:sp>
        <p:nvSpPr>
          <p:cNvPr id="4" name="Title 3">
            <a:extLst>
              <a:ext uri="{FF2B5EF4-FFF2-40B4-BE49-F238E27FC236}">
                <a16:creationId xmlns:a16="http://schemas.microsoft.com/office/drawing/2014/main" id="{0CDC0F11-59DF-E8C4-B1F6-E4EA8678941F}"/>
              </a:ext>
            </a:extLst>
          </p:cNvPr>
          <p:cNvSpPr>
            <a:spLocks noGrp="1"/>
          </p:cNvSpPr>
          <p:nvPr>
            <p:ph type="title"/>
          </p:nvPr>
        </p:nvSpPr>
        <p:spPr/>
        <p:txBody>
          <a:bodyPr/>
          <a:lstStyle/>
          <a:p>
            <a:r>
              <a:rPr lang="en-US" dirty="0"/>
              <a:t>No fault</a:t>
            </a:r>
            <a:endParaRPr lang="LID4096" dirty="0"/>
          </a:p>
        </p:txBody>
      </p:sp>
      <p:sp>
        <p:nvSpPr>
          <p:cNvPr id="7" name="Text Placeholder 6">
            <a:extLst>
              <a:ext uri="{FF2B5EF4-FFF2-40B4-BE49-F238E27FC236}">
                <a16:creationId xmlns:a16="http://schemas.microsoft.com/office/drawing/2014/main" id="{9C54ADE7-5646-CCC6-4EAB-278543FB2EBE}"/>
              </a:ext>
            </a:extLst>
          </p:cNvPr>
          <p:cNvSpPr>
            <a:spLocks noGrp="1"/>
          </p:cNvSpPr>
          <p:nvPr>
            <p:ph type="body" sz="quarter" idx="24"/>
          </p:nvPr>
        </p:nvSpPr>
        <p:spPr/>
        <p:txBody>
          <a:bodyPr/>
          <a:lstStyle/>
          <a:p>
            <a:r>
              <a:rPr lang="en-US" b="1" dirty="0">
                <a:solidFill>
                  <a:srgbClr val="0071BB"/>
                </a:solidFill>
              </a:rPr>
              <a:t>IDHP</a:t>
            </a:r>
            <a:endParaRPr lang="LID4096" dirty="0"/>
          </a:p>
        </p:txBody>
      </p:sp>
      <p:sp>
        <p:nvSpPr>
          <p:cNvPr id="8" name="Text Placeholder 7">
            <a:extLst>
              <a:ext uri="{FF2B5EF4-FFF2-40B4-BE49-F238E27FC236}">
                <a16:creationId xmlns:a16="http://schemas.microsoft.com/office/drawing/2014/main" id="{18838E78-974D-707F-31CF-BF3B9A9154EF}"/>
              </a:ext>
            </a:extLst>
          </p:cNvPr>
          <p:cNvSpPr>
            <a:spLocks noGrp="1"/>
          </p:cNvSpPr>
          <p:nvPr>
            <p:ph type="body" sz="quarter" idx="25"/>
          </p:nvPr>
        </p:nvSpPr>
        <p:spPr/>
        <p:txBody>
          <a:bodyPr/>
          <a:lstStyle/>
          <a:p>
            <a:r>
              <a:rPr lang="en-US" sz="2400" b="1" dirty="0">
                <a:solidFill>
                  <a:srgbClr val="009A55"/>
                </a:solidFill>
                <a:latin typeface="Times New Roman" panose="02020603050405020304" pitchFamily="18" charset="0"/>
                <a:cs typeface="Times New Roman" panose="02020603050405020304" pitchFamily="18" charset="0"/>
              </a:rPr>
              <a:t>MIDHP</a:t>
            </a:r>
            <a:endParaRPr lang="LID4096" dirty="0"/>
          </a:p>
        </p:txBody>
      </p:sp>
      <p:pic>
        <p:nvPicPr>
          <p:cNvPr id="16" name="Picture Placeholder 15" descr="A graph of a wave&#10;&#10;Description automatically generated with medium confidence">
            <a:extLst>
              <a:ext uri="{FF2B5EF4-FFF2-40B4-BE49-F238E27FC236}">
                <a16:creationId xmlns:a16="http://schemas.microsoft.com/office/drawing/2014/main" id="{A68DA751-541C-6BCD-27F5-93E7D0E6CA49}"/>
              </a:ext>
            </a:extLst>
          </p:cNvPr>
          <p:cNvPicPr>
            <a:picLocks noGrp="1" noChangeAspect="1"/>
          </p:cNvPicPr>
          <p:nvPr>
            <p:ph type="pic" sz="quarter" idx="22"/>
          </p:nvPr>
        </p:nvPicPr>
        <p:blipFill>
          <a:blip r:embed="rId3">
            <a:extLst>
              <a:ext uri="{28A0092B-C50C-407E-A947-70E740481C1C}">
                <a14:useLocalDpi xmlns:a14="http://schemas.microsoft.com/office/drawing/2010/main" val="0"/>
              </a:ext>
            </a:extLst>
          </a:blip>
          <a:srcRect t="1856" b="1856"/>
          <a:stretch>
            <a:fillRect/>
          </a:stretch>
        </p:blipFill>
        <p:spPr/>
      </p:pic>
      <p:pic>
        <p:nvPicPr>
          <p:cNvPr id="20" name="Picture Placeholder 19" descr="A graph of a wave&#10;&#10;Description automatically generated with medium confidence">
            <a:extLst>
              <a:ext uri="{FF2B5EF4-FFF2-40B4-BE49-F238E27FC236}">
                <a16:creationId xmlns:a16="http://schemas.microsoft.com/office/drawing/2014/main" id="{2F77FB55-345B-5829-0566-411DB46917E9}"/>
              </a:ext>
            </a:extLst>
          </p:cNvPr>
          <p:cNvPicPr>
            <a:picLocks noGrp="1" noChangeAspect="1"/>
          </p:cNvPicPr>
          <p:nvPr>
            <p:ph type="pic" sz="quarter" idx="23"/>
          </p:nvPr>
        </p:nvPicPr>
        <p:blipFill>
          <a:blip r:embed="rId4">
            <a:extLst>
              <a:ext uri="{28A0092B-C50C-407E-A947-70E740481C1C}">
                <a14:useLocalDpi xmlns:a14="http://schemas.microsoft.com/office/drawing/2010/main" val="0"/>
              </a:ext>
            </a:extLst>
          </a:blip>
          <a:srcRect t="2234" b="2234"/>
          <a:stretch>
            <a:fillRect/>
          </a:stretch>
        </p:blipFill>
        <p:spPr/>
      </p:pic>
      <p:sp>
        <p:nvSpPr>
          <p:cNvPr id="5" name="Rectangle: Rounded Corners 4">
            <a:extLst>
              <a:ext uri="{FF2B5EF4-FFF2-40B4-BE49-F238E27FC236}">
                <a16:creationId xmlns:a16="http://schemas.microsoft.com/office/drawing/2014/main" id="{D6737D0D-DAE5-6718-8C7F-FF4B5967A875}"/>
              </a:ext>
            </a:extLst>
          </p:cNvPr>
          <p:cNvSpPr/>
          <p:nvPr/>
        </p:nvSpPr>
        <p:spPr>
          <a:xfrm>
            <a:off x="6531633" y="416687"/>
            <a:ext cx="1034144" cy="84898"/>
          </a:xfrm>
          <a:prstGeom prst="roundRect">
            <a:avLst>
              <a:gd name="adj" fmla="val 50000"/>
            </a:avLst>
          </a:prstGeom>
          <a:solidFill>
            <a:srgbClr val="00A6D6"/>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LID4096" sz="1600" dirty="0" err="1">
              <a:solidFill>
                <a:srgbClr val="00A6D6"/>
              </a:solidFill>
            </a:endParaRPr>
          </a:p>
        </p:txBody>
      </p:sp>
    </p:spTree>
    <p:extLst>
      <p:ext uri="{BB962C8B-B14F-4D97-AF65-F5344CB8AC3E}">
        <p14:creationId xmlns:p14="http://schemas.microsoft.com/office/powerpoint/2010/main" val="23564046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5D07DDE-B0C8-58ED-41AF-6212A1210170}"/>
              </a:ext>
            </a:extLst>
          </p:cNvPr>
          <p:cNvSpPr>
            <a:spLocks noGrp="1"/>
          </p:cNvSpPr>
          <p:nvPr>
            <p:ph type="dt" sz="half" idx="18"/>
          </p:nvPr>
        </p:nvSpPr>
        <p:spPr/>
        <p:txBody>
          <a:bodyPr/>
          <a:lstStyle/>
          <a:p>
            <a:r>
              <a:rPr lang="LID4096"/>
              <a:t>08/30/2024</a:t>
            </a:r>
            <a:endParaRPr lang="en-GB" dirty="0"/>
          </a:p>
        </p:txBody>
      </p:sp>
      <p:sp>
        <p:nvSpPr>
          <p:cNvPr id="3" name="Slide Number Placeholder 2">
            <a:extLst>
              <a:ext uri="{FF2B5EF4-FFF2-40B4-BE49-F238E27FC236}">
                <a16:creationId xmlns:a16="http://schemas.microsoft.com/office/drawing/2014/main" id="{607E7C03-62BA-E31B-4769-F866F9419E11}"/>
              </a:ext>
            </a:extLst>
          </p:cNvPr>
          <p:cNvSpPr>
            <a:spLocks noGrp="1"/>
          </p:cNvSpPr>
          <p:nvPr>
            <p:ph type="sldNum" sz="quarter" idx="20"/>
          </p:nvPr>
        </p:nvSpPr>
        <p:spPr/>
        <p:txBody>
          <a:bodyPr/>
          <a:lstStyle/>
          <a:p>
            <a:fld id="{9E843DB9-9987-4157-AB9C-CEA8D7D910BB}" type="slidenum">
              <a:rPr lang="en-GB" smtClean="0"/>
              <a:pPr/>
              <a:t>31</a:t>
            </a:fld>
            <a:endParaRPr lang="en-GB" dirty="0"/>
          </a:p>
        </p:txBody>
      </p:sp>
      <p:sp>
        <p:nvSpPr>
          <p:cNvPr id="4" name="Title 3">
            <a:extLst>
              <a:ext uri="{FF2B5EF4-FFF2-40B4-BE49-F238E27FC236}">
                <a16:creationId xmlns:a16="http://schemas.microsoft.com/office/drawing/2014/main" id="{0CDC0F11-59DF-E8C4-B1F6-E4EA8678941F}"/>
              </a:ext>
            </a:extLst>
          </p:cNvPr>
          <p:cNvSpPr>
            <a:spLocks noGrp="1"/>
          </p:cNvSpPr>
          <p:nvPr>
            <p:ph type="title"/>
          </p:nvPr>
        </p:nvSpPr>
        <p:spPr/>
        <p:txBody>
          <a:bodyPr/>
          <a:lstStyle/>
          <a:p>
            <a:r>
              <a:rPr lang="en-US" dirty="0"/>
              <a:t>No fault</a:t>
            </a:r>
            <a:endParaRPr lang="LID4096" dirty="0"/>
          </a:p>
        </p:txBody>
      </p:sp>
      <p:sp>
        <p:nvSpPr>
          <p:cNvPr id="7" name="Text Placeholder 6">
            <a:extLst>
              <a:ext uri="{FF2B5EF4-FFF2-40B4-BE49-F238E27FC236}">
                <a16:creationId xmlns:a16="http://schemas.microsoft.com/office/drawing/2014/main" id="{9C54ADE7-5646-CCC6-4EAB-278543FB2EBE}"/>
              </a:ext>
            </a:extLst>
          </p:cNvPr>
          <p:cNvSpPr>
            <a:spLocks noGrp="1"/>
          </p:cNvSpPr>
          <p:nvPr>
            <p:ph type="body" sz="quarter" idx="24"/>
          </p:nvPr>
        </p:nvSpPr>
        <p:spPr/>
        <p:txBody>
          <a:bodyPr/>
          <a:lstStyle/>
          <a:p>
            <a:r>
              <a:rPr lang="en-US" b="1" dirty="0">
                <a:solidFill>
                  <a:srgbClr val="0071BB"/>
                </a:solidFill>
              </a:rPr>
              <a:t>IDHP</a:t>
            </a:r>
            <a:endParaRPr lang="LID4096" dirty="0"/>
          </a:p>
        </p:txBody>
      </p:sp>
      <mc:AlternateContent xmlns:mc="http://schemas.openxmlformats.org/markup-compatibility/2006" xmlns:a14="http://schemas.microsoft.com/office/drawing/2010/main">
        <mc:Choice Requires="a14">
          <p:sp>
            <p:nvSpPr>
              <p:cNvPr id="8" name="Text Placeholder 7">
                <a:extLst>
                  <a:ext uri="{FF2B5EF4-FFF2-40B4-BE49-F238E27FC236}">
                    <a16:creationId xmlns:a16="http://schemas.microsoft.com/office/drawing/2014/main" id="{18838E78-974D-707F-31CF-BF3B9A9154EF}"/>
                  </a:ext>
                </a:extLst>
              </p:cNvPr>
              <p:cNvSpPr>
                <a:spLocks noGrp="1"/>
              </p:cNvSpPr>
              <p:nvPr>
                <p:ph type="body" sz="quarter" idx="25"/>
              </p:nvPr>
            </p:nvSpPr>
            <p:spPr/>
            <p:txBody>
              <a:bodyPr/>
              <a:lstStyle/>
              <a:p>
                <a:r>
                  <a:rPr lang="en-US" b="1" dirty="0">
                    <a:solidFill>
                      <a:srgbClr val="B52E19"/>
                    </a:solidFill>
                  </a:rPr>
                  <a:t>MIDHP(</a:t>
                </a:r>
                <a14:m>
                  <m:oMath xmlns:m="http://schemas.openxmlformats.org/officeDocument/2006/math">
                    <m:r>
                      <a:rPr lang="en-US" b="1">
                        <a:solidFill>
                          <a:srgbClr val="B52E19"/>
                        </a:solidFill>
                        <a:latin typeface="Cambria Math" panose="02040503050406030204" pitchFamily="18" charset="0"/>
                      </a:rPr>
                      <m:t>𝛌</m:t>
                    </m:r>
                  </m:oMath>
                </a14:m>
                <a:r>
                  <a:rPr lang="en-US" b="1" dirty="0">
                    <a:solidFill>
                      <a:srgbClr val="B52E19"/>
                    </a:solidFill>
                  </a:rPr>
                  <a:t>)</a:t>
                </a:r>
                <a:br>
                  <a:rPr lang="en-US" b="1" dirty="0">
                    <a:solidFill>
                      <a:srgbClr val="B52E19"/>
                    </a:solidFill>
                  </a:rPr>
                </a:br>
                <a:endParaRPr lang="LID4096" dirty="0"/>
              </a:p>
            </p:txBody>
          </p:sp>
        </mc:Choice>
        <mc:Fallback xmlns="">
          <p:sp>
            <p:nvSpPr>
              <p:cNvPr id="8" name="Text Placeholder 7">
                <a:extLst>
                  <a:ext uri="{FF2B5EF4-FFF2-40B4-BE49-F238E27FC236}">
                    <a16:creationId xmlns:a16="http://schemas.microsoft.com/office/drawing/2014/main" id="{18838E78-974D-707F-31CF-BF3B9A9154EF}"/>
                  </a:ext>
                </a:extLst>
              </p:cNvPr>
              <p:cNvSpPr>
                <a:spLocks noGrp="1" noRot="1" noChangeAspect="1" noMove="1" noResize="1" noEditPoints="1" noAdjustHandles="1" noChangeArrowheads="1" noChangeShapeType="1" noTextEdit="1"/>
              </p:cNvSpPr>
              <p:nvPr>
                <p:ph type="body" sz="quarter" idx="25"/>
              </p:nvPr>
            </p:nvSpPr>
            <p:spPr>
              <a:blipFill>
                <a:blip r:embed="rId3"/>
                <a:stretch>
                  <a:fillRect t="-44898" b="-71429"/>
                </a:stretch>
              </a:blipFill>
            </p:spPr>
            <p:txBody>
              <a:bodyPr/>
              <a:lstStyle/>
              <a:p>
                <a:r>
                  <a:rPr lang="LID4096">
                    <a:noFill/>
                  </a:rPr>
                  <a:t> </a:t>
                </a:r>
              </a:p>
            </p:txBody>
          </p:sp>
        </mc:Fallback>
      </mc:AlternateContent>
      <p:pic>
        <p:nvPicPr>
          <p:cNvPr id="9" name="Picture Placeholder 15">
            <a:extLst>
              <a:ext uri="{FF2B5EF4-FFF2-40B4-BE49-F238E27FC236}">
                <a16:creationId xmlns:a16="http://schemas.microsoft.com/office/drawing/2014/main" id="{F95B06B5-995D-C7BA-40A4-9A87BD971CFF}"/>
              </a:ext>
            </a:extLst>
          </p:cNvPr>
          <p:cNvPicPr>
            <a:picLocks noGrp="1" noChangeAspect="1"/>
          </p:cNvPicPr>
          <p:nvPr>
            <p:ph type="pic" sz="quarter" idx="22"/>
          </p:nvPr>
        </p:nvPicPr>
        <p:blipFill>
          <a:blip r:embed="rId4">
            <a:extLst>
              <a:ext uri="{28A0092B-C50C-407E-A947-70E740481C1C}">
                <a14:useLocalDpi xmlns:a14="http://schemas.microsoft.com/office/drawing/2010/main" val="0"/>
              </a:ext>
            </a:extLst>
          </a:blip>
          <a:srcRect t="1856" b="1856"/>
          <a:stretch>
            <a:fillRect/>
          </a:stretch>
        </p:blipFill>
        <p:spPr>
          <a:xfrm>
            <a:off x="719138" y="1749425"/>
            <a:ext cx="5373687" cy="3330575"/>
          </a:xfrm>
        </p:spPr>
      </p:pic>
      <p:pic>
        <p:nvPicPr>
          <p:cNvPr id="14" name="Picture Placeholder 13" descr="A graph of a wave&#10;&#10;Description automatically generated with medium confidence">
            <a:extLst>
              <a:ext uri="{FF2B5EF4-FFF2-40B4-BE49-F238E27FC236}">
                <a16:creationId xmlns:a16="http://schemas.microsoft.com/office/drawing/2014/main" id="{531FFA1E-6682-E5A7-4E53-F63154F23117}"/>
              </a:ext>
            </a:extLst>
          </p:cNvPr>
          <p:cNvPicPr>
            <a:picLocks noGrp="1" noChangeAspect="1"/>
          </p:cNvPicPr>
          <p:nvPr>
            <p:ph type="pic" sz="quarter" idx="23"/>
          </p:nvPr>
        </p:nvPicPr>
        <p:blipFill>
          <a:blip r:embed="rId5">
            <a:extLst>
              <a:ext uri="{28A0092B-C50C-407E-A947-70E740481C1C}">
                <a14:useLocalDpi xmlns:a14="http://schemas.microsoft.com/office/drawing/2010/main" val="0"/>
              </a:ext>
            </a:extLst>
          </a:blip>
          <a:srcRect t="2090" b="2090"/>
          <a:stretch>
            <a:fillRect/>
          </a:stretch>
        </p:blipFill>
        <p:spPr/>
      </p:pic>
      <p:sp>
        <p:nvSpPr>
          <p:cNvPr id="5" name="Rectangle: Rounded Corners 4">
            <a:extLst>
              <a:ext uri="{FF2B5EF4-FFF2-40B4-BE49-F238E27FC236}">
                <a16:creationId xmlns:a16="http://schemas.microsoft.com/office/drawing/2014/main" id="{61093DCF-2FBF-B792-605A-BFAC6B702E7A}"/>
              </a:ext>
            </a:extLst>
          </p:cNvPr>
          <p:cNvSpPr/>
          <p:nvPr/>
        </p:nvSpPr>
        <p:spPr>
          <a:xfrm>
            <a:off x="6531633" y="416687"/>
            <a:ext cx="1034144" cy="84898"/>
          </a:xfrm>
          <a:prstGeom prst="roundRect">
            <a:avLst>
              <a:gd name="adj" fmla="val 50000"/>
            </a:avLst>
          </a:prstGeom>
          <a:solidFill>
            <a:srgbClr val="00A6D6"/>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LID4096" sz="1600" dirty="0" err="1">
              <a:solidFill>
                <a:srgbClr val="00A6D6"/>
              </a:solidFill>
            </a:endParaRPr>
          </a:p>
        </p:txBody>
      </p:sp>
    </p:spTree>
    <p:extLst>
      <p:ext uri="{BB962C8B-B14F-4D97-AF65-F5344CB8AC3E}">
        <p14:creationId xmlns:p14="http://schemas.microsoft.com/office/powerpoint/2010/main" val="17814944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993E9-25F6-66B5-DA3F-00986ABF682E}"/>
              </a:ext>
            </a:extLst>
          </p:cNvPr>
          <p:cNvSpPr>
            <a:spLocks noGrp="1"/>
          </p:cNvSpPr>
          <p:nvPr>
            <p:ph type="dt" sz="half" idx="18"/>
          </p:nvPr>
        </p:nvSpPr>
        <p:spPr/>
        <p:txBody>
          <a:bodyPr/>
          <a:lstStyle/>
          <a:p>
            <a:r>
              <a:rPr lang="LID4096"/>
              <a:t>08/30/2024</a:t>
            </a:r>
            <a:endParaRPr lang="en-GB" dirty="0"/>
          </a:p>
        </p:txBody>
      </p:sp>
      <p:sp>
        <p:nvSpPr>
          <p:cNvPr id="3" name="Slide Number Placeholder 2">
            <a:extLst>
              <a:ext uri="{FF2B5EF4-FFF2-40B4-BE49-F238E27FC236}">
                <a16:creationId xmlns:a16="http://schemas.microsoft.com/office/drawing/2014/main" id="{55558EE3-E975-3EFF-17E0-AF69C90585B6}"/>
              </a:ext>
            </a:extLst>
          </p:cNvPr>
          <p:cNvSpPr>
            <a:spLocks noGrp="1"/>
          </p:cNvSpPr>
          <p:nvPr>
            <p:ph type="sldNum" sz="quarter" idx="20"/>
          </p:nvPr>
        </p:nvSpPr>
        <p:spPr/>
        <p:txBody>
          <a:bodyPr/>
          <a:lstStyle/>
          <a:p>
            <a:fld id="{9E843DB9-9987-4157-AB9C-CEA8D7D910BB}" type="slidenum">
              <a:rPr lang="en-GB" smtClean="0"/>
              <a:pPr/>
              <a:t>32</a:t>
            </a:fld>
            <a:endParaRPr lang="en-GB" dirty="0"/>
          </a:p>
        </p:txBody>
      </p:sp>
      <p:sp>
        <p:nvSpPr>
          <p:cNvPr id="4" name="Text Placeholder 3">
            <a:extLst>
              <a:ext uri="{FF2B5EF4-FFF2-40B4-BE49-F238E27FC236}">
                <a16:creationId xmlns:a16="http://schemas.microsoft.com/office/drawing/2014/main" id="{CC09EA92-CF72-95A1-B5C6-5A61EF738742}"/>
              </a:ext>
            </a:extLst>
          </p:cNvPr>
          <p:cNvSpPr>
            <a:spLocks noGrp="1"/>
          </p:cNvSpPr>
          <p:nvPr>
            <p:ph type="body" sz="quarter" idx="21"/>
          </p:nvPr>
        </p:nvSpPr>
        <p:spPr/>
        <p:txBody>
          <a:bodyPr/>
          <a:lstStyle/>
          <a:p>
            <a:pPr lvl="2">
              <a:buClr>
                <a:srgbClr val="00A6D6"/>
              </a:buClr>
            </a:pPr>
            <a:r>
              <a:rPr lang="en-GB" dirty="0">
                <a:solidFill>
                  <a:schemeClr val="tx1"/>
                </a:solidFill>
              </a:rPr>
              <a:t>For a more objective comparison, and to save on time, we look at the five tests</a:t>
            </a:r>
          </a:p>
          <a:p>
            <a:pPr marL="342900" lvl="2" indent="-342900">
              <a:buClr>
                <a:srgbClr val="00A6D6"/>
              </a:buClr>
              <a:buFont typeface="Arial" panose="020B0604020202020204" pitchFamily="34" charset="0"/>
              <a:buChar char="•"/>
            </a:pPr>
            <a:r>
              <a:rPr lang="en-GB" b="1" dirty="0">
                <a:solidFill>
                  <a:srgbClr val="0071BB"/>
                </a:solidFill>
              </a:rPr>
              <a:t>Warmup:</a:t>
            </a:r>
            <a:endParaRPr lang="en-GB" sz="2000" dirty="0">
              <a:solidFill>
                <a:schemeClr val="tx1"/>
              </a:solidFill>
            </a:endParaRPr>
          </a:p>
          <a:p>
            <a:endParaRPr lang="LID4096" dirty="0"/>
          </a:p>
        </p:txBody>
      </p:sp>
      <p:sp>
        <p:nvSpPr>
          <p:cNvPr id="5" name="Title 4">
            <a:extLst>
              <a:ext uri="{FF2B5EF4-FFF2-40B4-BE49-F238E27FC236}">
                <a16:creationId xmlns:a16="http://schemas.microsoft.com/office/drawing/2014/main" id="{ABBE3F83-E48F-46DE-9D84-6AE85F3D026C}"/>
              </a:ext>
            </a:extLst>
          </p:cNvPr>
          <p:cNvSpPr>
            <a:spLocks noGrp="1"/>
          </p:cNvSpPr>
          <p:nvPr>
            <p:ph type="title"/>
          </p:nvPr>
        </p:nvSpPr>
        <p:spPr/>
        <p:txBody>
          <a:bodyPr/>
          <a:lstStyle/>
          <a:p>
            <a:r>
              <a:rPr lang="en-GB" dirty="0"/>
              <a:t>Test 1, RSE &amp; </a:t>
            </a:r>
            <a:r>
              <a:rPr lang="en-GB" dirty="0" err="1"/>
              <a:t>Sm</a:t>
            </a:r>
            <a:endParaRPr lang="LID4096" dirty="0"/>
          </a:p>
        </p:txBody>
      </p:sp>
      <p:pic>
        <p:nvPicPr>
          <p:cNvPr id="8" name="Picture Placeholder 7" descr="A screenshot of a graph&#10;&#10;Description automatically generated">
            <a:extLst>
              <a:ext uri="{FF2B5EF4-FFF2-40B4-BE49-F238E27FC236}">
                <a16:creationId xmlns:a16="http://schemas.microsoft.com/office/drawing/2014/main" id="{324ACD7C-D4EA-FA1B-1425-01064069EEFE}"/>
              </a:ext>
            </a:extLst>
          </p:cNvPr>
          <p:cNvPicPr>
            <a:picLocks noGrp="1" noChangeAspect="1"/>
          </p:cNvPicPr>
          <p:nvPr>
            <p:ph type="pic" sz="quarter" idx="22"/>
          </p:nvPr>
        </p:nvPicPr>
        <p:blipFill rotWithShape="1">
          <a:blip r:embed="rId3">
            <a:extLst>
              <a:ext uri="{28A0092B-C50C-407E-A947-70E740481C1C}">
                <a14:useLocalDpi xmlns:a14="http://schemas.microsoft.com/office/drawing/2010/main" val="0"/>
              </a:ext>
            </a:extLst>
          </a:blip>
          <a:srcRect l="-7803" t="-369" r="-7803" b="-369"/>
          <a:stretch/>
        </p:blipFill>
        <p:spPr>
          <a:xfrm>
            <a:off x="718666" y="2801336"/>
            <a:ext cx="10749600" cy="3182400"/>
          </a:xfrm>
        </p:spPr>
      </p:pic>
      <p:sp>
        <p:nvSpPr>
          <p:cNvPr id="6" name="Rectangle: Rounded Corners 5">
            <a:extLst>
              <a:ext uri="{FF2B5EF4-FFF2-40B4-BE49-F238E27FC236}">
                <a16:creationId xmlns:a16="http://schemas.microsoft.com/office/drawing/2014/main" id="{D38DCA91-EEF1-0E3E-6713-1921E11FA025}"/>
              </a:ext>
            </a:extLst>
          </p:cNvPr>
          <p:cNvSpPr/>
          <p:nvPr/>
        </p:nvSpPr>
        <p:spPr>
          <a:xfrm>
            <a:off x="6531633" y="416687"/>
            <a:ext cx="1034144" cy="84898"/>
          </a:xfrm>
          <a:prstGeom prst="roundRect">
            <a:avLst>
              <a:gd name="adj" fmla="val 50000"/>
            </a:avLst>
          </a:prstGeom>
          <a:solidFill>
            <a:srgbClr val="00A6D6"/>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LID4096" sz="1600" dirty="0" err="1">
              <a:solidFill>
                <a:srgbClr val="00A6D6"/>
              </a:solidFill>
            </a:endParaRPr>
          </a:p>
        </p:txBody>
      </p:sp>
    </p:spTree>
    <p:extLst>
      <p:ext uri="{BB962C8B-B14F-4D97-AF65-F5344CB8AC3E}">
        <p14:creationId xmlns:p14="http://schemas.microsoft.com/office/powerpoint/2010/main" val="23151189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993E9-25F6-66B5-DA3F-00986ABF682E}"/>
              </a:ext>
            </a:extLst>
          </p:cNvPr>
          <p:cNvSpPr>
            <a:spLocks noGrp="1"/>
          </p:cNvSpPr>
          <p:nvPr>
            <p:ph type="dt" sz="half" idx="18"/>
          </p:nvPr>
        </p:nvSpPr>
        <p:spPr/>
        <p:txBody>
          <a:bodyPr/>
          <a:lstStyle/>
          <a:p>
            <a:r>
              <a:rPr lang="LID4096"/>
              <a:t>08/30/2024</a:t>
            </a:r>
            <a:endParaRPr lang="en-GB" dirty="0"/>
          </a:p>
        </p:txBody>
      </p:sp>
      <p:sp>
        <p:nvSpPr>
          <p:cNvPr id="3" name="Slide Number Placeholder 2">
            <a:extLst>
              <a:ext uri="{FF2B5EF4-FFF2-40B4-BE49-F238E27FC236}">
                <a16:creationId xmlns:a16="http://schemas.microsoft.com/office/drawing/2014/main" id="{55558EE3-E975-3EFF-17E0-AF69C90585B6}"/>
              </a:ext>
            </a:extLst>
          </p:cNvPr>
          <p:cNvSpPr>
            <a:spLocks noGrp="1"/>
          </p:cNvSpPr>
          <p:nvPr>
            <p:ph type="sldNum" sz="quarter" idx="20"/>
          </p:nvPr>
        </p:nvSpPr>
        <p:spPr/>
        <p:txBody>
          <a:bodyPr/>
          <a:lstStyle/>
          <a:p>
            <a:fld id="{9E843DB9-9987-4157-AB9C-CEA8D7D910BB}" type="slidenum">
              <a:rPr lang="en-GB" smtClean="0"/>
              <a:pPr/>
              <a:t>33</a:t>
            </a:fld>
            <a:endParaRPr lang="en-GB" dirty="0"/>
          </a:p>
        </p:txBody>
      </p:sp>
      <p:sp>
        <p:nvSpPr>
          <p:cNvPr id="4" name="Text Placeholder 3">
            <a:extLst>
              <a:ext uri="{FF2B5EF4-FFF2-40B4-BE49-F238E27FC236}">
                <a16:creationId xmlns:a16="http://schemas.microsoft.com/office/drawing/2014/main" id="{CC09EA92-CF72-95A1-B5C6-5A61EF738742}"/>
              </a:ext>
            </a:extLst>
          </p:cNvPr>
          <p:cNvSpPr>
            <a:spLocks noGrp="1"/>
          </p:cNvSpPr>
          <p:nvPr>
            <p:ph type="body" sz="quarter" idx="21"/>
          </p:nvPr>
        </p:nvSpPr>
        <p:spPr/>
        <p:txBody>
          <a:bodyPr/>
          <a:lstStyle/>
          <a:p>
            <a:pPr lvl="2">
              <a:buClr>
                <a:srgbClr val="00A6D6"/>
              </a:buClr>
            </a:pPr>
            <a:r>
              <a:rPr lang="en-GB" dirty="0">
                <a:solidFill>
                  <a:schemeClr val="tx1"/>
                </a:solidFill>
              </a:rPr>
              <a:t>For a more objective comparison, and to save on time, we look at the five tests</a:t>
            </a:r>
          </a:p>
          <a:p>
            <a:pPr marL="342900" lvl="2" indent="-342900">
              <a:buClr>
                <a:srgbClr val="00A6D6"/>
              </a:buClr>
              <a:buFont typeface="Arial" panose="020B0604020202020204" pitchFamily="34" charset="0"/>
              <a:buChar char="•"/>
            </a:pPr>
            <a:r>
              <a:rPr lang="en-GB" b="1" dirty="0">
                <a:solidFill>
                  <a:srgbClr val="0071BB"/>
                </a:solidFill>
              </a:rPr>
              <a:t>Manoeuvre with (no)fault:</a:t>
            </a:r>
          </a:p>
        </p:txBody>
      </p:sp>
      <p:sp>
        <p:nvSpPr>
          <p:cNvPr id="5" name="Title 4">
            <a:extLst>
              <a:ext uri="{FF2B5EF4-FFF2-40B4-BE49-F238E27FC236}">
                <a16:creationId xmlns:a16="http://schemas.microsoft.com/office/drawing/2014/main" id="{ABBE3F83-E48F-46DE-9D84-6AE85F3D026C}"/>
              </a:ext>
            </a:extLst>
          </p:cNvPr>
          <p:cNvSpPr>
            <a:spLocks noGrp="1"/>
          </p:cNvSpPr>
          <p:nvPr>
            <p:ph type="title"/>
          </p:nvPr>
        </p:nvSpPr>
        <p:spPr/>
        <p:txBody>
          <a:bodyPr/>
          <a:lstStyle/>
          <a:p>
            <a:r>
              <a:rPr lang="en-GB" dirty="0"/>
              <a:t>Test 2-5, RSE</a:t>
            </a:r>
            <a:endParaRPr lang="LID4096" dirty="0"/>
          </a:p>
        </p:txBody>
      </p:sp>
      <p:pic>
        <p:nvPicPr>
          <p:cNvPr id="10" name="Picture Placeholder 9" descr="A screenshot of a graph&#10;&#10;Description automatically generated">
            <a:extLst>
              <a:ext uri="{FF2B5EF4-FFF2-40B4-BE49-F238E27FC236}">
                <a16:creationId xmlns:a16="http://schemas.microsoft.com/office/drawing/2014/main" id="{3A89D1FA-6EED-DC02-237D-5FD3A32CB7DF}"/>
              </a:ext>
            </a:extLst>
          </p:cNvPr>
          <p:cNvPicPr>
            <a:picLocks noGrp="1" noChangeAspect="1"/>
          </p:cNvPicPr>
          <p:nvPr>
            <p:ph type="pic" sz="quarter" idx="22"/>
          </p:nvPr>
        </p:nvPicPr>
        <p:blipFill>
          <a:blip r:embed="rId3">
            <a:extLst>
              <a:ext uri="{28A0092B-C50C-407E-A947-70E740481C1C}">
                <a14:useLocalDpi xmlns:a14="http://schemas.microsoft.com/office/drawing/2010/main" val="0"/>
              </a:ext>
            </a:extLst>
          </a:blip>
          <a:srcRect l="548" r="548"/>
          <a:stretch>
            <a:fillRect/>
          </a:stretch>
        </p:blipFill>
        <p:spPr>
          <a:xfrm>
            <a:off x="718666" y="2795116"/>
            <a:ext cx="10749600" cy="3182400"/>
          </a:xfrm>
        </p:spPr>
      </p:pic>
      <p:sp>
        <p:nvSpPr>
          <p:cNvPr id="6" name="Rectangle: Rounded Corners 5">
            <a:extLst>
              <a:ext uri="{FF2B5EF4-FFF2-40B4-BE49-F238E27FC236}">
                <a16:creationId xmlns:a16="http://schemas.microsoft.com/office/drawing/2014/main" id="{E288BD27-5D16-9AE6-8D87-FB53AA0FF18F}"/>
              </a:ext>
            </a:extLst>
          </p:cNvPr>
          <p:cNvSpPr/>
          <p:nvPr/>
        </p:nvSpPr>
        <p:spPr>
          <a:xfrm>
            <a:off x="6531633" y="416687"/>
            <a:ext cx="1034144" cy="84898"/>
          </a:xfrm>
          <a:prstGeom prst="roundRect">
            <a:avLst>
              <a:gd name="adj" fmla="val 50000"/>
            </a:avLst>
          </a:prstGeom>
          <a:solidFill>
            <a:srgbClr val="00A6D6"/>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LID4096" sz="1600" dirty="0" err="1">
              <a:solidFill>
                <a:srgbClr val="00A6D6"/>
              </a:solidFill>
            </a:endParaRPr>
          </a:p>
        </p:txBody>
      </p:sp>
    </p:spTree>
    <p:extLst>
      <p:ext uri="{BB962C8B-B14F-4D97-AF65-F5344CB8AC3E}">
        <p14:creationId xmlns:p14="http://schemas.microsoft.com/office/powerpoint/2010/main" val="14396531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993E9-25F6-66B5-DA3F-00986ABF682E}"/>
              </a:ext>
            </a:extLst>
          </p:cNvPr>
          <p:cNvSpPr>
            <a:spLocks noGrp="1"/>
          </p:cNvSpPr>
          <p:nvPr>
            <p:ph type="dt" sz="half" idx="18"/>
          </p:nvPr>
        </p:nvSpPr>
        <p:spPr/>
        <p:txBody>
          <a:bodyPr/>
          <a:lstStyle/>
          <a:p>
            <a:r>
              <a:rPr lang="LID4096"/>
              <a:t>08/30/2024</a:t>
            </a:r>
            <a:endParaRPr lang="en-GB" dirty="0"/>
          </a:p>
        </p:txBody>
      </p:sp>
      <p:sp>
        <p:nvSpPr>
          <p:cNvPr id="3" name="Slide Number Placeholder 2">
            <a:extLst>
              <a:ext uri="{FF2B5EF4-FFF2-40B4-BE49-F238E27FC236}">
                <a16:creationId xmlns:a16="http://schemas.microsoft.com/office/drawing/2014/main" id="{55558EE3-E975-3EFF-17E0-AF69C90585B6}"/>
              </a:ext>
            </a:extLst>
          </p:cNvPr>
          <p:cNvSpPr>
            <a:spLocks noGrp="1"/>
          </p:cNvSpPr>
          <p:nvPr>
            <p:ph type="sldNum" sz="quarter" idx="20"/>
          </p:nvPr>
        </p:nvSpPr>
        <p:spPr/>
        <p:txBody>
          <a:bodyPr/>
          <a:lstStyle/>
          <a:p>
            <a:fld id="{9E843DB9-9987-4157-AB9C-CEA8D7D910BB}" type="slidenum">
              <a:rPr lang="en-GB" smtClean="0"/>
              <a:pPr/>
              <a:t>34</a:t>
            </a:fld>
            <a:endParaRPr lang="en-GB" dirty="0"/>
          </a:p>
        </p:txBody>
      </p:sp>
      <p:sp>
        <p:nvSpPr>
          <p:cNvPr id="4" name="Text Placeholder 3">
            <a:extLst>
              <a:ext uri="{FF2B5EF4-FFF2-40B4-BE49-F238E27FC236}">
                <a16:creationId xmlns:a16="http://schemas.microsoft.com/office/drawing/2014/main" id="{CC09EA92-CF72-95A1-B5C6-5A61EF738742}"/>
              </a:ext>
            </a:extLst>
          </p:cNvPr>
          <p:cNvSpPr>
            <a:spLocks noGrp="1"/>
          </p:cNvSpPr>
          <p:nvPr>
            <p:ph type="body" sz="quarter" idx="21"/>
          </p:nvPr>
        </p:nvSpPr>
        <p:spPr/>
        <p:txBody>
          <a:bodyPr/>
          <a:lstStyle/>
          <a:p>
            <a:pPr lvl="2">
              <a:buClr>
                <a:srgbClr val="00A6D6"/>
              </a:buClr>
            </a:pPr>
            <a:r>
              <a:rPr lang="en-GB" dirty="0">
                <a:solidFill>
                  <a:schemeClr val="tx1"/>
                </a:solidFill>
              </a:rPr>
              <a:t>For a more objective comparison, and to save on time, we can look at the RSE and </a:t>
            </a:r>
            <a:r>
              <a:rPr lang="en-GB" dirty="0" err="1">
                <a:solidFill>
                  <a:schemeClr val="tx1"/>
                </a:solidFill>
              </a:rPr>
              <a:t>Sm</a:t>
            </a:r>
            <a:r>
              <a:rPr lang="en-GB" dirty="0">
                <a:solidFill>
                  <a:schemeClr val="tx1"/>
                </a:solidFill>
              </a:rPr>
              <a:t> values.</a:t>
            </a:r>
          </a:p>
          <a:p>
            <a:pPr marL="342900" lvl="2" indent="-342900">
              <a:buClr>
                <a:srgbClr val="00A6D6"/>
              </a:buClr>
              <a:buFont typeface="Arial" panose="020B0604020202020204" pitchFamily="34" charset="0"/>
              <a:buChar char="•"/>
            </a:pPr>
            <a:r>
              <a:rPr lang="en-GB" b="1" dirty="0">
                <a:solidFill>
                  <a:srgbClr val="0071BB"/>
                </a:solidFill>
              </a:rPr>
              <a:t>Manoeuvre with (no)fault:</a:t>
            </a:r>
          </a:p>
        </p:txBody>
      </p:sp>
      <p:sp>
        <p:nvSpPr>
          <p:cNvPr id="5" name="Title 4">
            <a:extLst>
              <a:ext uri="{FF2B5EF4-FFF2-40B4-BE49-F238E27FC236}">
                <a16:creationId xmlns:a16="http://schemas.microsoft.com/office/drawing/2014/main" id="{ABBE3F83-E48F-46DE-9D84-6AE85F3D026C}"/>
              </a:ext>
            </a:extLst>
          </p:cNvPr>
          <p:cNvSpPr>
            <a:spLocks noGrp="1"/>
          </p:cNvSpPr>
          <p:nvPr>
            <p:ph type="title"/>
          </p:nvPr>
        </p:nvSpPr>
        <p:spPr/>
        <p:txBody>
          <a:bodyPr/>
          <a:lstStyle/>
          <a:p>
            <a:r>
              <a:rPr lang="en-GB" dirty="0"/>
              <a:t>Test 2-5, </a:t>
            </a:r>
            <a:r>
              <a:rPr lang="en-GB" dirty="0" err="1"/>
              <a:t>Sm</a:t>
            </a:r>
            <a:endParaRPr lang="LID4096" dirty="0"/>
          </a:p>
        </p:txBody>
      </p:sp>
      <p:pic>
        <p:nvPicPr>
          <p:cNvPr id="10" name="Picture Placeholder 9" descr="A graph with different colored lines&#10;&#10;Description automatically generated with medium confidence">
            <a:extLst>
              <a:ext uri="{FF2B5EF4-FFF2-40B4-BE49-F238E27FC236}">
                <a16:creationId xmlns:a16="http://schemas.microsoft.com/office/drawing/2014/main" id="{B83D7E2F-454F-742F-F6F4-A9D0E0FF430B}"/>
              </a:ext>
            </a:extLst>
          </p:cNvPr>
          <p:cNvPicPr>
            <a:picLocks noGrp="1" noChangeAspect="1"/>
          </p:cNvPicPr>
          <p:nvPr>
            <p:ph type="pic" sz="quarter" idx="22"/>
          </p:nvPr>
        </p:nvPicPr>
        <p:blipFill>
          <a:blip r:embed="rId3">
            <a:extLst>
              <a:ext uri="{28A0092B-C50C-407E-A947-70E740481C1C}">
                <a14:useLocalDpi xmlns:a14="http://schemas.microsoft.com/office/drawing/2010/main" val="0"/>
              </a:ext>
            </a:extLst>
          </a:blip>
          <a:srcRect l="125" r="125"/>
          <a:stretch>
            <a:fillRect/>
          </a:stretch>
        </p:blipFill>
        <p:spPr/>
      </p:pic>
      <p:sp>
        <p:nvSpPr>
          <p:cNvPr id="6" name="Rectangle: Rounded Corners 5">
            <a:extLst>
              <a:ext uri="{FF2B5EF4-FFF2-40B4-BE49-F238E27FC236}">
                <a16:creationId xmlns:a16="http://schemas.microsoft.com/office/drawing/2014/main" id="{5EC06762-EFB3-EECC-A4CD-87EC15345A94}"/>
              </a:ext>
            </a:extLst>
          </p:cNvPr>
          <p:cNvSpPr/>
          <p:nvPr/>
        </p:nvSpPr>
        <p:spPr>
          <a:xfrm>
            <a:off x="6531633" y="416687"/>
            <a:ext cx="1034144" cy="84898"/>
          </a:xfrm>
          <a:prstGeom prst="roundRect">
            <a:avLst>
              <a:gd name="adj" fmla="val 50000"/>
            </a:avLst>
          </a:prstGeom>
          <a:solidFill>
            <a:srgbClr val="00A6D6"/>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LID4096" sz="1600" dirty="0" err="1">
              <a:solidFill>
                <a:srgbClr val="00A6D6"/>
              </a:solidFill>
            </a:endParaRPr>
          </a:p>
        </p:txBody>
      </p:sp>
    </p:spTree>
    <p:extLst>
      <p:ext uri="{BB962C8B-B14F-4D97-AF65-F5344CB8AC3E}">
        <p14:creationId xmlns:p14="http://schemas.microsoft.com/office/powerpoint/2010/main" val="799182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5D07DDE-B0C8-58ED-41AF-6212A1210170}"/>
              </a:ext>
            </a:extLst>
          </p:cNvPr>
          <p:cNvSpPr>
            <a:spLocks noGrp="1"/>
          </p:cNvSpPr>
          <p:nvPr>
            <p:ph type="dt" sz="half" idx="18"/>
          </p:nvPr>
        </p:nvSpPr>
        <p:spPr/>
        <p:txBody>
          <a:bodyPr/>
          <a:lstStyle/>
          <a:p>
            <a:r>
              <a:rPr lang="LID4096"/>
              <a:t>08/30/2024</a:t>
            </a:r>
            <a:endParaRPr lang="en-GB" dirty="0"/>
          </a:p>
        </p:txBody>
      </p:sp>
      <p:sp>
        <p:nvSpPr>
          <p:cNvPr id="3" name="Slide Number Placeholder 2">
            <a:extLst>
              <a:ext uri="{FF2B5EF4-FFF2-40B4-BE49-F238E27FC236}">
                <a16:creationId xmlns:a16="http://schemas.microsoft.com/office/drawing/2014/main" id="{607E7C03-62BA-E31B-4769-F866F9419E11}"/>
              </a:ext>
            </a:extLst>
          </p:cNvPr>
          <p:cNvSpPr>
            <a:spLocks noGrp="1"/>
          </p:cNvSpPr>
          <p:nvPr>
            <p:ph type="sldNum" sz="quarter" idx="20"/>
          </p:nvPr>
        </p:nvSpPr>
        <p:spPr/>
        <p:txBody>
          <a:bodyPr/>
          <a:lstStyle/>
          <a:p>
            <a:fld id="{9E843DB9-9987-4157-AB9C-CEA8D7D910BB}" type="slidenum">
              <a:rPr lang="en-GB" smtClean="0"/>
              <a:pPr/>
              <a:t>35</a:t>
            </a:fld>
            <a:endParaRPr lang="en-GB" dirty="0"/>
          </a:p>
        </p:txBody>
      </p:sp>
      <p:sp>
        <p:nvSpPr>
          <p:cNvPr id="4" name="Title 3">
            <a:extLst>
              <a:ext uri="{FF2B5EF4-FFF2-40B4-BE49-F238E27FC236}">
                <a16:creationId xmlns:a16="http://schemas.microsoft.com/office/drawing/2014/main" id="{0CDC0F11-59DF-E8C4-B1F6-E4EA8678941F}"/>
              </a:ext>
            </a:extLst>
          </p:cNvPr>
          <p:cNvSpPr>
            <a:spLocks noGrp="1"/>
          </p:cNvSpPr>
          <p:nvPr>
            <p:ph type="title"/>
          </p:nvPr>
        </p:nvSpPr>
        <p:spPr/>
        <p:txBody>
          <a:bodyPr/>
          <a:lstStyle/>
          <a:p>
            <a:r>
              <a:rPr lang="en-US" dirty="0"/>
              <a:t>Test 2- Manoeuvre with no fault </a:t>
            </a:r>
            <a:endParaRPr lang="LID4096" dirty="0"/>
          </a:p>
        </p:txBody>
      </p:sp>
      <p:sp>
        <p:nvSpPr>
          <p:cNvPr id="7" name="Text Placeholder 6">
            <a:extLst>
              <a:ext uri="{FF2B5EF4-FFF2-40B4-BE49-F238E27FC236}">
                <a16:creationId xmlns:a16="http://schemas.microsoft.com/office/drawing/2014/main" id="{9C54ADE7-5646-CCC6-4EAB-278543FB2EBE}"/>
              </a:ext>
            </a:extLst>
          </p:cNvPr>
          <p:cNvSpPr>
            <a:spLocks noGrp="1"/>
          </p:cNvSpPr>
          <p:nvPr>
            <p:ph type="body" sz="quarter" idx="24"/>
          </p:nvPr>
        </p:nvSpPr>
        <p:spPr/>
        <p:txBody>
          <a:bodyPr/>
          <a:lstStyle/>
          <a:p>
            <a:r>
              <a:rPr lang="en-US" b="1" dirty="0">
                <a:solidFill>
                  <a:srgbClr val="0071BB"/>
                </a:solidFill>
              </a:rPr>
              <a:t>IDHP</a:t>
            </a:r>
            <a:endParaRPr lang="LID4096" dirty="0"/>
          </a:p>
        </p:txBody>
      </p:sp>
      <mc:AlternateContent xmlns:mc="http://schemas.openxmlformats.org/markup-compatibility/2006" xmlns:a14="http://schemas.microsoft.com/office/drawing/2010/main">
        <mc:Choice Requires="a14">
          <p:sp>
            <p:nvSpPr>
              <p:cNvPr id="8" name="Text Placeholder 7">
                <a:extLst>
                  <a:ext uri="{FF2B5EF4-FFF2-40B4-BE49-F238E27FC236}">
                    <a16:creationId xmlns:a16="http://schemas.microsoft.com/office/drawing/2014/main" id="{18838E78-974D-707F-31CF-BF3B9A9154EF}"/>
                  </a:ext>
                </a:extLst>
              </p:cNvPr>
              <p:cNvSpPr>
                <a:spLocks noGrp="1"/>
              </p:cNvSpPr>
              <p:nvPr>
                <p:ph type="body" sz="quarter" idx="25"/>
              </p:nvPr>
            </p:nvSpPr>
            <p:spPr/>
            <p:txBody>
              <a:bodyPr/>
              <a:lstStyle/>
              <a:p>
                <a:r>
                  <a:rPr lang="en-US" b="1" dirty="0">
                    <a:solidFill>
                      <a:srgbClr val="B52E19"/>
                    </a:solidFill>
                  </a:rPr>
                  <a:t>MIDHP(</a:t>
                </a:r>
                <a14:m>
                  <m:oMath xmlns:m="http://schemas.openxmlformats.org/officeDocument/2006/math">
                    <m:r>
                      <a:rPr lang="en-US" b="1">
                        <a:solidFill>
                          <a:srgbClr val="B52E19"/>
                        </a:solidFill>
                        <a:latin typeface="Cambria Math" panose="02040503050406030204" pitchFamily="18" charset="0"/>
                      </a:rPr>
                      <m:t>𝛌</m:t>
                    </m:r>
                  </m:oMath>
                </a14:m>
                <a:r>
                  <a:rPr lang="en-US" b="1" dirty="0">
                    <a:solidFill>
                      <a:srgbClr val="B52E19"/>
                    </a:solidFill>
                  </a:rPr>
                  <a:t>)</a:t>
                </a:r>
                <a:br>
                  <a:rPr lang="en-US" b="1" dirty="0">
                    <a:solidFill>
                      <a:srgbClr val="B52E19"/>
                    </a:solidFill>
                  </a:rPr>
                </a:br>
                <a:endParaRPr lang="LID4096" dirty="0"/>
              </a:p>
            </p:txBody>
          </p:sp>
        </mc:Choice>
        <mc:Fallback xmlns="">
          <p:sp>
            <p:nvSpPr>
              <p:cNvPr id="8" name="Text Placeholder 7">
                <a:extLst>
                  <a:ext uri="{FF2B5EF4-FFF2-40B4-BE49-F238E27FC236}">
                    <a16:creationId xmlns:a16="http://schemas.microsoft.com/office/drawing/2014/main" id="{18838E78-974D-707F-31CF-BF3B9A9154EF}"/>
                  </a:ext>
                </a:extLst>
              </p:cNvPr>
              <p:cNvSpPr>
                <a:spLocks noGrp="1" noRot="1" noChangeAspect="1" noMove="1" noResize="1" noEditPoints="1" noAdjustHandles="1" noChangeArrowheads="1" noChangeShapeType="1" noTextEdit="1"/>
              </p:cNvSpPr>
              <p:nvPr>
                <p:ph type="body" sz="quarter" idx="25"/>
              </p:nvPr>
            </p:nvSpPr>
            <p:spPr>
              <a:blipFill>
                <a:blip r:embed="rId2"/>
                <a:stretch>
                  <a:fillRect t="-44898" b="-71429"/>
                </a:stretch>
              </a:blipFill>
            </p:spPr>
            <p:txBody>
              <a:bodyPr/>
              <a:lstStyle/>
              <a:p>
                <a:r>
                  <a:rPr lang="LID4096">
                    <a:noFill/>
                  </a:rPr>
                  <a:t> </a:t>
                </a:r>
              </a:p>
            </p:txBody>
          </p:sp>
        </mc:Fallback>
      </mc:AlternateContent>
      <p:pic>
        <p:nvPicPr>
          <p:cNvPr id="9" name="Picture Placeholder 15" descr="A graph of a waveform&#10;&#10;Description automatically generated with medium confidence">
            <a:extLst>
              <a:ext uri="{FF2B5EF4-FFF2-40B4-BE49-F238E27FC236}">
                <a16:creationId xmlns:a16="http://schemas.microsoft.com/office/drawing/2014/main" id="{1E900485-2DC0-89C3-ED7E-9752C9E71069}"/>
              </a:ext>
            </a:extLst>
          </p:cNvPr>
          <p:cNvPicPr>
            <a:picLocks noGrp="1" noChangeAspect="1"/>
          </p:cNvPicPr>
          <p:nvPr>
            <p:ph type="pic" sz="quarter" idx="22"/>
          </p:nvPr>
        </p:nvPicPr>
        <p:blipFill>
          <a:blip r:embed="rId3">
            <a:extLst>
              <a:ext uri="{28A0092B-C50C-407E-A947-70E740481C1C}">
                <a14:useLocalDpi xmlns:a14="http://schemas.microsoft.com/office/drawing/2010/main" val="0"/>
              </a:ext>
            </a:extLst>
          </a:blip>
          <a:srcRect l="252" r="252"/>
          <a:stretch>
            <a:fillRect/>
          </a:stretch>
        </p:blipFill>
        <p:spPr>
          <a:xfrm>
            <a:off x="719138" y="1749425"/>
            <a:ext cx="5373687" cy="3330575"/>
          </a:xfrm>
        </p:spPr>
      </p:pic>
      <p:pic>
        <p:nvPicPr>
          <p:cNvPr id="19" name="Picture Placeholder 18" descr="A graph of a wave&#10;&#10;Description automatically generated with medium confidence">
            <a:extLst>
              <a:ext uri="{FF2B5EF4-FFF2-40B4-BE49-F238E27FC236}">
                <a16:creationId xmlns:a16="http://schemas.microsoft.com/office/drawing/2014/main" id="{6D6DAE02-5EF4-13B5-078F-3DFCFA62AB8C}"/>
              </a:ext>
            </a:extLst>
          </p:cNvPr>
          <p:cNvPicPr>
            <a:picLocks noGrp="1" noChangeAspect="1"/>
          </p:cNvPicPr>
          <p:nvPr>
            <p:ph type="pic" sz="quarter" idx="23"/>
          </p:nvPr>
        </p:nvPicPr>
        <p:blipFill>
          <a:blip r:embed="rId4">
            <a:extLst>
              <a:ext uri="{28A0092B-C50C-407E-A947-70E740481C1C}">
                <a14:useLocalDpi xmlns:a14="http://schemas.microsoft.com/office/drawing/2010/main" val="0"/>
              </a:ext>
            </a:extLst>
          </a:blip>
          <a:srcRect l="252" r="252"/>
          <a:stretch>
            <a:fillRect/>
          </a:stretch>
        </p:blipFill>
        <p:spPr/>
      </p:pic>
    </p:spTree>
    <p:extLst>
      <p:ext uri="{BB962C8B-B14F-4D97-AF65-F5344CB8AC3E}">
        <p14:creationId xmlns:p14="http://schemas.microsoft.com/office/powerpoint/2010/main" val="21836670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5D07DDE-B0C8-58ED-41AF-6212A1210170}"/>
              </a:ext>
            </a:extLst>
          </p:cNvPr>
          <p:cNvSpPr>
            <a:spLocks noGrp="1"/>
          </p:cNvSpPr>
          <p:nvPr>
            <p:ph type="dt" sz="half" idx="18"/>
          </p:nvPr>
        </p:nvSpPr>
        <p:spPr/>
        <p:txBody>
          <a:bodyPr/>
          <a:lstStyle/>
          <a:p>
            <a:r>
              <a:rPr lang="LID4096"/>
              <a:t>08/30/2024</a:t>
            </a:r>
            <a:endParaRPr lang="en-GB" dirty="0"/>
          </a:p>
        </p:txBody>
      </p:sp>
      <p:sp>
        <p:nvSpPr>
          <p:cNvPr id="3" name="Slide Number Placeholder 2">
            <a:extLst>
              <a:ext uri="{FF2B5EF4-FFF2-40B4-BE49-F238E27FC236}">
                <a16:creationId xmlns:a16="http://schemas.microsoft.com/office/drawing/2014/main" id="{607E7C03-62BA-E31B-4769-F866F9419E11}"/>
              </a:ext>
            </a:extLst>
          </p:cNvPr>
          <p:cNvSpPr>
            <a:spLocks noGrp="1"/>
          </p:cNvSpPr>
          <p:nvPr>
            <p:ph type="sldNum" sz="quarter" idx="20"/>
          </p:nvPr>
        </p:nvSpPr>
        <p:spPr/>
        <p:txBody>
          <a:bodyPr/>
          <a:lstStyle/>
          <a:p>
            <a:fld id="{9E843DB9-9987-4157-AB9C-CEA8D7D910BB}" type="slidenum">
              <a:rPr lang="en-GB" smtClean="0"/>
              <a:pPr/>
              <a:t>36</a:t>
            </a:fld>
            <a:endParaRPr lang="en-GB" dirty="0"/>
          </a:p>
        </p:txBody>
      </p:sp>
      <p:sp>
        <p:nvSpPr>
          <p:cNvPr id="4" name="Title 3">
            <a:extLst>
              <a:ext uri="{FF2B5EF4-FFF2-40B4-BE49-F238E27FC236}">
                <a16:creationId xmlns:a16="http://schemas.microsoft.com/office/drawing/2014/main" id="{0CDC0F11-59DF-E8C4-B1F6-E4EA8678941F}"/>
              </a:ext>
            </a:extLst>
          </p:cNvPr>
          <p:cNvSpPr>
            <a:spLocks noGrp="1"/>
          </p:cNvSpPr>
          <p:nvPr>
            <p:ph type="title"/>
          </p:nvPr>
        </p:nvSpPr>
        <p:spPr/>
        <p:txBody>
          <a:bodyPr/>
          <a:lstStyle/>
          <a:p>
            <a:r>
              <a:rPr lang="en-US" dirty="0"/>
              <a:t>Test 3- Manoeuvre with shift in CG</a:t>
            </a:r>
            <a:endParaRPr lang="LID4096" dirty="0"/>
          </a:p>
        </p:txBody>
      </p:sp>
      <p:sp>
        <p:nvSpPr>
          <p:cNvPr id="7" name="Text Placeholder 6">
            <a:extLst>
              <a:ext uri="{FF2B5EF4-FFF2-40B4-BE49-F238E27FC236}">
                <a16:creationId xmlns:a16="http://schemas.microsoft.com/office/drawing/2014/main" id="{9C54ADE7-5646-CCC6-4EAB-278543FB2EBE}"/>
              </a:ext>
            </a:extLst>
          </p:cNvPr>
          <p:cNvSpPr>
            <a:spLocks noGrp="1"/>
          </p:cNvSpPr>
          <p:nvPr>
            <p:ph type="body" sz="quarter" idx="24"/>
          </p:nvPr>
        </p:nvSpPr>
        <p:spPr/>
        <p:txBody>
          <a:bodyPr/>
          <a:lstStyle/>
          <a:p>
            <a:r>
              <a:rPr lang="en-US" b="1" dirty="0">
                <a:solidFill>
                  <a:srgbClr val="0071BB"/>
                </a:solidFill>
              </a:rPr>
              <a:t>IDHP</a:t>
            </a:r>
            <a:endParaRPr lang="LID4096" dirty="0"/>
          </a:p>
        </p:txBody>
      </p:sp>
      <mc:AlternateContent xmlns:mc="http://schemas.openxmlformats.org/markup-compatibility/2006" xmlns:a14="http://schemas.microsoft.com/office/drawing/2010/main">
        <mc:Choice Requires="a14">
          <p:sp>
            <p:nvSpPr>
              <p:cNvPr id="8" name="Text Placeholder 7">
                <a:extLst>
                  <a:ext uri="{FF2B5EF4-FFF2-40B4-BE49-F238E27FC236}">
                    <a16:creationId xmlns:a16="http://schemas.microsoft.com/office/drawing/2014/main" id="{18838E78-974D-707F-31CF-BF3B9A9154EF}"/>
                  </a:ext>
                </a:extLst>
              </p:cNvPr>
              <p:cNvSpPr>
                <a:spLocks noGrp="1"/>
              </p:cNvSpPr>
              <p:nvPr>
                <p:ph type="body" sz="quarter" idx="25"/>
              </p:nvPr>
            </p:nvSpPr>
            <p:spPr/>
            <p:txBody>
              <a:bodyPr/>
              <a:lstStyle/>
              <a:p>
                <a:r>
                  <a:rPr lang="en-US" b="1" dirty="0">
                    <a:solidFill>
                      <a:srgbClr val="B52E19"/>
                    </a:solidFill>
                  </a:rPr>
                  <a:t>MIDHP(</a:t>
                </a:r>
                <a14:m>
                  <m:oMath xmlns:m="http://schemas.openxmlformats.org/officeDocument/2006/math">
                    <m:r>
                      <a:rPr lang="en-US" b="1">
                        <a:solidFill>
                          <a:srgbClr val="B52E19"/>
                        </a:solidFill>
                        <a:latin typeface="Cambria Math" panose="02040503050406030204" pitchFamily="18" charset="0"/>
                      </a:rPr>
                      <m:t>𝛌</m:t>
                    </m:r>
                  </m:oMath>
                </a14:m>
                <a:r>
                  <a:rPr lang="en-US" b="1" dirty="0">
                    <a:solidFill>
                      <a:srgbClr val="B52E19"/>
                    </a:solidFill>
                  </a:rPr>
                  <a:t>)</a:t>
                </a:r>
                <a:br>
                  <a:rPr lang="en-US" b="1" dirty="0">
                    <a:solidFill>
                      <a:srgbClr val="B52E19"/>
                    </a:solidFill>
                  </a:rPr>
                </a:br>
                <a:endParaRPr lang="LID4096" dirty="0"/>
              </a:p>
            </p:txBody>
          </p:sp>
        </mc:Choice>
        <mc:Fallback xmlns="">
          <p:sp>
            <p:nvSpPr>
              <p:cNvPr id="8" name="Text Placeholder 7">
                <a:extLst>
                  <a:ext uri="{FF2B5EF4-FFF2-40B4-BE49-F238E27FC236}">
                    <a16:creationId xmlns:a16="http://schemas.microsoft.com/office/drawing/2014/main" id="{18838E78-974D-707F-31CF-BF3B9A9154EF}"/>
                  </a:ext>
                </a:extLst>
              </p:cNvPr>
              <p:cNvSpPr>
                <a:spLocks noGrp="1" noRot="1" noChangeAspect="1" noMove="1" noResize="1" noEditPoints="1" noAdjustHandles="1" noChangeArrowheads="1" noChangeShapeType="1" noTextEdit="1"/>
              </p:cNvSpPr>
              <p:nvPr>
                <p:ph type="body" sz="quarter" idx="25"/>
              </p:nvPr>
            </p:nvSpPr>
            <p:spPr>
              <a:blipFill>
                <a:blip r:embed="rId3"/>
                <a:stretch>
                  <a:fillRect t="-44898" b="-71429"/>
                </a:stretch>
              </a:blipFill>
            </p:spPr>
            <p:txBody>
              <a:bodyPr/>
              <a:lstStyle/>
              <a:p>
                <a:r>
                  <a:rPr lang="LID4096">
                    <a:noFill/>
                  </a:rPr>
                  <a:t> </a:t>
                </a:r>
              </a:p>
            </p:txBody>
          </p:sp>
        </mc:Fallback>
      </mc:AlternateContent>
      <p:pic>
        <p:nvPicPr>
          <p:cNvPr id="14" name="Picture Placeholder 13" descr="A graph of fault and fault&#10;&#10;Description automatically generated">
            <a:extLst>
              <a:ext uri="{FF2B5EF4-FFF2-40B4-BE49-F238E27FC236}">
                <a16:creationId xmlns:a16="http://schemas.microsoft.com/office/drawing/2014/main" id="{B698A01D-C35B-3A48-B20F-CA5DB24FD9C2}"/>
              </a:ext>
            </a:extLst>
          </p:cNvPr>
          <p:cNvPicPr>
            <a:picLocks noGrp="1" noChangeAspect="1"/>
          </p:cNvPicPr>
          <p:nvPr>
            <p:ph type="pic" sz="quarter" idx="23"/>
          </p:nvPr>
        </p:nvPicPr>
        <p:blipFill>
          <a:blip r:embed="rId4">
            <a:extLst>
              <a:ext uri="{28A0092B-C50C-407E-A947-70E740481C1C}">
                <a14:useLocalDpi xmlns:a14="http://schemas.microsoft.com/office/drawing/2010/main" val="0"/>
              </a:ext>
            </a:extLst>
          </a:blip>
          <a:srcRect l="252" r="252"/>
          <a:stretch>
            <a:fillRect/>
          </a:stretch>
        </p:blipFill>
        <p:spPr/>
      </p:pic>
      <p:pic>
        <p:nvPicPr>
          <p:cNvPr id="12" name="Picture Placeholder 11" descr="A graph of a fault&#10;&#10;Description automatically generated">
            <a:extLst>
              <a:ext uri="{FF2B5EF4-FFF2-40B4-BE49-F238E27FC236}">
                <a16:creationId xmlns:a16="http://schemas.microsoft.com/office/drawing/2014/main" id="{5A9204DB-BD01-05F8-519E-CD3D799121EA}"/>
              </a:ext>
            </a:extLst>
          </p:cNvPr>
          <p:cNvPicPr>
            <a:picLocks noGrp="1" noChangeAspect="1"/>
          </p:cNvPicPr>
          <p:nvPr>
            <p:ph type="pic" sz="quarter" idx="22"/>
          </p:nvPr>
        </p:nvPicPr>
        <p:blipFill>
          <a:blip r:embed="rId5">
            <a:extLst>
              <a:ext uri="{28A0092B-C50C-407E-A947-70E740481C1C}">
                <a14:useLocalDpi xmlns:a14="http://schemas.microsoft.com/office/drawing/2010/main" val="0"/>
              </a:ext>
            </a:extLst>
          </a:blip>
          <a:srcRect l="252" r="252"/>
          <a:stretch>
            <a:fillRect/>
          </a:stretch>
        </p:blipFill>
        <p:spPr>
          <a:xfrm>
            <a:off x="719138" y="1749425"/>
            <a:ext cx="5373687" cy="3330575"/>
          </a:xfrm>
        </p:spPr>
      </p:pic>
      <p:sp>
        <p:nvSpPr>
          <p:cNvPr id="5" name="Rectangle: Rounded Corners 4">
            <a:extLst>
              <a:ext uri="{FF2B5EF4-FFF2-40B4-BE49-F238E27FC236}">
                <a16:creationId xmlns:a16="http://schemas.microsoft.com/office/drawing/2014/main" id="{ECBB2A4C-D73B-052B-6A6F-1542A382B013}"/>
              </a:ext>
            </a:extLst>
          </p:cNvPr>
          <p:cNvSpPr/>
          <p:nvPr/>
        </p:nvSpPr>
        <p:spPr>
          <a:xfrm>
            <a:off x="6531633" y="416687"/>
            <a:ext cx="1034144" cy="84898"/>
          </a:xfrm>
          <a:prstGeom prst="roundRect">
            <a:avLst>
              <a:gd name="adj" fmla="val 50000"/>
            </a:avLst>
          </a:prstGeom>
          <a:solidFill>
            <a:srgbClr val="00A6D6"/>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LID4096" sz="1600" dirty="0" err="1">
              <a:solidFill>
                <a:srgbClr val="00A6D6"/>
              </a:solidFill>
            </a:endParaRPr>
          </a:p>
        </p:txBody>
      </p:sp>
    </p:spTree>
    <p:extLst>
      <p:ext uri="{BB962C8B-B14F-4D97-AF65-F5344CB8AC3E}">
        <p14:creationId xmlns:p14="http://schemas.microsoft.com/office/powerpoint/2010/main" val="16869044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5D07DDE-B0C8-58ED-41AF-6212A1210170}"/>
              </a:ext>
            </a:extLst>
          </p:cNvPr>
          <p:cNvSpPr>
            <a:spLocks noGrp="1"/>
          </p:cNvSpPr>
          <p:nvPr>
            <p:ph type="dt" sz="half" idx="18"/>
          </p:nvPr>
        </p:nvSpPr>
        <p:spPr/>
        <p:txBody>
          <a:bodyPr/>
          <a:lstStyle/>
          <a:p>
            <a:r>
              <a:rPr lang="LID4096"/>
              <a:t>08/30/2024</a:t>
            </a:r>
            <a:endParaRPr lang="en-GB" dirty="0"/>
          </a:p>
        </p:txBody>
      </p:sp>
      <p:sp>
        <p:nvSpPr>
          <p:cNvPr id="3" name="Slide Number Placeholder 2">
            <a:extLst>
              <a:ext uri="{FF2B5EF4-FFF2-40B4-BE49-F238E27FC236}">
                <a16:creationId xmlns:a16="http://schemas.microsoft.com/office/drawing/2014/main" id="{607E7C03-62BA-E31B-4769-F866F9419E11}"/>
              </a:ext>
            </a:extLst>
          </p:cNvPr>
          <p:cNvSpPr>
            <a:spLocks noGrp="1"/>
          </p:cNvSpPr>
          <p:nvPr>
            <p:ph type="sldNum" sz="quarter" idx="20"/>
          </p:nvPr>
        </p:nvSpPr>
        <p:spPr/>
        <p:txBody>
          <a:bodyPr/>
          <a:lstStyle/>
          <a:p>
            <a:fld id="{9E843DB9-9987-4157-AB9C-CEA8D7D910BB}" type="slidenum">
              <a:rPr lang="en-GB" smtClean="0"/>
              <a:pPr/>
              <a:t>37</a:t>
            </a:fld>
            <a:endParaRPr lang="en-GB" dirty="0"/>
          </a:p>
        </p:txBody>
      </p:sp>
      <p:sp>
        <p:nvSpPr>
          <p:cNvPr id="4" name="Title 3">
            <a:extLst>
              <a:ext uri="{FF2B5EF4-FFF2-40B4-BE49-F238E27FC236}">
                <a16:creationId xmlns:a16="http://schemas.microsoft.com/office/drawing/2014/main" id="{0CDC0F11-59DF-E8C4-B1F6-E4EA8678941F}"/>
              </a:ext>
            </a:extLst>
          </p:cNvPr>
          <p:cNvSpPr>
            <a:spLocks noGrp="1"/>
          </p:cNvSpPr>
          <p:nvPr>
            <p:ph type="title"/>
          </p:nvPr>
        </p:nvSpPr>
        <p:spPr/>
        <p:txBody>
          <a:bodyPr/>
          <a:lstStyle/>
          <a:p>
            <a:r>
              <a:rPr lang="en-US" dirty="0"/>
              <a:t>Test 4- Manoeuvre with damaged elevator</a:t>
            </a:r>
            <a:endParaRPr lang="LID4096" dirty="0"/>
          </a:p>
        </p:txBody>
      </p:sp>
      <p:sp>
        <p:nvSpPr>
          <p:cNvPr id="7" name="Text Placeholder 6">
            <a:extLst>
              <a:ext uri="{FF2B5EF4-FFF2-40B4-BE49-F238E27FC236}">
                <a16:creationId xmlns:a16="http://schemas.microsoft.com/office/drawing/2014/main" id="{9C54ADE7-5646-CCC6-4EAB-278543FB2EBE}"/>
              </a:ext>
            </a:extLst>
          </p:cNvPr>
          <p:cNvSpPr>
            <a:spLocks noGrp="1"/>
          </p:cNvSpPr>
          <p:nvPr>
            <p:ph type="body" sz="quarter" idx="24"/>
          </p:nvPr>
        </p:nvSpPr>
        <p:spPr/>
        <p:txBody>
          <a:bodyPr/>
          <a:lstStyle/>
          <a:p>
            <a:r>
              <a:rPr lang="en-US" b="1" dirty="0">
                <a:solidFill>
                  <a:srgbClr val="0071BB"/>
                </a:solidFill>
              </a:rPr>
              <a:t>IDHP</a:t>
            </a:r>
            <a:endParaRPr lang="LID4096" dirty="0"/>
          </a:p>
        </p:txBody>
      </p:sp>
      <mc:AlternateContent xmlns:mc="http://schemas.openxmlformats.org/markup-compatibility/2006" xmlns:a14="http://schemas.microsoft.com/office/drawing/2010/main">
        <mc:Choice Requires="a14">
          <p:sp>
            <p:nvSpPr>
              <p:cNvPr id="8" name="Text Placeholder 7">
                <a:extLst>
                  <a:ext uri="{FF2B5EF4-FFF2-40B4-BE49-F238E27FC236}">
                    <a16:creationId xmlns:a16="http://schemas.microsoft.com/office/drawing/2014/main" id="{18838E78-974D-707F-31CF-BF3B9A9154EF}"/>
                  </a:ext>
                </a:extLst>
              </p:cNvPr>
              <p:cNvSpPr>
                <a:spLocks noGrp="1"/>
              </p:cNvSpPr>
              <p:nvPr>
                <p:ph type="body" sz="quarter" idx="25"/>
              </p:nvPr>
            </p:nvSpPr>
            <p:spPr/>
            <p:txBody>
              <a:bodyPr/>
              <a:lstStyle/>
              <a:p>
                <a:r>
                  <a:rPr lang="en-US" b="1" dirty="0">
                    <a:solidFill>
                      <a:srgbClr val="B52E19"/>
                    </a:solidFill>
                  </a:rPr>
                  <a:t>MIDHP(</a:t>
                </a:r>
                <a14:m>
                  <m:oMath xmlns:m="http://schemas.openxmlformats.org/officeDocument/2006/math">
                    <m:r>
                      <a:rPr lang="en-US" b="1">
                        <a:solidFill>
                          <a:srgbClr val="B52E19"/>
                        </a:solidFill>
                        <a:latin typeface="Cambria Math" panose="02040503050406030204" pitchFamily="18" charset="0"/>
                      </a:rPr>
                      <m:t>𝛌</m:t>
                    </m:r>
                  </m:oMath>
                </a14:m>
                <a:r>
                  <a:rPr lang="en-US" b="1" dirty="0">
                    <a:solidFill>
                      <a:srgbClr val="B52E19"/>
                    </a:solidFill>
                  </a:rPr>
                  <a:t>)</a:t>
                </a:r>
                <a:br>
                  <a:rPr lang="en-US" b="1" dirty="0">
                    <a:solidFill>
                      <a:srgbClr val="B52E19"/>
                    </a:solidFill>
                  </a:rPr>
                </a:br>
                <a:endParaRPr lang="LID4096" dirty="0"/>
              </a:p>
            </p:txBody>
          </p:sp>
        </mc:Choice>
        <mc:Fallback xmlns="">
          <p:sp>
            <p:nvSpPr>
              <p:cNvPr id="8" name="Text Placeholder 7">
                <a:extLst>
                  <a:ext uri="{FF2B5EF4-FFF2-40B4-BE49-F238E27FC236}">
                    <a16:creationId xmlns:a16="http://schemas.microsoft.com/office/drawing/2014/main" id="{18838E78-974D-707F-31CF-BF3B9A9154EF}"/>
                  </a:ext>
                </a:extLst>
              </p:cNvPr>
              <p:cNvSpPr>
                <a:spLocks noGrp="1" noRot="1" noChangeAspect="1" noMove="1" noResize="1" noEditPoints="1" noAdjustHandles="1" noChangeArrowheads="1" noChangeShapeType="1" noTextEdit="1"/>
              </p:cNvSpPr>
              <p:nvPr>
                <p:ph type="body" sz="quarter" idx="25"/>
              </p:nvPr>
            </p:nvSpPr>
            <p:spPr>
              <a:blipFill>
                <a:blip r:embed="rId2"/>
                <a:stretch>
                  <a:fillRect t="-44898" b="-71429"/>
                </a:stretch>
              </a:blipFill>
            </p:spPr>
            <p:txBody>
              <a:bodyPr/>
              <a:lstStyle/>
              <a:p>
                <a:r>
                  <a:rPr lang="LID4096">
                    <a:noFill/>
                  </a:rPr>
                  <a:t> </a:t>
                </a:r>
              </a:p>
            </p:txBody>
          </p:sp>
        </mc:Fallback>
      </mc:AlternateContent>
      <p:pic>
        <p:nvPicPr>
          <p:cNvPr id="11" name="Picture Placeholder 12" descr="A graph of a fault&#10;&#10;Description automatically generated">
            <a:extLst>
              <a:ext uri="{FF2B5EF4-FFF2-40B4-BE49-F238E27FC236}">
                <a16:creationId xmlns:a16="http://schemas.microsoft.com/office/drawing/2014/main" id="{4DD309EF-0A41-4080-8E4B-BEA2CF2916BE}"/>
              </a:ext>
            </a:extLst>
          </p:cNvPr>
          <p:cNvPicPr>
            <a:picLocks noGrp="1" noChangeAspect="1"/>
          </p:cNvPicPr>
          <p:nvPr>
            <p:ph type="pic" sz="quarter" idx="22"/>
          </p:nvPr>
        </p:nvPicPr>
        <p:blipFill>
          <a:blip r:embed="rId3">
            <a:extLst>
              <a:ext uri="{28A0092B-C50C-407E-A947-70E740481C1C}">
                <a14:useLocalDpi xmlns:a14="http://schemas.microsoft.com/office/drawing/2010/main" val="0"/>
              </a:ext>
            </a:extLst>
          </a:blip>
          <a:srcRect l="252" r="252"/>
          <a:stretch>
            <a:fillRect/>
          </a:stretch>
        </p:blipFill>
        <p:spPr>
          <a:xfrm>
            <a:off x="719138" y="1749425"/>
            <a:ext cx="5373687" cy="3330575"/>
          </a:xfrm>
        </p:spPr>
      </p:pic>
      <p:pic>
        <p:nvPicPr>
          <p:cNvPr id="19" name="Picture Placeholder 18" descr="A graph of a fault&#10;&#10;Description automatically generated">
            <a:extLst>
              <a:ext uri="{FF2B5EF4-FFF2-40B4-BE49-F238E27FC236}">
                <a16:creationId xmlns:a16="http://schemas.microsoft.com/office/drawing/2014/main" id="{0A82780D-AF29-C0E4-2451-6B5853C636A8}"/>
              </a:ext>
            </a:extLst>
          </p:cNvPr>
          <p:cNvPicPr>
            <a:picLocks noGrp="1" noChangeAspect="1"/>
          </p:cNvPicPr>
          <p:nvPr>
            <p:ph type="pic" sz="quarter" idx="23"/>
          </p:nvPr>
        </p:nvPicPr>
        <p:blipFill>
          <a:blip r:embed="rId4">
            <a:extLst>
              <a:ext uri="{28A0092B-C50C-407E-A947-70E740481C1C}">
                <a14:useLocalDpi xmlns:a14="http://schemas.microsoft.com/office/drawing/2010/main" val="0"/>
              </a:ext>
            </a:extLst>
          </a:blip>
          <a:srcRect l="252" r="252"/>
          <a:stretch>
            <a:fillRect/>
          </a:stretch>
        </p:blipFill>
        <p:spPr/>
      </p:pic>
      <p:sp>
        <p:nvSpPr>
          <p:cNvPr id="5" name="Rectangle: Rounded Corners 4">
            <a:extLst>
              <a:ext uri="{FF2B5EF4-FFF2-40B4-BE49-F238E27FC236}">
                <a16:creationId xmlns:a16="http://schemas.microsoft.com/office/drawing/2014/main" id="{05A43DAA-CF58-D174-C14C-F8B7E50A3D75}"/>
              </a:ext>
            </a:extLst>
          </p:cNvPr>
          <p:cNvSpPr/>
          <p:nvPr/>
        </p:nvSpPr>
        <p:spPr>
          <a:xfrm>
            <a:off x="6531633" y="416687"/>
            <a:ext cx="1034144" cy="84898"/>
          </a:xfrm>
          <a:prstGeom prst="roundRect">
            <a:avLst>
              <a:gd name="adj" fmla="val 50000"/>
            </a:avLst>
          </a:prstGeom>
          <a:solidFill>
            <a:srgbClr val="00A6D6"/>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LID4096" sz="1600" dirty="0" err="1">
              <a:solidFill>
                <a:srgbClr val="00A6D6"/>
              </a:solidFill>
            </a:endParaRPr>
          </a:p>
        </p:txBody>
      </p:sp>
    </p:spTree>
    <p:extLst>
      <p:ext uri="{BB962C8B-B14F-4D97-AF65-F5344CB8AC3E}">
        <p14:creationId xmlns:p14="http://schemas.microsoft.com/office/powerpoint/2010/main" val="28545849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5D07DDE-B0C8-58ED-41AF-6212A1210170}"/>
              </a:ext>
            </a:extLst>
          </p:cNvPr>
          <p:cNvSpPr>
            <a:spLocks noGrp="1"/>
          </p:cNvSpPr>
          <p:nvPr>
            <p:ph type="dt" sz="half" idx="18"/>
          </p:nvPr>
        </p:nvSpPr>
        <p:spPr/>
        <p:txBody>
          <a:bodyPr/>
          <a:lstStyle/>
          <a:p>
            <a:r>
              <a:rPr lang="LID4096"/>
              <a:t>08/30/2024</a:t>
            </a:r>
            <a:endParaRPr lang="en-GB" dirty="0"/>
          </a:p>
        </p:txBody>
      </p:sp>
      <p:sp>
        <p:nvSpPr>
          <p:cNvPr id="3" name="Slide Number Placeholder 2">
            <a:extLst>
              <a:ext uri="{FF2B5EF4-FFF2-40B4-BE49-F238E27FC236}">
                <a16:creationId xmlns:a16="http://schemas.microsoft.com/office/drawing/2014/main" id="{607E7C03-62BA-E31B-4769-F866F9419E11}"/>
              </a:ext>
            </a:extLst>
          </p:cNvPr>
          <p:cNvSpPr>
            <a:spLocks noGrp="1"/>
          </p:cNvSpPr>
          <p:nvPr>
            <p:ph type="sldNum" sz="quarter" idx="20"/>
          </p:nvPr>
        </p:nvSpPr>
        <p:spPr/>
        <p:txBody>
          <a:bodyPr/>
          <a:lstStyle/>
          <a:p>
            <a:fld id="{9E843DB9-9987-4157-AB9C-CEA8D7D910BB}" type="slidenum">
              <a:rPr lang="en-GB" smtClean="0"/>
              <a:pPr/>
              <a:t>38</a:t>
            </a:fld>
            <a:endParaRPr lang="en-GB" dirty="0"/>
          </a:p>
        </p:txBody>
      </p:sp>
      <p:sp>
        <p:nvSpPr>
          <p:cNvPr id="4" name="Title 3">
            <a:extLst>
              <a:ext uri="{FF2B5EF4-FFF2-40B4-BE49-F238E27FC236}">
                <a16:creationId xmlns:a16="http://schemas.microsoft.com/office/drawing/2014/main" id="{0CDC0F11-59DF-E8C4-B1F6-E4EA8678941F}"/>
              </a:ext>
            </a:extLst>
          </p:cNvPr>
          <p:cNvSpPr>
            <a:spLocks noGrp="1"/>
          </p:cNvSpPr>
          <p:nvPr>
            <p:ph type="title"/>
          </p:nvPr>
        </p:nvSpPr>
        <p:spPr/>
        <p:txBody>
          <a:bodyPr/>
          <a:lstStyle/>
          <a:p>
            <a:r>
              <a:rPr lang="en-US" dirty="0"/>
              <a:t>Test 5- Manoeuvre with damaged and saturated elevator</a:t>
            </a:r>
            <a:endParaRPr lang="LID4096" dirty="0"/>
          </a:p>
        </p:txBody>
      </p:sp>
      <p:sp>
        <p:nvSpPr>
          <p:cNvPr id="7" name="Text Placeholder 6">
            <a:extLst>
              <a:ext uri="{FF2B5EF4-FFF2-40B4-BE49-F238E27FC236}">
                <a16:creationId xmlns:a16="http://schemas.microsoft.com/office/drawing/2014/main" id="{9C54ADE7-5646-CCC6-4EAB-278543FB2EBE}"/>
              </a:ext>
            </a:extLst>
          </p:cNvPr>
          <p:cNvSpPr>
            <a:spLocks noGrp="1"/>
          </p:cNvSpPr>
          <p:nvPr>
            <p:ph type="body" sz="quarter" idx="24"/>
          </p:nvPr>
        </p:nvSpPr>
        <p:spPr/>
        <p:txBody>
          <a:bodyPr/>
          <a:lstStyle/>
          <a:p>
            <a:r>
              <a:rPr lang="en-US" b="1" dirty="0">
                <a:solidFill>
                  <a:srgbClr val="0071BB"/>
                </a:solidFill>
              </a:rPr>
              <a:t>IDHP</a:t>
            </a:r>
            <a:endParaRPr lang="LID4096" dirty="0"/>
          </a:p>
        </p:txBody>
      </p:sp>
      <mc:AlternateContent xmlns:mc="http://schemas.openxmlformats.org/markup-compatibility/2006" xmlns:a14="http://schemas.microsoft.com/office/drawing/2010/main">
        <mc:Choice Requires="a14">
          <p:sp>
            <p:nvSpPr>
              <p:cNvPr id="8" name="Text Placeholder 7">
                <a:extLst>
                  <a:ext uri="{FF2B5EF4-FFF2-40B4-BE49-F238E27FC236}">
                    <a16:creationId xmlns:a16="http://schemas.microsoft.com/office/drawing/2014/main" id="{18838E78-974D-707F-31CF-BF3B9A9154EF}"/>
                  </a:ext>
                </a:extLst>
              </p:cNvPr>
              <p:cNvSpPr>
                <a:spLocks noGrp="1"/>
              </p:cNvSpPr>
              <p:nvPr>
                <p:ph type="body" sz="quarter" idx="25"/>
              </p:nvPr>
            </p:nvSpPr>
            <p:spPr/>
            <p:txBody>
              <a:bodyPr/>
              <a:lstStyle/>
              <a:p>
                <a:r>
                  <a:rPr lang="en-US" b="1" dirty="0">
                    <a:solidFill>
                      <a:srgbClr val="B52E19"/>
                    </a:solidFill>
                  </a:rPr>
                  <a:t>MIDHP(</a:t>
                </a:r>
                <a14:m>
                  <m:oMath xmlns:m="http://schemas.openxmlformats.org/officeDocument/2006/math">
                    <m:r>
                      <a:rPr lang="en-US" b="1">
                        <a:solidFill>
                          <a:srgbClr val="B52E19"/>
                        </a:solidFill>
                        <a:latin typeface="Cambria Math" panose="02040503050406030204" pitchFamily="18" charset="0"/>
                      </a:rPr>
                      <m:t>𝛌</m:t>
                    </m:r>
                  </m:oMath>
                </a14:m>
                <a:r>
                  <a:rPr lang="en-US" b="1" dirty="0">
                    <a:solidFill>
                      <a:srgbClr val="B52E19"/>
                    </a:solidFill>
                  </a:rPr>
                  <a:t>)</a:t>
                </a:r>
                <a:br>
                  <a:rPr lang="en-US" b="1" dirty="0">
                    <a:solidFill>
                      <a:srgbClr val="B52E19"/>
                    </a:solidFill>
                  </a:rPr>
                </a:br>
                <a:endParaRPr lang="LID4096" dirty="0"/>
              </a:p>
            </p:txBody>
          </p:sp>
        </mc:Choice>
        <mc:Fallback xmlns="">
          <p:sp>
            <p:nvSpPr>
              <p:cNvPr id="8" name="Text Placeholder 7">
                <a:extLst>
                  <a:ext uri="{FF2B5EF4-FFF2-40B4-BE49-F238E27FC236}">
                    <a16:creationId xmlns:a16="http://schemas.microsoft.com/office/drawing/2014/main" id="{18838E78-974D-707F-31CF-BF3B9A9154EF}"/>
                  </a:ext>
                </a:extLst>
              </p:cNvPr>
              <p:cNvSpPr>
                <a:spLocks noGrp="1" noRot="1" noChangeAspect="1" noMove="1" noResize="1" noEditPoints="1" noAdjustHandles="1" noChangeArrowheads="1" noChangeShapeType="1" noTextEdit="1"/>
              </p:cNvSpPr>
              <p:nvPr>
                <p:ph type="body" sz="quarter" idx="25"/>
              </p:nvPr>
            </p:nvSpPr>
            <p:spPr>
              <a:blipFill>
                <a:blip r:embed="rId2"/>
                <a:stretch>
                  <a:fillRect t="-44898" b="-71429"/>
                </a:stretch>
              </a:blipFill>
            </p:spPr>
            <p:txBody>
              <a:bodyPr/>
              <a:lstStyle/>
              <a:p>
                <a:r>
                  <a:rPr lang="LID4096">
                    <a:noFill/>
                  </a:rPr>
                  <a:t> </a:t>
                </a:r>
              </a:p>
            </p:txBody>
          </p:sp>
        </mc:Fallback>
      </mc:AlternateContent>
      <p:pic>
        <p:nvPicPr>
          <p:cNvPr id="14" name="Picture Placeholder 13" descr="A graph of a fault&#10;&#10;Description automatically generated">
            <a:extLst>
              <a:ext uri="{FF2B5EF4-FFF2-40B4-BE49-F238E27FC236}">
                <a16:creationId xmlns:a16="http://schemas.microsoft.com/office/drawing/2014/main" id="{49210E0D-31CA-5E55-FA1B-6C4AE022479E}"/>
              </a:ext>
            </a:extLst>
          </p:cNvPr>
          <p:cNvPicPr>
            <a:picLocks noGrp="1" noChangeAspect="1"/>
          </p:cNvPicPr>
          <p:nvPr>
            <p:ph type="pic" sz="quarter" idx="23"/>
          </p:nvPr>
        </p:nvPicPr>
        <p:blipFill>
          <a:blip r:embed="rId3">
            <a:extLst>
              <a:ext uri="{28A0092B-C50C-407E-A947-70E740481C1C}">
                <a14:useLocalDpi xmlns:a14="http://schemas.microsoft.com/office/drawing/2010/main" val="0"/>
              </a:ext>
            </a:extLst>
          </a:blip>
          <a:srcRect l="252" r="252"/>
          <a:stretch>
            <a:fillRect/>
          </a:stretch>
        </p:blipFill>
        <p:spPr/>
      </p:pic>
      <p:pic>
        <p:nvPicPr>
          <p:cNvPr id="12" name="Picture Placeholder 11" descr="A graph of fault and fault&#10;&#10;Description automatically generated">
            <a:extLst>
              <a:ext uri="{FF2B5EF4-FFF2-40B4-BE49-F238E27FC236}">
                <a16:creationId xmlns:a16="http://schemas.microsoft.com/office/drawing/2014/main" id="{8F7CF672-7CD4-3AF9-F426-855C1D388974}"/>
              </a:ext>
            </a:extLst>
          </p:cNvPr>
          <p:cNvPicPr>
            <a:picLocks noGrp="1" noChangeAspect="1"/>
          </p:cNvPicPr>
          <p:nvPr>
            <p:ph type="pic" sz="quarter" idx="22"/>
          </p:nvPr>
        </p:nvPicPr>
        <p:blipFill>
          <a:blip r:embed="rId4">
            <a:extLst>
              <a:ext uri="{28A0092B-C50C-407E-A947-70E740481C1C}">
                <a14:useLocalDpi xmlns:a14="http://schemas.microsoft.com/office/drawing/2010/main" val="0"/>
              </a:ext>
            </a:extLst>
          </a:blip>
          <a:srcRect l="252" r="252"/>
          <a:stretch>
            <a:fillRect/>
          </a:stretch>
        </p:blipFill>
        <p:spPr>
          <a:xfrm>
            <a:off x="719138" y="1749425"/>
            <a:ext cx="5373687" cy="3330575"/>
          </a:xfrm>
        </p:spPr>
      </p:pic>
      <p:sp>
        <p:nvSpPr>
          <p:cNvPr id="5" name="Rectangle: Rounded Corners 4">
            <a:extLst>
              <a:ext uri="{FF2B5EF4-FFF2-40B4-BE49-F238E27FC236}">
                <a16:creationId xmlns:a16="http://schemas.microsoft.com/office/drawing/2014/main" id="{4A726E4B-CDBE-842F-E030-1E71A12CB078}"/>
              </a:ext>
            </a:extLst>
          </p:cNvPr>
          <p:cNvSpPr/>
          <p:nvPr/>
        </p:nvSpPr>
        <p:spPr>
          <a:xfrm>
            <a:off x="6531633" y="416687"/>
            <a:ext cx="1034144" cy="84898"/>
          </a:xfrm>
          <a:prstGeom prst="roundRect">
            <a:avLst>
              <a:gd name="adj" fmla="val 50000"/>
            </a:avLst>
          </a:prstGeom>
          <a:solidFill>
            <a:srgbClr val="00A6D6"/>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LID4096" sz="1600" dirty="0" err="1">
              <a:solidFill>
                <a:srgbClr val="00A6D6"/>
              </a:solidFill>
            </a:endParaRPr>
          </a:p>
        </p:txBody>
      </p:sp>
    </p:spTree>
    <p:extLst>
      <p:ext uri="{BB962C8B-B14F-4D97-AF65-F5344CB8AC3E}">
        <p14:creationId xmlns:p14="http://schemas.microsoft.com/office/powerpoint/2010/main" val="27373842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CABCDA32-BC14-A5D4-05B8-0BCC781377BC}"/>
              </a:ext>
            </a:extLst>
          </p:cNvPr>
          <p:cNvSpPr>
            <a:spLocks noGrp="1"/>
          </p:cNvSpPr>
          <p:nvPr>
            <p:ph type="title"/>
          </p:nvPr>
        </p:nvSpPr>
        <p:spPr/>
        <p:txBody>
          <a:bodyPr/>
          <a:lstStyle/>
          <a:p>
            <a:r>
              <a:rPr lang="en-GB" dirty="0"/>
              <a:t>Chapter | dark mode</a:t>
            </a:r>
          </a:p>
        </p:txBody>
      </p:sp>
      <p:sp>
        <p:nvSpPr>
          <p:cNvPr id="5" name="Tijdelijke aanduiding voor datum 4">
            <a:extLst>
              <a:ext uri="{FF2B5EF4-FFF2-40B4-BE49-F238E27FC236}">
                <a16:creationId xmlns:a16="http://schemas.microsoft.com/office/drawing/2014/main" id="{D67A1CDF-CE7A-2845-FCD6-C8689DAE85AF}"/>
              </a:ext>
            </a:extLst>
          </p:cNvPr>
          <p:cNvSpPr>
            <a:spLocks noGrp="1"/>
          </p:cNvSpPr>
          <p:nvPr>
            <p:ph type="dt" sz="half" idx="10"/>
          </p:nvPr>
        </p:nvSpPr>
        <p:spPr/>
        <p:txBody>
          <a:bodyPr/>
          <a:lstStyle/>
          <a:p>
            <a:r>
              <a:rPr lang="LID4096"/>
              <a:t>08/30/2024</a:t>
            </a:r>
            <a:endParaRPr lang="en-GB" dirty="0"/>
          </a:p>
        </p:txBody>
      </p:sp>
      <p:sp>
        <p:nvSpPr>
          <p:cNvPr id="11" name="Tijdelijke aanduiding voor dianummer 10">
            <a:extLst>
              <a:ext uri="{FF2B5EF4-FFF2-40B4-BE49-F238E27FC236}">
                <a16:creationId xmlns:a16="http://schemas.microsoft.com/office/drawing/2014/main" id="{3C89D748-71DD-4DAC-8848-8CDE7F6AAE87}"/>
              </a:ext>
            </a:extLst>
          </p:cNvPr>
          <p:cNvSpPr>
            <a:spLocks noGrp="1"/>
          </p:cNvSpPr>
          <p:nvPr>
            <p:ph type="sldNum" sz="quarter" idx="12"/>
          </p:nvPr>
        </p:nvSpPr>
        <p:spPr/>
        <p:txBody>
          <a:bodyPr/>
          <a:lstStyle/>
          <a:p>
            <a:fld id="{9E843DB9-9987-4157-AB9C-CEA8D7D910BB}" type="slidenum">
              <a:rPr lang="en-GB" smtClean="0"/>
              <a:pPr/>
              <a:t>39</a:t>
            </a:fld>
            <a:endParaRPr lang="en-GB" dirty="0"/>
          </a:p>
        </p:txBody>
      </p:sp>
      <p:sp>
        <p:nvSpPr>
          <p:cNvPr id="2" name="Rechthoek 1">
            <a:extLst>
              <a:ext uri="{FF2B5EF4-FFF2-40B4-BE49-F238E27FC236}">
                <a16:creationId xmlns:a16="http://schemas.microsoft.com/office/drawing/2014/main" id="{36102112-C438-D13C-6335-326E6F2420A1}"/>
              </a:ext>
            </a:extLst>
          </p:cNvPr>
          <p:cNvSpPr>
            <a:spLocks noGrp="1" noRot="1" noMove="1" noResize="1" noEditPoints="1" noAdjustHandles="1" noChangeArrowheads="1" noChangeShapeType="1"/>
          </p:cNvSpPr>
          <p:nvPr/>
        </p:nvSpPr>
        <p:spPr>
          <a:xfrm>
            <a:off x="3818238" y="719138"/>
            <a:ext cx="7651524" cy="5281612"/>
          </a:xfrm>
          <a:prstGeom prst="rect">
            <a:avLst/>
          </a:prstGeom>
          <a:solidFill>
            <a:srgbClr val="6F1D77"/>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grpSp>
        <p:nvGrpSpPr>
          <p:cNvPr id="3" name="Groep 2">
            <a:extLst>
              <a:ext uri="{FF2B5EF4-FFF2-40B4-BE49-F238E27FC236}">
                <a16:creationId xmlns:a16="http://schemas.microsoft.com/office/drawing/2014/main" id="{3E21F999-9BE4-73A4-CEC3-8DB27FA1FE2D}"/>
              </a:ext>
            </a:extLst>
          </p:cNvPr>
          <p:cNvGrpSpPr>
            <a:grpSpLocks noGrp="1" noUngrp="1" noRot="1" noMove="1" noResize="1"/>
          </p:cNvGrpSpPr>
          <p:nvPr/>
        </p:nvGrpSpPr>
        <p:grpSpPr>
          <a:xfrm>
            <a:off x="719138" y="1565275"/>
            <a:ext cx="4005803" cy="2251756"/>
            <a:chOff x="719138" y="1565275"/>
            <a:chExt cx="5348870" cy="3006725"/>
          </a:xfrm>
        </p:grpSpPr>
        <p:sp>
          <p:nvSpPr>
            <p:cNvPr id="4" name="Rechthoek 3">
              <a:extLst>
                <a:ext uri="{FF2B5EF4-FFF2-40B4-BE49-F238E27FC236}">
                  <a16:creationId xmlns:a16="http://schemas.microsoft.com/office/drawing/2014/main" id="{686B24DA-A24B-B5D4-D76A-70FD016CDC67}"/>
                </a:ext>
              </a:extLst>
            </p:cNvPr>
            <p:cNvSpPr>
              <a:spLocks noGrp="1" noRot="1" noMove="1" noResize="1" noEditPoints="1" noAdjustHandles="1" noChangeArrowheads="1" noChangeShapeType="1"/>
            </p:cNvSpPr>
            <p:nvPr userDrawn="1"/>
          </p:nvSpPr>
          <p:spPr>
            <a:xfrm>
              <a:off x="719138" y="1565275"/>
              <a:ext cx="5348870" cy="30067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sp>
          <p:nvSpPr>
            <p:cNvPr id="6" name="Vrije vorm: vorm 5">
              <a:extLst>
                <a:ext uri="{FF2B5EF4-FFF2-40B4-BE49-F238E27FC236}">
                  <a16:creationId xmlns:a16="http://schemas.microsoft.com/office/drawing/2014/main" id="{02A74C40-C846-C559-1C08-87DDD3CDA6A7}"/>
                </a:ext>
              </a:extLst>
            </p:cNvPr>
            <p:cNvSpPr>
              <a:spLocks noGrp="1" noRot="1" noMove="1" noResize="1" noEditPoints="1" noAdjustHandles="1" noChangeArrowheads="1" noChangeShapeType="1"/>
            </p:cNvSpPr>
            <p:nvPr userDrawn="1"/>
          </p:nvSpPr>
          <p:spPr>
            <a:xfrm>
              <a:off x="719138" y="1565275"/>
              <a:ext cx="5348870" cy="3006089"/>
            </a:xfrm>
            <a:custGeom>
              <a:avLst/>
              <a:gdLst>
                <a:gd name="connsiteX0" fmla="*/ 9196825 w 12202751"/>
                <a:gd name="connsiteY0" fmla="*/ 6253791 h 6858000"/>
                <a:gd name="connsiteX1" fmla="*/ 9228283 w 12202751"/>
                <a:gd name="connsiteY1" fmla="*/ 6260764 h 6858000"/>
                <a:gd name="connsiteX2" fmla="*/ 9319129 w 12202751"/>
                <a:gd name="connsiteY2" fmla="*/ 6797771 h 6858000"/>
                <a:gd name="connsiteX3" fmla="*/ 9315062 w 12202751"/>
                <a:gd name="connsiteY3" fmla="*/ 6858000 h 6858000"/>
                <a:gd name="connsiteX4" fmla="*/ 8712780 w 12202751"/>
                <a:gd name="connsiteY4" fmla="*/ 6858000 h 6858000"/>
                <a:gd name="connsiteX5" fmla="*/ 8752852 w 12202751"/>
                <a:gd name="connsiteY5" fmla="*/ 6786092 h 6858000"/>
                <a:gd name="connsiteX6" fmla="*/ 9165949 w 12202751"/>
                <a:gd name="connsiteY6" fmla="*/ 6254507 h 6858000"/>
                <a:gd name="connsiteX7" fmla="*/ 9196825 w 12202751"/>
                <a:gd name="connsiteY7" fmla="*/ 6253791 h 6858000"/>
                <a:gd name="connsiteX8" fmla="*/ 6322661 w 12202751"/>
                <a:gd name="connsiteY8" fmla="*/ 860036 h 6858000"/>
                <a:gd name="connsiteX9" fmla="*/ 6406295 w 12202751"/>
                <a:gd name="connsiteY9" fmla="*/ 923793 h 6858000"/>
                <a:gd name="connsiteX10" fmla="*/ 6343263 w 12202751"/>
                <a:gd name="connsiteY10" fmla="*/ 1578190 h 6858000"/>
                <a:gd name="connsiteX11" fmla="*/ 3612233 w 12202751"/>
                <a:gd name="connsiteY11" fmla="*/ 6735009 h 6858000"/>
                <a:gd name="connsiteX12" fmla="*/ 3592717 w 12202751"/>
                <a:gd name="connsiteY12" fmla="*/ 6858000 h 6858000"/>
                <a:gd name="connsiteX13" fmla="*/ 0 w 12202751"/>
                <a:gd name="connsiteY13" fmla="*/ 6858000 h 6858000"/>
                <a:gd name="connsiteX14" fmla="*/ 0 w 12202751"/>
                <a:gd name="connsiteY14" fmla="*/ 6632489 h 6858000"/>
                <a:gd name="connsiteX15" fmla="*/ 339610 w 12202751"/>
                <a:gd name="connsiteY15" fmla="*/ 6322172 h 6858000"/>
                <a:gd name="connsiteX16" fmla="*/ 5674132 w 12202751"/>
                <a:gd name="connsiteY16" fmla="*/ 1607274 h 6858000"/>
                <a:gd name="connsiteX17" fmla="*/ 6322661 w 12202751"/>
                <a:gd name="connsiteY17" fmla="*/ 860036 h 6858000"/>
                <a:gd name="connsiteX18" fmla="*/ 11650950 w 12202751"/>
                <a:gd name="connsiteY18" fmla="*/ 0 h 6858000"/>
                <a:gd name="connsiteX19" fmla="*/ 12202751 w 12202751"/>
                <a:gd name="connsiteY19" fmla="*/ 0 h 6858000"/>
                <a:gd name="connsiteX20" fmla="*/ 12202751 w 12202751"/>
                <a:gd name="connsiteY20" fmla="*/ 4442690 h 6858000"/>
                <a:gd name="connsiteX21" fmla="*/ 12090669 w 12202751"/>
                <a:gd name="connsiteY21" fmla="*/ 4422014 h 6858000"/>
                <a:gd name="connsiteX22" fmla="*/ 10571396 w 12202751"/>
                <a:gd name="connsiteY22" fmla="*/ 2213198 h 6858000"/>
                <a:gd name="connsiteX23" fmla="*/ 11525799 w 12202751"/>
                <a:gd name="connsiteY23" fmla="*/ 135882 h 6858000"/>
                <a:gd name="connsiteX24" fmla="*/ 0 w 12202751"/>
                <a:gd name="connsiteY24" fmla="*/ 0 h 6858000"/>
                <a:gd name="connsiteX25" fmla="*/ 2054194 w 12202751"/>
                <a:gd name="connsiteY25" fmla="*/ 0 h 6858000"/>
                <a:gd name="connsiteX26" fmla="*/ 1941123 w 12202751"/>
                <a:gd name="connsiteY26" fmla="*/ 75811 h 6858000"/>
                <a:gd name="connsiteX27" fmla="*/ 206525 w 12202751"/>
                <a:gd name="connsiteY27" fmla="*/ 1437904 h 6858000"/>
                <a:gd name="connsiteX28" fmla="*/ 0 w 12202751"/>
                <a:gd name="connsiteY28" fmla="*/ 163234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2202751" h="6858000">
                  <a:moveTo>
                    <a:pt x="9196825" y="6253791"/>
                  </a:moveTo>
                  <a:cubicBezTo>
                    <a:pt x="9207202" y="6254820"/>
                    <a:pt x="9217676" y="6257130"/>
                    <a:pt x="9228283" y="6260764"/>
                  </a:cubicBezTo>
                  <a:cubicBezTo>
                    <a:pt x="9307834" y="6289395"/>
                    <a:pt x="9333091" y="6516346"/>
                    <a:pt x="9319129" y="6797771"/>
                  </a:cubicBezTo>
                  <a:lnTo>
                    <a:pt x="9315062" y="6858000"/>
                  </a:lnTo>
                  <a:lnTo>
                    <a:pt x="8712780" y="6858000"/>
                  </a:lnTo>
                  <a:lnTo>
                    <a:pt x="8752852" y="6786092"/>
                  </a:lnTo>
                  <a:cubicBezTo>
                    <a:pt x="8924836" y="6476801"/>
                    <a:pt x="9040774" y="6272774"/>
                    <a:pt x="9165949" y="6254507"/>
                  </a:cubicBezTo>
                  <a:cubicBezTo>
                    <a:pt x="9176167" y="6253017"/>
                    <a:pt x="9186447" y="6252763"/>
                    <a:pt x="9196825" y="6253791"/>
                  </a:cubicBezTo>
                  <a:close/>
                  <a:moveTo>
                    <a:pt x="6322661" y="860036"/>
                  </a:moveTo>
                  <a:cubicBezTo>
                    <a:pt x="6359190" y="857387"/>
                    <a:pt x="6388114" y="876530"/>
                    <a:pt x="6406295" y="923793"/>
                  </a:cubicBezTo>
                  <a:cubicBezTo>
                    <a:pt x="6454783" y="1049825"/>
                    <a:pt x="6420842" y="1229178"/>
                    <a:pt x="6343263" y="1578190"/>
                  </a:cubicBezTo>
                  <a:cubicBezTo>
                    <a:pt x="5856638" y="3709453"/>
                    <a:pt x="3958041" y="5234882"/>
                    <a:pt x="3612233" y="6735009"/>
                  </a:cubicBezTo>
                  <a:lnTo>
                    <a:pt x="3592717" y="6858000"/>
                  </a:lnTo>
                  <a:lnTo>
                    <a:pt x="0" y="6858000"/>
                  </a:lnTo>
                  <a:lnTo>
                    <a:pt x="0" y="6632489"/>
                  </a:lnTo>
                  <a:lnTo>
                    <a:pt x="339610" y="6322172"/>
                  </a:lnTo>
                  <a:cubicBezTo>
                    <a:pt x="2196386" y="4691797"/>
                    <a:pt x="4577580" y="3447091"/>
                    <a:pt x="5674132" y="1607274"/>
                  </a:cubicBezTo>
                  <a:cubicBezTo>
                    <a:pt x="5863234" y="1292194"/>
                    <a:pt x="6164370" y="871513"/>
                    <a:pt x="6322661" y="860036"/>
                  </a:cubicBezTo>
                  <a:close/>
                  <a:moveTo>
                    <a:pt x="11650950" y="0"/>
                  </a:moveTo>
                  <a:lnTo>
                    <a:pt x="12202751" y="0"/>
                  </a:lnTo>
                  <a:lnTo>
                    <a:pt x="12202751" y="4442690"/>
                  </a:lnTo>
                  <a:lnTo>
                    <a:pt x="12090669" y="4422014"/>
                  </a:lnTo>
                  <a:cubicBezTo>
                    <a:pt x="11211465" y="4223417"/>
                    <a:pt x="10568413" y="3552240"/>
                    <a:pt x="10571396" y="2213198"/>
                  </a:cubicBezTo>
                  <a:cubicBezTo>
                    <a:pt x="10572439" y="1498198"/>
                    <a:pt x="10939503" y="807920"/>
                    <a:pt x="11525799" y="135882"/>
                  </a:cubicBezTo>
                  <a:close/>
                  <a:moveTo>
                    <a:pt x="0" y="0"/>
                  </a:moveTo>
                  <a:lnTo>
                    <a:pt x="2054194" y="0"/>
                  </a:lnTo>
                  <a:lnTo>
                    <a:pt x="1941123" y="75811"/>
                  </a:lnTo>
                  <a:cubicBezTo>
                    <a:pt x="1355823" y="476321"/>
                    <a:pt x="767225" y="928929"/>
                    <a:pt x="206525" y="1437904"/>
                  </a:cubicBezTo>
                  <a:lnTo>
                    <a:pt x="0" y="1632346"/>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ctr">
              <a:noAutofit/>
            </a:bodyPr>
            <a:lstStyle/>
            <a:p>
              <a:pPr algn="ctr">
                <a:lnSpc>
                  <a:spcPct val="90000"/>
                </a:lnSpc>
                <a:spcBef>
                  <a:spcPts val="200"/>
                </a:spcBef>
                <a:spcAft>
                  <a:spcPts val="200"/>
                </a:spcAft>
              </a:pPr>
              <a:r>
                <a:rPr lang="en-GB" sz="1600"/>
                <a:t> </a:t>
              </a:r>
              <a:endParaRPr lang="en-GB" sz="1600" dirty="0"/>
            </a:p>
          </p:txBody>
        </p:sp>
      </p:grpSp>
      <p:sp>
        <p:nvSpPr>
          <p:cNvPr id="7" name="Tijdelijke aanduiding voor tekst 3">
            <a:extLst>
              <a:ext uri="{FF2B5EF4-FFF2-40B4-BE49-F238E27FC236}">
                <a16:creationId xmlns:a16="http://schemas.microsoft.com/office/drawing/2014/main" id="{80D4DB86-2992-F491-DE66-9AF86B0B7935}"/>
              </a:ext>
            </a:extLst>
          </p:cNvPr>
          <p:cNvSpPr txBox="1">
            <a:spLocks noGrp="1" noRot="1" noMove="1" noResize="1" noEditPoints="1" noAdjustHandles="1" noChangeArrowheads="1" noChangeShapeType="1"/>
          </p:cNvSpPr>
          <p:nvPr/>
        </p:nvSpPr>
        <p:spPr>
          <a:xfrm>
            <a:off x="5452533" y="2697634"/>
            <a:ext cx="5288703" cy="666849"/>
          </a:xfrm>
          <a:prstGeom prst="rect">
            <a:avLst/>
          </a:prstGeom>
        </p:spPr>
        <p:txBody>
          <a:bodyPr wrap="square" lIns="0" tIns="0" rIns="0" bIns="0" anchor="b" anchorCtr="0">
            <a:spAutoFit/>
          </a:bodyPr>
          <a:lstStyle>
            <a:lvl1pPr marL="0" indent="0" algn="l" defTabSz="914400" rtl="0" eaLnBrk="1" latinLnBrk="0" hangingPunct="1">
              <a:lnSpc>
                <a:spcPts val="5200"/>
              </a:lnSpc>
              <a:spcBef>
                <a:spcPts val="0"/>
              </a:spcBef>
              <a:spcAft>
                <a:spcPts val="0"/>
              </a:spcAft>
              <a:buClr>
                <a:schemeClr val="accent1"/>
              </a:buClr>
              <a:buSzPct val="120000"/>
              <a:buFont typeface="Arial" panose="020B0604020202020204" pitchFamily="34" charset="0"/>
              <a:buNone/>
              <a:defRPr sz="4800" b="1" i="0" kern="1200">
                <a:solidFill>
                  <a:schemeClr val="bg1"/>
                </a:solidFill>
                <a:latin typeface="+mj-lt"/>
                <a:ea typeface="+mn-ea"/>
                <a:cs typeface="+mn-cs"/>
              </a:defRPr>
            </a:lvl1pPr>
            <a:lvl2pPr marL="0" indent="0" algn="r" defTabSz="914400" rtl="0" eaLnBrk="1" latinLnBrk="0" hangingPunct="1">
              <a:lnSpc>
                <a:spcPct val="90000"/>
              </a:lnSpc>
              <a:spcBef>
                <a:spcPts val="600"/>
              </a:spcBef>
              <a:spcAft>
                <a:spcPts val="600"/>
              </a:spcAft>
              <a:buClr>
                <a:schemeClr val="accent1"/>
              </a:buClr>
              <a:buSzPct val="120000"/>
              <a:buFont typeface="Arial" panose="020B0604020202020204" pitchFamily="34" charset="0"/>
              <a:buNone/>
              <a:tabLst>
                <a:tab pos="712788" algn="l"/>
              </a:tabLst>
              <a:defRPr sz="4400" b="1" i="0" kern="1200">
                <a:solidFill>
                  <a:schemeClr val="bg1"/>
                </a:solidFill>
                <a:latin typeface="+mj-lt"/>
                <a:ea typeface="+mn-ea"/>
                <a:cs typeface="+mn-cs"/>
              </a:defRPr>
            </a:lvl2pPr>
            <a:lvl3pPr marL="0" indent="0" algn="r" defTabSz="914400" rtl="0" eaLnBrk="1" latinLnBrk="0" hangingPunct="1">
              <a:lnSpc>
                <a:spcPct val="90000"/>
              </a:lnSpc>
              <a:spcBef>
                <a:spcPts val="600"/>
              </a:spcBef>
              <a:spcAft>
                <a:spcPts val="600"/>
              </a:spcAft>
              <a:buClr>
                <a:schemeClr val="accent3"/>
              </a:buClr>
              <a:buFont typeface="Arial" panose="020B0604020202020204" pitchFamily="34" charset="0"/>
              <a:buNone/>
              <a:defRPr sz="4400" b="1" i="0" kern="1200">
                <a:solidFill>
                  <a:schemeClr val="bg1"/>
                </a:solidFill>
                <a:latin typeface="+mj-lt"/>
                <a:ea typeface="+mn-ea"/>
                <a:cs typeface="+mn-cs"/>
              </a:defRPr>
            </a:lvl3pPr>
            <a:lvl4pPr marL="0" indent="0" algn="r" defTabSz="914400" rtl="0" eaLnBrk="1" latinLnBrk="0" hangingPunct="1">
              <a:lnSpc>
                <a:spcPct val="90000"/>
              </a:lnSpc>
              <a:spcBef>
                <a:spcPts val="600"/>
              </a:spcBef>
              <a:spcAft>
                <a:spcPts val="600"/>
              </a:spcAft>
              <a:buFont typeface="Arial" panose="020B0604020202020204" pitchFamily="34" charset="0"/>
              <a:buNone/>
              <a:defRPr sz="4400" b="1" i="0" kern="1200">
                <a:solidFill>
                  <a:schemeClr val="bg1"/>
                </a:solidFill>
                <a:latin typeface="+mj-lt"/>
                <a:ea typeface="+mn-ea"/>
                <a:cs typeface="+mn-cs"/>
              </a:defRPr>
            </a:lvl4pPr>
            <a:lvl5pPr marL="0" indent="0" algn="r" defTabSz="914400" rtl="0" eaLnBrk="1" latinLnBrk="0" hangingPunct="1">
              <a:lnSpc>
                <a:spcPct val="90000"/>
              </a:lnSpc>
              <a:spcBef>
                <a:spcPts val="600"/>
              </a:spcBef>
              <a:spcAft>
                <a:spcPts val="600"/>
              </a:spcAft>
              <a:buFont typeface="Arial" panose="020B0604020202020204" pitchFamily="34" charset="0"/>
              <a:buNone/>
              <a:defRPr sz="4400" b="1" i="0" kern="1200">
                <a:solidFill>
                  <a:schemeClr val="bg1"/>
                </a:solidFill>
                <a:latin typeface="+mj-lt"/>
                <a:ea typeface="+mn-ea"/>
                <a:cs typeface="+mn-cs"/>
              </a:defRPr>
            </a:lvl5pPr>
            <a:lvl6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defRPr sz="4400" b="1" i="0" kern="1200" cap="none" baseline="0">
                <a:solidFill>
                  <a:schemeClr val="bg1"/>
                </a:solidFill>
                <a:latin typeface="+mj-lt"/>
                <a:ea typeface="+mn-ea"/>
                <a:cs typeface="+mn-cs"/>
              </a:defRPr>
            </a:lvl6pPr>
            <a:lvl7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tabLst/>
              <a:defRPr sz="4400" b="1" i="0" kern="1200">
                <a:solidFill>
                  <a:schemeClr val="bg1"/>
                </a:solidFill>
                <a:latin typeface="+mj-lt"/>
                <a:ea typeface="+mn-ea"/>
                <a:cs typeface="+mn-cs"/>
              </a:defRPr>
            </a:lvl7pPr>
            <a:lvl8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defRPr sz="4400" b="1" i="0" kern="1200">
                <a:solidFill>
                  <a:schemeClr val="bg1"/>
                </a:solidFill>
                <a:latin typeface="+mj-lt"/>
                <a:ea typeface="+mn-ea"/>
                <a:cs typeface="+mn-cs"/>
              </a:defRPr>
            </a:lvl8pPr>
            <a:lvl9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defRPr sz="4400" b="1" i="0" kern="1200">
                <a:solidFill>
                  <a:schemeClr val="bg1"/>
                </a:solidFill>
                <a:latin typeface="+mj-lt"/>
                <a:ea typeface="+mn-ea"/>
                <a:cs typeface="+mn-cs"/>
              </a:defRPr>
            </a:lvl9pPr>
          </a:lstStyle>
          <a:p>
            <a:r>
              <a:rPr lang="en-GB" dirty="0"/>
              <a:t>Conclusions</a:t>
            </a:r>
          </a:p>
        </p:txBody>
      </p:sp>
      <p:sp>
        <p:nvSpPr>
          <p:cNvPr id="10" name="Tijdelijke aanduiding voor tekst 5">
            <a:extLst>
              <a:ext uri="{FF2B5EF4-FFF2-40B4-BE49-F238E27FC236}">
                <a16:creationId xmlns:a16="http://schemas.microsoft.com/office/drawing/2014/main" id="{D5F16DBA-8655-CF0A-8BAC-50EAA8514BEF}"/>
              </a:ext>
            </a:extLst>
          </p:cNvPr>
          <p:cNvSpPr txBox="1">
            <a:spLocks noGrp="1" noRot="1" noMove="1" noResize="1" noEditPoints="1" noAdjustHandles="1" noChangeArrowheads="1" noChangeShapeType="1"/>
          </p:cNvSpPr>
          <p:nvPr/>
        </p:nvSpPr>
        <p:spPr>
          <a:xfrm>
            <a:off x="1945226" y="1980190"/>
            <a:ext cx="1553631" cy="1421928"/>
          </a:xfrm>
          <a:prstGeom prst="rect">
            <a:avLst/>
          </a:prstGeom>
        </p:spPr>
        <p:txBody>
          <a:bodyPr wrap="none" anchor="ctr" anchorCtr="0">
            <a:spAutoFit/>
          </a:bodyPr>
          <a:lstStyle>
            <a:lvl1pPr marL="0" indent="0" algn="ctr" defTabSz="914400" rtl="0" eaLnBrk="1" latinLnBrk="0" hangingPunct="1">
              <a:lnSpc>
                <a:spcPct val="90000"/>
              </a:lnSpc>
              <a:spcBef>
                <a:spcPts val="600"/>
              </a:spcBef>
              <a:spcAft>
                <a:spcPts val="600"/>
              </a:spcAft>
              <a:buClr>
                <a:schemeClr val="accent1"/>
              </a:buClr>
              <a:buSzPct val="120000"/>
              <a:buFont typeface="Arial" panose="020B0604020202020204" pitchFamily="34" charset="0"/>
              <a:buNone/>
              <a:defRPr sz="9600" b="0" i="0" kern="1200" cap="all" baseline="0">
                <a:solidFill>
                  <a:schemeClr val="bg1"/>
                </a:solidFill>
                <a:latin typeface="+mn-lt"/>
                <a:ea typeface="+mn-ea"/>
                <a:cs typeface="+mn-cs"/>
              </a:defRPr>
            </a:lvl1pPr>
            <a:lvl2pPr marL="0" indent="0" algn="r" defTabSz="914400" rtl="0" eaLnBrk="1" latinLnBrk="0" hangingPunct="1">
              <a:lnSpc>
                <a:spcPct val="90000"/>
              </a:lnSpc>
              <a:spcBef>
                <a:spcPts val="600"/>
              </a:spcBef>
              <a:spcAft>
                <a:spcPts val="600"/>
              </a:spcAft>
              <a:buClr>
                <a:schemeClr val="accent1"/>
              </a:buClr>
              <a:buSzPct val="120000"/>
              <a:buFont typeface="Arial" panose="020B0604020202020204" pitchFamily="34" charset="0"/>
              <a:buNone/>
              <a:tabLst>
                <a:tab pos="712788" algn="l"/>
              </a:tabLst>
              <a:defRPr sz="2400" b="0" i="0" kern="1200">
                <a:solidFill>
                  <a:schemeClr val="bg1"/>
                </a:solidFill>
                <a:latin typeface="+mn-lt"/>
                <a:ea typeface="+mn-ea"/>
                <a:cs typeface="+mn-cs"/>
              </a:defRPr>
            </a:lvl2pPr>
            <a:lvl3pPr marL="0" indent="0" algn="r" defTabSz="914400" rtl="0" eaLnBrk="1" latinLnBrk="0" hangingPunct="1">
              <a:lnSpc>
                <a:spcPct val="90000"/>
              </a:lnSpc>
              <a:spcBef>
                <a:spcPts val="600"/>
              </a:spcBef>
              <a:spcAft>
                <a:spcPts val="600"/>
              </a:spcAft>
              <a:buClr>
                <a:schemeClr val="accent3"/>
              </a:buClr>
              <a:buFont typeface="Arial" panose="020B0604020202020204" pitchFamily="34" charset="0"/>
              <a:buNone/>
              <a:defRPr sz="2400" b="0" i="0" kern="1200">
                <a:solidFill>
                  <a:schemeClr val="bg1"/>
                </a:solidFill>
                <a:latin typeface="+mn-lt"/>
                <a:ea typeface="+mn-ea"/>
                <a:cs typeface="+mn-cs"/>
              </a:defRPr>
            </a:lvl3pPr>
            <a:lvl4pPr marL="0" indent="0" algn="r" defTabSz="914400" rtl="0" eaLnBrk="1" latinLnBrk="0" hangingPunct="1">
              <a:lnSpc>
                <a:spcPct val="90000"/>
              </a:lnSpc>
              <a:spcBef>
                <a:spcPts val="600"/>
              </a:spcBef>
              <a:spcAft>
                <a:spcPts val="600"/>
              </a:spcAft>
              <a:buFont typeface="Arial" panose="020B0604020202020204" pitchFamily="34" charset="0"/>
              <a:buNone/>
              <a:defRPr sz="2400" b="0" i="0" kern="1200">
                <a:solidFill>
                  <a:schemeClr val="bg1"/>
                </a:solidFill>
                <a:latin typeface="+mn-lt"/>
                <a:ea typeface="+mn-ea"/>
                <a:cs typeface="+mn-cs"/>
              </a:defRPr>
            </a:lvl4pPr>
            <a:lvl5pPr marL="0" indent="0" algn="r" defTabSz="914400" rtl="0" eaLnBrk="1" latinLnBrk="0" hangingPunct="1">
              <a:lnSpc>
                <a:spcPct val="90000"/>
              </a:lnSpc>
              <a:spcBef>
                <a:spcPts val="600"/>
              </a:spcBef>
              <a:spcAft>
                <a:spcPts val="600"/>
              </a:spcAft>
              <a:buFont typeface="Arial" panose="020B0604020202020204" pitchFamily="34" charset="0"/>
              <a:buNone/>
              <a:defRPr sz="2400" b="0" i="0" kern="1200">
                <a:solidFill>
                  <a:schemeClr val="bg1"/>
                </a:solidFill>
                <a:latin typeface="+mn-lt"/>
                <a:ea typeface="+mn-ea"/>
                <a:cs typeface="+mn-cs"/>
              </a:defRPr>
            </a:lvl5pPr>
            <a:lvl6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defRPr sz="2400" b="0" i="0" kern="1200" cap="none" baseline="0">
                <a:solidFill>
                  <a:schemeClr val="bg1"/>
                </a:solidFill>
                <a:latin typeface="+mn-lt"/>
                <a:ea typeface="+mn-ea"/>
                <a:cs typeface="+mn-cs"/>
              </a:defRPr>
            </a:lvl6pPr>
            <a:lvl7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tabLst/>
              <a:defRPr sz="2400" b="0" i="0" kern="1200">
                <a:solidFill>
                  <a:schemeClr val="bg1"/>
                </a:solidFill>
                <a:latin typeface="+mn-lt"/>
                <a:ea typeface="+mn-ea"/>
                <a:cs typeface="+mn-cs"/>
              </a:defRPr>
            </a:lvl7pPr>
            <a:lvl8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defRPr sz="2400" b="0" i="0" kern="1200">
                <a:solidFill>
                  <a:schemeClr val="bg1"/>
                </a:solidFill>
                <a:latin typeface="+mn-lt"/>
                <a:ea typeface="+mn-ea"/>
                <a:cs typeface="+mn-cs"/>
              </a:defRPr>
            </a:lvl8pPr>
            <a:lvl9pPr marL="0" indent="0" algn="r" defTabSz="914400" rtl="0" eaLnBrk="1" latinLnBrk="0" hangingPunct="1">
              <a:lnSpc>
                <a:spcPct val="90000"/>
              </a:lnSpc>
              <a:spcBef>
                <a:spcPts val="600"/>
              </a:spcBef>
              <a:spcAft>
                <a:spcPts val="600"/>
              </a:spcAft>
              <a:buClr>
                <a:schemeClr val="accent1"/>
              </a:buClr>
              <a:buFont typeface="Arial" panose="020B0604020202020204" pitchFamily="34" charset="0"/>
              <a:buNone/>
              <a:defRPr sz="2400" b="0" i="0" kern="1200">
                <a:solidFill>
                  <a:schemeClr val="bg1"/>
                </a:solidFill>
                <a:latin typeface="+mn-lt"/>
                <a:ea typeface="+mn-ea"/>
                <a:cs typeface="+mn-cs"/>
              </a:defRPr>
            </a:lvl9pPr>
          </a:lstStyle>
          <a:p>
            <a:r>
              <a:rPr lang="en-GB" dirty="0"/>
              <a:t>06</a:t>
            </a:r>
          </a:p>
        </p:txBody>
      </p:sp>
      <p:grpSp>
        <p:nvGrpSpPr>
          <p:cNvPr id="8" name="Groep 2">
            <a:extLst>
              <a:ext uri="{FF2B5EF4-FFF2-40B4-BE49-F238E27FC236}">
                <a16:creationId xmlns:a16="http://schemas.microsoft.com/office/drawing/2014/main" id="{12CFD7DA-A5F3-4F79-FD69-1BC7AD6220D6}"/>
              </a:ext>
            </a:extLst>
          </p:cNvPr>
          <p:cNvGrpSpPr/>
          <p:nvPr/>
        </p:nvGrpSpPr>
        <p:grpSpPr>
          <a:xfrm>
            <a:off x="719138" y="1564799"/>
            <a:ext cx="4005803" cy="2251756"/>
            <a:chOff x="719138" y="1565275"/>
            <a:chExt cx="5348870" cy="3006725"/>
          </a:xfrm>
        </p:grpSpPr>
        <p:sp>
          <p:nvSpPr>
            <p:cNvPr id="12" name="Rechthoek 3">
              <a:extLst>
                <a:ext uri="{FF2B5EF4-FFF2-40B4-BE49-F238E27FC236}">
                  <a16:creationId xmlns:a16="http://schemas.microsoft.com/office/drawing/2014/main" id="{A1BDBF21-AA0F-D592-5C39-F51062ADB3DF}"/>
                </a:ext>
              </a:extLst>
            </p:cNvPr>
            <p:cNvSpPr/>
            <p:nvPr userDrawn="1"/>
          </p:nvSpPr>
          <p:spPr>
            <a:xfrm>
              <a:off x="719138" y="1565275"/>
              <a:ext cx="5348870" cy="30067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en-GB" sz="1600" dirty="0" err="1"/>
            </a:p>
          </p:txBody>
        </p:sp>
        <p:sp>
          <p:nvSpPr>
            <p:cNvPr id="14" name="Vrije vorm: vorm 5">
              <a:extLst>
                <a:ext uri="{FF2B5EF4-FFF2-40B4-BE49-F238E27FC236}">
                  <a16:creationId xmlns:a16="http://schemas.microsoft.com/office/drawing/2014/main" id="{49A7AFF9-5D16-D801-2248-A773D8D33944}"/>
                </a:ext>
              </a:extLst>
            </p:cNvPr>
            <p:cNvSpPr/>
            <p:nvPr userDrawn="1"/>
          </p:nvSpPr>
          <p:spPr>
            <a:xfrm>
              <a:off x="719138" y="1565275"/>
              <a:ext cx="5348870" cy="3006089"/>
            </a:xfrm>
            <a:custGeom>
              <a:avLst/>
              <a:gdLst>
                <a:gd name="connsiteX0" fmla="*/ 9196825 w 12202751"/>
                <a:gd name="connsiteY0" fmla="*/ 6253791 h 6858000"/>
                <a:gd name="connsiteX1" fmla="*/ 9228283 w 12202751"/>
                <a:gd name="connsiteY1" fmla="*/ 6260764 h 6858000"/>
                <a:gd name="connsiteX2" fmla="*/ 9319129 w 12202751"/>
                <a:gd name="connsiteY2" fmla="*/ 6797771 h 6858000"/>
                <a:gd name="connsiteX3" fmla="*/ 9315062 w 12202751"/>
                <a:gd name="connsiteY3" fmla="*/ 6858000 h 6858000"/>
                <a:gd name="connsiteX4" fmla="*/ 8712780 w 12202751"/>
                <a:gd name="connsiteY4" fmla="*/ 6858000 h 6858000"/>
                <a:gd name="connsiteX5" fmla="*/ 8752852 w 12202751"/>
                <a:gd name="connsiteY5" fmla="*/ 6786092 h 6858000"/>
                <a:gd name="connsiteX6" fmla="*/ 9165949 w 12202751"/>
                <a:gd name="connsiteY6" fmla="*/ 6254507 h 6858000"/>
                <a:gd name="connsiteX7" fmla="*/ 9196825 w 12202751"/>
                <a:gd name="connsiteY7" fmla="*/ 6253791 h 6858000"/>
                <a:gd name="connsiteX8" fmla="*/ 6322661 w 12202751"/>
                <a:gd name="connsiteY8" fmla="*/ 860036 h 6858000"/>
                <a:gd name="connsiteX9" fmla="*/ 6406295 w 12202751"/>
                <a:gd name="connsiteY9" fmla="*/ 923793 h 6858000"/>
                <a:gd name="connsiteX10" fmla="*/ 6343263 w 12202751"/>
                <a:gd name="connsiteY10" fmla="*/ 1578190 h 6858000"/>
                <a:gd name="connsiteX11" fmla="*/ 3612233 w 12202751"/>
                <a:gd name="connsiteY11" fmla="*/ 6735009 h 6858000"/>
                <a:gd name="connsiteX12" fmla="*/ 3592717 w 12202751"/>
                <a:gd name="connsiteY12" fmla="*/ 6858000 h 6858000"/>
                <a:gd name="connsiteX13" fmla="*/ 0 w 12202751"/>
                <a:gd name="connsiteY13" fmla="*/ 6858000 h 6858000"/>
                <a:gd name="connsiteX14" fmla="*/ 0 w 12202751"/>
                <a:gd name="connsiteY14" fmla="*/ 6632489 h 6858000"/>
                <a:gd name="connsiteX15" fmla="*/ 339610 w 12202751"/>
                <a:gd name="connsiteY15" fmla="*/ 6322172 h 6858000"/>
                <a:gd name="connsiteX16" fmla="*/ 5674132 w 12202751"/>
                <a:gd name="connsiteY16" fmla="*/ 1607274 h 6858000"/>
                <a:gd name="connsiteX17" fmla="*/ 6322661 w 12202751"/>
                <a:gd name="connsiteY17" fmla="*/ 860036 h 6858000"/>
                <a:gd name="connsiteX18" fmla="*/ 11650950 w 12202751"/>
                <a:gd name="connsiteY18" fmla="*/ 0 h 6858000"/>
                <a:gd name="connsiteX19" fmla="*/ 12202751 w 12202751"/>
                <a:gd name="connsiteY19" fmla="*/ 0 h 6858000"/>
                <a:gd name="connsiteX20" fmla="*/ 12202751 w 12202751"/>
                <a:gd name="connsiteY20" fmla="*/ 4442690 h 6858000"/>
                <a:gd name="connsiteX21" fmla="*/ 12090669 w 12202751"/>
                <a:gd name="connsiteY21" fmla="*/ 4422014 h 6858000"/>
                <a:gd name="connsiteX22" fmla="*/ 10571396 w 12202751"/>
                <a:gd name="connsiteY22" fmla="*/ 2213198 h 6858000"/>
                <a:gd name="connsiteX23" fmla="*/ 11525799 w 12202751"/>
                <a:gd name="connsiteY23" fmla="*/ 135882 h 6858000"/>
                <a:gd name="connsiteX24" fmla="*/ 0 w 12202751"/>
                <a:gd name="connsiteY24" fmla="*/ 0 h 6858000"/>
                <a:gd name="connsiteX25" fmla="*/ 2054194 w 12202751"/>
                <a:gd name="connsiteY25" fmla="*/ 0 h 6858000"/>
                <a:gd name="connsiteX26" fmla="*/ 1941123 w 12202751"/>
                <a:gd name="connsiteY26" fmla="*/ 75811 h 6858000"/>
                <a:gd name="connsiteX27" fmla="*/ 206525 w 12202751"/>
                <a:gd name="connsiteY27" fmla="*/ 1437904 h 6858000"/>
                <a:gd name="connsiteX28" fmla="*/ 0 w 12202751"/>
                <a:gd name="connsiteY28" fmla="*/ 163234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2202751" h="6858000">
                  <a:moveTo>
                    <a:pt x="9196825" y="6253791"/>
                  </a:moveTo>
                  <a:cubicBezTo>
                    <a:pt x="9207202" y="6254820"/>
                    <a:pt x="9217676" y="6257130"/>
                    <a:pt x="9228283" y="6260764"/>
                  </a:cubicBezTo>
                  <a:cubicBezTo>
                    <a:pt x="9307834" y="6289395"/>
                    <a:pt x="9333091" y="6516346"/>
                    <a:pt x="9319129" y="6797771"/>
                  </a:cubicBezTo>
                  <a:lnTo>
                    <a:pt x="9315062" y="6858000"/>
                  </a:lnTo>
                  <a:lnTo>
                    <a:pt x="8712780" y="6858000"/>
                  </a:lnTo>
                  <a:lnTo>
                    <a:pt x="8752852" y="6786092"/>
                  </a:lnTo>
                  <a:cubicBezTo>
                    <a:pt x="8924836" y="6476801"/>
                    <a:pt x="9040774" y="6272774"/>
                    <a:pt x="9165949" y="6254507"/>
                  </a:cubicBezTo>
                  <a:cubicBezTo>
                    <a:pt x="9176167" y="6253017"/>
                    <a:pt x="9186447" y="6252763"/>
                    <a:pt x="9196825" y="6253791"/>
                  </a:cubicBezTo>
                  <a:close/>
                  <a:moveTo>
                    <a:pt x="6322661" y="860036"/>
                  </a:moveTo>
                  <a:cubicBezTo>
                    <a:pt x="6359190" y="857387"/>
                    <a:pt x="6388114" y="876530"/>
                    <a:pt x="6406295" y="923793"/>
                  </a:cubicBezTo>
                  <a:cubicBezTo>
                    <a:pt x="6454783" y="1049825"/>
                    <a:pt x="6420842" y="1229178"/>
                    <a:pt x="6343263" y="1578190"/>
                  </a:cubicBezTo>
                  <a:cubicBezTo>
                    <a:pt x="5856638" y="3709453"/>
                    <a:pt x="3958041" y="5234882"/>
                    <a:pt x="3612233" y="6735009"/>
                  </a:cubicBezTo>
                  <a:lnTo>
                    <a:pt x="3592717" y="6858000"/>
                  </a:lnTo>
                  <a:lnTo>
                    <a:pt x="0" y="6858000"/>
                  </a:lnTo>
                  <a:lnTo>
                    <a:pt x="0" y="6632489"/>
                  </a:lnTo>
                  <a:lnTo>
                    <a:pt x="339610" y="6322172"/>
                  </a:lnTo>
                  <a:cubicBezTo>
                    <a:pt x="2196386" y="4691797"/>
                    <a:pt x="4577580" y="3447091"/>
                    <a:pt x="5674132" y="1607274"/>
                  </a:cubicBezTo>
                  <a:cubicBezTo>
                    <a:pt x="5863234" y="1292194"/>
                    <a:pt x="6164370" y="871513"/>
                    <a:pt x="6322661" y="860036"/>
                  </a:cubicBezTo>
                  <a:close/>
                  <a:moveTo>
                    <a:pt x="11650950" y="0"/>
                  </a:moveTo>
                  <a:lnTo>
                    <a:pt x="12202751" y="0"/>
                  </a:lnTo>
                  <a:lnTo>
                    <a:pt x="12202751" y="4442690"/>
                  </a:lnTo>
                  <a:lnTo>
                    <a:pt x="12090669" y="4422014"/>
                  </a:lnTo>
                  <a:cubicBezTo>
                    <a:pt x="11211465" y="4223417"/>
                    <a:pt x="10568413" y="3552240"/>
                    <a:pt x="10571396" y="2213198"/>
                  </a:cubicBezTo>
                  <a:cubicBezTo>
                    <a:pt x="10572439" y="1498198"/>
                    <a:pt x="10939503" y="807920"/>
                    <a:pt x="11525799" y="135882"/>
                  </a:cubicBezTo>
                  <a:close/>
                  <a:moveTo>
                    <a:pt x="0" y="0"/>
                  </a:moveTo>
                  <a:lnTo>
                    <a:pt x="2054194" y="0"/>
                  </a:lnTo>
                  <a:lnTo>
                    <a:pt x="1941123" y="75811"/>
                  </a:lnTo>
                  <a:cubicBezTo>
                    <a:pt x="1355823" y="476321"/>
                    <a:pt x="767225" y="928929"/>
                    <a:pt x="206525" y="1437904"/>
                  </a:cubicBezTo>
                  <a:lnTo>
                    <a:pt x="0" y="1632346"/>
                  </a:lnTo>
                  <a:close/>
                </a:path>
              </a:pathLst>
            </a:custGeom>
            <a:solidFill>
              <a:srgbClr val="0076C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ctr">
              <a:noAutofit/>
            </a:bodyPr>
            <a:lstStyle/>
            <a:p>
              <a:pPr algn="ctr">
                <a:lnSpc>
                  <a:spcPct val="90000"/>
                </a:lnSpc>
                <a:spcBef>
                  <a:spcPts val="200"/>
                </a:spcBef>
                <a:spcAft>
                  <a:spcPts val="200"/>
                </a:spcAft>
              </a:pPr>
              <a:r>
                <a:rPr lang="en-GB" sz="9600" dirty="0"/>
                <a:t>05</a:t>
              </a:r>
              <a:r>
                <a:rPr lang="en-GB" sz="1600" dirty="0"/>
                <a:t> </a:t>
              </a:r>
            </a:p>
          </p:txBody>
        </p:sp>
      </p:grpSp>
      <p:sp>
        <p:nvSpPr>
          <p:cNvPr id="15" name="Rectangle: Rounded Corners 14">
            <a:extLst>
              <a:ext uri="{FF2B5EF4-FFF2-40B4-BE49-F238E27FC236}">
                <a16:creationId xmlns:a16="http://schemas.microsoft.com/office/drawing/2014/main" id="{2695FC71-8A21-2D4C-B526-DDD97F188673}"/>
              </a:ext>
            </a:extLst>
          </p:cNvPr>
          <p:cNvSpPr/>
          <p:nvPr/>
        </p:nvSpPr>
        <p:spPr>
          <a:xfrm>
            <a:off x="6531633" y="416687"/>
            <a:ext cx="1034144" cy="84898"/>
          </a:xfrm>
          <a:prstGeom prst="roundRect">
            <a:avLst>
              <a:gd name="adj" fmla="val 50000"/>
            </a:avLst>
          </a:prstGeom>
          <a:solidFill>
            <a:srgbClr val="00A6D6"/>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LID4096" sz="1600" dirty="0" err="1">
              <a:solidFill>
                <a:srgbClr val="00A6D6"/>
              </a:solidFill>
            </a:endParaRPr>
          </a:p>
        </p:txBody>
      </p:sp>
    </p:spTree>
    <p:extLst>
      <p:ext uri="{BB962C8B-B14F-4D97-AF65-F5344CB8AC3E}">
        <p14:creationId xmlns:p14="http://schemas.microsoft.com/office/powerpoint/2010/main" val="3219452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grpId="0" nodeType="withEffect">
                                  <p:stCondLst>
                                    <p:cond delay="0"/>
                                  </p:stCondLst>
                                  <p:childTnLst>
                                    <p:animMotion origin="layout" path="M 5E-6 1.85185E-6 L 0.08764 1.85185E-6 " pathEditMode="relative" rAng="0" ptsTypes="AA">
                                      <p:cBhvr>
                                        <p:cTn id="6" dur="2000" fill="hold"/>
                                        <p:tgtEl>
                                          <p:spTgt spid="15"/>
                                        </p:tgtEl>
                                        <p:attrNameLst>
                                          <p:attrName>ppt_x</p:attrName>
                                          <p:attrName>ppt_y</p:attrName>
                                        </p:attrNameLst>
                                      </p:cBhvr>
                                      <p:rCtr x="4375"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jdelijke aanduiding voor datum 4">
            <a:extLst>
              <a:ext uri="{FF2B5EF4-FFF2-40B4-BE49-F238E27FC236}">
                <a16:creationId xmlns:a16="http://schemas.microsoft.com/office/drawing/2014/main" id="{B994BAD7-1490-F4D5-9092-3EB7111B7DF7}"/>
              </a:ext>
            </a:extLst>
          </p:cNvPr>
          <p:cNvSpPr>
            <a:spLocks noGrp="1"/>
          </p:cNvSpPr>
          <p:nvPr>
            <p:ph type="dt" sz="half" idx="18"/>
          </p:nvPr>
        </p:nvSpPr>
        <p:spPr>
          <a:xfrm>
            <a:off x="10146569" y="6405669"/>
            <a:ext cx="766235" cy="184666"/>
          </a:xfrm>
        </p:spPr>
        <p:txBody>
          <a:bodyPr/>
          <a:lstStyle/>
          <a:p>
            <a:r>
              <a:rPr lang="LID4096"/>
              <a:t>08/30/2024</a:t>
            </a:r>
            <a:endParaRPr lang="en-GB" dirty="0"/>
          </a:p>
        </p:txBody>
      </p:sp>
      <p:sp>
        <p:nvSpPr>
          <p:cNvPr id="16" name="Tijdelijke aanduiding voor dianummer 15">
            <a:extLst>
              <a:ext uri="{FF2B5EF4-FFF2-40B4-BE49-F238E27FC236}">
                <a16:creationId xmlns:a16="http://schemas.microsoft.com/office/drawing/2014/main" id="{BBB35617-5649-3A69-5ACC-A5828B3F289A}"/>
              </a:ext>
            </a:extLst>
          </p:cNvPr>
          <p:cNvSpPr>
            <a:spLocks noGrp="1"/>
          </p:cNvSpPr>
          <p:nvPr>
            <p:ph type="sldNum" sz="quarter" idx="20"/>
          </p:nvPr>
        </p:nvSpPr>
        <p:spPr>
          <a:xfrm>
            <a:off x="11178464" y="6405669"/>
            <a:ext cx="291298" cy="184666"/>
          </a:xfrm>
        </p:spPr>
        <p:txBody>
          <a:bodyPr/>
          <a:lstStyle/>
          <a:p>
            <a:fld id="{9E843DB9-9987-4157-AB9C-CEA8D7D910BB}" type="slidenum">
              <a:rPr lang="en-GB" smtClean="0"/>
              <a:pPr/>
              <a:t>40</a:t>
            </a:fld>
            <a:endParaRPr lang="en-GB" dirty="0"/>
          </a:p>
        </p:txBody>
      </p:sp>
      <p:sp>
        <p:nvSpPr>
          <p:cNvPr id="14" name="Titel 13">
            <a:extLst>
              <a:ext uri="{FF2B5EF4-FFF2-40B4-BE49-F238E27FC236}">
                <a16:creationId xmlns:a16="http://schemas.microsoft.com/office/drawing/2014/main" id="{4E840CAD-8869-66D6-F142-07912B6A4DF2}"/>
              </a:ext>
            </a:extLst>
          </p:cNvPr>
          <p:cNvSpPr>
            <a:spLocks noGrp="1"/>
          </p:cNvSpPr>
          <p:nvPr>
            <p:ph type="title"/>
          </p:nvPr>
        </p:nvSpPr>
        <p:spPr>
          <a:xfrm>
            <a:off x="718666" y="722454"/>
            <a:ext cx="10752610" cy="323409"/>
          </a:xfrm>
        </p:spPr>
        <p:txBody>
          <a:bodyPr/>
          <a:lstStyle/>
          <a:p>
            <a:r>
              <a:rPr lang="en-GB" dirty="0"/>
              <a:t>Research Questions</a:t>
            </a:r>
          </a:p>
        </p:txBody>
      </p:sp>
      <p:sp>
        <p:nvSpPr>
          <p:cNvPr id="2" name="TextBox 1">
            <a:extLst>
              <a:ext uri="{FF2B5EF4-FFF2-40B4-BE49-F238E27FC236}">
                <a16:creationId xmlns:a16="http://schemas.microsoft.com/office/drawing/2014/main" id="{9CD5277C-AEB1-4502-DC69-140AD0B67842}"/>
              </a:ext>
            </a:extLst>
          </p:cNvPr>
          <p:cNvSpPr txBox="1"/>
          <p:nvPr/>
        </p:nvSpPr>
        <p:spPr>
          <a:xfrm>
            <a:off x="-174171" y="1517650"/>
            <a:ext cx="11734800" cy="4431111"/>
          </a:xfrm>
          <a:prstGeom prst="rect">
            <a:avLst/>
          </a:prstGeom>
          <a:noFill/>
        </p:spPr>
        <p:txBody>
          <a:bodyPr wrap="square" lIns="0" tIns="0" rIns="0" bIns="0" rtlCol="0">
            <a:noAutofit/>
          </a:bodyPr>
          <a:lstStyle/>
          <a:p>
            <a:pPr algn="l">
              <a:spcBef>
                <a:spcPts val="600"/>
              </a:spcBef>
              <a:spcAft>
                <a:spcPts val="600"/>
              </a:spcAft>
            </a:pPr>
            <a:r>
              <a:rPr lang="en-US" sz="2000" dirty="0">
                <a:solidFill>
                  <a:srgbClr val="0C2340"/>
                </a:solidFill>
              </a:rPr>
              <a:t>	</a:t>
            </a:r>
            <a:r>
              <a:rPr lang="en-US" sz="2000" b="1" dirty="0">
                <a:solidFill>
                  <a:srgbClr val="0C2340"/>
                </a:solidFill>
              </a:rPr>
              <a:t>1</a:t>
            </a:r>
            <a:r>
              <a:rPr lang="en-US" sz="2000" dirty="0">
                <a:solidFill>
                  <a:srgbClr val="0C2340"/>
                </a:solidFill>
              </a:rPr>
              <a:t>. What promising </a:t>
            </a:r>
            <a:r>
              <a:rPr lang="en-US" sz="2000" u="sng" dirty="0">
                <a:solidFill>
                  <a:srgbClr val="0C2340"/>
                </a:solidFill>
              </a:rPr>
              <a:t>reinforcement learning algorithm</a:t>
            </a:r>
            <a:r>
              <a:rPr lang="en-US" sz="2000" dirty="0">
                <a:solidFill>
                  <a:srgbClr val="0C2340"/>
                </a:solidFill>
              </a:rPr>
              <a:t> for fault-tolerance and tracking performance	    should be further studied in the present research?</a:t>
            </a:r>
          </a:p>
          <a:p>
            <a:pPr algn="l">
              <a:spcBef>
                <a:spcPts val="600"/>
              </a:spcBef>
              <a:spcAft>
                <a:spcPts val="600"/>
              </a:spcAft>
            </a:pPr>
            <a:r>
              <a:rPr lang="en-US" sz="2000" dirty="0">
                <a:solidFill>
                  <a:srgbClr val="0C2340"/>
                </a:solidFill>
              </a:rPr>
              <a:t>	    </a:t>
            </a:r>
            <a:r>
              <a:rPr lang="en-US" sz="2000" dirty="0"/>
              <a:t>Answer: IDHP	</a:t>
            </a:r>
          </a:p>
          <a:p>
            <a:pPr algn="l">
              <a:spcBef>
                <a:spcPts val="600"/>
              </a:spcBef>
              <a:spcAft>
                <a:spcPts val="600"/>
              </a:spcAft>
            </a:pPr>
            <a:endParaRPr lang="en-US" sz="2000" dirty="0">
              <a:solidFill>
                <a:srgbClr val="0C2340"/>
              </a:solidFill>
            </a:endParaRPr>
          </a:p>
          <a:p>
            <a:pPr algn="l">
              <a:spcBef>
                <a:spcPts val="600"/>
              </a:spcBef>
              <a:spcAft>
                <a:spcPts val="600"/>
              </a:spcAft>
            </a:pPr>
            <a:r>
              <a:rPr lang="en-US" sz="2000" dirty="0">
                <a:solidFill>
                  <a:srgbClr val="0C2340"/>
                </a:solidFill>
              </a:rPr>
              <a:t>	</a:t>
            </a:r>
            <a:r>
              <a:rPr lang="en-US" sz="2000" b="1" dirty="0">
                <a:solidFill>
                  <a:srgbClr val="0C2340"/>
                </a:solidFill>
              </a:rPr>
              <a:t>2</a:t>
            </a:r>
            <a:r>
              <a:rPr lang="en-US" sz="2000" dirty="0">
                <a:solidFill>
                  <a:srgbClr val="0C2340"/>
                </a:solidFill>
              </a:rPr>
              <a:t>. How can the identified algorithm be applied to </a:t>
            </a:r>
            <a:r>
              <a:rPr lang="en-US" sz="2000" u="sng" dirty="0">
                <a:solidFill>
                  <a:srgbClr val="0C2340"/>
                </a:solidFill>
              </a:rPr>
              <a:t>control the PH-LAB</a:t>
            </a:r>
            <a:r>
              <a:rPr lang="en-US" sz="2000" dirty="0">
                <a:solidFill>
                  <a:srgbClr val="0C2340"/>
                </a:solidFill>
              </a:rPr>
              <a:t> research aircraft? </a:t>
            </a:r>
          </a:p>
          <a:p>
            <a:pPr>
              <a:spcBef>
                <a:spcPts val="600"/>
              </a:spcBef>
              <a:spcAft>
                <a:spcPts val="600"/>
              </a:spcAft>
            </a:pPr>
            <a:r>
              <a:rPr lang="en-US" sz="2000" dirty="0">
                <a:solidFill>
                  <a:srgbClr val="0C2340"/>
                </a:solidFill>
              </a:rPr>
              <a:t>	    </a:t>
            </a:r>
            <a:r>
              <a:rPr lang="en-US" sz="2000" dirty="0"/>
              <a:t>Answer: Flight control MDP</a:t>
            </a:r>
          </a:p>
          <a:p>
            <a:pPr algn="l">
              <a:spcBef>
                <a:spcPts val="600"/>
              </a:spcBef>
              <a:spcAft>
                <a:spcPts val="600"/>
              </a:spcAft>
            </a:pPr>
            <a:endParaRPr lang="en-US" sz="2000" dirty="0">
              <a:solidFill>
                <a:srgbClr val="0C2340"/>
              </a:solidFill>
            </a:endParaRPr>
          </a:p>
          <a:p>
            <a:pPr algn="l">
              <a:spcBef>
                <a:spcPts val="600"/>
              </a:spcBef>
              <a:spcAft>
                <a:spcPts val="600"/>
              </a:spcAft>
            </a:pPr>
            <a:r>
              <a:rPr lang="en-US" sz="2000" dirty="0">
                <a:solidFill>
                  <a:srgbClr val="0C2340"/>
                </a:solidFill>
              </a:rPr>
              <a:t>	</a:t>
            </a:r>
            <a:r>
              <a:rPr lang="en-US" sz="2000" b="1" dirty="0">
                <a:solidFill>
                  <a:srgbClr val="0C2340"/>
                </a:solidFill>
              </a:rPr>
              <a:t>3</a:t>
            </a:r>
            <a:r>
              <a:rPr lang="en-US" sz="2000" dirty="0">
                <a:solidFill>
                  <a:srgbClr val="0C2340"/>
                </a:solidFill>
              </a:rPr>
              <a:t>. How does the </a:t>
            </a:r>
            <a:r>
              <a:rPr lang="en-US" sz="2000" u="sng" dirty="0">
                <a:solidFill>
                  <a:srgbClr val="0C2340"/>
                </a:solidFill>
              </a:rPr>
              <a:t>developed flight controller perform</a:t>
            </a:r>
            <a:r>
              <a:rPr lang="en-US" sz="2000" dirty="0">
                <a:solidFill>
                  <a:srgbClr val="0C2340"/>
                </a:solidFill>
              </a:rPr>
              <a:t> during nominal flight and in the presence of 	    faults?</a:t>
            </a:r>
          </a:p>
          <a:p>
            <a:pPr>
              <a:spcBef>
                <a:spcPts val="600"/>
              </a:spcBef>
              <a:spcAft>
                <a:spcPts val="600"/>
              </a:spcAft>
            </a:pPr>
            <a:r>
              <a:rPr lang="en-US" sz="2000" dirty="0">
                <a:solidFill>
                  <a:srgbClr val="0C2340"/>
                </a:solidFill>
              </a:rPr>
              <a:t>	    </a:t>
            </a:r>
            <a:r>
              <a:rPr lang="en-US" sz="2000" dirty="0"/>
              <a:t>Answer: Improvement in fault tolerance, not much so in nominal flight.</a:t>
            </a:r>
            <a:endParaRPr lang="en-US" sz="2000" dirty="0">
              <a:solidFill>
                <a:srgbClr val="0C2340"/>
              </a:solidFill>
            </a:endParaRPr>
          </a:p>
        </p:txBody>
      </p:sp>
      <p:sp>
        <p:nvSpPr>
          <p:cNvPr id="3" name="Rectangle: Rounded Corners 2">
            <a:extLst>
              <a:ext uri="{FF2B5EF4-FFF2-40B4-BE49-F238E27FC236}">
                <a16:creationId xmlns:a16="http://schemas.microsoft.com/office/drawing/2014/main" id="{A0FC09F1-DA92-913F-D969-675735CF40D2}"/>
              </a:ext>
            </a:extLst>
          </p:cNvPr>
          <p:cNvSpPr/>
          <p:nvPr/>
        </p:nvSpPr>
        <p:spPr>
          <a:xfrm>
            <a:off x="7597955" y="416687"/>
            <a:ext cx="1034144" cy="84898"/>
          </a:xfrm>
          <a:prstGeom prst="roundRect">
            <a:avLst>
              <a:gd name="adj" fmla="val 50000"/>
            </a:avLst>
          </a:prstGeom>
          <a:solidFill>
            <a:srgbClr val="00A6D6"/>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LID4096" sz="1600" dirty="0" err="1">
              <a:solidFill>
                <a:srgbClr val="00A6D6"/>
              </a:solidFill>
            </a:endParaRPr>
          </a:p>
        </p:txBody>
      </p:sp>
    </p:spTree>
    <p:extLst>
      <p:ext uri="{BB962C8B-B14F-4D97-AF65-F5344CB8AC3E}">
        <p14:creationId xmlns:p14="http://schemas.microsoft.com/office/powerpoint/2010/main" val="1268244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jdelijke aanduiding voor datum 4">
            <a:extLst>
              <a:ext uri="{FF2B5EF4-FFF2-40B4-BE49-F238E27FC236}">
                <a16:creationId xmlns:a16="http://schemas.microsoft.com/office/drawing/2014/main" id="{B994BAD7-1490-F4D5-9092-3EB7111B7DF7}"/>
              </a:ext>
            </a:extLst>
          </p:cNvPr>
          <p:cNvSpPr>
            <a:spLocks noGrp="1"/>
          </p:cNvSpPr>
          <p:nvPr>
            <p:ph type="dt" sz="half" idx="18"/>
          </p:nvPr>
        </p:nvSpPr>
        <p:spPr>
          <a:xfrm>
            <a:off x="10146569" y="6405669"/>
            <a:ext cx="766235" cy="184666"/>
          </a:xfrm>
        </p:spPr>
        <p:txBody>
          <a:bodyPr/>
          <a:lstStyle/>
          <a:p>
            <a:r>
              <a:rPr lang="LID4096"/>
              <a:t>08/30/2024</a:t>
            </a:r>
            <a:endParaRPr lang="en-GB" dirty="0"/>
          </a:p>
        </p:txBody>
      </p:sp>
      <p:sp>
        <p:nvSpPr>
          <p:cNvPr id="16" name="Tijdelijke aanduiding voor dianummer 15">
            <a:extLst>
              <a:ext uri="{FF2B5EF4-FFF2-40B4-BE49-F238E27FC236}">
                <a16:creationId xmlns:a16="http://schemas.microsoft.com/office/drawing/2014/main" id="{BBB35617-5649-3A69-5ACC-A5828B3F289A}"/>
              </a:ext>
            </a:extLst>
          </p:cNvPr>
          <p:cNvSpPr>
            <a:spLocks noGrp="1"/>
          </p:cNvSpPr>
          <p:nvPr>
            <p:ph type="sldNum" sz="quarter" idx="20"/>
          </p:nvPr>
        </p:nvSpPr>
        <p:spPr>
          <a:xfrm>
            <a:off x="11178464" y="6405669"/>
            <a:ext cx="291298" cy="184666"/>
          </a:xfrm>
        </p:spPr>
        <p:txBody>
          <a:bodyPr/>
          <a:lstStyle/>
          <a:p>
            <a:fld id="{9E843DB9-9987-4157-AB9C-CEA8D7D910BB}" type="slidenum">
              <a:rPr lang="en-GB" smtClean="0"/>
              <a:pPr/>
              <a:t>41</a:t>
            </a:fld>
            <a:endParaRPr lang="en-GB" dirty="0"/>
          </a:p>
        </p:txBody>
      </p:sp>
      <p:sp>
        <p:nvSpPr>
          <p:cNvPr id="8" name="Tijdelijke aanduiding voor tekst 7">
            <a:extLst>
              <a:ext uri="{FF2B5EF4-FFF2-40B4-BE49-F238E27FC236}">
                <a16:creationId xmlns:a16="http://schemas.microsoft.com/office/drawing/2014/main" id="{73C0F465-AC54-5AF4-B9C9-64F21371EF32}"/>
              </a:ext>
            </a:extLst>
          </p:cNvPr>
          <p:cNvSpPr>
            <a:spLocks noGrp="1"/>
          </p:cNvSpPr>
          <p:nvPr>
            <p:ph type="body" sz="quarter" idx="21"/>
          </p:nvPr>
        </p:nvSpPr>
        <p:spPr>
          <a:xfrm>
            <a:off x="719139" y="1565274"/>
            <a:ext cx="10752136" cy="4347011"/>
          </a:xfrm>
        </p:spPr>
        <p:txBody>
          <a:bodyPr/>
          <a:lstStyle/>
          <a:p>
            <a:pPr marL="342900" lvl="2" indent="-342900">
              <a:buClr>
                <a:srgbClr val="00A6D6"/>
              </a:buClr>
              <a:buFont typeface="Arial" panose="020B0604020202020204" pitchFamily="34" charset="0"/>
              <a:buChar char="•"/>
            </a:pPr>
            <a:r>
              <a:rPr lang="en-GB" sz="2000" dirty="0">
                <a:solidFill>
                  <a:schemeClr val="tx1"/>
                </a:solidFill>
              </a:rPr>
              <a:t>IDHP improved through augmentations.</a:t>
            </a:r>
          </a:p>
          <a:p>
            <a:pPr marL="342900" lvl="2" indent="-342900">
              <a:buClr>
                <a:srgbClr val="00A6D6"/>
              </a:buClr>
              <a:buFont typeface="Arial" panose="020B0604020202020204" pitchFamily="34" charset="0"/>
              <a:buChar char="•"/>
            </a:pPr>
            <a:r>
              <a:rPr lang="en-GB" sz="2000" dirty="0">
                <a:solidFill>
                  <a:schemeClr val="tx1"/>
                </a:solidFill>
              </a:rPr>
              <a:t>Action smoothness: challenging for IDHP</a:t>
            </a:r>
          </a:p>
          <a:p>
            <a:pPr lvl="2">
              <a:buClr>
                <a:srgbClr val="00A6D6"/>
              </a:buClr>
            </a:pPr>
            <a:r>
              <a:rPr lang="en-GB" dirty="0">
                <a:solidFill>
                  <a:schemeClr val="tx1"/>
                </a:solidFill>
              </a:rPr>
              <a:t>	More work needed, use alternative action spaces (Dally et al. 2021), genetic operator 	(</a:t>
            </a:r>
            <a:r>
              <a:rPr lang="en-GB" dirty="0" err="1">
                <a:solidFill>
                  <a:schemeClr val="tx1"/>
                </a:solidFill>
              </a:rPr>
              <a:t>Gavra</a:t>
            </a:r>
            <a:r>
              <a:rPr lang="en-GB" dirty="0">
                <a:solidFill>
                  <a:schemeClr val="tx1"/>
                </a:solidFill>
              </a:rPr>
              <a:t> et al. 2023)?</a:t>
            </a:r>
          </a:p>
          <a:p>
            <a:pPr marL="342900" lvl="2" indent="-342900">
              <a:buClr>
                <a:srgbClr val="00A6D6"/>
              </a:buClr>
              <a:buFont typeface="Arial" panose="020B0604020202020204" pitchFamily="34" charset="0"/>
              <a:buChar char="•"/>
            </a:pPr>
            <a:endParaRPr lang="en-GB" sz="2000" dirty="0">
              <a:solidFill>
                <a:schemeClr val="tx1"/>
              </a:solidFill>
            </a:endParaRPr>
          </a:p>
        </p:txBody>
      </p:sp>
      <p:sp>
        <p:nvSpPr>
          <p:cNvPr id="14" name="Titel 13">
            <a:extLst>
              <a:ext uri="{FF2B5EF4-FFF2-40B4-BE49-F238E27FC236}">
                <a16:creationId xmlns:a16="http://schemas.microsoft.com/office/drawing/2014/main" id="{4E840CAD-8869-66D6-F142-07912B6A4DF2}"/>
              </a:ext>
            </a:extLst>
          </p:cNvPr>
          <p:cNvSpPr>
            <a:spLocks noGrp="1"/>
          </p:cNvSpPr>
          <p:nvPr>
            <p:ph type="title"/>
          </p:nvPr>
        </p:nvSpPr>
        <p:spPr>
          <a:xfrm>
            <a:off x="718666" y="722454"/>
            <a:ext cx="10752610" cy="323409"/>
          </a:xfrm>
        </p:spPr>
        <p:txBody>
          <a:bodyPr/>
          <a:lstStyle/>
          <a:p>
            <a:r>
              <a:rPr lang="en-GB" dirty="0"/>
              <a:t>Closing Remarks &amp; Recommendations</a:t>
            </a:r>
          </a:p>
        </p:txBody>
      </p:sp>
      <p:sp>
        <p:nvSpPr>
          <p:cNvPr id="2" name="Rectangle: Rounded Corners 1">
            <a:extLst>
              <a:ext uri="{FF2B5EF4-FFF2-40B4-BE49-F238E27FC236}">
                <a16:creationId xmlns:a16="http://schemas.microsoft.com/office/drawing/2014/main" id="{C7F3B534-4086-178A-E5C2-FF23700B879D}"/>
              </a:ext>
            </a:extLst>
          </p:cNvPr>
          <p:cNvSpPr/>
          <p:nvPr/>
        </p:nvSpPr>
        <p:spPr>
          <a:xfrm>
            <a:off x="7597955" y="416687"/>
            <a:ext cx="1034144" cy="84898"/>
          </a:xfrm>
          <a:prstGeom prst="roundRect">
            <a:avLst>
              <a:gd name="adj" fmla="val 50000"/>
            </a:avLst>
          </a:prstGeom>
          <a:solidFill>
            <a:srgbClr val="00A6D6"/>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LID4096" sz="1600" dirty="0" err="1">
              <a:solidFill>
                <a:srgbClr val="00A6D6"/>
              </a:solidFill>
            </a:endParaRPr>
          </a:p>
        </p:txBody>
      </p:sp>
    </p:spTree>
    <p:extLst>
      <p:ext uri="{BB962C8B-B14F-4D97-AF65-F5344CB8AC3E}">
        <p14:creationId xmlns:p14="http://schemas.microsoft.com/office/powerpoint/2010/main" val="134831994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AAB82-5781-44E7-D7DD-C7294D7786F5}"/>
              </a:ext>
            </a:extLst>
          </p:cNvPr>
          <p:cNvSpPr>
            <a:spLocks noGrp="1"/>
          </p:cNvSpPr>
          <p:nvPr>
            <p:ph type="title"/>
          </p:nvPr>
        </p:nvSpPr>
        <p:spPr/>
        <p:txBody>
          <a:bodyPr/>
          <a:lstStyle/>
          <a:p>
            <a:endParaRPr lang="LID4096"/>
          </a:p>
        </p:txBody>
      </p:sp>
      <p:sp>
        <p:nvSpPr>
          <p:cNvPr id="3" name="Text Placeholder 2">
            <a:extLst>
              <a:ext uri="{FF2B5EF4-FFF2-40B4-BE49-F238E27FC236}">
                <a16:creationId xmlns:a16="http://schemas.microsoft.com/office/drawing/2014/main" id="{DE4F7971-CB28-E000-0E19-E2461A9AFC24}"/>
              </a:ext>
            </a:extLst>
          </p:cNvPr>
          <p:cNvSpPr>
            <a:spLocks noGrp="1"/>
          </p:cNvSpPr>
          <p:nvPr>
            <p:ph type="body" sz="quarter" idx="13"/>
          </p:nvPr>
        </p:nvSpPr>
        <p:spPr/>
        <p:txBody>
          <a:bodyPr>
            <a:normAutofit/>
          </a:bodyPr>
          <a:lstStyle/>
          <a:p>
            <a:r>
              <a:rPr lang="en-US" sz="9600" dirty="0"/>
              <a:t>Q&amp;A</a:t>
            </a:r>
            <a:endParaRPr lang="LID4096" sz="9600" dirty="0"/>
          </a:p>
        </p:txBody>
      </p:sp>
      <p:sp>
        <p:nvSpPr>
          <p:cNvPr id="4" name="Date Placeholder 3">
            <a:extLst>
              <a:ext uri="{FF2B5EF4-FFF2-40B4-BE49-F238E27FC236}">
                <a16:creationId xmlns:a16="http://schemas.microsoft.com/office/drawing/2014/main" id="{A5F3A791-7596-5F0C-68EA-60A96B73018F}"/>
              </a:ext>
            </a:extLst>
          </p:cNvPr>
          <p:cNvSpPr>
            <a:spLocks noGrp="1"/>
          </p:cNvSpPr>
          <p:nvPr>
            <p:ph type="dt" sz="half" idx="14"/>
          </p:nvPr>
        </p:nvSpPr>
        <p:spPr/>
        <p:txBody>
          <a:bodyPr/>
          <a:lstStyle/>
          <a:p>
            <a:r>
              <a:rPr lang="LID4096"/>
              <a:t>08/30/2024</a:t>
            </a:r>
            <a:endParaRPr lang="en-GB" dirty="0"/>
          </a:p>
        </p:txBody>
      </p:sp>
      <p:sp>
        <p:nvSpPr>
          <p:cNvPr id="5" name="Slide Number Placeholder 4">
            <a:extLst>
              <a:ext uri="{FF2B5EF4-FFF2-40B4-BE49-F238E27FC236}">
                <a16:creationId xmlns:a16="http://schemas.microsoft.com/office/drawing/2014/main" id="{0D7AF41C-E04D-7251-1872-8EB30D68E30C}"/>
              </a:ext>
            </a:extLst>
          </p:cNvPr>
          <p:cNvSpPr>
            <a:spLocks noGrp="1"/>
          </p:cNvSpPr>
          <p:nvPr>
            <p:ph type="sldNum" sz="quarter" idx="15"/>
          </p:nvPr>
        </p:nvSpPr>
        <p:spPr/>
        <p:txBody>
          <a:bodyPr/>
          <a:lstStyle/>
          <a:p>
            <a:fld id="{9E843DB9-9987-4157-AB9C-CEA8D7D910BB}" type="slidenum">
              <a:rPr lang="en-GB" smtClean="0"/>
              <a:pPr/>
              <a:t>42</a:t>
            </a:fld>
            <a:endParaRPr lang="en-GB" dirty="0"/>
          </a:p>
        </p:txBody>
      </p:sp>
    </p:spTree>
    <p:extLst>
      <p:ext uri="{BB962C8B-B14F-4D97-AF65-F5344CB8AC3E}">
        <p14:creationId xmlns:p14="http://schemas.microsoft.com/office/powerpoint/2010/main" val="212298512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2" name="Titel 21">
            <a:extLst>
              <a:ext uri="{FF2B5EF4-FFF2-40B4-BE49-F238E27FC236}">
                <a16:creationId xmlns:a16="http://schemas.microsoft.com/office/drawing/2014/main" id="{D55EC50D-C86A-D40C-D7F7-BAC0DB25203B}"/>
              </a:ext>
            </a:extLst>
          </p:cNvPr>
          <p:cNvSpPr>
            <a:spLocks noGrp="1"/>
          </p:cNvSpPr>
          <p:nvPr>
            <p:ph type="title"/>
          </p:nvPr>
        </p:nvSpPr>
        <p:spPr>
          <a:xfrm>
            <a:off x="0" y="-429019"/>
            <a:ext cx="936154" cy="276999"/>
          </a:xfrm>
        </p:spPr>
        <p:txBody>
          <a:bodyPr/>
          <a:lstStyle/>
          <a:p>
            <a:r>
              <a:rPr lang="en-GB" dirty="0" err="1"/>
              <a:t>Afsluiter</a:t>
            </a:r>
            <a:endParaRPr lang="en-GB" dirty="0"/>
          </a:p>
        </p:txBody>
      </p:sp>
      <p:sp>
        <p:nvSpPr>
          <p:cNvPr id="23" name="Tijdelijke aanduiding voor tekst 22">
            <a:extLst>
              <a:ext uri="{FF2B5EF4-FFF2-40B4-BE49-F238E27FC236}">
                <a16:creationId xmlns:a16="http://schemas.microsoft.com/office/drawing/2014/main" id="{F1088A3A-0540-8654-A5D8-0802F994AD38}"/>
              </a:ext>
            </a:extLst>
          </p:cNvPr>
          <p:cNvSpPr>
            <a:spLocks noGrp="1"/>
          </p:cNvSpPr>
          <p:nvPr>
            <p:ph type="body" sz="quarter" idx="10"/>
          </p:nvPr>
        </p:nvSpPr>
        <p:spPr>
          <a:xfrm>
            <a:off x="719138" y="4617236"/>
            <a:ext cx="10752137" cy="666849"/>
          </a:xfrm>
        </p:spPr>
        <p:txBody>
          <a:bodyPr/>
          <a:lstStyle/>
          <a:p>
            <a:r>
              <a:rPr lang="nl-NL" dirty="0"/>
              <a:t>Thanks For Your Attention</a:t>
            </a:r>
            <a:endParaRPr lang="en-GB" dirty="0"/>
          </a:p>
        </p:txBody>
      </p:sp>
      <p:sp>
        <p:nvSpPr>
          <p:cNvPr id="24" name="Tijdelijke aanduiding voor tekst 23">
            <a:extLst>
              <a:ext uri="{FF2B5EF4-FFF2-40B4-BE49-F238E27FC236}">
                <a16:creationId xmlns:a16="http://schemas.microsoft.com/office/drawing/2014/main" id="{1CAF691A-2829-2463-0BCD-D543CEDBF464}"/>
              </a:ext>
            </a:extLst>
          </p:cNvPr>
          <p:cNvSpPr>
            <a:spLocks noGrp="1"/>
          </p:cNvSpPr>
          <p:nvPr>
            <p:ph type="body" sz="quarter" idx="11"/>
          </p:nvPr>
        </p:nvSpPr>
        <p:spPr/>
        <p:txBody>
          <a:bodyPr/>
          <a:lstStyle/>
          <a:p>
            <a:pPr lvl="0"/>
            <a:r>
              <a:rPr lang="en-GB" noProof="0" dirty="0"/>
              <a:t>Wing Chan</a:t>
            </a:r>
          </a:p>
        </p:txBody>
      </p:sp>
      <p:sp>
        <p:nvSpPr>
          <p:cNvPr id="6" name="Tijdelijke aanduiding voor datum 5">
            <a:extLst>
              <a:ext uri="{FF2B5EF4-FFF2-40B4-BE49-F238E27FC236}">
                <a16:creationId xmlns:a16="http://schemas.microsoft.com/office/drawing/2014/main" id="{A65AA486-227E-5207-B006-1DD6CB30C88B}"/>
              </a:ext>
            </a:extLst>
          </p:cNvPr>
          <p:cNvSpPr>
            <a:spLocks noGrp="1"/>
          </p:cNvSpPr>
          <p:nvPr>
            <p:ph type="dt" sz="half" idx="12"/>
          </p:nvPr>
        </p:nvSpPr>
        <p:spPr>
          <a:xfrm>
            <a:off x="10705040" y="5813671"/>
            <a:ext cx="766235" cy="184666"/>
          </a:xfrm>
        </p:spPr>
        <p:txBody>
          <a:bodyPr/>
          <a:lstStyle/>
          <a:p>
            <a:r>
              <a:rPr lang="LID4096"/>
              <a:t>08/30/2024</a:t>
            </a:r>
            <a:endParaRPr lang="en-GB" dirty="0"/>
          </a:p>
        </p:txBody>
      </p:sp>
    </p:spTree>
    <p:extLst>
      <p:ext uri="{BB962C8B-B14F-4D97-AF65-F5344CB8AC3E}">
        <p14:creationId xmlns:p14="http://schemas.microsoft.com/office/powerpoint/2010/main" val="29864419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jdelijke aanduiding voor datum 4">
            <a:extLst>
              <a:ext uri="{FF2B5EF4-FFF2-40B4-BE49-F238E27FC236}">
                <a16:creationId xmlns:a16="http://schemas.microsoft.com/office/drawing/2014/main" id="{B994BAD7-1490-F4D5-9092-3EB7111B7DF7}"/>
              </a:ext>
            </a:extLst>
          </p:cNvPr>
          <p:cNvSpPr>
            <a:spLocks noGrp="1"/>
          </p:cNvSpPr>
          <p:nvPr>
            <p:ph type="dt" sz="half" idx="18"/>
          </p:nvPr>
        </p:nvSpPr>
        <p:spPr>
          <a:xfrm>
            <a:off x="10146569" y="6405669"/>
            <a:ext cx="766235" cy="184666"/>
          </a:xfrm>
        </p:spPr>
        <p:txBody>
          <a:bodyPr/>
          <a:lstStyle/>
          <a:p>
            <a:r>
              <a:rPr lang="LID4096"/>
              <a:t>08/30/2024</a:t>
            </a:r>
            <a:endParaRPr lang="en-GB" dirty="0"/>
          </a:p>
        </p:txBody>
      </p:sp>
      <p:sp>
        <p:nvSpPr>
          <p:cNvPr id="16" name="Tijdelijke aanduiding voor dianummer 15">
            <a:extLst>
              <a:ext uri="{FF2B5EF4-FFF2-40B4-BE49-F238E27FC236}">
                <a16:creationId xmlns:a16="http://schemas.microsoft.com/office/drawing/2014/main" id="{BBB35617-5649-3A69-5ACC-A5828B3F289A}"/>
              </a:ext>
            </a:extLst>
          </p:cNvPr>
          <p:cNvSpPr>
            <a:spLocks noGrp="1"/>
          </p:cNvSpPr>
          <p:nvPr>
            <p:ph type="sldNum" sz="quarter" idx="20"/>
          </p:nvPr>
        </p:nvSpPr>
        <p:spPr>
          <a:xfrm>
            <a:off x="11178464" y="6405669"/>
            <a:ext cx="291298" cy="184666"/>
          </a:xfrm>
        </p:spPr>
        <p:txBody>
          <a:bodyPr/>
          <a:lstStyle/>
          <a:p>
            <a:fld id="{9E843DB9-9987-4157-AB9C-CEA8D7D910BB}" type="slidenum">
              <a:rPr lang="en-GB" smtClean="0"/>
              <a:pPr/>
              <a:t>44</a:t>
            </a:fld>
            <a:endParaRPr lang="en-GB" dirty="0"/>
          </a:p>
        </p:txBody>
      </p:sp>
      <mc:AlternateContent xmlns:mc="http://schemas.openxmlformats.org/markup-compatibility/2006" xmlns:a14="http://schemas.microsoft.com/office/drawing/2010/main">
        <mc:Choice Requires="a14">
          <p:sp>
            <p:nvSpPr>
              <p:cNvPr id="8" name="Tijdelijke aanduiding voor tekst 7">
                <a:extLst>
                  <a:ext uri="{FF2B5EF4-FFF2-40B4-BE49-F238E27FC236}">
                    <a16:creationId xmlns:a16="http://schemas.microsoft.com/office/drawing/2014/main" id="{73C0F465-AC54-5AF4-B9C9-64F21371EF32}"/>
                  </a:ext>
                </a:extLst>
              </p:cNvPr>
              <p:cNvSpPr>
                <a:spLocks noGrp="1"/>
              </p:cNvSpPr>
              <p:nvPr>
                <p:ph type="body" sz="quarter" idx="21"/>
              </p:nvPr>
            </p:nvSpPr>
            <p:spPr>
              <a:xfrm>
                <a:off x="719139" y="1561310"/>
                <a:ext cx="7232875" cy="4439439"/>
              </a:xfrm>
              <a:custGeom>
                <a:avLst/>
                <a:gdLst>
                  <a:gd name="connsiteX0" fmla="*/ 0 w 10750623"/>
                  <a:gd name="connsiteY0" fmla="*/ 629882 h 4435476"/>
                  <a:gd name="connsiteX1" fmla="*/ 629882 w 10750623"/>
                  <a:gd name="connsiteY1" fmla="*/ 629882 h 4435476"/>
                  <a:gd name="connsiteX2" fmla="*/ 629882 w 10750623"/>
                  <a:gd name="connsiteY2" fmla="*/ 0 h 4435476"/>
                  <a:gd name="connsiteX3" fmla="*/ 10120741 w 10750623"/>
                  <a:gd name="connsiteY3" fmla="*/ 0 h 4435476"/>
                  <a:gd name="connsiteX4" fmla="*/ 10120741 w 10750623"/>
                  <a:gd name="connsiteY4" fmla="*/ 629882 h 4435476"/>
                  <a:gd name="connsiteX5" fmla="*/ 10750623 w 10750623"/>
                  <a:gd name="connsiteY5" fmla="*/ 629882 h 4435476"/>
                  <a:gd name="connsiteX6" fmla="*/ 10750623 w 10750623"/>
                  <a:gd name="connsiteY6" fmla="*/ 3805594 h 4435476"/>
                  <a:gd name="connsiteX7" fmla="*/ 10120741 w 10750623"/>
                  <a:gd name="connsiteY7" fmla="*/ 3805594 h 4435476"/>
                  <a:gd name="connsiteX8" fmla="*/ 10120741 w 10750623"/>
                  <a:gd name="connsiteY8" fmla="*/ 4435476 h 4435476"/>
                  <a:gd name="connsiteX9" fmla="*/ 629882 w 10750623"/>
                  <a:gd name="connsiteY9" fmla="*/ 4435476 h 4435476"/>
                  <a:gd name="connsiteX10" fmla="*/ 629882 w 10750623"/>
                  <a:gd name="connsiteY10" fmla="*/ 3805594 h 4435476"/>
                  <a:gd name="connsiteX11" fmla="*/ 0 w 10750623"/>
                  <a:gd name="connsiteY11" fmla="*/ 3805594 h 4435476"/>
                  <a:gd name="connsiteX12" fmla="*/ 0 w 10750623"/>
                  <a:gd name="connsiteY12" fmla="*/ 629882 h 4435476"/>
                  <a:gd name="connsiteX0" fmla="*/ 0 w 10750623"/>
                  <a:gd name="connsiteY0" fmla="*/ 629882 h 4435476"/>
                  <a:gd name="connsiteX1" fmla="*/ 1232 w 10750623"/>
                  <a:gd name="connsiteY1" fmla="*/ 1232 h 4435476"/>
                  <a:gd name="connsiteX2" fmla="*/ 629882 w 10750623"/>
                  <a:gd name="connsiteY2" fmla="*/ 0 h 4435476"/>
                  <a:gd name="connsiteX3" fmla="*/ 10120741 w 10750623"/>
                  <a:gd name="connsiteY3" fmla="*/ 0 h 4435476"/>
                  <a:gd name="connsiteX4" fmla="*/ 10120741 w 10750623"/>
                  <a:gd name="connsiteY4" fmla="*/ 629882 h 4435476"/>
                  <a:gd name="connsiteX5" fmla="*/ 10750623 w 10750623"/>
                  <a:gd name="connsiteY5" fmla="*/ 629882 h 4435476"/>
                  <a:gd name="connsiteX6" fmla="*/ 10750623 w 10750623"/>
                  <a:gd name="connsiteY6" fmla="*/ 3805594 h 4435476"/>
                  <a:gd name="connsiteX7" fmla="*/ 10120741 w 10750623"/>
                  <a:gd name="connsiteY7" fmla="*/ 3805594 h 4435476"/>
                  <a:gd name="connsiteX8" fmla="*/ 10120741 w 10750623"/>
                  <a:gd name="connsiteY8" fmla="*/ 4435476 h 4435476"/>
                  <a:gd name="connsiteX9" fmla="*/ 629882 w 10750623"/>
                  <a:gd name="connsiteY9" fmla="*/ 4435476 h 4435476"/>
                  <a:gd name="connsiteX10" fmla="*/ 629882 w 10750623"/>
                  <a:gd name="connsiteY10" fmla="*/ 3805594 h 4435476"/>
                  <a:gd name="connsiteX11" fmla="*/ 0 w 10750623"/>
                  <a:gd name="connsiteY11" fmla="*/ 3805594 h 4435476"/>
                  <a:gd name="connsiteX12" fmla="*/ 0 w 10750623"/>
                  <a:gd name="connsiteY12" fmla="*/ 629882 h 4435476"/>
                  <a:gd name="connsiteX0" fmla="*/ 0 w 10750623"/>
                  <a:gd name="connsiteY0" fmla="*/ 633845 h 4439439"/>
                  <a:gd name="connsiteX1" fmla="*/ 1232 w 10750623"/>
                  <a:gd name="connsiteY1" fmla="*/ 5195 h 4439439"/>
                  <a:gd name="connsiteX2" fmla="*/ 629882 w 10750623"/>
                  <a:gd name="connsiteY2" fmla="*/ 3963 h 4439439"/>
                  <a:gd name="connsiteX3" fmla="*/ 10120741 w 10750623"/>
                  <a:gd name="connsiteY3" fmla="*/ 3963 h 4439439"/>
                  <a:gd name="connsiteX4" fmla="*/ 10739000 w 10750623"/>
                  <a:gd name="connsiteY4" fmla="*/ 0 h 4439439"/>
                  <a:gd name="connsiteX5" fmla="*/ 10750623 w 10750623"/>
                  <a:gd name="connsiteY5" fmla="*/ 633845 h 4439439"/>
                  <a:gd name="connsiteX6" fmla="*/ 10750623 w 10750623"/>
                  <a:gd name="connsiteY6" fmla="*/ 3809557 h 4439439"/>
                  <a:gd name="connsiteX7" fmla="*/ 10120741 w 10750623"/>
                  <a:gd name="connsiteY7" fmla="*/ 3809557 h 4439439"/>
                  <a:gd name="connsiteX8" fmla="*/ 10120741 w 10750623"/>
                  <a:gd name="connsiteY8" fmla="*/ 4439439 h 4439439"/>
                  <a:gd name="connsiteX9" fmla="*/ 629882 w 10750623"/>
                  <a:gd name="connsiteY9" fmla="*/ 4439439 h 4439439"/>
                  <a:gd name="connsiteX10" fmla="*/ 629882 w 10750623"/>
                  <a:gd name="connsiteY10" fmla="*/ 3809557 h 4439439"/>
                  <a:gd name="connsiteX11" fmla="*/ 0 w 10750623"/>
                  <a:gd name="connsiteY11" fmla="*/ 3809557 h 4439439"/>
                  <a:gd name="connsiteX12" fmla="*/ 0 w 10750623"/>
                  <a:gd name="connsiteY12" fmla="*/ 633845 h 4439439"/>
                  <a:gd name="connsiteX0" fmla="*/ 0 w 10750623"/>
                  <a:gd name="connsiteY0" fmla="*/ 633845 h 4439439"/>
                  <a:gd name="connsiteX1" fmla="*/ 1232 w 10750623"/>
                  <a:gd name="connsiteY1" fmla="*/ 5195 h 4439439"/>
                  <a:gd name="connsiteX2" fmla="*/ 629882 w 10750623"/>
                  <a:gd name="connsiteY2" fmla="*/ 3963 h 4439439"/>
                  <a:gd name="connsiteX3" fmla="*/ 10120741 w 10750623"/>
                  <a:gd name="connsiteY3" fmla="*/ 3963 h 4439439"/>
                  <a:gd name="connsiteX4" fmla="*/ 10739000 w 10750623"/>
                  <a:gd name="connsiteY4" fmla="*/ 0 h 4439439"/>
                  <a:gd name="connsiteX5" fmla="*/ 10750623 w 10750623"/>
                  <a:gd name="connsiteY5" fmla="*/ 633845 h 4439439"/>
                  <a:gd name="connsiteX6" fmla="*/ 10750623 w 10750623"/>
                  <a:gd name="connsiteY6" fmla="*/ 3809557 h 4439439"/>
                  <a:gd name="connsiteX7" fmla="*/ 10120741 w 10750623"/>
                  <a:gd name="connsiteY7" fmla="*/ 3809557 h 4439439"/>
                  <a:gd name="connsiteX8" fmla="*/ 10120741 w 10750623"/>
                  <a:gd name="connsiteY8" fmla="*/ 4439439 h 4439439"/>
                  <a:gd name="connsiteX9" fmla="*/ 629882 w 10750623"/>
                  <a:gd name="connsiteY9" fmla="*/ 4439439 h 4439439"/>
                  <a:gd name="connsiteX10" fmla="*/ 1232 w 10750623"/>
                  <a:gd name="connsiteY10" fmla="*/ 4412230 h 4439439"/>
                  <a:gd name="connsiteX11" fmla="*/ 0 w 10750623"/>
                  <a:gd name="connsiteY11" fmla="*/ 3809557 h 4439439"/>
                  <a:gd name="connsiteX12" fmla="*/ 0 w 10750623"/>
                  <a:gd name="connsiteY12" fmla="*/ 633845 h 4439439"/>
                  <a:gd name="connsiteX0" fmla="*/ 0 w 10750623"/>
                  <a:gd name="connsiteY0" fmla="*/ 633845 h 4439439"/>
                  <a:gd name="connsiteX1" fmla="*/ 1232 w 10750623"/>
                  <a:gd name="connsiteY1" fmla="*/ 5195 h 4439439"/>
                  <a:gd name="connsiteX2" fmla="*/ 629882 w 10750623"/>
                  <a:gd name="connsiteY2" fmla="*/ 3963 h 4439439"/>
                  <a:gd name="connsiteX3" fmla="*/ 10120741 w 10750623"/>
                  <a:gd name="connsiteY3" fmla="*/ 3963 h 4439439"/>
                  <a:gd name="connsiteX4" fmla="*/ 10739000 w 10750623"/>
                  <a:gd name="connsiteY4" fmla="*/ 0 h 4439439"/>
                  <a:gd name="connsiteX5" fmla="*/ 10750623 w 10750623"/>
                  <a:gd name="connsiteY5" fmla="*/ 633845 h 4439439"/>
                  <a:gd name="connsiteX6" fmla="*/ 10750623 w 10750623"/>
                  <a:gd name="connsiteY6" fmla="*/ 3809557 h 4439439"/>
                  <a:gd name="connsiteX7" fmla="*/ 10032418 w 10750623"/>
                  <a:gd name="connsiteY7" fmla="*/ 2869179 h 4439439"/>
                  <a:gd name="connsiteX8" fmla="*/ 10120741 w 10750623"/>
                  <a:gd name="connsiteY8" fmla="*/ 4439439 h 4439439"/>
                  <a:gd name="connsiteX9" fmla="*/ 629882 w 10750623"/>
                  <a:gd name="connsiteY9" fmla="*/ 4439439 h 4439439"/>
                  <a:gd name="connsiteX10" fmla="*/ 1232 w 10750623"/>
                  <a:gd name="connsiteY10" fmla="*/ 4412230 h 4439439"/>
                  <a:gd name="connsiteX11" fmla="*/ 0 w 10750623"/>
                  <a:gd name="connsiteY11" fmla="*/ 3809557 h 4439439"/>
                  <a:gd name="connsiteX12" fmla="*/ 0 w 10750623"/>
                  <a:gd name="connsiteY12" fmla="*/ 633845 h 4439439"/>
                  <a:gd name="connsiteX0" fmla="*/ 0 w 10750623"/>
                  <a:gd name="connsiteY0" fmla="*/ 633845 h 4439439"/>
                  <a:gd name="connsiteX1" fmla="*/ 1232 w 10750623"/>
                  <a:gd name="connsiteY1" fmla="*/ 5195 h 4439439"/>
                  <a:gd name="connsiteX2" fmla="*/ 629882 w 10750623"/>
                  <a:gd name="connsiteY2" fmla="*/ 3963 h 4439439"/>
                  <a:gd name="connsiteX3" fmla="*/ 10120741 w 10750623"/>
                  <a:gd name="connsiteY3" fmla="*/ 3963 h 4439439"/>
                  <a:gd name="connsiteX4" fmla="*/ 10739000 w 10750623"/>
                  <a:gd name="connsiteY4" fmla="*/ 0 h 4439439"/>
                  <a:gd name="connsiteX5" fmla="*/ 10750623 w 10750623"/>
                  <a:gd name="connsiteY5" fmla="*/ 633845 h 4439439"/>
                  <a:gd name="connsiteX6" fmla="*/ 10750623 w 10750623"/>
                  <a:gd name="connsiteY6" fmla="*/ 3809557 h 4439439"/>
                  <a:gd name="connsiteX7" fmla="*/ 5543546 w 10750623"/>
                  <a:gd name="connsiteY7" fmla="*/ 2609406 h 4439439"/>
                  <a:gd name="connsiteX8" fmla="*/ 10120741 w 10750623"/>
                  <a:gd name="connsiteY8" fmla="*/ 4439439 h 4439439"/>
                  <a:gd name="connsiteX9" fmla="*/ 629882 w 10750623"/>
                  <a:gd name="connsiteY9" fmla="*/ 4439439 h 4439439"/>
                  <a:gd name="connsiteX10" fmla="*/ 1232 w 10750623"/>
                  <a:gd name="connsiteY10" fmla="*/ 4412230 h 4439439"/>
                  <a:gd name="connsiteX11" fmla="*/ 0 w 10750623"/>
                  <a:gd name="connsiteY11" fmla="*/ 3809557 h 4439439"/>
                  <a:gd name="connsiteX12" fmla="*/ 0 w 10750623"/>
                  <a:gd name="connsiteY12" fmla="*/ 633845 h 4439439"/>
                  <a:gd name="connsiteX0" fmla="*/ 0 w 10750623"/>
                  <a:gd name="connsiteY0" fmla="*/ 633845 h 4439439"/>
                  <a:gd name="connsiteX1" fmla="*/ 1232 w 10750623"/>
                  <a:gd name="connsiteY1" fmla="*/ 5195 h 4439439"/>
                  <a:gd name="connsiteX2" fmla="*/ 629882 w 10750623"/>
                  <a:gd name="connsiteY2" fmla="*/ 3963 h 4439439"/>
                  <a:gd name="connsiteX3" fmla="*/ 10120741 w 10750623"/>
                  <a:gd name="connsiteY3" fmla="*/ 3963 h 4439439"/>
                  <a:gd name="connsiteX4" fmla="*/ 10739000 w 10750623"/>
                  <a:gd name="connsiteY4" fmla="*/ 0 h 4439439"/>
                  <a:gd name="connsiteX5" fmla="*/ 10750623 w 10750623"/>
                  <a:gd name="connsiteY5" fmla="*/ 633845 h 4439439"/>
                  <a:gd name="connsiteX6" fmla="*/ 10735037 w 10750623"/>
                  <a:gd name="connsiteY6" fmla="*/ 2593821 h 4439439"/>
                  <a:gd name="connsiteX7" fmla="*/ 5543546 w 10750623"/>
                  <a:gd name="connsiteY7" fmla="*/ 2609406 h 4439439"/>
                  <a:gd name="connsiteX8" fmla="*/ 10120741 w 10750623"/>
                  <a:gd name="connsiteY8" fmla="*/ 4439439 h 4439439"/>
                  <a:gd name="connsiteX9" fmla="*/ 629882 w 10750623"/>
                  <a:gd name="connsiteY9" fmla="*/ 4439439 h 4439439"/>
                  <a:gd name="connsiteX10" fmla="*/ 1232 w 10750623"/>
                  <a:gd name="connsiteY10" fmla="*/ 4412230 h 4439439"/>
                  <a:gd name="connsiteX11" fmla="*/ 0 w 10750623"/>
                  <a:gd name="connsiteY11" fmla="*/ 3809557 h 4439439"/>
                  <a:gd name="connsiteX12" fmla="*/ 0 w 10750623"/>
                  <a:gd name="connsiteY12" fmla="*/ 633845 h 4439439"/>
                  <a:gd name="connsiteX0" fmla="*/ 0 w 10750623"/>
                  <a:gd name="connsiteY0" fmla="*/ 633845 h 4439439"/>
                  <a:gd name="connsiteX1" fmla="*/ 1232 w 10750623"/>
                  <a:gd name="connsiteY1" fmla="*/ 5195 h 4439439"/>
                  <a:gd name="connsiteX2" fmla="*/ 629882 w 10750623"/>
                  <a:gd name="connsiteY2" fmla="*/ 3963 h 4439439"/>
                  <a:gd name="connsiteX3" fmla="*/ 10120741 w 10750623"/>
                  <a:gd name="connsiteY3" fmla="*/ 3963 h 4439439"/>
                  <a:gd name="connsiteX4" fmla="*/ 10739000 w 10750623"/>
                  <a:gd name="connsiteY4" fmla="*/ 0 h 4439439"/>
                  <a:gd name="connsiteX5" fmla="*/ 10750623 w 10750623"/>
                  <a:gd name="connsiteY5" fmla="*/ 633845 h 4439439"/>
                  <a:gd name="connsiteX6" fmla="*/ 10735037 w 10750623"/>
                  <a:gd name="connsiteY6" fmla="*/ 2593821 h 4439439"/>
                  <a:gd name="connsiteX7" fmla="*/ 5543546 w 10750623"/>
                  <a:gd name="connsiteY7" fmla="*/ 2609406 h 4439439"/>
                  <a:gd name="connsiteX8" fmla="*/ 5553936 w 10750623"/>
                  <a:gd name="connsiteY8" fmla="*/ 4434243 h 4439439"/>
                  <a:gd name="connsiteX9" fmla="*/ 629882 w 10750623"/>
                  <a:gd name="connsiteY9" fmla="*/ 4439439 h 4439439"/>
                  <a:gd name="connsiteX10" fmla="*/ 1232 w 10750623"/>
                  <a:gd name="connsiteY10" fmla="*/ 4412230 h 4439439"/>
                  <a:gd name="connsiteX11" fmla="*/ 0 w 10750623"/>
                  <a:gd name="connsiteY11" fmla="*/ 3809557 h 4439439"/>
                  <a:gd name="connsiteX12" fmla="*/ 0 w 10750623"/>
                  <a:gd name="connsiteY12" fmla="*/ 633845 h 4439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750623" h="4439439">
                    <a:moveTo>
                      <a:pt x="0" y="633845"/>
                    </a:moveTo>
                    <a:cubicBezTo>
                      <a:pt x="411" y="424295"/>
                      <a:pt x="821" y="214745"/>
                      <a:pt x="1232" y="5195"/>
                    </a:cubicBezTo>
                    <a:lnTo>
                      <a:pt x="629882" y="3963"/>
                    </a:lnTo>
                    <a:lnTo>
                      <a:pt x="10120741" y="3963"/>
                    </a:lnTo>
                    <a:lnTo>
                      <a:pt x="10739000" y="0"/>
                    </a:lnTo>
                    <a:lnTo>
                      <a:pt x="10750623" y="633845"/>
                    </a:lnTo>
                    <a:lnTo>
                      <a:pt x="10735037" y="2593821"/>
                    </a:lnTo>
                    <a:lnTo>
                      <a:pt x="5543546" y="2609406"/>
                    </a:lnTo>
                    <a:cubicBezTo>
                      <a:pt x="5547009" y="3217685"/>
                      <a:pt x="5550473" y="3825964"/>
                      <a:pt x="5553936" y="4434243"/>
                    </a:cubicBezTo>
                    <a:lnTo>
                      <a:pt x="629882" y="4439439"/>
                    </a:lnTo>
                    <a:lnTo>
                      <a:pt x="1232" y="4412230"/>
                    </a:lnTo>
                    <a:cubicBezTo>
                      <a:pt x="821" y="4211339"/>
                      <a:pt x="411" y="4010448"/>
                      <a:pt x="0" y="3809557"/>
                    </a:cubicBezTo>
                    <a:lnTo>
                      <a:pt x="0" y="633845"/>
                    </a:lnTo>
                    <a:close/>
                  </a:path>
                </a:pathLst>
              </a:custGeom>
            </p:spPr>
            <p:txBody>
              <a:bodyPr/>
              <a:lstStyle/>
              <a:p>
                <a:pPr marL="0" indent="0">
                  <a:lnSpc>
                    <a:spcPct val="100000"/>
                  </a:lnSpc>
                  <a:buNone/>
                </a:pPr>
                <a:r>
                  <a:rPr lang="en-GB" dirty="0">
                    <a:solidFill>
                      <a:schemeClr val="tx1"/>
                    </a:solidFill>
                  </a:rPr>
                  <a:t>How do we build the value function, and thus indirectly the policy? Cue the </a:t>
                </a:r>
                <a:r>
                  <a:rPr lang="en-GB" b="1" dirty="0">
                    <a:solidFill>
                      <a:srgbClr val="0C2340"/>
                    </a:solidFill>
                  </a:rPr>
                  <a:t>Bellman Equation</a:t>
                </a:r>
                <a:r>
                  <a:rPr lang="en-GB" dirty="0">
                    <a:solidFill>
                      <a:schemeClr val="tx1"/>
                    </a:solidFill>
                  </a:rPr>
                  <a:t>. </a:t>
                </a:r>
              </a:p>
              <a:p>
                <a:pPr>
                  <a:lnSpc>
                    <a:spcPct val="100000"/>
                  </a:lnSpc>
                </a:pPr>
                <a:r>
                  <a:rPr lang="en-GB" b="1" dirty="0">
                    <a:solidFill>
                      <a:srgbClr val="0C2340"/>
                    </a:solidFill>
                  </a:rPr>
                  <a:t>Bellman Equation</a:t>
                </a:r>
                <a:r>
                  <a:rPr lang="en-GB" dirty="0"/>
                  <a:t>:</a:t>
                </a:r>
              </a:p>
              <a:p>
                <a:pPr marL="0" indent="0">
                  <a:lnSpc>
                    <a:spcPct val="100000"/>
                  </a:lnSpc>
                  <a:buNone/>
                </a:pPr>
                <a:r>
                  <a:rPr lang="en-GB" dirty="0"/>
                  <a:t>	An update equation, or optimality condition, used to 	update a given value function </a:t>
                </a:r>
                <a:r>
                  <a:rPr lang="en-GB" u="sng" dirty="0"/>
                  <a:t>estimate</a:t>
                </a:r>
                <a:r>
                  <a:rPr lang="en-GB" dirty="0"/>
                  <a:t> using the 	corresponding state-action-state-reward quad-tuple.</a:t>
                </a:r>
              </a:p>
              <a:p>
                <a:pPr marL="0" indent="0">
                  <a:lnSpc>
                    <a:spcPct val="100000"/>
                  </a:lnSpc>
                  <a:buNone/>
                </a:pPr>
                <a:endParaRPr lang="en-GB" dirty="0"/>
              </a:p>
              <a:p>
                <a:pPr marL="0" indent="0">
                  <a:lnSpc>
                    <a:spcPct val="100000"/>
                  </a:lnSpc>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𝑉</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m:rPr>
                              <m:brk m:alnAt="7"/>
                            </m:rP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𝐴</m:t>
                          </m:r>
                        </m:sub>
                        <m:sup/>
                        <m:e>
                          <m:r>
                            <a:rPr lang="en-US" b="0" i="1" smtClean="0">
                              <a:latin typeface="Cambria Math" panose="02040503050406030204" pitchFamily="18" charset="0"/>
                            </a:rPr>
                            <m:t>𝜋</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sSup>
                                <m:sSupPr>
                                  <m:ctrlPr>
                                    <a:rPr lang="en-US" b="0" i="1" smtClean="0">
                                      <a:latin typeface="Cambria Math" panose="02040503050406030204" pitchFamily="18" charset="0"/>
                                    </a:rPr>
                                  </m:ctrlPr>
                                </m:sSupPr>
                                <m:e>
                                  <m:r>
                                    <m:rPr>
                                      <m:brk m:alnAt="7"/>
                                    </m:rPr>
                                    <a:rPr lang="en-US" b="0" i="1" smtClean="0">
                                      <a:latin typeface="Cambria Math" panose="02040503050406030204" pitchFamily="18" charset="0"/>
                                    </a:rPr>
                                    <m:t>𝑠</m:t>
                                  </m:r>
                                </m:e>
                                <m:sup>
                                  <m:r>
                                    <a:rPr lang="en-US" b="0" i="1" smtClean="0">
                                      <a:latin typeface="Cambria Math" panose="02040503050406030204" pitchFamily="18" charset="0"/>
                                    </a:rPr>
                                    <m:t>′</m:t>
                                  </m:r>
                                </m:sup>
                              </m:sSup>
                              <m:r>
                                <m:rPr>
                                  <m:brk m:alnAt="7"/>
                                </m:rPr>
                                <a:rPr lang="en-US" b="0" i="1" smtClean="0">
                                  <a:latin typeface="Cambria Math" panose="02040503050406030204" pitchFamily="18" charset="0"/>
                                </a:rPr>
                                <m:t>,</m:t>
                              </m:r>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𝑆</m:t>
                              </m:r>
                              <m:r>
                                <a:rPr lang="en-US" b="0" i="1" smtClean="0">
                                  <a:latin typeface="Cambria Math" panose="02040503050406030204" pitchFamily="18" charset="0"/>
                                </a:rPr>
                                <m:t>,</m:t>
                              </m:r>
                              <m:r>
                                <a:rPr lang="en-US" b="0" i="1" smtClean="0">
                                  <a:latin typeface="Cambria Math" panose="02040503050406030204" pitchFamily="18" charset="0"/>
                                </a:rPr>
                                <m:t>𝑅</m:t>
                              </m:r>
                            </m:sub>
                            <m:sup/>
                            <m:e>
                              <m:r>
                                <a:rPr lang="en-US" b="0" i="1" smtClean="0">
                                  <a:latin typeface="Cambria Math" panose="02040503050406030204" pitchFamily="18" charset="0"/>
                                </a:rPr>
                                <m:t>𝑝</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𝛾</m:t>
                              </m:r>
                              <m:r>
                                <a:rPr lang="en-US" b="0" i="1" smtClean="0">
                                  <a:latin typeface="Cambria Math" panose="02040503050406030204" pitchFamily="18" charset="0"/>
                                </a:rPr>
                                <m:t>𝑉</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m:t>
                                      </m:r>
                                    </m:sup>
                                  </m:sSup>
                                </m:e>
                              </m:d>
                              <m:r>
                                <a:rPr lang="en-US" b="0" i="1" smtClean="0">
                                  <a:latin typeface="Cambria Math" panose="02040503050406030204" pitchFamily="18" charset="0"/>
                                </a:rPr>
                                <m:t>)</m:t>
                              </m:r>
                            </m:e>
                          </m:nary>
                        </m:e>
                      </m:nary>
                    </m:oMath>
                  </m:oMathPara>
                </a14:m>
                <a:endParaRPr lang="en-GB" dirty="0"/>
              </a:p>
            </p:txBody>
          </p:sp>
        </mc:Choice>
        <mc:Fallback xmlns="">
          <p:sp>
            <p:nvSpPr>
              <p:cNvPr id="8" name="Tijdelijke aanduiding voor tekst 7">
                <a:extLst>
                  <a:ext uri="{FF2B5EF4-FFF2-40B4-BE49-F238E27FC236}">
                    <a16:creationId xmlns:a16="http://schemas.microsoft.com/office/drawing/2014/main" id="{73C0F465-AC54-5AF4-B9C9-64F21371EF32}"/>
                  </a:ext>
                </a:extLst>
              </p:cNvPr>
              <p:cNvSpPr>
                <a:spLocks noGrp="1" noRot="1" noChangeAspect="1" noMove="1" noResize="1" noEditPoints="1" noAdjustHandles="1" noChangeArrowheads="1" noChangeShapeType="1" noTextEdit="1"/>
              </p:cNvSpPr>
              <p:nvPr>
                <p:ph type="body" sz="quarter" idx="21"/>
              </p:nvPr>
            </p:nvSpPr>
            <p:spPr>
              <a:xfrm>
                <a:off x="719139" y="1561310"/>
                <a:ext cx="7232875" cy="4439439"/>
              </a:xfrm>
              <a:custGeom>
                <a:avLst/>
                <a:gdLst>
                  <a:gd name="connsiteX0" fmla="*/ 0 w 10750623"/>
                  <a:gd name="connsiteY0" fmla="*/ 629882 h 4435476"/>
                  <a:gd name="connsiteX1" fmla="*/ 629882 w 10750623"/>
                  <a:gd name="connsiteY1" fmla="*/ 629882 h 4435476"/>
                  <a:gd name="connsiteX2" fmla="*/ 629882 w 10750623"/>
                  <a:gd name="connsiteY2" fmla="*/ 0 h 4435476"/>
                  <a:gd name="connsiteX3" fmla="*/ 10120741 w 10750623"/>
                  <a:gd name="connsiteY3" fmla="*/ 0 h 4435476"/>
                  <a:gd name="connsiteX4" fmla="*/ 10120741 w 10750623"/>
                  <a:gd name="connsiteY4" fmla="*/ 629882 h 4435476"/>
                  <a:gd name="connsiteX5" fmla="*/ 10750623 w 10750623"/>
                  <a:gd name="connsiteY5" fmla="*/ 629882 h 4435476"/>
                  <a:gd name="connsiteX6" fmla="*/ 10750623 w 10750623"/>
                  <a:gd name="connsiteY6" fmla="*/ 3805594 h 4435476"/>
                  <a:gd name="connsiteX7" fmla="*/ 10120741 w 10750623"/>
                  <a:gd name="connsiteY7" fmla="*/ 3805594 h 4435476"/>
                  <a:gd name="connsiteX8" fmla="*/ 10120741 w 10750623"/>
                  <a:gd name="connsiteY8" fmla="*/ 4435476 h 4435476"/>
                  <a:gd name="connsiteX9" fmla="*/ 629882 w 10750623"/>
                  <a:gd name="connsiteY9" fmla="*/ 4435476 h 4435476"/>
                  <a:gd name="connsiteX10" fmla="*/ 629882 w 10750623"/>
                  <a:gd name="connsiteY10" fmla="*/ 3805594 h 4435476"/>
                  <a:gd name="connsiteX11" fmla="*/ 0 w 10750623"/>
                  <a:gd name="connsiteY11" fmla="*/ 3805594 h 4435476"/>
                  <a:gd name="connsiteX12" fmla="*/ 0 w 10750623"/>
                  <a:gd name="connsiteY12" fmla="*/ 629882 h 4435476"/>
                  <a:gd name="connsiteX0" fmla="*/ 0 w 10750623"/>
                  <a:gd name="connsiteY0" fmla="*/ 629882 h 4435476"/>
                  <a:gd name="connsiteX1" fmla="*/ 1232 w 10750623"/>
                  <a:gd name="connsiteY1" fmla="*/ 1232 h 4435476"/>
                  <a:gd name="connsiteX2" fmla="*/ 629882 w 10750623"/>
                  <a:gd name="connsiteY2" fmla="*/ 0 h 4435476"/>
                  <a:gd name="connsiteX3" fmla="*/ 10120741 w 10750623"/>
                  <a:gd name="connsiteY3" fmla="*/ 0 h 4435476"/>
                  <a:gd name="connsiteX4" fmla="*/ 10120741 w 10750623"/>
                  <a:gd name="connsiteY4" fmla="*/ 629882 h 4435476"/>
                  <a:gd name="connsiteX5" fmla="*/ 10750623 w 10750623"/>
                  <a:gd name="connsiteY5" fmla="*/ 629882 h 4435476"/>
                  <a:gd name="connsiteX6" fmla="*/ 10750623 w 10750623"/>
                  <a:gd name="connsiteY6" fmla="*/ 3805594 h 4435476"/>
                  <a:gd name="connsiteX7" fmla="*/ 10120741 w 10750623"/>
                  <a:gd name="connsiteY7" fmla="*/ 3805594 h 4435476"/>
                  <a:gd name="connsiteX8" fmla="*/ 10120741 w 10750623"/>
                  <a:gd name="connsiteY8" fmla="*/ 4435476 h 4435476"/>
                  <a:gd name="connsiteX9" fmla="*/ 629882 w 10750623"/>
                  <a:gd name="connsiteY9" fmla="*/ 4435476 h 4435476"/>
                  <a:gd name="connsiteX10" fmla="*/ 629882 w 10750623"/>
                  <a:gd name="connsiteY10" fmla="*/ 3805594 h 4435476"/>
                  <a:gd name="connsiteX11" fmla="*/ 0 w 10750623"/>
                  <a:gd name="connsiteY11" fmla="*/ 3805594 h 4435476"/>
                  <a:gd name="connsiteX12" fmla="*/ 0 w 10750623"/>
                  <a:gd name="connsiteY12" fmla="*/ 629882 h 4435476"/>
                  <a:gd name="connsiteX0" fmla="*/ 0 w 10750623"/>
                  <a:gd name="connsiteY0" fmla="*/ 633845 h 4439439"/>
                  <a:gd name="connsiteX1" fmla="*/ 1232 w 10750623"/>
                  <a:gd name="connsiteY1" fmla="*/ 5195 h 4439439"/>
                  <a:gd name="connsiteX2" fmla="*/ 629882 w 10750623"/>
                  <a:gd name="connsiteY2" fmla="*/ 3963 h 4439439"/>
                  <a:gd name="connsiteX3" fmla="*/ 10120741 w 10750623"/>
                  <a:gd name="connsiteY3" fmla="*/ 3963 h 4439439"/>
                  <a:gd name="connsiteX4" fmla="*/ 10739000 w 10750623"/>
                  <a:gd name="connsiteY4" fmla="*/ 0 h 4439439"/>
                  <a:gd name="connsiteX5" fmla="*/ 10750623 w 10750623"/>
                  <a:gd name="connsiteY5" fmla="*/ 633845 h 4439439"/>
                  <a:gd name="connsiteX6" fmla="*/ 10750623 w 10750623"/>
                  <a:gd name="connsiteY6" fmla="*/ 3809557 h 4439439"/>
                  <a:gd name="connsiteX7" fmla="*/ 10120741 w 10750623"/>
                  <a:gd name="connsiteY7" fmla="*/ 3809557 h 4439439"/>
                  <a:gd name="connsiteX8" fmla="*/ 10120741 w 10750623"/>
                  <a:gd name="connsiteY8" fmla="*/ 4439439 h 4439439"/>
                  <a:gd name="connsiteX9" fmla="*/ 629882 w 10750623"/>
                  <a:gd name="connsiteY9" fmla="*/ 4439439 h 4439439"/>
                  <a:gd name="connsiteX10" fmla="*/ 629882 w 10750623"/>
                  <a:gd name="connsiteY10" fmla="*/ 3809557 h 4439439"/>
                  <a:gd name="connsiteX11" fmla="*/ 0 w 10750623"/>
                  <a:gd name="connsiteY11" fmla="*/ 3809557 h 4439439"/>
                  <a:gd name="connsiteX12" fmla="*/ 0 w 10750623"/>
                  <a:gd name="connsiteY12" fmla="*/ 633845 h 4439439"/>
                  <a:gd name="connsiteX0" fmla="*/ 0 w 10750623"/>
                  <a:gd name="connsiteY0" fmla="*/ 633845 h 4439439"/>
                  <a:gd name="connsiteX1" fmla="*/ 1232 w 10750623"/>
                  <a:gd name="connsiteY1" fmla="*/ 5195 h 4439439"/>
                  <a:gd name="connsiteX2" fmla="*/ 629882 w 10750623"/>
                  <a:gd name="connsiteY2" fmla="*/ 3963 h 4439439"/>
                  <a:gd name="connsiteX3" fmla="*/ 10120741 w 10750623"/>
                  <a:gd name="connsiteY3" fmla="*/ 3963 h 4439439"/>
                  <a:gd name="connsiteX4" fmla="*/ 10739000 w 10750623"/>
                  <a:gd name="connsiteY4" fmla="*/ 0 h 4439439"/>
                  <a:gd name="connsiteX5" fmla="*/ 10750623 w 10750623"/>
                  <a:gd name="connsiteY5" fmla="*/ 633845 h 4439439"/>
                  <a:gd name="connsiteX6" fmla="*/ 10750623 w 10750623"/>
                  <a:gd name="connsiteY6" fmla="*/ 3809557 h 4439439"/>
                  <a:gd name="connsiteX7" fmla="*/ 10120741 w 10750623"/>
                  <a:gd name="connsiteY7" fmla="*/ 3809557 h 4439439"/>
                  <a:gd name="connsiteX8" fmla="*/ 10120741 w 10750623"/>
                  <a:gd name="connsiteY8" fmla="*/ 4439439 h 4439439"/>
                  <a:gd name="connsiteX9" fmla="*/ 629882 w 10750623"/>
                  <a:gd name="connsiteY9" fmla="*/ 4439439 h 4439439"/>
                  <a:gd name="connsiteX10" fmla="*/ 1232 w 10750623"/>
                  <a:gd name="connsiteY10" fmla="*/ 4412230 h 4439439"/>
                  <a:gd name="connsiteX11" fmla="*/ 0 w 10750623"/>
                  <a:gd name="connsiteY11" fmla="*/ 3809557 h 4439439"/>
                  <a:gd name="connsiteX12" fmla="*/ 0 w 10750623"/>
                  <a:gd name="connsiteY12" fmla="*/ 633845 h 4439439"/>
                  <a:gd name="connsiteX0" fmla="*/ 0 w 10750623"/>
                  <a:gd name="connsiteY0" fmla="*/ 633845 h 4439439"/>
                  <a:gd name="connsiteX1" fmla="*/ 1232 w 10750623"/>
                  <a:gd name="connsiteY1" fmla="*/ 5195 h 4439439"/>
                  <a:gd name="connsiteX2" fmla="*/ 629882 w 10750623"/>
                  <a:gd name="connsiteY2" fmla="*/ 3963 h 4439439"/>
                  <a:gd name="connsiteX3" fmla="*/ 10120741 w 10750623"/>
                  <a:gd name="connsiteY3" fmla="*/ 3963 h 4439439"/>
                  <a:gd name="connsiteX4" fmla="*/ 10739000 w 10750623"/>
                  <a:gd name="connsiteY4" fmla="*/ 0 h 4439439"/>
                  <a:gd name="connsiteX5" fmla="*/ 10750623 w 10750623"/>
                  <a:gd name="connsiteY5" fmla="*/ 633845 h 4439439"/>
                  <a:gd name="connsiteX6" fmla="*/ 10750623 w 10750623"/>
                  <a:gd name="connsiteY6" fmla="*/ 3809557 h 4439439"/>
                  <a:gd name="connsiteX7" fmla="*/ 10032418 w 10750623"/>
                  <a:gd name="connsiteY7" fmla="*/ 2869179 h 4439439"/>
                  <a:gd name="connsiteX8" fmla="*/ 10120741 w 10750623"/>
                  <a:gd name="connsiteY8" fmla="*/ 4439439 h 4439439"/>
                  <a:gd name="connsiteX9" fmla="*/ 629882 w 10750623"/>
                  <a:gd name="connsiteY9" fmla="*/ 4439439 h 4439439"/>
                  <a:gd name="connsiteX10" fmla="*/ 1232 w 10750623"/>
                  <a:gd name="connsiteY10" fmla="*/ 4412230 h 4439439"/>
                  <a:gd name="connsiteX11" fmla="*/ 0 w 10750623"/>
                  <a:gd name="connsiteY11" fmla="*/ 3809557 h 4439439"/>
                  <a:gd name="connsiteX12" fmla="*/ 0 w 10750623"/>
                  <a:gd name="connsiteY12" fmla="*/ 633845 h 4439439"/>
                  <a:gd name="connsiteX0" fmla="*/ 0 w 10750623"/>
                  <a:gd name="connsiteY0" fmla="*/ 633845 h 4439439"/>
                  <a:gd name="connsiteX1" fmla="*/ 1232 w 10750623"/>
                  <a:gd name="connsiteY1" fmla="*/ 5195 h 4439439"/>
                  <a:gd name="connsiteX2" fmla="*/ 629882 w 10750623"/>
                  <a:gd name="connsiteY2" fmla="*/ 3963 h 4439439"/>
                  <a:gd name="connsiteX3" fmla="*/ 10120741 w 10750623"/>
                  <a:gd name="connsiteY3" fmla="*/ 3963 h 4439439"/>
                  <a:gd name="connsiteX4" fmla="*/ 10739000 w 10750623"/>
                  <a:gd name="connsiteY4" fmla="*/ 0 h 4439439"/>
                  <a:gd name="connsiteX5" fmla="*/ 10750623 w 10750623"/>
                  <a:gd name="connsiteY5" fmla="*/ 633845 h 4439439"/>
                  <a:gd name="connsiteX6" fmla="*/ 10750623 w 10750623"/>
                  <a:gd name="connsiteY6" fmla="*/ 3809557 h 4439439"/>
                  <a:gd name="connsiteX7" fmla="*/ 5543546 w 10750623"/>
                  <a:gd name="connsiteY7" fmla="*/ 2609406 h 4439439"/>
                  <a:gd name="connsiteX8" fmla="*/ 10120741 w 10750623"/>
                  <a:gd name="connsiteY8" fmla="*/ 4439439 h 4439439"/>
                  <a:gd name="connsiteX9" fmla="*/ 629882 w 10750623"/>
                  <a:gd name="connsiteY9" fmla="*/ 4439439 h 4439439"/>
                  <a:gd name="connsiteX10" fmla="*/ 1232 w 10750623"/>
                  <a:gd name="connsiteY10" fmla="*/ 4412230 h 4439439"/>
                  <a:gd name="connsiteX11" fmla="*/ 0 w 10750623"/>
                  <a:gd name="connsiteY11" fmla="*/ 3809557 h 4439439"/>
                  <a:gd name="connsiteX12" fmla="*/ 0 w 10750623"/>
                  <a:gd name="connsiteY12" fmla="*/ 633845 h 4439439"/>
                  <a:gd name="connsiteX0" fmla="*/ 0 w 10750623"/>
                  <a:gd name="connsiteY0" fmla="*/ 633845 h 4439439"/>
                  <a:gd name="connsiteX1" fmla="*/ 1232 w 10750623"/>
                  <a:gd name="connsiteY1" fmla="*/ 5195 h 4439439"/>
                  <a:gd name="connsiteX2" fmla="*/ 629882 w 10750623"/>
                  <a:gd name="connsiteY2" fmla="*/ 3963 h 4439439"/>
                  <a:gd name="connsiteX3" fmla="*/ 10120741 w 10750623"/>
                  <a:gd name="connsiteY3" fmla="*/ 3963 h 4439439"/>
                  <a:gd name="connsiteX4" fmla="*/ 10739000 w 10750623"/>
                  <a:gd name="connsiteY4" fmla="*/ 0 h 4439439"/>
                  <a:gd name="connsiteX5" fmla="*/ 10750623 w 10750623"/>
                  <a:gd name="connsiteY5" fmla="*/ 633845 h 4439439"/>
                  <a:gd name="connsiteX6" fmla="*/ 10735037 w 10750623"/>
                  <a:gd name="connsiteY6" fmla="*/ 2593821 h 4439439"/>
                  <a:gd name="connsiteX7" fmla="*/ 5543546 w 10750623"/>
                  <a:gd name="connsiteY7" fmla="*/ 2609406 h 4439439"/>
                  <a:gd name="connsiteX8" fmla="*/ 10120741 w 10750623"/>
                  <a:gd name="connsiteY8" fmla="*/ 4439439 h 4439439"/>
                  <a:gd name="connsiteX9" fmla="*/ 629882 w 10750623"/>
                  <a:gd name="connsiteY9" fmla="*/ 4439439 h 4439439"/>
                  <a:gd name="connsiteX10" fmla="*/ 1232 w 10750623"/>
                  <a:gd name="connsiteY10" fmla="*/ 4412230 h 4439439"/>
                  <a:gd name="connsiteX11" fmla="*/ 0 w 10750623"/>
                  <a:gd name="connsiteY11" fmla="*/ 3809557 h 4439439"/>
                  <a:gd name="connsiteX12" fmla="*/ 0 w 10750623"/>
                  <a:gd name="connsiteY12" fmla="*/ 633845 h 4439439"/>
                  <a:gd name="connsiteX0" fmla="*/ 0 w 10750623"/>
                  <a:gd name="connsiteY0" fmla="*/ 633845 h 4439439"/>
                  <a:gd name="connsiteX1" fmla="*/ 1232 w 10750623"/>
                  <a:gd name="connsiteY1" fmla="*/ 5195 h 4439439"/>
                  <a:gd name="connsiteX2" fmla="*/ 629882 w 10750623"/>
                  <a:gd name="connsiteY2" fmla="*/ 3963 h 4439439"/>
                  <a:gd name="connsiteX3" fmla="*/ 10120741 w 10750623"/>
                  <a:gd name="connsiteY3" fmla="*/ 3963 h 4439439"/>
                  <a:gd name="connsiteX4" fmla="*/ 10739000 w 10750623"/>
                  <a:gd name="connsiteY4" fmla="*/ 0 h 4439439"/>
                  <a:gd name="connsiteX5" fmla="*/ 10750623 w 10750623"/>
                  <a:gd name="connsiteY5" fmla="*/ 633845 h 4439439"/>
                  <a:gd name="connsiteX6" fmla="*/ 10735037 w 10750623"/>
                  <a:gd name="connsiteY6" fmla="*/ 2593821 h 4439439"/>
                  <a:gd name="connsiteX7" fmla="*/ 5543546 w 10750623"/>
                  <a:gd name="connsiteY7" fmla="*/ 2609406 h 4439439"/>
                  <a:gd name="connsiteX8" fmla="*/ 5553936 w 10750623"/>
                  <a:gd name="connsiteY8" fmla="*/ 4434243 h 4439439"/>
                  <a:gd name="connsiteX9" fmla="*/ 629882 w 10750623"/>
                  <a:gd name="connsiteY9" fmla="*/ 4439439 h 4439439"/>
                  <a:gd name="connsiteX10" fmla="*/ 1232 w 10750623"/>
                  <a:gd name="connsiteY10" fmla="*/ 4412230 h 4439439"/>
                  <a:gd name="connsiteX11" fmla="*/ 0 w 10750623"/>
                  <a:gd name="connsiteY11" fmla="*/ 3809557 h 4439439"/>
                  <a:gd name="connsiteX12" fmla="*/ 0 w 10750623"/>
                  <a:gd name="connsiteY12" fmla="*/ 633845 h 4439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750623" h="4439439">
                    <a:moveTo>
                      <a:pt x="0" y="633845"/>
                    </a:moveTo>
                    <a:cubicBezTo>
                      <a:pt x="411" y="424295"/>
                      <a:pt x="821" y="214745"/>
                      <a:pt x="1232" y="5195"/>
                    </a:cubicBezTo>
                    <a:lnTo>
                      <a:pt x="629882" y="3963"/>
                    </a:lnTo>
                    <a:lnTo>
                      <a:pt x="10120741" y="3963"/>
                    </a:lnTo>
                    <a:lnTo>
                      <a:pt x="10739000" y="0"/>
                    </a:lnTo>
                    <a:lnTo>
                      <a:pt x="10750623" y="633845"/>
                    </a:lnTo>
                    <a:lnTo>
                      <a:pt x="10735037" y="2593821"/>
                    </a:lnTo>
                    <a:lnTo>
                      <a:pt x="5543546" y="2609406"/>
                    </a:lnTo>
                    <a:cubicBezTo>
                      <a:pt x="5547009" y="3217685"/>
                      <a:pt x="5550473" y="3825964"/>
                      <a:pt x="5553936" y="4434243"/>
                    </a:cubicBezTo>
                    <a:lnTo>
                      <a:pt x="629882" y="4439439"/>
                    </a:lnTo>
                    <a:lnTo>
                      <a:pt x="1232" y="4412230"/>
                    </a:lnTo>
                    <a:cubicBezTo>
                      <a:pt x="821" y="4211339"/>
                      <a:pt x="411" y="4010448"/>
                      <a:pt x="0" y="3809557"/>
                    </a:cubicBezTo>
                    <a:lnTo>
                      <a:pt x="0" y="633845"/>
                    </a:lnTo>
                    <a:close/>
                  </a:path>
                </a:pathLst>
              </a:custGeom>
              <a:blipFill>
                <a:blip r:embed="rId3"/>
                <a:stretch>
                  <a:fillRect l="-2445" t="-1648"/>
                </a:stretch>
              </a:blipFill>
            </p:spPr>
            <p:txBody>
              <a:bodyPr/>
              <a:lstStyle/>
              <a:p>
                <a:r>
                  <a:rPr lang="LID4096">
                    <a:noFill/>
                  </a:rPr>
                  <a:t> </a:t>
                </a:r>
              </a:p>
            </p:txBody>
          </p:sp>
        </mc:Fallback>
      </mc:AlternateContent>
      <p:sp>
        <p:nvSpPr>
          <p:cNvPr id="14" name="Titel 13">
            <a:extLst>
              <a:ext uri="{FF2B5EF4-FFF2-40B4-BE49-F238E27FC236}">
                <a16:creationId xmlns:a16="http://schemas.microsoft.com/office/drawing/2014/main" id="{4E840CAD-8869-66D6-F142-07912B6A4DF2}"/>
              </a:ext>
            </a:extLst>
          </p:cNvPr>
          <p:cNvSpPr>
            <a:spLocks noGrp="1"/>
          </p:cNvSpPr>
          <p:nvPr>
            <p:ph type="title"/>
          </p:nvPr>
        </p:nvSpPr>
        <p:spPr>
          <a:xfrm>
            <a:off x="718666" y="722454"/>
            <a:ext cx="10752610" cy="323409"/>
          </a:xfrm>
        </p:spPr>
        <p:txBody>
          <a:bodyPr/>
          <a:lstStyle/>
          <a:p>
            <a:r>
              <a:rPr lang="en-GB" dirty="0"/>
              <a:t>Reinforcement Learning</a:t>
            </a:r>
          </a:p>
        </p:txBody>
      </p:sp>
      <p:pic>
        <p:nvPicPr>
          <p:cNvPr id="2050" name="Picture 2" descr="Richard E. Bellman - Wikipedia">
            <a:extLst>
              <a:ext uri="{FF2B5EF4-FFF2-40B4-BE49-F238E27FC236}">
                <a16:creationId xmlns:a16="http://schemas.microsoft.com/office/drawing/2014/main" id="{F4B27105-4AAA-C8CA-9403-7DE4BF81610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60871" y="934725"/>
            <a:ext cx="3408891" cy="4261114"/>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E88A1B67-1BF7-899A-3636-04FF0BECE14B}"/>
              </a:ext>
            </a:extLst>
          </p:cNvPr>
          <p:cNvSpPr txBox="1"/>
          <p:nvPr/>
        </p:nvSpPr>
        <p:spPr>
          <a:xfrm>
            <a:off x="8193162" y="5281592"/>
            <a:ext cx="3276600" cy="519161"/>
          </a:xfrm>
          <a:prstGeom prst="rect">
            <a:avLst/>
          </a:prstGeom>
          <a:noFill/>
        </p:spPr>
        <p:txBody>
          <a:bodyPr wrap="square" lIns="0" tIns="0" rIns="0" bIns="0" rtlCol="0">
            <a:noAutofit/>
          </a:bodyPr>
          <a:lstStyle/>
          <a:p>
            <a:pPr algn="ctr">
              <a:lnSpc>
                <a:spcPct val="90000"/>
              </a:lnSpc>
              <a:spcBef>
                <a:spcPts val="600"/>
              </a:spcBef>
              <a:spcAft>
                <a:spcPts val="600"/>
              </a:spcAft>
            </a:pPr>
            <a:r>
              <a:rPr lang="en-US" sz="1600" dirty="0"/>
              <a:t>Richard E. Bellman</a:t>
            </a:r>
            <a:endParaRPr lang="LID4096" sz="1600" dirty="0" err="1"/>
          </a:p>
        </p:txBody>
      </p:sp>
    </p:spTree>
    <p:extLst>
      <p:ext uri="{BB962C8B-B14F-4D97-AF65-F5344CB8AC3E}">
        <p14:creationId xmlns:p14="http://schemas.microsoft.com/office/powerpoint/2010/main" val="328038872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jdelijke aanduiding voor datum 4">
            <a:extLst>
              <a:ext uri="{FF2B5EF4-FFF2-40B4-BE49-F238E27FC236}">
                <a16:creationId xmlns:a16="http://schemas.microsoft.com/office/drawing/2014/main" id="{B994BAD7-1490-F4D5-9092-3EB7111B7DF7}"/>
              </a:ext>
            </a:extLst>
          </p:cNvPr>
          <p:cNvSpPr>
            <a:spLocks noGrp="1"/>
          </p:cNvSpPr>
          <p:nvPr>
            <p:ph type="dt" sz="half" idx="18"/>
          </p:nvPr>
        </p:nvSpPr>
        <p:spPr>
          <a:xfrm>
            <a:off x="10146569" y="6405669"/>
            <a:ext cx="766235" cy="184666"/>
          </a:xfrm>
        </p:spPr>
        <p:txBody>
          <a:bodyPr/>
          <a:lstStyle/>
          <a:p>
            <a:r>
              <a:rPr lang="LID4096"/>
              <a:t>08/30/2024</a:t>
            </a:r>
            <a:endParaRPr lang="en-GB" dirty="0"/>
          </a:p>
        </p:txBody>
      </p:sp>
      <p:sp>
        <p:nvSpPr>
          <p:cNvPr id="16" name="Tijdelijke aanduiding voor dianummer 15">
            <a:extLst>
              <a:ext uri="{FF2B5EF4-FFF2-40B4-BE49-F238E27FC236}">
                <a16:creationId xmlns:a16="http://schemas.microsoft.com/office/drawing/2014/main" id="{BBB35617-5649-3A69-5ACC-A5828B3F289A}"/>
              </a:ext>
            </a:extLst>
          </p:cNvPr>
          <p:cNvSpPr>
            <a:spLocks noGrp="1"/>
          </p:cNvSpPr>
          <p:nvPr>
            <p:ph type="sldNum" sz="quarter" idx="20"/>
          </p:nvPr>
        </p:nvSpPr>
        <p:spPr>
          <a:xfrm>
            <a:off x="11178464" y="6405669"/>
            <a:ext cx="291298" cy="184666"/>
          </a:xfrm>
        </p:spPr>
        <p:txBody>
          <a:bodyPr/>
          <a:lstStyle/>
          <a:p>
            <a:fld id="{9E843DB9-9987-4157-AB9C-CEA8D7D910BB}" type="slidenum">
              <a:rPr lang="en-GB" smtClean="0"/>
              <a:pPr/>
              <a:t>45</a:t>
            </a:fld>
            <a:endParaRPr lang="en-GB" dirty="0"/>
          </a:p>
        </p:txBody>
      </p:sp>
      <p:sp>
        <p:nvSpPr>
          <p:cNvPr id="8" name="Tijdelijke aanduiding voor tekst 7">
            <a:extLst>
              <a:ext uri="{FF2B5EF4-FFF2-40B4-BE49-F238E27FC236}">
                <a16:creationId xmlns:a16="http://schemas.microsoft.com/office/drawing/2014/main" id="{73C0F465-AC54-5AF4-B9C9-64F21371EF32}"/>
              </a:ext>
            </a:extLst>
          </p:cNvPr>
          <p:cNvSpPr>
            <a:spLocks noGrp="1"/>
          </p:cNvSpPr>
          <p:nvPr>
            <p:ph type="body" sz="quarter" idx="21"/>
          </p:nvPr>
        </p:nvSpPr>
        <p:spPr>
          <a:xfrm>
            <a:off x="719139" y="1565274"/>
            <a:ext cx="10752136" cy="488994"/>
          </a:xfrm>
        </p:spPr>
        <p:txBody>
          <a:bodyPr/>
          <a:lstStyle/>
          <a:p>
            <a:pPr lvl="2"/>
            <a:r>
              <a:rPr lang="en-GB" dirty="0"/>
              <a:t>Integrating RL algorithm into flight control = integrating auto-pilot into flight control.</a:t>
            </a:r>
          </a:p>
          <a:p>
            <a:pPr lvl="2"/>
            <a:r>
              <a:rPr lang="en-GB" dirty="0"/>
              <a:t>		            Flight control variables     RL variables</a:t>
            </a:r>
          </a:p>
          <a:p>
            <a:pPr lvl="2"/>
            <a:endParaRPr lang="en-GB" dirty="0"/>
          </a:p>
          <a:p>
            <a:pPr lvl="4"/>
            <a:br>
              <a:rPr lang="en-GB" dirty="0"/>
            </a:br>
            <a:endParaRPr lang="en-GB" dirty="0"/>
          </a:p>
        </p:txBody>
      </p:sp>
      <p:sp>
        <p:nvSpPr>
          <p:cNvPr id="14" name="Titel 13">
            <a:extLst>
              <a:ext uri="{FF2B5EF4-FFF2-40B4-BE49-F238E27FC236}">
                <a16:creationId xmlns:a16="http://schemas.microsoft.com/office/drawing/2014/main" id="{4E840CAD-8869-66D6-F142-07912B6A4DF2}"/>
              </a:ext>
            </a:extLst>
          </p:cNvPr>
          <p:cNvSpPr>
            <a:spLocks noGrp="1"/>
          </p:cNvSpPr>
          <p:nvPr>
            <p:ph type="title"/>
          </p:nvPr>
        </p:nvSpPr>
        <p:spPr>
          <a:xfrm>
            <a:off x="718666" y="722454"/>
            <a:ext cx="10752610" cy="323409"/>
          </a:xfrm>
        </p:spPr>
        <p:txBody>
          <a:bodyPr/>
          <a:lstStyle/>
          <a:p>
            <a:r>
              <a:rPr lang="en-GB" dirty="0"/>
              <a:t>RL for Flight Control</a:t>
            </a:r>
          </a:p>
        </p:txBody>
      </p:sp>
      <p:sp>
        <p:nvSpPr>
          <p:cNvPr id="2" name="TextBox 1">
            <a:extLst>
              <a:ext uri="{FF2B5EF4-FFF2-40B4-BE49-F238E27FC236}">
                <a16:creationId xmlns:a16="http://schemas.microsoft.com/office/drawing/2014/main" id="{08A9A7C2-1915-C1E7-CCBB-E451B1285FD2}"/>
              </a:ext>
            </a:extLst>
          </p:cNvPr>
          <p:cNvSpPr txBox="1"/>
          <p:nvPr/>
        </p:nvSpPr>
        <p:spPr>
          <a:xfrm>
            <a:off x="718667" y="2054268"/>
            <a:ext cx="5168566" cy="3901858"/>
          </a:xfrm>
          <a:prstGeom prst="rect">
            <a:avLst/>
          </a:prstGeom>
          <a:noFill/>
        </p:spPr>
        <p:txBody>
          <a:bodyPr wrap="square" lIns="0" tIns="0" rIns="0" bIns="0" rtlCol="0">
            <a:noAutofit/>
          </a:bodyPr>
          <a:lstStyle/>
          <a:p>
            <a:pPr algn="r">
              <a:lnSpc>
                <a:spcPct val="90000"/>
              </a:lnSpc>
              <a:spcBef>
                <a:spcPts val="600"/>
              </a:spcBef>
              <a:spcAft>
                <a:spcPts val="600"/>
              </a:spcAft>
            </a:pPr>
            <a:endParaRPr lang="en-US" sz="1600" dirty="0"/>
          </a:p>
          <a:p>
            <a:pPr algn="r">
              <a:lnSpc>
                <a:spcPct val="90000"/>
              </a:lnSpc>
              <a:spcBef>
                <a:spcPts val="600"/>
              </a:spcBef>
              <a:spcAft>
                <a:spcPts val="600"/>
              </a:spcAft>
            </a:pPr>
            <a:r>
              <a:rPr lang="en-US" sz="1600" dirty="0"/>
              <a:t>Aircraft States</a:t>
            </a:r>
          </a:p>
          <a:p>
            <a:pPr algn="r">
              <a:lnSpc>
                <a:spcPct val="90000"/>
              </a:lnSpc>
              <a:spcBef>
                <a:spcPts val="600"/>
              </a:spcBef>
              <a:spcAft>
                <a:spcPts val="600"/>
              </a:spcAft>
            </a:pPr>
            <a:r>
              <a:rPr lang="en-US" sz="1600" dirty="0"/>
              <a:t>Control Commands</a:t>
            </a:r>
          </a:p>
          <a:p>
            <a:pPr algn="r">
              <a:lnSpc>
                <a:spcPct val="90000"/>
              </a:lnSpc>
              <a:spcBef>
                <a:spcPts val="600"/>
              </a:spcBef>
              <a:spcAft>
                <a:spcPts val="600"/>
              </a:spcAft>
            </a:pPr>
            <a:r>
              <a:rPr lang="en-US" sz="1600" dirty="0"/>
              <a:t>Tracking Error</a:t>
            </a:r>
            <a:endParaRPr lang="LID4096" sz="1600" dirty="0" err="1"/>
          </a:p>
        </p:txBody>
      </p:sp>
      <p:sp>
        <p:nvSpPr>
          <p:cNvPr id="3" name="TextBox 2">
            <a:extLst>
              <a:ext uri="{FF2B5EF4-FFF2-40B4-BE49-F238E27FC236}">
                <a16:creationId xmlns:a16="http://schemas.microsoft.com/office/drawing/2014/main" id="{7053C50A-38A6-8AA5-28F8-8DC401394D88}"/>
              </a:ext>
            </a:extLst>
          </p:cNvPr>
          <p:cNvSpPr txBox="1"/>
          <p:nvPr/>
        </p:nvSpPr>
        <p:spPr>
          <a:xfrm>
            <a:off x="6301196" y="2054268"/>
            <a:ext cx="5168566" cy="3901858"/>
          </a:xfrm>
          <a:prstGeom prst="rect">
            <a:avLst/>
          </a:prstGeom>
          <a:noFill/>
        </p:spPr>
        <p:txBody>
          <a:bodyPr wrap="square" lIns="0" tIns="0" rIns="0" bIns="0" rtlCol="0">
            <a:noAutofit/>
          </a:bodyPr>
          <a:lstStyle/>
          <a:p>
            <a:pPr algn="l">
              <a:lnSpc>
                <a:spcPct val="90000"/>
              </a:lnSpc>
              <a:spcBef>
                <a:spcPts val="600"/>
              </a:spcBef>
              <a:spcAft>
                <a:spcPts val="600"/>
              </a:spcAft>
            </a:pPr>
            <a:endParaRPr lang="en-US" sz="1600" dirty="0"/>
          </a:p>
          <a:p>
            <a:pPr algn="l">
              <a:lnSpc>
                <a:spcPct val="90000"/>
              </a:lnSpc>
              <a:spcBef>
                <a:spcPts val="600"/>
              </a:spcBef>
              <a:spcAft>
                <a:spcPts val="600"/>
              </a:spcAft>
            </a:pPr>
            <a:r>
              <a:rPr lang="en-US" sz="1600" dirty="0"/>
              <a:t>MDP State</a:t>
            </a:r>
          </a:p>
          <a:p>
            <a:pPr algn="l">
              <a:lnSpc>
                <a:spcPct val="90000"/>
              </a:lnSpc>
              <a:spcBef>
                <a:spcPts val="600"/>
              </a:spcBef>
              <a:spcAft>
                <a:spcPts val="600"/>
              </a:spcAft>
            </a:pPr>
            <a:r>
              <a:rPr lang="en-US" sz="1600" dirty="0"/>
              <a:t>MDP Actions</a:t>
            </a:r>
          </a:p>
          <a:p>
            <a:pPr algn="l">
              <a:lnSpc>
                <a:spcPct val="90000"/>
              </a:lnSpc>
              <a:spcBef>
                <a:spcPts val="600"/>
              </a:spcBef>
              <a:spcAft>
                <a:spcPts val="600"/>
              </a:spcAft>
            </a:pPr>
            <a:r>
              <a:rPr lang="en-US" sz="1600" dirty="0"/>
              <a:t>MDP Reward</a:t>
            </a:r>
            <a:endParaRPr lang="LID4096" sz="1600" dirty="0" err="1"/>
          </a:p>
        </p:txBody>
      </p:sp>
    </p:spTree>
    <p:extLst>
      <p:ext uri="{BB962C8B-B14F-4D97-AF65-F5344CB8AC3E}">
        <p14:creationId xmlns:p14="http://schemas.microsoft.com/office/powerpoint/2010/main" val="349357200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jdelijke aanduiding voor datum 4">
            <a:extLst>
              <a:ext uri="{FF2B5EF4-FFF2-40B4-BE49-F238E27FC236}">
                <a16:creationId xmlns:a16="http://schemas.microsoft.com/office/drawing/2014/main" id="{B994BAD7-1490-F4D5-9092-3EB7111B7DF7}"/>
              </a:ext>
            </a:extLst>
          </p:cNvPr>
          <p:cNvSpPr>
            <a:spLocks noGrp="1"/>
          </p:cNvSpPr>
          <p:nvPr>
            <p:ph type="dt" sz="half" idx="18"/>
          </p:nvPr>
        </p:nvSpPr>
        <p:spPr>
          <a:xfrm>
            <a:off x="10146569" y="6405669"/>
            <a:ext cx="766235" cy="184666"/>
          </a:xfrm>
        </p:spPr>
        <p:txBody>
          <a:bodyPr/>
          <a:lstStyle/>
          <a:p>
            <a:r>
              <a:rPr lang="LID4096"/>
              <a:t>08/30/2024</a:t>
            </a:r>
            <a:endParaRPr lang="en-GB" dirty="0"/>
          </a:p>
        </p:txBody>
      </p:sp>
      <p:sp>
        <p:nvSpPr>
          <p:cNvPr id="16" name="Tijdelijke aanduiding voor dianummer 15">
            <a:extLst>
              <a:ext uri="{FF2B5EF4-FFF2-40B4-BE49-F238E27FC236}">
                <a16:creationId xmlns:a16="http://schemas.microsoft.com/office/drawing/2014/main" id="{BBB35617-5649-3A69-5ACC-A5828B3F289A}"/>
              </a:ext>
            </a:extLst>
          </p:cNvPr>
          <p:cNvSpPr>
            <a:spLocks noGrp="1"/>
          </p:cNvSpPr>
          <p:nvPr>
            <p:ph type="sldNum" sz="quarter" idx="20"/>
          </p:nvPr>
        </p:nvSpPr>
        <p:spPr>
          <a:xfrm>
            <a:off x="11178464" y="6405669"/>
            <a:ext cx="291298" cy="184666"/>
          </a:xfrm>
        </p:spPr>
        <p:txBody>
          <a:bodyPr/>
          <a:lstStyle/>
          <a:p>
            <a:fld id="{9E843DB9-9987-4157-AB9C-CEA8D7D910BB}" type="slidenum">
              <a:rPr lang="en-GB" smtClean="0"/>
              <a:pPr/>
              <a:t>46</a:t>
            </a:fld>
            <a:endParaRPr lang="en-GB" dirty="0"/>
          </a:p>
        </p:txBody>
      </p:sp>
      <p:sp>
        <p:nvSpPr>
          <p:cNvPr id="8" name="Tijdelijke aanduiding voor tekst 7">
            <a:extLst>
              <a:ext uri="{FF2B5EF4-FFF2-40B4-BE49-F238E27FC236}">
                <a16:creationId xmlns:a16="http://schemas.microsoft.com/office/drawing/2014/main" id="{73C0F465-AC54-5AF4-B9C9-64F21371EF32}"/>
              </a:ext>
            </a:extLst>
          </p:cNvPr>
          <p:cNvSpPr>
            <a:spLocks noGrp="1"/>
          </p:cNvSpPr>
          <p:nvPr>
            <p:ph type="body" sz="quarter" idx="21"/>
          </p:nvPr>
        </p:nvSpPr>
        <p:spPr>
          <a:xfrm>
            <a:off x="719138" y="1561310"/>
            <a:ext cx="5376861" cy="4439439"/>
          </a:xfrm>
          <a:prstGeom prst="rect">
            <a:avLst/>
          </a:prstGeom>
        </p:spPr>
        <p:txBody>
          <a:bodyPr/>
          <a:lstStyle/>
          <a:p>
            <a:pPr marL="0" indent="0">
              <a:lnSpc>
                <a:spcPct val="100000"/>
              </a:lnSpc>
              <a:buNone/>
            </a:pPr>
            <a:r>
              <a:rPr lang="en-GB" b="1" dirty="0">
                <a:solidFill>
                  <a:srgbClr val="0C2340"/>
                </a:solidFill>
              </a:rPr>
              <a:t>I</a:t>
            </a:r>
            <a:r>
              <a:rPr lang="en-GB" dirty="0">
                <a:solidFill>
                  <a:schemeClr val="tx1"/>
                </a:solidFill>
              </a:rPr>
              <a:t>ncremental </a:t>
            </a:r>
            <a:r>
              <a:rPr lang="en-GB" b="1" dirty="0">
                <a:solidFill>
                  <a:srgbClr val="0C2340"/>
                </a:solidFill>
              </a:rPr>
              <a:t>D</a:t>
            </a:r>
            <a:r>
              <a:rPr lang="en-GB" dirty="0">
                <a:solidFill>
                  <a:schemeClr val="tx1"/>
                </a:solidFill>
              </a:rPr>
              <a:t>ual </a:t>
            </a:r>
            <a:r>
              <a:rPr lang="en-GB" b="1" dirty="0">
                <a:solidFill>
                  <a:srgbClr val="0C2340"/>
                </a:solidFill>
              </a:rPr>
              <a:t>H</a:t>
            </a:r>
            <a:r>
              <a:rPr lang="en-GB" dirty="0">
                <a:solidFill>
                  <a:schemeClr val="tx1"/>
                </a:solidFill>
              </a:rPr>
              <a:t>euristic </a:t>
            </a:r>
            <a:r>
              <a:rPr lang="en-GB" b="1" dirty="0">
                <a:solidFill>
                  <a:srgbClr val="0C2340"/>
                </a:solidFill>
              </a:rPr>
              <a:t>P</a:t>
            </a:r>
            <a:r>
              <a:rPr lang="en-GB" dirty="0">
                <a:solidFill>
                  <a:schemeClr val="tx1"/>
                </a:solidFill>
              </a:rPr>
              <a:t>rogramming</a:t>
            </a:r>
          </a:p>
          <a:p>
            <a:pPr>
              <a:lnSpc>
                <a:spcPct val="100000"/>
              </a:lnSpc>
            </a:pPr>
            <a:r>
              <a:rPr lang="en-GB" b="1" dirty="0">
                <a:solidFill>
                  <a:srgbClr val="0C2340"/>
                </a:solidFill>
              </a:rPr>
              <a:t>Model-Based vs Model-Free</a:t>
            </a:r>
          </a:p>
          <a:p>
            <a:pPr>
              <a:lnSpc>
                <a:spcPct val="100000"/>
              </a:lnSpc>
            </a:pPr>
            <a:r>
              <a:rPr lang="en-GB" b="1" dirty="0">
                <a:solidFill>
                  <a:srgbClr val="0C2340"/>
                </a:solidFill>
              </a:rPr>
              <a:t>Value-Based vs Policy-Based</a:t>
            </a:r>
          </a:p>
          <a:p>
            <a:pPr>
              <a:lnSpc>
                <a:spcPct val="100000"/>
              </a:lnSpc>
            </a:pPr>
            <a:r>
              <a:rPr lang="en-GB" b="1" dirty="0">
                <a:solidFill>
                  <a:srgbClr val="0C2340"/>
                </a:solidFill>
              </a:rPr>
              <a:t>On-Policy vs Off-Policy</a:t>
            </a:r>
          </a:p>
          <a:p>
            <a:pPr>
              <a:lnSpc>
                <a:spcPct val="100000"/>
              </a:lnSpc>
              <a:buFont typeface="Courier New" panose="02070309020205020404" pitchFamily="49" charset="0"/>
              <a:buChar char="o"/>
            </a:pPr>
            <a:r>
              <a:rPr lang="en-GB" b="1" i="1" dirty="0">
                <a:solidFill>
                  <a:srgbClr val="0C2340"/>
                </a:solidFill>
              </a:rPr>
              <a:t>Online vs Offline Learning</a:t>
            </a:r>
            <a:endParaRPr lang="en-GB" i="1" dirty="0">
              <a:solidFill>
                <a:schemeClr val="tx1"/>
              </a:solidFill>
            </a:endParaRPr>
          </a:p>
          <a:p>
            <a:pPr marL="0" indent="0">
              <a:lnSpc>
                <a:spcPct val="100000"/>
              </a:lnSpc>
              <a:buNone/>
            </a:pPr>
            <a:endParaRPr lang="en-GB" dirty="0">
              <a:solidFill>
                <a:schemeClr val="tx1"/>
              </a:solidFill>
            </a:endParaRPr>
          </a:p>
        </p:txBody>
      </p:sp>
      <p:sp>
        <p:nvSpPr>
          <p:cNvPr id="14" name="Titel 13">
            <a:extLst>
              <a:ext uri="{FF2B5EF4-FFF2-40B4-BE49-F238E27FC236}">
                <a16:creationId xmlns:a16="http://schemas.microsoft.com/office/drawing/2014/main" id="{4E840CAD-8869-66D6-F142-07912B6A4DF2}"/>
              </a:ext>
            </a:extLst>
          </p:cNvPr>
          <p:cNvSpPr>
            <a:spLocks noGrp="1"/>
          </p:cNvSpPr>
          <p:nvPr>
            <p:ph type="title"/>
          </p:nvPr>
        </p:nvSpPr>
        <p:spPr>
          <a:xfrm>
            <a:off x="718666" y="722454"/>
            <a:ext cx="10752610" cy="323409"/>
          </a:xfrm>
        </p:spPr>
        <p:txBody>
          <a:bodyPr/>
          <a:lstStyle/>
          <a:p>
            <a:r>
              <a:rPr lang="en-GB" dirty="0"/>
              <a:t>IDHP</a:t>
            </a:r>
          </a:p>
        </p:txBody>
      </p:sp>
      <p:pic>
        <p:nvPicPr>
          <p:cNvPr id="6" name="Picture 5">
            <a:extLst>
              <a:ext uri="{FF2B5EF4-FFF2-40B4-BE49-F238E27FC236}">
                <a16:creationId xmlns:a16="http://schemas.microsoft.com/office/drawing/2014/main" id="{886A5982-5FF7-D798-C883-10A90F0270D0}"/>
              </a:ext>
            </a:extLst>
          </p:cNvPr>
          <p:cNvPicPr>
            <a:picLocks noChangeAspect="1"/>
          </p:cNvPicPr>
          <p:nvPr/>
        </p:nvPicPr>
        <p:blipFill>
          <a:blip r:embed="rId3"/>
          <a:stretch>
            <a:fillRect/>
          </a:stretch>
        </p:blipFill>
        <p:spPr>
          <a:xfrm>
            <a:off x="6237962" y="1897545"/>
            <a:ext cx="5231799" cy="3469857"/>
          </a:xfrm>
          <a:prstGeom prst="rect">
            <a:avLst/>
          </a:prstGeom>
        </p:spPr>
      </p:pic>
      <mc:AlternateContent xmlns:mc="http://schemas.openxmlformats.org/markup-compatibility/2006" xmlns:p14="http://schemas.microsoft.com/office/powerpoint/2010/main">
        <mc:Choice Requires="p14">
          <p:contentPart p14:bwMode="auto" r:id="rId4">
            <p14:nvContentPartPr>
              <p14:cNvPr id="10" name="Ink 9">
                <a:extLst>
                  <a:ext uri="{FF2B5EF4-FFF2-40B4-BE49-F238E27FC236}">
                    <a16:creationId xmlns:a16="http://schemas.microsoft.com/office/drawing/2014/main" id="{F3BCDCB2-A978-086D-FA32-6B6E721B39CF}"/>
                  </a:ext>
                </a:extLst>
              </p14:cNvPr>
              <p14:cNvContentPartPr/>
              <p14:nvPr/>
            </p14:nvContentPartPr>
            <p14:xfrm>
              <a:off x="1058030" y="2140190"/>
              <a:ext cx="1585080" cy="39960"/>
            </p14:xfrm>
          </p:contentPart>
        </mc:Choice>
        <mc:Fallback xmlns="">
          <p:pic>
            <p:nvPicPr>
              <p:cNvPr id="10" name="Ink 9">
                <a:extLst>
                  <a:ext uri="{FF2B5EF4-FFF2-40B4-BE49-F238E27FC236}">
                    <a16:creationId xmlns:a16="http://schemas.microsoft.com/office/drawing/2014/main" id="{F3BCDCB2-A978-086D-FA32-6B6E721B39CF}"/>
                  </a:ext>
                </a:extLst>
              </p:cNvPr>
              <p:cNvPicPr/>
              <p:nvPr/>
            </p:nvPicPr>
            <p:blipFill>
              <a:blip r:embed="rId5"/>
              <a:stretch>
                <a:fillRect/>
              </a:stretch>
            </p:blipFill>
            <p:spPr>
              <a:xfrm>
                <a:off x="1004390" y="2032190"/>
                <a:ext cx="1692720" cy="2556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1" name="Ink 10">
                <a:extLst>
                  <a:ext uri="{FF2B5EF4-FFF2-40B4-BE49-F238E27FC236}">
                    <a16:creationId xmlns:a16="http://schemas.microsoft.com/office/drawing/2014/main" id="{62335F50-9E77-0054-C4DA-9FE224294401}"/>
                  </a:ext>
                </a:extLst>
              </p14:cNvPr>
              <p14:cNvContentPartPr/>
              <p14:nvPr/>
            </p14:nvContentPartPr>
            <p14:xfrm>
              <a:off x="1121030" y="2605310"/>
              <a:ext cx="1440360" cy="38520"/>
            </p14:xfrm>
          </p:contentPart>
        </mc:Choice>
        <mc:Fallback xmlns="">
          <p:pic>
            <p:nvPicPr>
              <p:cNvPr id="11" name="Ink 10">
                <a:extLst>
                  <a:ext uri="{FF2B5EF4-FFF2-40B4-BE49-F238E27FC236}">
                    <a16:creationId xmlns:a16="http://schemas.microsoft.com/office/drawing/2014/main" id="{62335F50-9E77-0054-C4DA-9FE224294401}"/>
                  </a:ext>
                </a:extLst>
              </p:cNvPr>
              <p:cNvPicPr/>
              <p:nvPr/>
            </p:nvPicPr>
            <p:blipFill>
              <a:blip r:embed="rId7"/>
              <a:stretch>
                <a:fillRect/>
              </a:stretch>
            </p:blipFill>
            <p:spPr>
              <a:xfrm>
                <a:off x="1067390" y="2497670"/>
                <a:ext cx="1548000" cy="2541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2" name="Ink 11">
                <a:extLst>
                  <a:ext uri="{FF2B5EF4-FFF2-40B4-BE49-F238E27FC236}">
                    <a16:creationId xmlns:a16="http://schemas.microsoft.com/office/drawing/2014/main" id="{0A775150-2AD4-CC1F-EC50-9F1D8E639933}"/>
                  </a:ext>
                </a:extLst>
              </p14:cNvPr>
              <p14:cNvContentPartPr/>
              <p14:nvPr/>
            </p14:nvContentPartPr>
            <p14:xfrm>
              <a:off x="3049910" y="2661830"/>
              <a:ext cx="1517760" cy="6480"/>
            </p14:xfrm>
          </p:contentPart>
        </mc:Choice>
        <mc:Fallback xmlns="">
          <p:pic>
            <p:nvPicPr>
              <p:cNvPr id="12" name="Ink 11">
                <a:extLst>
                  <a:ext uri="{FF2B5EF4-FFF2-40B4-BE49-F238E27FC236}">
                    <a16:creationId xmlns:a16="http://schemas.microsoft.com/office/drawing/2014/main" id="{0A775150-2AD4-CC1F-EC50-9F1D8E639933}"/>
                  </a:ext>
                </a:extLst>
              </p:cNvPr>
              <p:cNvPicPr/>
              <p:nvPr/>
            </p:nvPicPr>
            <p:blipFill>
              <a:blip r:embed="rId9"/>
              <a:stretch>
                <a:fillRect/>
              </a:stretch>
            </p:blipFill>
            <p:spPr>
              <a:xfrm>
                <a:off x="2995910" y="2554190"/>
                <a:ext cx="1625400" cy="2221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3" name="Ink 12">
                <a:extLst>
                  <a:ext uri="{FF2B5EF4-FFF2-40B4-BE49-F238E27FC236}">
                    <a16:creationId xmlns:a16="http://schemas.microsoft.com/office/drawing/2014/main" id="{97B66426-699D-1182-9CC7-900240495F36}"/>
                  </a:ext>
                </a:extLst>
              </p14:cNvPr>
              <p14:cNvContentPartPr/>
              <p14:nvPr/>
            </p14:nvContentPartPr>
            <p14:xfrm>
              <a:off x="1135790" y="3025070"/>
              <a:ext cx="1119960" cy="51480"/>
            </p14:xfrm>
          </p:contentPart>
        </mc:Choice>
        <mc:Fallback xmlns="">
          <p:pic>
            <p:nvPicPr>
              <p:cNvPr id="13" name="Ink 12">
                <a:extLst>
                  <a:ext uri="{FF2B5EF4-FFF2-40B4-BE49-F238E27FC236}">
                    <a16:creationId xmlns:a16="http://schemas.microsoft.com/office/drawing/2014/main" id="{97B66426-699D-1182-9CC7-900240495F36}"/>
                  </a:ext>
                </a:extLst>
              </p:cNvPr>
              <p:cNvPicPr/>
              <p:nvPr/>
            </p:nvPicPr>
            <p:blipFill>
              <a:blip r:embed="rId11"/>
              <a:stretch>
                <a:fillRect/>
              </a:stretch>
            </p:blipFill>
            <p:spPr>
              <a:xfrm>
                <a:off x="1082150" y="2917070"/>
                <a:ext cx="1227600" cy="2671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5" name="Ink 14">
                <a:extLst>
                  <a:ext uri="{FF2B5EF4-FFF2-40B4-BE49-F238E27FC236}">
                    <a16:creationId xmlns:a16="http://schemas.microsoft.com/office/drawing/2014/main" id="{060A5A7B-CC39-9AEA-9362-D947FD3A1A2E}"/>
                  </a:ext>
                </a:extLst>
              </p14:cNvPr>
              <p14:cNvContentPartPr/>
              <p14:nvPr/>
            </p14:nvContentPartPr>
            <p14:xfrm>
              <a:off x="1114550" y="3546710"/>
              <a:ext cx="788760" cy="29520"/>
            </p14:xfrm>
          </p:contentPart>
        </mc:Choice>
        <mc:Fallback xmlns="">
          <p:pic>
            <p:nvPicPr>
              <p:cNvPr id="15" name="Ink 14">
                <a:extLst>
                  <a:ext uri="{FF2B5EF4-FFF2-40B4-BE49-F238E27FC236}">
                    <a16:creationId xmlns:a16="http://schemas.microsoft.com/office/drawing/2014/main" id="{060A5A7B-CC39-9AEA-9362-D947FD3A1A2E}"/>
                  </a:ext>
                </a:extLst>
              </p:cNvPr>
              <p:cNvPicPr/>
              <p:nvPr/>
            </p:nvPicPr>
            <p:blipFill>
              <a:blip r:embed="rId13"/>
              <a:stretch>
                <a:fillRect/>
              </a:stretch>
            </p:blipFill>
            <p:spPr>
              <a:xfrm>
                <a:off x="1060550" y="3438710"/>
                <a:ext cx="896400" cy="245160"/>
              </a:xfrm>
              <a:prstGeom prst="rect">
                <a:avLst/>
              </a:prstGeom>
            </p:spPr>
          </p:pic>
        </mc:Fallback>
      </mc:AlternateContent>
    </p:spTree>
    <p:extLst>
      <p:ext uri="{BB962C8B-B14F-4D97-AF65-F5344CB8AC3E}">
        <p14:creationId xmlns:p14="http://schemas.microsoft.com/office/powerpoint/2010/main" val="1929033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p:cTn id="14" dur="500" fill="hold"/>
                                        <p:tgtEl>
                                          <p:spTgt spid="11"/>
                                        </p:tgtEl>
                                        <p:attrNameLst>
                                          <p:attrName>ppt_w</p:attrName>
                                        </p:attrNameLst>
                                      </p:cBhvr>
                                      <p:tavLst>
                                        <p:tav tm="0">
                                          <p:val>
                                            <p:fltVal val="0"/>
                                          </p:val>
                                        </p:tav>
                                        <p:tav tm="100000">
                                          <p:val>
                                            <p:strVal val="#ppt_w"/>
                                          </p:val>
                                        </p:tav>
                                      </p:tavLst>
                                    </p:anim>
                                    <p:anim calcmode="lin" valueType="num">
                                      <p:cBhvr>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17" presetID="53" presetClass="entr" presetSubtype="16"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p:cTn id="19" dur="500" fill="hold"/>
                                        <p:tgtEl>
                                          <p:spTgt spid="12"/>
                                        </p:tgtEl>
                                        <p:attrNameLst>
                                          <p:attrName>ppt_w</p:attrName>
                                        </p:attrNameLst>
                                      </p:cBhvr>
                                      <p:tavLst>
                                        <p:tav tm="0">
                                          <p:val>
                                            <p:fltVal val="0"/>
                                          </p:val>
                                        </p:tav>
                                        <p:tav tm="100000">
                                          <p:val>
                                            <p:strVal val="#ppt_w"/>
                                          </p:val>
                                        </p:tav>
                                      </p:tavLst>
                                    </p:anim>
                                    <p:anim calcmode="lin" valueType="num">
                                      <p:cBhvr>
                                        <p:cTn id="20" dur="500" fill="hold"/>
                                        <p:tgtEl>
                                          <p:spTgt spid="12"/>
                                        </p:tgtEl>
                                        <p:attrNameLst>
                                          <p:attrName>ppt_h</p:attrName>
                                        </p:attrNameLst>
                                      </p:cBhvr>
                                      <p:tavLst>
                                        <p:tav tm="0">
                                          <p:val>
                                            <p:fltVal val="0"/>
                                          </p:val>
                                        </p:tav>
                                        <p:tav tm="100000">
                                          <p:val>
                                            <p:strVal val="#ppt_h"/>
                                          </p:val>
                                        </p:tav>
                                      </p:tavLst>
                                    </p:anim>
                                    <p:animEffect transition="in" filter="fade">
                                      <p:cBhvr>
                                        <p:cTn id="21" dur="500"/>
                                        <p:tgtEl>
                                          <p:spTgt spid="12"/>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nodeType="clickEffect">
                                  <p:stCondLst>
                                    <p:cond delay="0"/>
                                  </p:stCondLst>
                                  <p:childTnLst>
                                    <p:set>
                                      <p:cBhvr>
                                        <p:cTn id="25" dur="1" fill="hold">
                                          <p:stCondLst>
                                            <p:cond delay="0"/>
                                          </p:stCondLst>
                                        </p:cTn>
                                        <p:tgtEl>
                                          <p:spTgt spid="13"/>
                                        </p:tgtEl>
                                        <p:attrNameLst>
                                          <p:attrName>style.visibility</p:attrName>
                                        </p:attrNameLst>
                                      </p:cBhvr>
                                      <p:to>
                                        <p:strVal val="visible"/>
                                      </p:to>
                                    </p:set>
                                    <p:anim calcmode="lin" valueType="num">
                                      <p:cBhvr>
                                        <p:cTn id="26" dur="500" fill="hold"/>
                                        <p:tgtEl>
                                          <p:spTgt spid="13"/>
                                        </p:tgtEl>
                                        <p:attrNameLst>
                                          <p:attrName>ppt_w</p:attrName>
                                        </p:attrNameLst>
                                      </p:cBhvr>
                                      <p:tavLst>
                                        <p:tav tm="0">
                                          <p:val>
                                            <p:fltVal val="0"/>
                                          </p:val>
                                        </p:tav>
                                        <p:tav tm="100000">
                                          <p:val>
                                            <p:strVal val="#ppt_w"/>
                                          </p:val>
                                        </p:tav>
                                      </p:tavLst>
                                    </p:anim>
                                    <p:anim calcmode="lin" valueType="num">
                                      <p:cBhvr>
                                        <p:cTn id="27" dur="500" fill="hold"/>
                                        <p:tgtEl>
                                          <p:spTgt spid="13"/>
                                        </p:tgtEl>
                                        <p:attrNameLst>
                                          <p:attrName>ppt_h</p:attrName>
                                        </p:attrNameLst>
                                      </p:cBhvr>
                                      <p:tavLst>
                                        <p:tav tm="0">
                                          <p:val>
                                            <p:fltVal val="0"/>
                                          </p:val>
                                        </p:tav>
                                        <p:tav tm="100000">
                                          <p:val>
                                            <p:strVal val="#ppt_h"/>
                                          </p:val>
                                        </p:tav>
                                      </p:tavLst>
                                    </p:anim>
                                    <p:animEffect transition="in" filter="fade">
                                      <p:cBhvr>
                                        <p:cTn id="28" dur="500"/>
                                        <p:tgtEl>
                                          <p:spTgt spid="13"/>
                                        </p:tgtEl>
                                      </p:cBhvr>
                                    </p:animEffect>
                                  </p:childTnLst>
                                </p:cTn>
                              </p:par>
                            </p:childTnLst>
                          </p:cTn>
                        </p:par>
                      </p:childTnLst>
                    </p:cTn>
                  </p:par>
                  <p:par>
                    <p:cTn id="29" fill="hold">
                      <p:stCondLst>
                        <p:cond delay="indefinite"/>
                      </p:stCondLst>
                      <p:childTnLst>
                        <p:par>
                          <p:cTn id="30" fill="hold">
                            <p:stCondLst>
                              <p:cond delay="0"/>
                            </p:stCondLst>
                            <p:childTnLst>
                              <p:par>
                                <p:cTn id="31" presetID="53" presetClass="entr" presetSubtype="16" fill="hold" nodeType="clickEffect">
                                  <p:stCondLst>
                                    <p:cond delay="0"/>
                                  </p:stCondLst>
                                  <p:childTnLst>
                                    <p:set>
                                      <p:cBhvr>
                                        <p:cTn id="32" dur="1" fill="hold">
                                          <p:stCondLst>
                                            <p:cond delay="0"/>
                                          </p:stCondLst>
                                        </p:cTn>
                                        <p:tgtEl>
                                          <p:spTgt spid="15"/>
                                        </p:tgtEl>
                                        <p:attrNameLst>
                                          <p:attrName>style.visibility</p:attrName>
                                        </p:attrNameLst>
                                      </p:cBhvr>
                                      <p:to>
                                        <p:strVal val="visible"/>
                                      </p:to>
                                    </p:set>
                                    <p:anim calcmode="lin" valueType="num">
                                      <p:cBhvr>
                                        <p:cTn id="33" dur="500" fill="hold"/>
                                        <p:tgtEl>
                                          <p:spTgt spid="15"/>
                                        </p:tgtEl>
                                        <p:attrNameLst>
                                          <p:attrName>ppt_w</p:attrName>
                                        </p:attrNameLst>
                                      </p:cBhvr>
                                      <p:tavLst>
                                        <p:tav tm="0">
                                          <p:val>
                                            <p:fltVal val="0"/>
                                          </p:val>
                                        </p:tav>
                                        <p:tav tm="100000">
                                          <p:val>
                                            <p:strVal val="#ppt_w"/>
                                          </p:val>
                                        </p:tav>
                                      </p:tavLst>
                                    </p:anim>
                                    <p:anim calcmode="lin" valueType="num">
                                      <p:cBhvr>
                                        <p:cTn id="34" dur="500" fill="hold"/>
                                        <p:tgtEl>
                                          <p:spTgt spid="15"/>
                                        </p:tgtEl>
                                        <p:attrNameLst>
                                          <p:attrName>ppt_h</p:attrName>
                                        </p:attrNameLst>
                                      </p:cBhvr>
                                      <p:tavLst>
                                        <p:tav tm="0">
                                          <p:val>
                                            <p:fltVal val="0"/>
                                          </p:val>
                                        </p:tav>
                                        <p:tav tm="100000">
                                          <p:val>
                                            <p:strVal val="#ppt_h"/>
                                          </p:val>
                                        </p:tav>
                                      </p:tavLst>
                                    </p:anim>
                                    <p:animEffect transition="in" filter="fade">
                                      <p:cBhvr>
                                        <p:cTn id="3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jdelijke aanduiding voor datum 4">
            <a:extLst>
              <a:ext uri="{FF2B5EF4-FFF2-40B4-BE49-F238E27FC236}">
                <a16:creationId xmlns:a16="http://schemas.microsoft.com/office/drawing/2014/main" id="{B994BAD7-1490-F4D5-9092-3EB7111B7DF7}"/>
              </a:ext>
            </a:extLst>
          </p:cNvPr>
          <p:cNvSpPr>
            <a:spLocks noGrp="1"/>
          </p:cNvSpPr>
          <p:nvPr>
            <p:ph type="dt" sz="half" idx="18"/>
          </p:nvPr>
        </p:nvSpPr>
        <p:spPr>
          <a:xfrm>
            <a:off x="10146569" y="6405669"/>
            <a:ext cx="766235" cy="184666"/>
          </a:xfrm>
        </p:spPr>
        <p:txBody>
          <a:bodyPr/>
          <a:lstStyle/>
          <a:p>
            <a:r>
              <a:rPr lang="LID4096"/>
              <a:t>08/30/2024</a:t>
            </a:r>
            <a:endParaRPr lang="en-GB" dirty="0"/>
          </a:p>
        </p:txBody>
      </p:sp>
      <p:sp>
        <p:nvSpPr>
          <p:cNvPr id="16" name="Tijdelijke aanduiding voor dianummer 15">
            <a:extLst>
              <a:ext uri="{FF2B5EF4-FFF2-40B4-BE49-F238E27FC236}">
                <a16:creationId xmlns:a16="http://schemas.microsoft.com/office/drawing/2014/main" id="{BBB35617-5649-3A69-5ACC-A5828B3F289A}"/>
              </a:ext>
            </a:extLst>
          </p:cNvPr>
          <p:cNvSpPr>
            <a:spLocks noGrp="1"/>
          </p:cNvSpPr>
          <p:nvPr>
            <p:ph type="sldNum" sz="quarter" idx="20"/>
          </p:nvPr>
        </p:nvSpPr>
        <p:spPr>
          <a:xfrm>
            <a:off x="11178464" y="6405669"/>
            <a:ext cx="291298" cy="184666"/>
          </a:xfrm>
        </p:spPr>
        <p:txBody>
          <a:bodyPr/>
          <a:lstStyle/>
          <a:p>
            <a:fld id="{9E843DB9-9987-4157-AB9C-CEA8D7D910BB}" type="slidenum">
              <a:rPr lang="en-GB" smtClean="0"/>
              <a:pPr/>
              <a:t>47</a:t>
            </a:fld>
            <a:endParaRPr lang="en-GB" dirty="0"/>
          </a:p>
        </p:txBody>
      </p:sp>
      <p:sp>
        <p:nvSpPr>
          <p:cNvPr id="14" name="Titel 13">
            <a:extLst>
              <a:ext uri="{FF2B5EF4-FFF2-40B4-BE49-F238E27FC236}">
                <a16:creationId xmlns:a16="http://schemas.microsoft.com/office/drawing/2014/main" id="{4E840CAD-8869-66D6-F142-07912B6A4DF2}"/>
              </a:ext>
            </a:extLst>
          </p:cNvPr>
          <p:cNvSpPr>
            <a:spLocks noGrp="1"/>
          </p:cNvSpPr>
          <p:nvPr>
            <p:ph type="title"/>
          </p:nvPr>
        </p:nvSpPr>
        <p:spPr>
          <a:xfrm>
            <a:off x="718666" y="722454"/>
            <a:ext cx="10752610" cy="323409"/>
          </a:xfrm>
        </p:spPr>
        <p:txBody>
          <a:bodyPr/>
          <a:lstStyle/>
          <a:p>
            <a:r>
              <a:rPr lang="en-GB" dirty="0"/>
              <a:t>Algorithm initialization</a:t>
            </a:r>
          </a:p>
        </p:txBody>
      </p:sp>
      <p:sp>
        <p:nvSpPr>
          <p:cNvPr id="2" name="TextBox 1">
            <a:extLst>
              <a:ext uri="{FF2B5EF4-FFF2-40B4-BE49-F238E27FC236}">
                <a16:creationId xmlns:a16="http://schemas.microsoft.com/office/drawing/2014/main" id="{08A9A7C2-1915-C1E7-CCBB-E451B1285FD2}"/>
              </a:ext>
            </a:extLst>
          </p:cNvPr>
          <p:cNvSpPr txBox="1"/>
          <p:nvPr/>
        </p:nvSpPr>
        <p:spPr>
          <a:xfrm>
            <a:off x="718667" y="2054268"/>
            <a:ext cx="5168566" cy="3901858"/>
          </a:xfrm>
          <a:prstGeom prst="rect">
            <a:avLst/>
          </a:prstGeom>
          <a:noFill/>
        </p:spPr>
        <p:txBody>
          <a:bodyPr wrap="square" lIns="0" tIns="0" rIns="0" bIns="0" rtlCol="0">
            <a:noAutofit/>
          </a:bodyPr>
          <a:lstStyle/>
          <a:p>
            <a:pPr algn="r">
              <a:lnSpc>
                <a:spcPct val="90000"/>
              </a:lnSpc>
              <a:spcBef>
                <a:spcPts val="600"/>
              </a:spcBef>
              <a:spcAft>
                <a:spcPts val="600"/>
              </a:spcAft>
            </a:pPr>
            <a:endParaRPr lang="LID4096" sz="1600" dirty="0" err="1"/>
          </a:p>
        </p:txBody>
      </p:sp>
      <p:sp>
        <p:nvSpPr>
          <p:cNvPr id="3" name="TextBox 2">
            <a:extLst>
              <a:ext uri="{FF2B5EF4-FFF2-40B4-BE49-F238E27FC236}">
                <a16:creationId xmlns:a16="http://schemas.microsoft.com/office/drawing/2014/main" id="{7053C50A-38A6-8AA5-28F8-8DC401394D88}"/>
              </a:ext>
            </a:extLst>
          </p:cNvPr>
          <p:cNvSpPr txBox="1"/>
          <p:nvPr/>
        </p:nvSpPr>
        <p:spPr>
          <a:xfrm>
            <a:off x="6301196" y="2054268"/>
            <a:ext cx="5168566" cy="3901858"/>
          </a:xfrm>
          <a:prstGeom prst="rect">
            <a:avLst/>
          </a:prstGeom>
          <a:noFill/>
        </p:spPr>
        <p:txBody>
          <a:bodyPr wrap="square" lIns="0" tIns="0" rIns="0" bIns="0" rtlCol="0">
            <a:noAutofit/>
          </a:bodyPr>
          <a:lstStyle/>
          <a:p>
            <a:pPr algn="l">
              <a:lnSpc>
                <a:spcPct val="90000"/>
              </a:lnSpc>
              <a:spcBef>
                <a:spcPts val="600"/>
              </a:spcBef>
              <a:spcAft>
                <a:spcPts val="600"/>
              </a:spcAft>
            </a:pPr>
            <a:endParaRPr lang="LID4096" sz="1600" dirty="0" err="1"/>
          </a:p>
        </p:txBody>
      </p:sp>
      <p:pic>
        <p:nvPicPr>
          <p:cNvPr id="6" name="Picture 5">
            <a:extLst>
              <a:ext uri="{FF2B5EF4-FFF2-40B4-BE49-F238E27FC236}">
                <a16:creationId xmlns:a16="http://schemas.microsoft.com/office/drawing/2014/main" id="{BB835F34-6E64-8F3E-7607-1C59132A236A}"/>
              </a:ext>
            </a:extLst>
          </p:cNvPr>
          <p:cNvPicPr>
            <a:picLocks noChangeAspect="1"/>
          </p:cNvPicPr>
          <p:nvPr/>
        </p:nvPicPr>
        <p:blipFill>
          <a:blip r:embed="rId3"/>
          <a:stretch>
            <a:fillRect/>
          </a:stretch>
        </p:blipFill>
        <p:spPr>
          <a:xfrm>
            <a:off x="966894" y="1691017"/>
            <a:ext cx="10254642" cy="3475966"/>
          </a:xfrm>
          <a:prstGeom prst="rect">
            <a:avLst/>
          </a:prstGeom>
        </p:spPr>
      </p:pic>
    </p:spTree>
    <p:extLst>
      <p:ext uri="{BB962C8B-B14F-4D97-AF65-F5344CB8AC3E}">
        <p14:creationId xmlns:p14="http://schemas.microsoft.com/office/powerpoint/2010/main" val="253930252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jdelijke aanduiding voor datum 4">
            <a:extLst>
              <a:ext uri="{FF2B5EF4-FFF2-40B4-BE49-F238E27FC236}">
                <a16:creationId xmlns:a16="http://schemas.microsoft.com/office/drawing/2014/main" id="{B994BAD7-1490-F4D5-9092-3EB7111B7DF7}"/>
              </a:ext>
            </a:extLst>
          </p:cNvPr>
          <p:cNvSpPr>
            <a:spLocks noGrp="1"/>
          </p:cNvSpPr>
          <p:nvPr>
            <p:ph type="dt" sz="half" idx="18"/>
          </p:nvPr>
        </p:nvSpPr>
        <p:spPr>
          <a:xfrm>
            <a:off x="10146569" y="6405669"/>
            <a:ext cx="766235" cy="184666"/>
          </a:xfrm>
        </p:spPr>
        <p:txBody>
          <a:bodyPr/>
          <a:lstStyle/>
          <a:p>
            <a:r>
              <a:rPr lang="LID4096"/>
              <a:t>08/30/2024</a:t>
            </a:r>
            <a:endParaRPr lang="en-GB" dirty="0"/>
          </a:p>
        </p:txBody>
      </p:sp>
      <p:sp>
        <p:nvSpPr>
          <p:cNvPr id="16" name="Tijdelijke aanduiding voor dianummer 15">
            <a:extLst>
              <a:ext uri="{FF2B5EF4-FFF2-40B4-BE49-F238E27FC236}">
                <a16:creationId xmlns:a16="http://schemas.microsoft.com/office/drawing/2014/main" id="{BBB35617-5649-3A69-5ACC-A5828B3F289A}"/>
              </a:ext>
            </a:extLst>
          </p:cNvPr>
          <p:cNvSpPr>
            <a:spLocks noGrp="1"/>
          </p:cNvSpPr>
          <p:nvPr>
            <p:ph type="sldNum" sz="quarter" idx="20"/>
          </p:nvPr>
        </p:nvSpPr>
        <p:spPr>
          <a:xfrm>
            <a:off x="11178464" y="6405669"/>
            <a:ext cx="291298" cy="184666"/>
          </a:xfrm>
        </p:spPr>
        <p:txBody>
          <a:bodyPr/>
          <a:lstStyle/>
          <a:p>
            <a:fld id="{9E843DB9-9987-4157-AB9C-CEA8D7D910BB}" type="slidenum">
              <a:rPr lang="en-GB" smtClean="0"/>
              <a:pPr/>
              <a:t>48</a:t>
            </a:fld>
            <a:endParaRPr lang="en-GB" dirty="0"/>
          </a:p>
        </p:txBody>
      </p:sp>
      <p:sp>
        <p:nvSpPr>
          <p:cNvPr id="8" name="Tijdelijke aanduiding voor tekst 7">
            <a:extLst>
              <a:ext uri="{FF2B5EF4-FFF2-40B4-BE49-F238E27FC236}">
                <a16:creationId xmlns:a16="http://schemas.microsoft.com/office/drawing/2014/main" id="{73C0F465-AC54-5AF4-B9C9-64F21371EF32}"/>
              </a:ext>
            </a:extLst>
          </p:cNvPr>
          <p:cNvSpPr>
            <a:spLocks noGrp="1"/>
          </p:cNvSpPr>
          <p:nvPr>
            <p:ph type="body" sz="quarter" idx="21"/>
          </p:nvPr>
        </p:nvSpPr>
        <p:spPr>
          <a:xfrm>
            <a:off x="719139" y="1565274"/>
            <a:ext cx="10752136" cy="4347011"/>
          </a:xfrm>
        </p:spPr>
        <p:txBody>
          <a:bodyPr/>
          <a:lstStyle/>
          <a:p>
            <a:pPr marL="342900" lvl="2" indent="-342900">
              <a:buClr>
                <a:srgbClr val="00A6D6"/>
              </a:buClr>
              <a:buFont typeface="Arial" panose="020B0604020202020204" pitchFamily="34" charset="0"/>
              <a:buChar char="•"/>
            </a:pPr>
            <a:r>
              <a:rPr lang="en-GB" b="1" dirty="0">
                <a:solidFill>
                  <a:srgbClr val="0C2340"/>
                </a:solidFill>
              </a:rPr>
              <a:t>Criteria:</a:t>
            </a:r>
          </a:p>
          <a:p>
            <a:pPr lvl="2">
              <a:buClr>
                <a:srgbClr val="00A6D6"/>
              </a:buClr>
            </a:pPr>
            <a:r>
              <a:rPr lang="en-GB" dirty="0">
                <a:solidFill>
                  <a:srgbClr val="0C2340"/>
                </a:solidFill>
              </a:rPr>
              <a:t>	Tracking error (RSE), Action smoothness (</a:t>
            </a:r>
            <a:r>
              <a:rPr lang="en-GB" dirty="0" err="1">
                <a:solidFill>
                  <a:srgbClr val="0C2340"/>
                </a:solidFill>
              </a:rPr>
              <a:t>Sm</a:t>
            </a:r>
            <a:r>
              <a:rPr lang="en-GB" dirty="0">
                <a:solidFill>
                  <a:srgbClr val="0C2340"/>
                </a:solidFill>
              </a:rPr>
              <a:t>)</a:t>
            </a:r>
          </a:p>
          <a:p>
            <a:pPr marL="342900" lvl="2" indent="-342900">
              <a:buClr>
                <a:srgbClr val="00A6D6"/>
              </a:buClr>
              <a:buFont typeface="Arial" panose="020B0604020202020204" pitchFamily="34" charset="0"/>
              <a:buChar char="•"/>
            </a:pPr>
            <a:r>
              <a:rPr lang="en-GB" b="1" dirty="0">
                <a:solidFill>
                  <a:srgbClr val="0C2340"/>
                </a:solidFill>
              </a:rPr>
              <a:t>Test 1:</a:t>
            </a:r>
          </a:p>
          <a:p>
            <a:pPr lvl="2">
              <a:buClr>
                <a:srgbClr val="00A6D6"/>
              </a:buClr>
            </a:pPr>
            <a:r>
              <a:rPr lang="en-GB" b="1" dirty="0">
                <a:solidFill>
                  <a:schemeClr val="tx1"/>
                </a:solidFill>
              </a:rPr>
              <a:t>	</a:t>
            </a:r>
            <a:r>
              <a:rPr lang="en-GB" dirty="0">
                <a:solidFill>
                  <a:schemeClr val="tx1"/>
                </a:solidFill>
              </a:rPr>
              <a:t>How do the algorithms compare during initial learning?</a:t>
            </a:r>
            <a:endParaRPr lang="en-GB" b="1" dirty="0">
              <a:solidFill>
                <a:schemeClr val="tx1"/>
              </a:solidFill>
            </a:endParaRPr>
          </a:p>
          <a:p>
            <a:pPr marL="342900" lvl="2" indent="-342900">
              <a:buClr>
                <a:srgbClr val="00A6D6"/>
              </a:buClr>
              <a:buFont typeface="Arial" panose="020B0604020202020204" pitchFamily="34" charset="0"/>
              <a:buChar char="•"/>
            </a:pPr>
            <a:r>
              <a:rPr lang="en-GB" b="1" dirty="0">
                <a:solidFill>
                  <a:srgbClr val="0C2340"/>
                </a:solidFill>
              </a:rPr>
              <a:t>Test 2-5:</a:t>
            </a:r>
          </a:p>
          <a:p>
            <a:pPr lvl="2">
              <a:buClr>
                <a:srgbClr val="00A6D6"/>
              </a:buClr>
            </a:pPr>
            <a:r>
              <a:rPr lang="en-GB" dirty="0">
                <a:solidFill>
                  <a:schemeClr val="tx1"/>
                </a:solidFill>
              </a:rPr>
              <a:t>	How do the algorithms compare in terms of fault tolerance?</a:t>
            </a:r>
          </a:p>
          <a:p>
            <a:pPr lvl="2">
              <a:buClr>
                <a:srgbClr val="00A6D6"/>
              </a:buClr>
            </a:pPr>
            <a:endParaRPr lang="en-GB" b="1" dirty="0">
              <a:solidFill>
                <a:srgbClr val="0C2340"/>
              </a:solidFill>
            </a:endParaRPr>
          </a:p>
          <a:p>
            <a:pPr lvl="2"/>
            <a:endParaRPr lang="en-GB" dirty="0"/>
          </a:p>
          <a:p>
            <a:pPr lvl="2"/>
            <a:endParaRPr lang="en-GB" dirty="0"/>
          </a:p>
          <a:p>
            <a:pPr marL="342900" lvl="2" indent="-342900">
              <a:buClr>
                <a:srgbClr val="00A6D6"/>
              </a:buClr>
              <a:buFont typeface="Arial" panose="020B0604020202020204" pitchFamily="34" charset="0"/>
              <a:buChar char="•"/>
            </a:pPr>
            <a:endParaRPr lang="en-GB" sz="2000" i="1" dirty="0">
              <a:solidFill>
                <a:schemeClr val="tx1"/>
              </a:solidFill>
            </a:endParaRPr>
          </a:p>
          <a:p>
            <a:pPr marL="342900" lvl="2" indent="-342900">
              <a:buClr>
                <a:srgbClr val="00A6D6"/>
              </a:buClr>
              <a:buFont typeface="Arial" panose="020B0604020202020204" pitchFamily="34" charset="0"/>
              <a:buChar char="•"/>
            </a:pPr>
            <a:endParaRPr lang="en-GB" sz="2000" dirty="0">
              <a:solidFill>
                <a:schemeClr val="tx1"/>
              </a:solidFill>
            </a:endParaRPr>
          </a:p>
        </p:txBody>
      </p:sp>
      <p:sp>
        <p:nvSpPr>
          <p:cNvPr id="14" name="Titel 13">
            <a:extLst>
              <a:ext uri="{FF2B5EF4-FFF2-40B4-BE49-F238E27FC236}">
                <a16:creationId xmlns:a16="http://schemas.microsoft.com/office/drawing/2014/main" id="{4E840CAD-8869-66D6-F142-07912B6A4DF2}"/>
              </a:ext>
            </a:extLst>
          </p:cNvPr>
          <p:cNvSpPr>
            <a:spLocks noGrp="1"/>
          </p:cNvSpPr>
          <p:nvPr>
            <p:ph type="title"/>
          </p:nvPr>
        </p:nvSpPr>
        <p:spPr>
          <a:xfrm>
            <a:off x="718666" y="722454"/>
            <a:ext cx="10752610" cy="323409"/>
          </a:xfrm>
        </p:spPr>
        <p:txBody>
          <a:bodyPr/>
          <a:lstStyle/>
          <a:p>
            <a:r>
              <a:rPr lang="en-GB" dirty="0"/>
              <a:t>Evaluations</a:t>
            </a:r>
          </a:p>
        </p:txBody>
      </p:sp>
      <p:pic>
        <p:nvPicPr>
          <p:cNvPr id="3" name="Picture 2">
            <a:extLst>
              <a:ext uri="{FF2B5EF4-FFF2-40B4-BE49-F238E27FC236}">
                <a16:creationId xmlns:a16="http://schemas.microsoft.com/office/drawing/2014/main" id="{6B97615E-5749-286B-D2AD-B973B3D822CB}"/>
              </a:ext>
            </a:extLst>
          </p:cNvPr>
          <p:cNvPicPr>
            <a:picLocks noChangeAspect="1"/>
          </p:cNvPicPr>
          <p:nvPr/>
        </p:nvPicPr>
        <p:blipFill>
          <a:blip r:embed="rId3"/>
          <a:stretch>
            <a:fillRect/>
          </a:stretch>
        </p:blipFill>
        <p:spPr>
          <a:xfrm>
            <a:off x="1845403" y="4144390"/>
            <a:ext cx="8499136" cy="2129678"/>
          </a:xfrm>
          <a:prstGeom prst="rect">
            <a:avLst/>
          </a:prstGeom>
        </p:spPr>
      </p:pic>
    </p:spTree>
    <p:extLst>
      <p:ext uri="{BB962C8B-B14F-4D97-AF65-F5344CB8AC3E}">
        <p14:creationId xmlns:p14="http://schemas.microsoft.com/office/powerpoint/2010/main" val="41644153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jdelijke aanduiding voor datum 4">
            <a:extLst>
              <a:ext uri="{FF2B5EF4-FFF2-40B4-BE49-F238E27FC236}">
                <a16:creationId xmlns:a16="http://schemas.microsoft.com/office/drawing/2014/main" id="{B994BAD7-1490-F4D5-9092-3EB7111B7DF7}"/>
              </a:ext>
            </a:extLst>
          </p:cNvPr>
          <p:cNvSpPr>
            <a:spLocks noGrp="1"/>
          </p:cNvSpPr>
          <p:nvPr>
            <p:ph type="dt" sz="half" idx="18"/>
          </p:nvPr>
        </p:nvSpPr>
        <p:spPr>
          <a:xfrm>
            <a:off x="10146569" y="6405669"/>
            <a:ext cx="766235" cy="184666"/>
          </a:xfrm>
        </p:spPr>
        <p:txBody>
          <a:bodyPr/>
          <a:lstStyle/>
          <a:p>
            <a:r>
              <a:rPr lang="LID4096"/>
              <a:t>08/30/2024</a:t>
            </a:r>
            <a:endParaRPr lang="en-GB" dirty="0"/>
          </a:p>
        </p:txBody>
      </p:sp>
      <p:sp>
        <p:nvSpPr>
          <p:cNvPr id="16" name="Tijdelijke aanduiding voor dianummer 15">
            <a:extLst>
              <a:ext uri="{FF2B5EF4-FFF2-40B4-BE49-F238E27FC236}">
                <a16:creationId xmlns:a16="http://schemas.microsoft.com/office/drawing/2014/main" id="{BBB35617-5649-3A69-5ACC-A5828B3F289A}"/>
              </a:ext>
            </a:extLst>
          </p:cNvPr>
          <p:cNvSpPr>
            <a:spLocks noGrp="1"/>
          </p:cNvSpPr>
          <p:nvPr>
            <p:ph type="sldNum" sz="quarter" idx="20"/>
          </p:nvPr>
        </p:nvSpPr>
        <p:spPr>
          <a:xfrm>
            <a:off x="11178464" y="6405669"/>
            <a:ext cx="291298" cy="184666"/>
          </a:xfrm>
        </p:spPr>
        <p:txBody>
          <a:bodyPr/>
          <a:lstStyle/>
          <a:p>
            <a:fld id="{9E843DB9-9987-4157-AB9C-CEA8D7D910BB}" type="slidenum">
              <a:rPr lang="en-GB" smtClean="0"/>
              <a:pPr/>
              <a:t>49</a:t>
            </a:fld>
            <a:endParaRPr lang="en-GB" dirty="0"/>
          </a:p>
        </p:txBody>
      </p:sp>
      <mc:AlternateContent xmlns:mc="http://schemas.openxmlformats.org/markup-compatibility/2006" xmlns:a14="http://schemas.microsoft.com/office/drawing/2010/main">
        <mc:Choice Requires="a14">
          <p:sp>
            <p:nvSpPr>
              <p:cNvPr id="8" name="Tijdelijke aanduiding voor tekst 7">
                <a:extLst>
                  <a:ext uri="{FF2B5EF4-FFF2-40B4-BE49-F238E27FC236}">
                    <a16:creationId xmlns:a16="http://schemas.microsoft.com/office/drawing/2014/main" id="{73C0F465-AC54-5AF4-B9C9-64F21371EF32}"/>
                  </a:ext>
                </a:extLst>
              </p:cNvPr>
              <p:cNvSpPr>
                <a:spLocks noGrp="1"/>
              </p:cNvSpPr>
              <p:nvPr>
                <p:ph type="body" sz="quarter" idx="21"/>
              </p:nvPr>
            </p:nvSpPr>
            <p:spPr>
              <a:xfrm>
                <a:off x="719138" y="1561310"/>
                <a:ext cx="10750624" cy="4439439"/>
              </a:xfrm>
              <a:prstGeom prst="rect">
                <a:avLst/>
              </a:prstGeom>
            </p:spPr>
            <p:txBody>
              <a:bodyPr/>
              <a:lstStyle/>
              <a:p>
                <a:pPr marL="0" indent="0">
                  <a:lnSpc>
                    <a:spcPct val="100000"/>
                  </a:lnSpc>
                  <a:buNone/>
                </a:pPr>
                <a:r>
                  <a:rPr lang="en-US" dirty="0"/>
                  <a:t>Where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𝑀</m:t>
                        </m:r>
                      </m:e>
                      <m:sub>
                        <m:r>
                          <a:rPr lang="en-US" b="0" i="1" smtClean="0">
                            <a:latin typeface="Cambria Math" panose="02040503050406030204" pitchFamily="18" charset="0"/>
                          </a:rPr>
                          <m:t>𝑖</m:t>
                        </m:r>
                      </m:sub>
                    </m:sSub>
                  </m:oMath>
                </a14:m>
                <a:r>
                  <a:rPr lang="en-US" dirty="0"/>
                  <a:t> is the amplitude of the 𝑖-</a:t>
                </a:r>
                <a:r>
                  <a:rPr lang="en-US" dirty="0" err="1"/>
                  <a:t>th</a:t>
                </a:r>
                <a:r>
                  <a:rPr lang="en-US" dirty="0"/>
                  <a:t> frequency component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b="0" i="1" smtClean="0">
                            <a:latin typeface="Cambria Math" panose="02040503050406030204" pitchFamily="18" charset="0"/>
                          </a:rPr>
                          <m:t>𝑖</m:t>
                        </m:r>
                      </m:sub>
                    </m:sSub>
                  </m:oMath>
                </a14:m>
                <a:r>
                  <a:rPr lang="en-US" dirty="0"/>
                  <a:t> where 𝑖 ∈ [1,𝑛], with 𝑛 the number of frequency components sampled,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𝑆</m:t>
                        </m:r>
                      </m:sub>
                    </m:sSub>
                  </m:oMath>
                </a14:m>
                <a:r>
                  <a:rPr lang="en-US" dirty="0"/>
                  <a:t> = 100 being the sampling frequency in the time domain. </a:t>
                </a:r>
                <a:endParaRPr lang="en-GB" dirty="0">
                  <a:solidFill>
                    <a:schemeClr val="tx1"/>
                  </a:solidFill>
                </a:endParaRPr>
              </a:p>
            </p:txBody>
          </p:sp>
        </mc:Choice>
        <mc:Fallback xmlns="">
          <p:sp>
            <p:nvSpPr>
              <p:cNvPr id="8" name="Tijdelijke aanduiding voor tekst 7">
                <a:extLst>
                  <a:ext uri="{FF2B5EF4-FFF2-40B4-BE49-F238E27FC236}">
                    <a16:creationId xmlns:a16="http://schemas.microsoft.com/office/drawing/2014/main" id="{73C0F465-AC54-5AF4-B9C9-64F21371EF32}"/>
                  </a:ext>
                </a:extLst>
              </p:cNvPr>
              <p:cNvSpPr>
                <a:spLocks noGrp="1" noRot="1" noChangeAspect="1" noMove="1" noResize="1" noEditPoints="1" noAdjustHandles="1" noChangeArrowheads="1" noChangeShapeType="1" noTextEdit="1"/>
              </p:cNvSpPr>
              <p:nvPr>
                <p:ph type="body" sz="quarter" idx="21"/>
              </p:nvPr>
            </p:nvSpPr>
            <p:spPr>
              <a:xfrm>
                <a:off x="719138" y="1561310"/>
                <a:ext cx="10750624" cy="4439439"/>
              </a:xfrm>
              <a:prstGeom prst="rect">
                <a:avLst/>
              </a:prstGeom>
              <a:blipFill>
                <a:blip r:embed="rId3"/>
                <a:stretch>
                  <a:fillRect l="-1474" t="-1786" r="-1814"/>
                </a:stretch>
              </a:blipFill>
            </p:spPr>
            <p:txBody>
              <a:bodyPr/>
              <a:lstStyle/>
              <a:p>
                <a:r>
                  <a:rPr lang="LID4096">
                    <a:noFill/>
                  </a:rPr>
                  <a:t> </a:t>
                </a:r>
              </a:p>
            </p:txBody>
          </p:sp>
        </mc:Fallback>
      </mc:AlternateContent>
      <p:sp>
        <p:nvSpPr>
          <p:cNvPr id="14" name="Titel 13">
            <a:extLst>
              <a:ext uri="{FF2B5EF4-FFF2-40B4-BE49-F238E27FC236}">
                <a16:creationId xmlns:a16="http://schemas.microsoft.com/office/drawing/2014/main" id="{4E840CAD-8869-66D6-F142-07912B6A4DF2}"/>
              </a:ext>
            </a:extLst>
          </p:cNvPr>
          <p:cNvSpPr>
            <a:spLocks noGrp="1"/>
          </p:cNvSpPr>
          <p:nvPr>
            <p:ph type="title"/>
          </p:nvPr>
        </p:nvSpPr>
        <p:spPr>
          <a:xfrm>
            <a:off x="718666" y="722454"/>
            <a:ext cx="10752610" cy="323409"/>
          </a:xfrm>
        </p:spPr>
        <p:txBody>
          <a:bodyPr/>
          <a:lstStyle/>
          <a:p>
            <a:r>
              <a:rPr lang="en-GB" dirty="0" err="1"/>
              <a:t>Sm</a:t>
            </a:r>
            <a:r>
              <a:rPr lang="en-GB" dirty="0"/>
              <a:t> Equation</a:t>
            </a:r>
          </a:p>
        </p:txBody>
      </p:sp>
      <p:pic>
        <p:nvPicPr>
          <p:cNvPr id="3" name="Picture 2">
            <a:extLst>
              <a:ext uri="{FF2B5EF4-FFF2-40B4-BE49-F238E27FC236}">
                <a16:creationId xmlns:a16="http://schemas.microsoft.com/office/drawing/2014/main" id="{A69C2B39-84E2-6DD8-3823-B8173606AEFD}"/>
              </a:ext>
            </a:extLst>
          </p:cNvPr>
          <p:cNvPicPr>
            <a:picLocks noChangeAspect="1"/>
          </p:cNvPicPr>
          <p:nvPr/>
        </p:nvPicPr>
        <p:blipFill>
          <a:blip r:embed="rId4"/>
          <a:stretch>
            <a:fillRect/>
          </a:stretch>
        </p:blipFill>
        <p:spPr>
          <a:xfrm>
            <a:off x="3485785" y="2618817"/>
            <a:ext cx="5220429" cy="2324424"/>
          </a:xfrm>
          <a:prstGeom prst="rect">
            <a:avLst/>
          </a:prstGeom>
        </p:spPr>
      </p:pic>
    </p:spTree>
    <p:extLst>
      <p:ext uri="{BB962C8B-B14F-4D97-AF65-F5344CB8AC3E}">
        <p14:creationId xmlns:p14="http://schemas.microsoft.com/office/powerpoint/2010/main" val="118343090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3529E97A-97C3-40EA-8A04-5C02398D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877832"/>
          </a:xfrm>
          <a:custGeom>
            <a:avLst/>
            <a:gdLst>
              <a:gd name="connsiteX0" fmla="*/ 6789701 w 12192000"/>
              <a:gd name="connsiteY0" fmla="*/ 2809623 h 2877832"/>
              <a:gd name="connsiteX1" fmla="*/ 6788702 w 12192000"/>
              <a:gd name="connsiteY1" fmla="*/ 2809701 h 2877832"/>
              <a:gd name="connsiteX2" fmla="*/ 6788476 w 12192000"/>
              <a:gd name="connsiteY2" fmla="*/ 2810235 h 2877832"/>
              <a:gd name="connsiteX3" fmla="*/ 0 w 12192000"/>
              <a:gd name="connsiteY3" fmla="*/ 0 h 2877832"/>
              <a:gd name="connsiteX4" fmla="*/ 12192000 w 12192000"/>
              <a:gd name="connsiteY4" fmla="*/ 0 h 2877832"/>
              <a:gd name="connsiteX5" fmla="*/ 12192000 w 12192000"/>
              <a:gd name="connsiteY5" fmla="*/ 1915388 h 2877832"/>
              <a:gd name="connsiteX6" fmla="*/ 12061096 w 12192000"/>
              <a:gd name="connsiteY6" fmla="*/ 1954428 h 2877832"/>
              <a:gd name="connsiteX7" fmla="*/ 11676800 w 12192000"/>
              <a:gd name="connsiteY7" fmla="*/ 2058003 h 2877832"/>
              <a:gd name="connsiteX8" fmla="*/ 10425355 w 12192000"/>
              <a:gd name="connsiteY8" fmla="*/ 2341542 h 2877832"/>
              <a:gd name="connsiteX9" fmla="*/ 9424022 w 12192000"/>
              <a:gd name="connsiteY9" fmla="*/ 2516704 h 2877832"/>
              <a:gd name="connsiteX10" fmla="*/ 8458419 w 12192000"/>
              <a:gd name="connsiteY10" fmla="*/ 2650405 h 2877832"/>
              <a:gd name="connsiteX11" fmla="*/ 7715970 w 12192000"/>
              <a:gd name="connsiteY11" fmla="*/ 2730352 h 2877832"/>
              <a:gd name="connsiteX12" fmla="*/ 6951716 w 12192000"/>
              <a:gd name="connsiteY12" fmla="*/ 2796132 h 2877832"/>
              <a:gd name="connsiteX13" fmla="*/ 6936303 w 12192000"/>
              <a:gd name="connsiteY13" fmla="*/ 2798203 h 2877832"/>
              <a:gd name="connsiteX14" fmla="*/ 6790448 w 12192000"/>
              <a:gd name="connsiteY14" fmla="*/ 2809564 h 2877832"/>
              <a:gd name="connsiteX15" fmla="*/ 6799941 w 12192000"/>
              <a:gd name="connsiteY15" fmla="*/ 2811384 h 2877832"/>
              <a:gd name="connsiteX16" fmla="*/ 6835432 w 12192000"/>
              <a:gd name="connsiteY16" fmla="*/ 2809677 h 2877832"/>
              <a:gd name="connsiteX17" fmla="*/ 6884003 w 12192000"/>
              <a:gd name="connsiteY17" fmla="*/ 2806699 h 2877832"/>
              <a:gd name="connsiteX18" fmla="*/ 7578771 w 12192000"/>
              <a:gd name="connsiteY18" fmla="*/ 2774172 h 2877832"/>
              <a:gd name="connsiteX19" fmla="*/ 8623845 w 12192000"/>
              <a:gd name="connsiteY19" fmla="*/ 2687275 h 2877832"/>
              <a:gd name="connsiteX20" fmla="*/ 9479970 w 12192000"/>
              <a:gd name="connsiteY20" fmla="*/ 2583369 h 2877832"/>
              <a:gd name="connsiteX21" fmla="*/ 10629308 w 12192000"/>
              <a:gd name="connsiteY21" fmla="*/ 2389212 h 2877832"/>
              <a:gd name="connsiteX22" fmla="*/ 11998498 w 12192000"/>
              <a:gd name="connsiteY22" fmla="*/ 2063218 h 2877832"/>
              <a:gd name="connsiteX23" fmla="*/ 12192000 w 12192000"/>
              <a:gd name="connsiteY23" fmla="*/ 2006219 h 2877832"/>
              <a:gd name="connsiteX24" fmla="*/ 12192000 w 12192000"/>
              <a:gd name="connsiteY24" fmla="*/ 2060956 h 2877832"/>
              <a:gd name="connsiteX25" fmla="*/ 11829257 w 12192000"/>
              <a:gd name="connsiteY25" fmla="*/ 2166255 h 2877832"/>
              <a:gd name="connsiteX26" fmla="*/ 10939183 w 12192000"/>
              <a:gd name="connsiteY26" fmla="*/ 2380770 h 2877832"/>
              <a:gd name="connsiteX27" fmla="*/ 9985530 w 12192000"/>
              <a:gd name="connsiteY27" fmla="*/ 2560775 h 2877832"/>
              <a:gd name="connsiteX28" fmla="*/ 9186882 w 12192000"/>
              <a:gd name="connsiteY28" fmla="*/ 2676722 h 2877832"/>
              <a:gd name="connsiteX29" fmla="*/ 8578198 w 12192000"/>
              <a:gd name="connsiteY29" fmla="*/ 2746241 h 2877832"/>
              <a:gd name="connsiteX30" fmla="*/ 7864358 w 12192000"/>
              <a:gd name="connsiteY30" fmla="*/ 2807692 h 2877832"/>
              <a:gd name="connsiteX31" fmla="*/ 6935502 w 12192000"/>
              <a:gd name="connsiteY31" fmla="*/ 2859086 h 2877832"/>
              <a:gd name="connsiteX32" fmla="*/ 6477750 w 12192000"/>
              <a:gd name="connsiteY32" fmla="*/ 2872989 h 2877832"/>
              <a:gd name="connsiteX33" fmla="*/ 6362294 w 12192000"/>
              <a:gd name="connsiteY33" fmla="*/ 2877832 h 2877832"/>
              <a:gd name="connsiteX34" fmla="*/ 6057129 w 12192000"/>
              <a:gd name="connsiteY34" fmla="*/ 2877832 h 2877832"/>
              <a:gd name="connsiteX35" fmla="*/ 5977784 w 12192000"/>
              <a:gd name="connsiteY35" fmla="*/ 2873238 h 2877832"/>
              <a:gd name="connsiteX36" fmla="*/ 5265087 w 12192000"/>
              <a:gd name="connsiteY36" fmla="*/ 2836989 h 2877832"/>
              <a:gd name="connsiteX37" fmla="*/ 4346277 w 12192000"/>
              <a:gd name="connsiteY37" fmla="*/ 2774919 h 2877832"/>
              <a:gd name="connsiteX38" fmla="*/ 3373045 w 12192000"/>
              <a:gd name="connsiteY38" fmla="*/ 2676350 h 2877832"/>
              <a:gd name="connsiteX39" fmla="*/ 2362173 w 12192000"/>
              <a:gd name="connsiteY39" fmla="*/ 2557423 h 2877832"/>
              <a:gd name="connsiteX40" fmla="*/ 1233178 w 12192000"/>
              <a:gd name="connsiteY40" fmla="*/ 2384247 h 2877832"/>
              <a:gd name="connsiteX41" fmla="*/ 68500 w 12192000"/>
              <a:gd name="connsiteY41" fmla="*/ 2144540 h 2877832"/>
              <a:gd name="connsiteX42" fmla="*/ 0 w 12192000"/>
              <a:gd name="connsiteY42" fmla="*/ 2127185 h 2877832"/>
              <a:gd name="connsiteX43" fmla="*/ 0 w 12192000"/>
              <a:gd name="connsiteY43" fmla="*/ 2070696 h 2877832"/>
              <a:gd name="connsiteX44" fmla="*/ 72441 w 12192000"/>
              <a:gd name="connsiteY44" fmla="*/ 2089473 h 2877832"/>
              <a:gd name="connsiteX45" fmla="*/ 600716 w 12192000"/>
              <a:gd name="connsiteY45" fmla="*/ 2207843 h 2877832"/>
              <a:gd name="connsiteX46" fmla="*/ 1769512 w 12192000"/>
              <a:gd name="connsiteY46" fmla="*/ 2418011 h 2877832"/>
              <a:gd name="connsiteX47" fmla="*/ 2613554 w 12192000"/>
              <a:gd name="connsiteY47" fmla="*/ 2534953 h 2877832"/>
              <a:gd name="connsiteX48" fmla="*/ 2581134 w 12192000"/>
              <a:gd name="connsiteY48" fmla="*/ 2525022 h 2877832"/>
              <a:gd name="connsiteX49" fmla="*/ 1112635 w 12192000"/>
              <a:gd name="connsiteY49" fmla="*/ 2192325 h 2877832"/>
              <a:gd name="connsiteX50" fmla="*/ 420412 w 12192000"/>
              <a:gd name="connsiteY50" fmla="*/ 1992892 h 2877832"/>
              <a:gd name="connsiteX51" fmla="*/ 0 w 12192000"/>
              <a:gd name="connsiteY51" fmla="*/ 1853975 h 2877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000" h="2877832">
                <a:moveTo>
                  <a:pt x="6789701" y="2809623"/>
                </a:moveTo>
                <a:lnTo>
                  <a:pt x="6788702" y="2809701"/>
                </a:lnTo>
                <a:lnTo>
                  <a:pt x="6788476" y="2810235"/>
                </a:lnTo>
                <a:close/>
                <a:moveTo>
                  <a:pt x="0" y="0"/>
                </a:moveTo>
                <a:lnTo>
                  <a:pt x="12192000" y="0"/>
                </a:lnTo>
                <a:lnTo>
                  <a:pt x="12192000" y="1915388"/>
                </a:lnTo>
                <a:lnTo>
                  <a:pt x="12061096" y="1954428"/>
                </a:lnTo>
                <a:cubicBezTo>
                  <a:pt x="11933500" y="1990642"/>
                  <a:pt x="11805390" y="2025171"/>
                  <a:pt x="11676800" y="2058003"/>
                </a:cubicBezTo>
                <a:cubicBezTo>
                  <a:pt x="11262789" y="2165510"/>
                  <a:pt x="10845343" y="2259112"/>
                  <a:pt x="10425355" y="2341542"/>
                </a:cubicBezTo>
                <a:cubicBezTo>
                  <a:pt x="10092810" y="2406753"/>
                  <a:pt x="9759033" y="2465150"/>
                  <a:pt x="9424022" y="2516704"/>
                </a:cubicBezTo>
                <a:cubicBezTo>
                  <a:pt x="9102997" y="2566361"/>
                  <a:pt x="8781133" y="2610928"/>
                  <a:pt x="8458419" y="2650405"/>
                </a:cubicBezTo>
                <a:cubicBezTo>
                  <a:pt x="8211360" y="2680571"/>
                  <a:pt x="7963792" y="2706144"/>
                  <a:pt x="7715970" y="2730352"/>
                </a:cubicBezTo>
                <a:lnTo>
                  <a:pt x="6951716" y="2796132"/>
                </a:lnTo>
                <a:lnTo>
                  <a:pt x="6936303" y="2798203"/>
                </a:lnTo>
                <a:lnTo>
                  <a:pt x="6790448" y="2809564"/>
                </a:lnTo>
                <a:lnTo>
                  <a:pt x="6799941" y="2811384"/>
                </a:lnTo>
                <a:cubicBezTo>
                  <a:pt x="6811623" y="2811850"/>
                  <a:pt x="6823734" y="2809677"/>
                  <a:pt x="6835432" y="2809677"/>
                </a:cubicBezTo>
                <a:cubicBezTo>
                  <a:pt x="6851580" y="2809677"/>
                  <a:pt x="6867729" y="2807070"/>
                  <a:pt x="6884003" y="2806699"/>
                </a:cubicBezTo>
                <a:cubicBezTo>
                  <a:pt x="7115805" y="2801237"/>
                  <a:pt x="7347351" y="2789070"/>
                  <a:pt x="7578771" y="2774172"/>
                </a:cubicBezTo>
                <a:cubicBezTo>
                  <a:pt x="7927552" y="2751704"/>
                  <a:pt x="8276080" y="2723525"/>
                  <a:pt x="8623845" y="2687275"/>
                </a:cubicBezTo>
                <a:cubicBezTo>
                  <a:pt x="8909939" y="2657977"/>
                  <a:pt x="9195310" y="2623342"/>
                  <a:pt x="9479970" y="2583369"/>
                </a:cubicBezTo>
                <a:cubicBezTo>
                  <a:pt x="9864901" y="2528995"/>
                  <a:pt x="10248014" y="2464281"/>
                  <a:pt x="10629308" y="2389212"/>
                </a:cubicBezTo>
                <a:cubicBezTo>
                  <a:pt x="11090114" y="2298092"/>
                  <a:pt x="11546975" y="2190586"/>
                  <a:pt x="11998498" y="2063218"/>
                </a:cubicBezTo>
                <a:lnTo>
                  <a:pt x="12192000" y="2006219"/>
                </a:lnTo>
                <a:lnTo>
                  <a:pt x="12192000" y="2060956"/>
                </a:lnTo>
                <a:lnTo>
                  <a:pt x="11829257" y="2166255"/>
                </a:lnTo>
                <a:cubicBezTo>
                  <a:pt x="11534769" y="2245952"/>
                  <a:pt x="11238120" y="2316838"/>
                  <a:pt x="10939183" y="2380770"/>
                </a:cubicBezTo>
                <a:cubicBezTo>
                  <a:pt x="10622824" y="2448552"/>
                  <a:pt x="10304941" y="2508549"/>
                  <a:pt x="9985530" y="2560775"/>
                </a:cubicBezTo>
                <a:cubicBezTo>
                  <a:pt x="9720036" y="2604224"/>
                  <a:pt x="9453814" y="2642869"/>
                  <a:pt x="9186882" y="2676722"/>
                </a:cubicBezTo>
                <a:cubicBezTo>
                  <a:pt x="8984197" y="2702296"/>
                  <a:pt x="8781514" y="2726379"/>
                  <a:pt x="8578198" y="2746241"/>
                </a:cubicBezTo>
                <a:cubicBezTo>
                  <a:pt x="8340547" y="2768961"/>
                  <a:pt x="8102644" y="2790436"/>
                  <a:pt x="7864358" y="2807692"/>
                </a:cubicBezTo>
                <a:cubicBezTo>
                  <a:pt x="7554994" y="2830036"/>
                  <a:pt x="7245502" y="2847914"/>
                  <a:pt x="6935502" y="2859086"/>
                </a:cubicBezTo>
                <a:cubicBezTo>
                  <a:pt x="6782917" y="2864549"/>
                  <a:pt x="6630334" y="2868397"/>
                  <a:pt x="6477750" y="2872989"/>
                </a:cubicBezTo>
                <a:cubicBezTo>
                  <a:pt x="6439195" y="2870905"/>
                  <a:pt x="6400529" y="2872530"/>
                  <a:pt x="6362294" y="2877832"/>
                </a:cubicBezTo>
                <a:lnTo>
                  <a:pt x="6057129" y="2877832"/>
                </a:lnTo>
                <a:lnTo>
                  <a:pt x="5977784" y="2873238"/>
                </a:lnTo>
                <a:cubicBezTo>
                  <a:pt x="5740261" y="2860825"/>
                  <a:pt x="5502739" y="2847046"/>
                  <a:pt x="5265087" y="2836989"/>
                </a:cubicBezTo>
                <a:cubicBezTo>
                  <a:pt x="4958267" y="2824573"/>
                  <a:pt x="4651826" y="2804093"/>
                  <a:pt x="4346277" y="2774919"/>
                </a:cubicBezTo>
                <a:cubicBezTo>
                  <a:pt x="4021654" y="2744007"/>
                  <a:pt x="3697795" y="2709372"/>
                  <a:pt x="3373045" y="2676350"/>
                </a:cubicBezTo>
                <a:cubicBezTo>
                  <a:pt x="3035412" y="2642088"/>
                  <a:pt x="2698456" y="2602449"/>
                  <a:pt x="2362173" y="2557423"/>
                </a:cubicBezTo>
                <a:cubicBezTo>
                  <a:pt x="1984692" y="2507270"/>
                  <a:pt x="1608364" y="2449544"/>
                  <a:pt x="1233178" y="2384247"/>
                </a:cubicBezTo>
                <a:cubicBezTo>
                  <a:pt x="842181" y="2315534"/>
                  <a:pt x="453758" y="2237046"/>
                  <a:pt x="68500" y="2144540"/>
                </a:cubicBezTo>
                <a:lnTo>
                  <a:pt x="0" y="2127185"/>
                </a:lnTo>
                <a:lnTo>
                  <a:pt x="0" y="2070696"/>
                </a:lnTo>
                <a:lnTo>
                  <a:pt x="72441" y="2089473"/>
                </a:lnTo>
                <a:cubicBezTo>
                  <a:pt x="247961" y="2131651"/>
                  <a:pt x="424164" y="2170911"/>
                  <a:pt x="600716" y="2207843"/>
                </a:cubicBezTo>
                <a:cubicBezTo>
                  <a:pt x="988279" y="2288657"/>
                  <a:pt x="1378133" y="2357555"/>
                  <a:pt x="1769512" y="2418011"/>
                </a:cubicBezTo>
                <a:cubicBezTo>
                  <a:pt x="2052426" y="2461587"/>
                  <a:pt x="2335725" y="2501684"/>
                  <a:pt x="2613554" y="2534953"/>
                </a:cubicBezTo>
                <a:cubicBezTo>
                  <a:pt x="2605544" y="2537560"/>
                  <a:pt x="2594611" y="2527504"/>
                  <a:pt x="2581134" y="2525022"/>
                </a:cubicBezTo>
                <a:cubicBezTo>
                  <a:pt x="2087178" y="2433070"/>
                  <a:pt x="1597684" y="2322177"/>
                  <a:pt x="1112635" y="2192325"/>
                </a:cubicBezTo>
                <a:cubicBezTo>
                  <a:pt x="880453" y="2130254"/>
                  <a:pt x="649713" y="2063776"/>
                  <a:pt x="420412" y="1992892"/>
                </a:cubicBezTo>
                <a:lnTo>
                  <a:pt x="0" y="1853975"/>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Title 4">
            <a:extLst>
              <a:ext uri="{FF2B5EF4-FFF2-40B4-BE49-F238E27FC236}">
                <a16:creationId xmlns:a16="http://schemas.microsoft.com/office/drawing/2014/main" id="{ABBE3F83-E48F-46DE-9D84-6AE85F3D026C}"/>
              </a:ext>
            </a:extLst>
          </p:cNvPr>
          <p:cNvSpPr>
            <a:spLocks noGrp="1"/>
          </p:cNvSpPr>
          <p:nvPr>
            <p:ph type="title"/>
          </p:nvPr>
        </p:nvSpPr>
        <p:spPr>
          <a:xfrm>
            <a:off x="630936" y="630936"/>
            <a:ext cx="3599688" cy="1463040"/>
          </a:xfrm>
        </p:spPr>
        <p:txBody>
          <a:bodyPr vert="horz" lIns="91440" tIns="45720" rIns="91440" bIns="45720" rtlCol="0" anchor="ctr">
            <a:normAutofit/>
          </a:bodyPr>
          <a:lstStyle/>
          <a:p>
            <a:pPr>
              <a:lnSpc>
                <a:spcPct val="90000"/>
              </a:lnSpc>
            </a:pPr>
            <a:r>
              <a:rPr lang="en-US" sz="4800" kern="1200">
                <a:solidFill>
                  <a:srgbClr val="FFFFFF"/>
                </a:solidFill>
                <a:latin typeface="+mj-lt"/>
                <a:ea typeface="+mj-ea"/>
                <a:cs typeface="+mj-cs"/>
              </a:rPr>
              <a:t>Results, Test 1</a:t>
            </a:r>
          </a:p>
        </p:txBody>
      </p:sp>
      <p:sp>
        <p:nvSpPr>
          <p:cNvPr id="17" name="sketch line">
            <a:extLst>
              <a:ext uri="{FF2B5EF4-FFF2-40B4-BE49-F238E27FC236}">
                <a16:creationId xmlns:a16="http://schemas.microsoft.com/office/drawing/2014/main" id="{59FA8C2E-A5A7-4490-927A-7CD58343ED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566159" y="1353312"/>
            <a:ext cx="1554480" cy="18288"/>
          </a:xfrm>
          <a:custGeom>
            <a:avLst/>
            <a:gdLst>
              <a:gd name="connsiteX0" fmla="*/ 0 w 1554480"/>
              <a:gd name="connsiteY0" fmla="*/ 0 h 18288"/>
              <a:gd name="connsiteX1" fmla="*/ 549250 w 1554480"/>
              <a:gd name="connsiteY1" fmla="*/ 0 h 18288"/>
              <a:gd name="connsiteX2" fmla="*/ 1082954 w 1554480"/>
              <a:gd name="connsiteY2" fmla="*/ 0 h 18288"/>
              <a:gd name="connsiteX3" fmla="*/ 1554480 w 1554480"/>
              <a:gd name="connsiteY3" fmla="*/ 0 h 18288"/>
              <a:gd name="connsiteX4" fmla="*/ 1554480 w 1554480"/>
              <a:gd name="connsiteY4" fmla="*/ 18288 h 18288"/>
              <a:gd name="connsiteX5" fmla="*/ 1067410 w 1554480"/>
              <a:gd name="connsiteY5" fmla="*/ 18288 h 18288"/>
              <a:gd name="connsiteX6" fmla="*/ 549250 w 1554480"/>
              <a:gd name="connsiteY6" fmla="*/ 18288 h 18288"/>
              <a:gd name="connsiteX7" fmla="*/ 0 w 1554480"/>
              <a:gd name="connsiteY7" fmla="*/ 18288 h 18288"/>
              <a:gd name="connsiteX8" fmla="*/ 0 w 1554480"/>
              <a:gd name="connsiteY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rgbClr val="FFFFFF"/>
          </a:solidFill>
          <a:ln w="41275"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CC09EA92-CF72-95A1-B5C6-5A61EF738742}"/>
              </a:ext>
            </a:extLst>
          </p:cNvPr>
          <p:cNvSpPr>
            <a:spLocks noGrp="1"/>
          </p:cNvSpPr>
          <p:nvPr>
            <p:ph type="body" sz="quarter" idx="21"/>
          </p:nvPr>
        </p:nvSpPr>
        <p:spPr>
          <a:xfrm>
            <a:off x="4474462" y="630936"/>
            <a:ext cx="7074409" cy="1463040"/>
          </a:xfrm>
        </p:spPr>
        <p:txBody>
          <a:bodyPr vert="horz" lIns="91440" tIns="45720" rIns="91440" bIns="45720" rtlCol="0" anchor="ctr">
            <a:normAutofit/>
          </a:bodyPr>
          <a:lstStyle/>
          <a:p>
            <a:pPr lvl="2" indent="-228600">
              <a:buClr>
                <a:srgbClr val="00A6D6"/>
              </a:buClr>
              <a:buFont typeface="Arial" panose="020B0604020202020204" pitchFamily="34" charset="0"/>
              <a:buChar char="•"/>
            </a:pPr>
            <a:r>
              <a:rPr lang="en-US" sz="2200">
                <a:solidFill>
                  <a:srgbClr val="FFFFFF"/>
                </a:solidFill>
              </a:rPr>
              <a:t>For a more objective comparison, and to save on time, we can look at the RSE and Sm values.</a:t>
            </a:r>
          </a:p>
          <a:p>
            <a:pPr marL="342900" lvl="2" indent="-228600">
              <a:buClr>
                <a:srgbClr val="00A6D6"/>
              </a:buClr>
              <a:buFont typeface="Arial" panose="020B0604020202020204" pitchFamily="34" charset="0"/>
              <a:buChar char="•"/>
            </a:pPr>
            <a:r>
              <a:rPr lang="en-US" sz="2200" b="1">
                <a:solidFill>
                  <a:srgbClr val="FFFFFF"/>
                </a:solidFill>
              </a:rPr>
              <a:t>Warmup:</a:t>
            </a:r>
            <a:endParaRPr lang="en-US" sz="2200">
              <a:solidFill>
                <a:srgbClr val="FFFFFF"/>
              </a:solidFill>
            </a:endParaRPr>
          </a:p>
          <a:p>
            <a:pPr indent="-228600"/>
            <a:endParaRPr lang="en-US" sz="2200">
              <a:solidFill>
                <a:srgbClr val="FFFFFF"/>
              </a:solidFill>
            </a:endParaRPr>
          </a:p>
        </p:txBody>
      </p:sp>
      <p:pic>
        <p:nvPicPr>
          <p:cNvPr id="8" name="Picture Placeholder 7" descr="A screenshot of a graph&#10;&#10;Description automatically generated">
            <a:extLst>
              <a:ext uri="{FF2B5EF4-FFF2-40B4-BE49-F238E27FC236}">
                <a16:creationId xmlns:a16="http://schemas.microsoft.com/office/drawing/2014/main" id="{324ACD7C-D4EA-FA1B-1425-01064069EEFE}"/>
              </a:ext>
            </a:extLst>
          </p:cNvPr>
          <p:cNvPicPr>
            <a:picLocks noGrp="1" noChangeAspect="1"/>
          </p:cNvPicPr>
          <p:nvPr>
            <p:ph type="pic" sz="quarter" idx="22"/>
          </p:nvPr>
        </p:nvPicPr>
        <p:blipFill rotWithShape="1">
          <a:blip r:embed="rId2">
            <a:extLst>
              <a:ext uri="{28A0092B-C50C-407E-A947-70E740481C1C}">
                <a14:useLocalDpi xmlns:a14="http://schemas.microsoft.com/office/drawing/2010/main" val="0"/>
              </a:ext>
            </a:extLst>
          </a:blip>
          <a:srcRect l="-7803" t="-369" r="-7803" b="-369"/>
          <a:stretch/>
        </p:blipFill>
        <p:spPr>
          <a:xfrm>
            <a:off x="630936" y="2993701"/>
            <a:ext cx="10917936" cy="3234685"/>
          </a:xfrm>
          <a:prstGeom prst="rect">
            <a:avLst/>
          </a:prstGeom>
        </p:spPr>
      </p:pic>
      <p:sp>
        <p:nvSpPr>
          <p:cNvPr id="2" name="Date Placeholder 1">
            <a:extLst>
              <a:ext uri="{FF2B5EF4-FFF2-40B4-BE49-F238E27FC236}">
                <a16:creationId xmlns:a16="http://schemas.microsoft.com/office/drawing/2014/main" id="{7E2993E9-25F6-66B5-DA3F-00986ABF682E}"/>
              </a:ext>
            </a:extLst>
          </p:cNvPr>
          <p:cNvSpPr>
            <a:spLocks noGrp="1"/>
          </p:cNvSpPr>
          <p:nvPr>
            <p:ph type="dt" sz="half" idx="18"/>
          </p:nvPr>
        </p:nvSpPr>
        <p:spPr>
          <a:xfrm>
            <a:off x="838200" y="6356350"/>
            <a:ext cx="2743200" cy="365125"/>
          </a:xfrm>
        </p:spPr>
        <p:txBody>
          <a:bodyPr vert="horz" lIns="91440" tIns="45720" rIns="91440" bIns="45720" rtlCol="0" anchor="ctr">
            <a:normAutofit/>
          </a:bodyPr>
          <a:lstStyle/>
          <a:p>
            <a:pPr algn="l">
              <a:spcAft>
                <a:spcPts val="600"/>
              </a:spcAft>
            </a:pPr>
            <a:r>
              <a:rPr lang="en-US">
                <a:solidFill>
                  <a:schemeClr val="tx1">
                    <a:tint val="75000"/>
                  </a:schemeClr>
                </a:solidFill>
                <a:cs typeface="+mn-cs"/>
              </a:rPr>
              <a:t>08/30/2024</a:t>
            </a:r>
          </a:p>
        </p:txBody>
      </p:sp>
      <p:sp>
        <p:nvSpPr>
          <p:cNvPr id="3" name="Slide Number Placeholder 2">
            <a:extLst>
              <a:ext uri="{FF2B5EF4-FFF2-40B4-BE49-F238E27FC236}">
                <a16:creationId xmlns:a16="http://schemas.microsoft.com/office/drawing/2014/main" id="{55558EE3-E975-3EFF-17E0-AF69C90585B6}"/>
              </a:ext>
            </a:extLst>
          </p:cNvPr>
          <p:cNvSpPr>
            <a:spLocks noGrp="1"/>
          </p:cNvSpPr>
          <p:nvPr>
            <p:ph type="sldNum" sz="quarter" idx="20"/>
          </p:nvPr>
        </p:nvSpPr>
        <p:spPr>
          <a:xfrm>
            <a:off x="8610600" y="6356350"/>
            <a:ext cx="2743200" cy="365125"/>
          </a:xfrm>
        </p:spPr>
        <p:txBody>
          <a:bodyPr vert="horz" lIns="91440" tIns="45720" rIns="91440" bIns="45720" rtlCol="0" anchor="ctr">
            <a:normAutofit/>
          </a:bodyPr>
          <a:lstStyle/>
          <a:p>
            <a:pPr>
              <a:spcAft>
                <a:spcPts val="600"/>
              </a:spcAft>
            </a:pPr>
            <a:fld id="{9E843DB9-9987-4157-AB9C-CEA8D7D910BB}" type="slidenum">
              <a:rPr lang="en-US" smtClean="0">
                <a:solidFill>
                  <a:schemeClr val="tx1">
                    <a:tint val="75000"/>
                  </a:schemeClr>
                </a:solidFill>
                <a:latin typeface="+mn-lt"/>
                <a:cs typeface="+mn-cs"/>
              </a:rPr>
              <a:pPr>
                <a:spcAft>
                  <a:spcPts val="600"/>
                </a:spcAft>
              </a:pPr>
              <a:t>50</a:t>
            </a:fld>
            <a:endParaRPr lang="en-US">
              <a:solidFill>
                <a:schemeClr val="tx1">
                  <a:tint val="75000"/>
                </a:schemeClr>
              </a:solidFill>
              <a:latin typeface="+mn-lt"/>
              <a:cs typeface="+mn-cs"/>
            </a:endParaRPr>
          </a:p>
        </p:txBody>
      </p:sp>
    </p:spTree>
    <p:extLst>
      <p:ext uri="{BB962C8B-B14F-4D97-AF65-F5344CB8AC3E}">
        <p14:creationId xmlns:p14="http://schemas.microsoft.com/office/powerpoint/2010/main" val="148017212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5D07DDE-B0C8-58ED-41AF-6212A1210170}"/>
              </a:ext>
            </a:extLst>
          </p:cNvPr>
          <p:cNvSpPr>
            <a:spLocks noGrp="1"/>
          </p:cNvSpPr>
          <p:nvPr>
            <p:ph type="dt" sz="half" idx="18"/>
          </p:nvPr>
        </p:nvSpPr>
        <p:spPr/>
        <p:txBody>
          <a:bodyPr/>
          <a:lstStyle/>
          <a:p>
            <a:r>
              <a:rPr lang="LID4096"/>
              <a:t>08/30/2024</a:t>
            </a:r>
            <a:endParaRPr lang="en-GB" dirty="0"/>
          </a:p>
        </p:txBody>
      </p:sp>
      <p:sp>
        <p:nvSpPr>
          <p:cNvPr id="3" name="Slide Number Placeholder 2">
            <a:extLst>
              <a:ext uri="{FF2B5EF4-FFF2-40B4-BE49-F238E27FC236}">
                <a16:creationId xmlns:a16="http://schemas.microsoft.com/office/drawing/2014/main" id="{607E7C03-62BA-E31B-4769-F866F9419E11}"/>
              </a:ext>
            </a:extLst>
          </p:cNvPr>
          <p:cNvSpPr>
            <a:spLocks noGrp="1"/>
          </p:cNvSpPr>
          <p:nvPr>
            <p:ph type="sldNum" sz="quarter" idx="20"/>
          </p:nvPr>
        </p:nvSpPr>
        <p:spPr/>
        <p:txBody>
          <a:bodyPr/>
          <a:lstStyle/>
          <a:p>
            <a:fld id="{9E843DB9-9987-4157-AB9C-CEA8D7D910BB}" type="slidenum">
              <a:rPr lang="en-GB" smtClean="0"/>
              <a:pPr/>
              <a:t>51</a:t>
            </a:fld>
            <a:endParaRPr lang="en-GB" dirty="0"/>
          </a:p>
        </p:txBody>
      </p:sp>
      <p:sp>
        <p:nvSpPr>
          <p:cNvPr id="4" name="Title 3">
            <a:extLst>
              <a:ext uri="{FF2B5EF4-FFF2-40B4-BE49-F238E27FC236}">
                <a16:creationId xmlns:a16="http://schemas.microsoft.com/office/drawing/2014/main" id="{0CDC0F11-59DF-E8C4-B1F6-E4EA8678941F}"/>
              </a:ext>
            </a:extLst>
          </p:cNvPr>
          <p:cNvSpPr>
            <a:spLocks noGrp="1"/>
          </p:cNvSpPr>
          <p:nvPr>
            <p:ph type="title"/>
          </p:nvPr>
        </p:nvSpPr>
        <p:spPr/>
        <p:txBody>
          <a:bodyPr/>
          <a:lstStyle/>
          <a:p>
            <a:r>
              <a:rPr lang="en-US" dirty="0"/>
              <a:t>Test 1- Warmup</a:t>
            </a:r>
            <a:endParaRPr lang="LID4096" dirty="0"/>
          </a:p>
        </p:txBody>
      </p:sp>
      <p:sp>
        <p:nvSpPr>
          <p:cNvPr id="7" name="Text Placeholder 6">
            <a:extLst>
              <a:ext uri="{FF2B5EF4-FFF2-40B4-BE49-F238E27FC236}">
                <a16:creationId xmlns:a16="http://schemas.microsoft.com/office/drawing/2014/main" id="{9C54ADE7-5646-CCC6-4EAB-278543FB2EBE}"/>
              </a:ext>
            </a:extLst>
          </p:cNvPr>
          <p:cNvSpPr>
            <a:spLocks noGrp="1"/>
          </p:cNvSpPr>
          <p:nvPr>
            <p:ph type="body" sz="quarter" idx="24"/>
          </p:nvPr>
        </p:nvSpPr>
        <p:spPr/>
        <p:txBody>
          <a:bodyPr/>
          <a:lstStyle/>
          <a:p>
            <a:r>
              <a:rPr lang="en-US" b="1" dirty="0">
                <a:solidFill>
                  <a:srgbClr val="0071BB"/>
                </a:solidFill>
              </a:rPr>
              <a:t>IDHP</a:t>
            </a:r>
            <a:endParaRPr lang="LID4096" dirty="0"/>
          </a:p>
        </p:txBody>
      </p:sp>
      <mc:AlternateContent xmlns:mc="http://schemas.openxmlformats.org/markup-compatibility/2006" xmlns:a14="http://schemas.microsoft.com/office/drawing/2010/main">
        <mc:Choice Requires="a14">
          <p:sp>
            <p:nvSpPr>
              <p:cNvPr id="8" name="Text Placeholder 7">
                <a:extLst>
                  <a:ext uri="{FF2B5EF4-FFF2-40B4-BE49-F238E27FC236}">
                    <a16:creationId xmlns:a16="http://schemas.microsoft.com/office/drawing/2014/main" id="{18838E78-974D-707F-31CF-BF3B9A9154EF}"/>
                  </a:ext>
                </a:extLst>
              </p:cNvPr>
              <p:cNvSpPr>
                <a:spLocks noGrp="1"/>
              </p:cNvSpPr>
              <p:nvPr>
                <p:ph type="body" sz="quarter" idx="25"/>
              </p:nvPr>
            </p:nvSpPr>
            <p:spPr/>
            <p:txBody>
              <a:bodyPr/>
              <a:lstStyle/>
              <a:p>
                <a:r>
                  <a:rPr lang="en-US" b="1" dirty="0">
                    <a:solidFill>
                      <a:srgbClr val="F9AC2F"/>
                    </a:solidFill>
                  </a:rPr>
                  <a:t>IDHP(</a:t>
                </a:r>
                <a14:m>
                  <m:oMath xmlns:m="http://schemas.openxmlformats.org/officeDocument/2006/math">
                    <m:r>
                      <a:rPr lang="en-US" b="1" i="1" smtClean="0">
                        <a:solidFill>
                          <a:srgbClr val="F9AC2F"/>
                        </a:solidFill>
                        <a:latin typeface="Cambria Math" panose="02040503050406030204" pitchFamily="18" charset="0"/>
                      </a:rPr>
                      <m:t>𝝀</m:t>
                    </m:r>
                  </m:oMath>
                </a14:m>
                <a:r>
                  <a:rPr lang="en-US" b="1" dirty="0">
                    <a:solidFill>
                      <a:srgbClr val="F9AC2F"/>
                    </a:solidFill>
                  </a:rPr>
                  <a:t>)</a:t>
                </a:r>
                <a:endParaRPr lang="LID4096" b="1" dirty="0">
                  <a:solidFill>
                    <a:srgbClr val="F9AC2F"/>
                  </a:solidFill>
                </a:endParaRPr>
              </a:p>
              <a:p>
                <a:endParaRPr lang="LID4096" dirty="0"/>
              </a:p>
            </p:txBody>
          </p:sp>
        </mc:Choice>
        <mc:Fallback xmlns="">
          <p:sp>
            <p:nvSpPr>
              <p:cNvPr id="8" name="Text Placeholder 7">
                <a:extLst>
                  <a:ext uri="{FF2B5EF4-FFF2-40B4-BE49-F238E27FC236}">
                    <a16:creationId xmlns:a16="http://schemas.microsoft.com/office/drawing/2014/main" id="{18838E78-974D-707F-31CF-BF3B9A9154EF}"/>
                  </a:ext>
                </a:extLst>
              </p:cNvPr>
              <p:cNvSpPr>
                <a:spLocks noGrp="1" noRot="1" noChangeAspect="1" noMove="1" noResize="1" noEditPoints="1" noAdjustHandles="1" noChangeArrowheads="1" noChangeShapeType="1" noTextEdit="1"/>
              </p:cNvSpPr>
              <p:nvPr>
                <p:ph type="body" sz="quarter" idx="25"/>
              </p:nvPr>
            </p:nvSpPr>
            <p:spPr>
              <a:blipFill>
                <a:blip r:embed="rId3"/>
                <a:stretch>
                  <a:fillRect t="-44898" b="-71429"/>
                </a:stretch>
              </a:blipFill>
            </p:spPr>
            <p:txBody>
              <a:bodyPr/>
              <a:lstStyle/>
              <a:p>
                <a:r>
                  <a:rPr lang="LID4096">
                    <a:noFill/>
                  </a:rPr>
                  <a:t> </a:t>
                </a:r>
              </a:p>
            </p:txBody>
          </p:sp>
        </mc:Fallback>
      </mc:AlternateContent>
      <p:pic>
        <p:nvPicPr>
          <p:cNvPr id="22" name="Picture Placeholder 21" descr="A graph of a wave&#10;&#10;Description automatically generated with medium confidence">
            <a:extLst>
              <a:ext uri="{FF2B5EF4-FFF2-40B4-BE49-F238E27FC236}">
                <a16:creationId xmlns:a16="http://schemas.microsoft.com/office/drawing/2014/main" id="{923D5B59-9DF5-D496-986D-1BBF8B70E95C}"/>
              </a:ext>
            </a:extLst>
          </p:cNvPr>
          <p:cNvPicPr>
            <a:picLocks noGrp="1" noChangeAspect="1"/>
          </p:cNvPicPr>
          <p:nvPr>
            <p:ph type="pic" sz="quarter" idx="22"/>
          </p:nvPr>
        </p:nvPicPr>
        <p:blipFill>
          <a:blip r:embed="rId4">
            <a:extLst>
              <a:ext uri="{28A0092B-C50C-407E-A947-70E740481C1C}">
                <a14:useLocalDpi xmlns:a14="http://schemas.microsoft.com/office/drawing/2010/main" val="0"/>
              </a:ext>
            </a:extLst>
          </a:blip>
          <a:srcRect l="252" r="252"/>
          <a:stretch>
            <a:fillRect/>
          </a:stretch>
        </p:blipFill>
        <p:spPr/>
      </p:pic>
      <p:pic>
        <p:nvPicPr>
          <p:cNvPr id="26" name="Picture Placeholder 25" descr="A graph of a wave&#10;&#10;Description automatically generated with medium confidence">
            <a:extLst>
              <a:ext uri="{FF2B5EF4-FFF2-40B4-BE49-F238E27FC236}">
                <a16:creationId xmlns:a16="http://schemas.microsoft.com/office/drawing/2014/main" id="{2381B7DC-E6CE-D5D5-131F-A62E54C1D996}"/>
              </a:ext>
            </a:extLst>
          </p:cNvPr>
          <p:cNvPicPr>
            <a:picLocks noGrp="1" noChangeAspect="1"/>
          </p:cNvPicPr>
          <p:nvPr>
            <p:ph type="pic" sz="quarter" idx="23"/>
          </p:nvPr>
        </p:nvPicPr>
        <p:blipFill>
          <a:blip r:embed="rId5">
            <a:extLst>
              <a:ext uri="{28A0092B-C50C-407E-A947-70E740481C1C}">
                <a14:useLocalDpi xmlns:a14="http://schemas.microsoft.com/office/drawing/2010/main" val="0"/>
              </a:ext>
            </a:extLst>
          </a:blip>
          <a:srcRect l="252" r="252"/>
          <a:stretch>
            <a:fillRect/>
          </a:stretch>
        </p:blipFill>
        <p:spPr/>
      </p:pic>
    </p:spTree>
    <p:extLst>
      <p:ext uri="{BB962C8B-B14F-4D97-AF65-F5344CB8AC3E}">
        <p14:creationId xmlns:p14="http://schemas.microsoft.com/office/powerpoint/2010/main" val="161811082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5D07DDE-B0C8-58ED-41AF-6212A1210170}"/>
              </a:ext>
            </a:extLst>
          </p:cNvPr>
          <p:cNvSpPr>
            <a:spLocks noGrp="1"/>
          </p:cNvSpPr>
          <p:nvPr>
            <p:ph type="dt" sz="half" idx="18"/>
          </p:nvPr>
        </p:nvSpPr>
        <p:spPr/>
        <p:txBody>
          <a:bodyPr/>
          <a:lstStyle/>
          <a:p>
            <a:r>
              <a:rPr lang="LID4096"/>
              <a:t>08/30/2024</a:t>
            </a:r>
            <a:endParaRPr lang="en-GB" dirty="0"/>
          </a:p>
        </p:txBody>
      </p:sp>
      <p:sp>
        <p:nvSpPr>
          <p:cNvPr id="3" name="Slide Number Placeholder 2">
            <a:extLst>
              <a:ext uri="{FF2B5EF4-FFF2-40B4-BE49-F238E27FC236}">
                <a16:creationId xmlns:a16="http://schemas.microsoft.com/office/drawing/2014/main" id="{607E7C03-62BA-E31B-4769-F866F9419E11}"/>
              </a:ext>
            </a:extLst>
          </p:cNvPr>
          <p:cNvSpPr>
            <a:spLocks noGrp="1"/>
          </p:cNvSpPr>
          <p:nvPr>
            <p:ph type="sldNum" sz="quarter" idx="20"/>
          </p:nvPr>
        </p:nvSpPr>
        <p:spPr/>
        <p:txBody>
          <a:bodyPr/>
          <a:lstStyle/>
          <a:p>
            <a:fld id="{9E843DB9-9987-4157-AB9C-CEA8D7D910BB}" type="slidenum">
              <a:rPr lang="en-GB" smtClean="0"/>
              <a:pPr/>
              <a:t>52</a:t>
            </a:fld>
            <a:endParaRPr lang="en-GB" dirty="0"/>
          </a:p>
        </p:txBody>
      </p:sp>
      <p:sp>
        <p:nvSpPr>
          <p:cNvPr id="4" name="Title 3">
            <a:extLst>
              <a:ext uri="{FF2B5EF4-FFF2-40B4-BE49-F238E27FC236}">
                <a16:creationId xmlns:a16="http://schemas.microsoft.com/office/drawing/2014/main" id="{0CDC0F11-59DF-E8C4-B1F6-E4EA8678941F}"/>
              </a:ext>
            </a:extLst>
          </p:cNvPr>
          <p:cNvSpPr>
            <a:spLocks noGrp="1"/>
          </p:cNvSpPr>
          <p:nvPr>
            <p:ph type="title"/>
          </p:nvPr>
        </p:nvSpPr>
        <p:spPr/>
        <p:txBody>
          <a:bodyPr/>
          <a:lstStyle/>
          <a:p>
            <a:r>
              <a:rPr lang="en-US" dirty="0"/>
              <a:t>Test 1- Warmup</a:t>
            </a:r>
            <a:endParaRPr lang="LID4096" dirty="0"/>
          </a:p>
        </p:txBody>
      </p:sp>
      <p:sp>
        <p:nvSpPr>
          <p:cNvPr id="7" name="Text Placeholder 6">
            <a:extLst>
              <a:ext uri="{FF2B5EF4-FFF2-40B4-BE49-F238E27FC236}">
                <a16:creationId xmlns:a16="http://schemas.microsoft.com/office/drawing/2014/main" id="{9C54ADE7-5646-CCC6-4EAB-278543FB2EBE}"/>
              </a:ext>
            </a:extLst>
          </p:cNvPr>
          <p:cNvSpPr>
            <a:spLocks noGrp="1"/>
          </p:cNvSpPr>
          <p:nvPr>
            <p:ph type="body" sz="quarter" idx="24"/>
          </p:nvPr>
        </p:nvSpPr>
        <p:spPr/>
        <p:txBody>
          <a:bodyPr/>
          <a:lstStyle/>
          <a:p>
            <a:r>
              <a:rPr lang="en-US" b="1" dirty="0">
                <a:solidFill>
                  <a:srgbClr val="0071BB"/>
                </a:solidFill>
              </a:rPr>
              <a:t>IDHP</a:t>
            </a:r>
            <a:endParaRPr lang="LID4096" dirty="0"/>
          </a:p>
        </p:txBody>
      </p:sp>
      <p:sp>
        <p:nvSpPr>
          <p:cNvPr id="8" name="Text Placeholder 7">
            <a:extLst>
              <a:ext uri="{FF2B5EF4-FFF2-40B4-BE49-F238E27FC236}">
                <a16:creationId xmlns:a16="http://schemas.microsoft.com/office/drawing/2014/main" id="{18838E78-974D-707F-31CF-BF3B9A9154EF}"/>
              </a:ext>
            </a:extLst>
          </p:cNvPr>
          <p:cNvSpPr>
            <a:spLocks noGrp="1"/>
          </p:cNvSpPr>
          <p:nvPr>
            <p:ph type="body" sz="quarter" idx="25"/>
          </p:nvPr>
        </p:nvSpPr>
        <p:spPr/>
        <p:txBody>
          <a:bodyPr/>
          <a:lstStyle/>
          <a:p>
            <a:r>
              <a:rPr lang="en-US" sz="2400" b="1" dirty="0">
                <a:solidFill>
                  <a:srgbClr val="009A55"/>
                </a:solidFill>
                <a:latin typeface="Times New Roman" panose="02020603050405020304" pitchFamily="18" charset="0"/>
                <a:cs typeface="Times New Roman" panose="02020603050405020304" pitchFamily="18" charset="0"/>
              </a:rPr>
              <a:t>MIDHP</a:t>
            </a:r>
            <a:endParaRPr lang="LID4096" dirty="0"/>
          </a:p>
        </p:txBody>
      </p:sp>
      <p:pic>
        <p:nvPicPr>
          <p:cNvPr id="15" name="Picture Placeholder 14" descr="A graph of a wave&#10;&#10;Description automatically generated with medium confidence">
            <a:extLst>
              <a:ext uri="{FF2B5EF4-FFF2-40B4-BE49-F238E27FC236}">
                <a16:creationId xmlns:a16="http://schemas.microsoft.com/office/drawing/2014/main" id="{A96E04DA-9EF5-5D5E-DFA3-9A090CB1BB20}"/>
              </a:ext>
            </a:extLst>
          </p:cNvPr>
          <p:cNvPicPr>
            <a:picLocks noGrp="1" noChangeAspect="1"/>
          </p:cNvPicPr>
          <p:nvPr>
            <p:ph type="pic" sz="quarter" idx="23"/>
          </p:nvPr>
        </p:nvPicPr>
        <p:blipFill>
          <a:blip r:embed="rId3">
            <a:extLst>
              <a:ext uri="{28A0092B-C50C-407E-A947-70E740481C1C}">
                <a14:useLocalDpi xmlns:a14="http://schemas.microsoft.com/office/drawing/2010/main" val="0"/>
              </a:ext>
            </a:extLst>
          </a:blip>
          <a:srcRect l="252" r="252"/>
          <a:stretch>
            <a:fillRect/>
          </a:stretch>
        </p:blipFill>
        <p:spPr/>
      </p:pic>
      <p:pic>
        <p:nvPicPr>
          <p:cNvPr id="13" name="Picture Placeholder 21" descr="A graph of a wave&#10;&#10;Description automatically generated with medium confidence">
            <a:extLst>
              <a:ext uri="{FF2B5EF4-FFF2-40B4-BE49-F238E27FC236}">
                <a16:creationId xmlns:a16="http://schemas.microsoft.com/office/drawing/2014/main" id="{D73729C9-B6CD-C602-0588-6466C1D7D3B1}"/>
              </a:ext>
            </a:extLst>
          </p:cNvPr>
          <p:cNvPicPr>
            <a:picLocks noGrp="1" noChangeAspect="1"/>
          </p:cNvPicPr>
          <p:nvPr>
            <p:ph type="pic" sz="quarter" idx="22"/>
          </p:nvPr>
        </p:nvPicPr>
        <p:blipFill>
          <a:blip r:embed="rId4">
            <a:extLst>
              <a:ext uri="{28A0092B-C50C-407E-A947-70E740481C1C}">
                <a14:useLocalDpi xmlns:a14="http://schemas.microsoft.com/office/drawing/2010/main" val="0"/>
              </a:ext>
            </a:extLst>
          </a:blip>
          <a:srcRect l="252" r="252"/>
          <a:stretch>
            <a:fillRect/>
          </a:stretch>
        </p:blipFill>
        <p:spPr>
          <a:xfrm>
            <a:off x="719138" y="1749425"/>
            <a:ext cx="5373687" cy="3330575"/>
          </a:xfrm>
        </p:spPr>
      </p:pic>
    </p:spTree>
    <p:extLst>
      <p:ext uri="{BB962C8B-B14F-4D97-AF65-F5344CB8AC3E}">
        <p14:creationId xmlns:p14="http://schemas.microsoft.com/office/powerpoint/2010/main" val="216453476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5D07DDE-B0C8-58ED-41AF-6212A1210170}"/>
              </a:ext>
            </a:extLst>
          </p:cNvPr>
          <p:cNvSpPr>
            <a:spLocks noGrp="1"/>
          </p:cNvSpPr>
          <p:nvPr>
            <p:ph type="dt" sz="half" idx="18"/>
          </p:nvPr>
        </p:nvSpPr>
        <p:spPr/>
        <p:txBody>
          <a:bodyPr/>
          <a:lstStyle/>
          <a:p>
            <a:r>
              <a:rPr lang="LID4096"/>
              <a:t>08/30/2024</a:t>
            </a:r>
            <a:endParaRPr lang="en-GB" dirty="0"/>
          </a:p>
        </p:txBody>
      </p:sp>
      <p:sp>
        <p:nvSpPr>
          <p:cNvPr id="3" name="Slide Number Placeholder 2">
            <a:extLst>
              <a:ext uri="{FF2B5EF4-FFF2-40B4-BE49-F238E27FC236}">
                <a16:creationId xmlns:a16="http://schemas.microsoft.com/office/drawing/2014/main" id="{607E7C03-62BA-E31B-4769-F866F9419E11}"/>
              </a:ext>
            </a:extLst>
          </p:cNvPr>
          <p:cNvSpPr>
            <a:spLocks noGrp="1"/>
          </p:cNvSpPr>
          <p:nvPr>
            <p:ph type="sldNum" sz="quarter" idx="20"/>
          </p:nvPr>
        </p:nvSpPr>
        <p:spPr/>
        <p:txBody>
          <a:bodyPr/>
          <a:lstStyle/>
          <a:p>
            <a:fld id="{9E843DB9-9987-4157-AB9C-CEA8D7D910BB}" type="slidenum">
              <a:rPr lang="en-GB" smtClean="0"/>
              <a:pPr/>
              <a:t>53</a:t>
            </a:fld>
            <a:endParaRPr lang="en-GB" dirty="0"/>
          </a:p>
        </p:txBody>
      </p:sp>
      <p:sp>
        <p:nvSpPr>
          <p:cNvPr id="4" name="Title 3">
            <a:extLst>
              <a:ext uri="{FF2B5EF4-FFF2-40B4-BE49-F238E27FC236}">
                <a16:creationId xmlns:a16="http://schemas.microsoft.com/office/drawing/2014/main" id="{0CDC0F11-59DF-E8C4-B1F6-E4EA8678941F}"/>
              </a:ext>
            </a:extLst>
          </p:cNvPr>
          <p:cNvSpPr>
            <a:spLocks noGrp="1"/>
          </p:cNvSpPr>
          <p:nvPr>
            <p:ph type="title"/>
          </p:nvPr>
        </p:nvSpPr>
        <p:spPr/>
        <p:txBody>
          <a:bodyPr/>
          <a:lstStyle/>
          <a:p>
            <a:r>
              <a:rPr lang="en-US" dirty="0"/>
              <a:t>Test 1- Warmup</a:t>
            </a:r>
            <a:endParaRPr lang="LID4096" dirty="0"/>
          </a:p>
        </p:txBody>
      </p:sp>
      <p:sp>
        <p:nvSpPr>
          <p:cNvPr id="7" name="Text Placeholder 6">
            <a:extLst>
              <a:ext uri="{FF2B5EF4-FFF2-40B4-BE49-F238E27FC236}">
                <a16:creationId xmlns:a16="http://schemas.microsoft.com/office/drawing/2014/main" id="{9C54ADE7-5646-CCC6-4EAB-278543FB2EBE}"/>
              </a:ext>
            </a:extLst>
          </p:cNvPr>
          <p:cNvSpPr>
            <a:spLocks noGrp="1"/>
          </p:cNvSpPr>
          <p:nvPr>
            <p:ph type="body" sz="quarter" idx="24"/>
          </p:nvPr>
        </p:nvSpPr>
        <p:spPr/>
        <p:txBody>
          <a:bodyPr/>
          <a:lstStyle/>
          <a:p>
            <a:r>
              <a:rPr lang="en-US" b="1" dirty="0">
                <a:solidFill>
                  <a:srgbClr val="0071BB"/>
                </a:solidFill>
              </a:rPr>
              <a:t>IDHP</a:t>
            </a:r>
            <a:endParaRPr lang="LID4096" dirty="0"/>
          </a:p>
        </p:txBody>
      </p:sp>
      <mc:AlternateContent xmlns:mc="http://schemas.openxmlformats.org/markup-compatibility/2006" xmlns:a14="http://schemas.microsoft.com/office/drawing/2010/main">
        <mc:Choice Requires="a14">
          <p:sp>
            <p:nvSpPr>
              <p:cNvPr id="8" name="Text Placeholder 7">
                <a:extLst>
                  <a:ext uri="{FF2B5EF4-FFF2-40B4-BE49-F238E27FC236}">
                    <a16:creationId xmlns:a16="http://schemas.microsoft.com/office/drawing/2014/main" id="{18838E78-974D-707F-31CF-BF3B9A9154EF}"/>
                  </a:ext>
                </a:extLst>
              </p:cNvPr>
              <p:cNvSpPr>
                <a:spLocks noGrp="1"/>
              </p:cNvSpPr>
              <p:nvPr>
                <p:ph type="body" sz="quarter" idx="25"/>
              </p:nvPr>
            </p:nvSpPr>
            <p:spPr/>
            <p:txBody>
              <a:bodyPr/>
              <a:lstStyle/>
              <a:p>
                <a:r>
                  <a:rPr lang="en-US" b="1" dirty="0">
                    <a:solidFill>
                      <a:srgbClr val="B52E19"/>
                    </a:solidFill>
                  </a:rPr>
                  <a:t>MIDHP(</a:t>
                </a:r>
                <a14:m>
                  <m:oMath xmlns:m="http://schemas.openxmlformats.org/officeDocument/2006/math">
                    <m:r>
                      <a:rPr lang="en-US" b="1">
                        <a:solidFill>
                          <a:srgbClr val="B52E19"/>
                        </a:solidFill>
                        <a:latin typeface="Cambria Math" panose="02040503050406030204" pitchFamily="18" charset="0"/>
                      </a:rPr>
                      <m:t>𝛌</m:t>
                    </m:r>
                  </m:oMath>
                </a14:m>
                <a:r>
                  <a:rPr lang="en-US" b="1" dirty="0">
                    <a:solidFill>
                      <a:srgbClr val="B52E19"/>
                    </a:solidFill>
                  </a:rPr>
                  <a:t>)</a:t>
                </a:r>
                <a:br>
                  <a:rPr lang="en-US" b="1" dirty="0">
                    <a:solidFill>
                      <a:srgbClr val="B52E19"/>
                    </a:solidFill>
                  </a:rPr>
                </a:br>
                <a:endParaRPr lang="LID4096" dirty="0"/>
              </a:p>
            </p:txBody>
          </p:sp>
        </mc:Choice>
        <mc:Fallback xmlns="">
          <p:sp>
            <p:nvSpPr>
              <p:cNvPr id="8" name="Text Placeholder 7">
                <a:extLst>
                  <a:ext uri="{FF2B5EF4-FFF2-40B4-BE49-F238E27FC236}">
                    <a16:creationId xmlns:a16="http://schemas.microsoft.com/office/drawing/2014/main" id="{18838E78-974D-707F-31CF-BF3B9A9154EF}"/>
                  </a:ext>
                </a:extLst>
              </p:cNvPr>
              <p:cNvSpPr>
                <a:spLocks noGrp="1" noRot="1" noChangeAspect="1" noMove="1" noResize="1" noEditPoints="1" noAdjustHandles="1" noChangeArrowheads="1" noChangeShapeType="1" noTextEdit="1"/>
              </p:cNvSpPr>
              <p:nvPr>
                <p:ph type="body" sz="quarter" idx="25"/>
              </p:nvPr>
            </p:nvSpPr>
            <p:spPr>
              <a:blipFill>
                <a:blip r:embed="rId3"/>
                <a:stretch>
                  <a:fillRect t="-44898" b="-71429"/>
                </a:stretch>
              </a:blipFill>
            </p:spPr>
            <p:txBody>
              <a:bodyPr/>
              <a:lstStyle/>
              <a:p>
                <a:r>
                  <a:rPr lang="LID4096">
                    <a:noFill/>
                  </a:rPr>
                  <a:t> </a:t>
                </a:r>
              </a:p>
            </p:txBody>
          </p:sp>
        </mc:Fallback>
      </mc:AlternateContent>
      <p:pic>
        <p:nvPicPr>
          <p:cNvPr id="12" name="Picture Placeholder 21" descr="A graph of a wave&#10;&#10;Description automatically generated with medium confidence">
            <a:extLst>
              <a:ext uri="{FF2B5EF4-FFF2-40B4-BE49-F238E27FC236}">
                <a16:creationId xmlns:a16="http://schemas.microsoft.com/office/drawing/2014/main" id="{DC81D945-0AD4-919D-B897-BBBB164E40E5}"/>
              </a:ext>
            </a:extLst>
          </p:cNvPr>
          <p:cNvPicPr>
            <a:picLocks noGrp="1" noChangeAspect="1"/>
          </p:cNvPicPr>
          <p:nvPr>
            <p:ph type="pic" sz="quarter" idx="22"/>
          </p:nvPr>
        </p:nvPicPr>
        <p:blipFill>
          <a:blip r:embed="rId4">
            <a:extLst>
              <a:ext uri="{28A0092B-C50C-407E-A947-70E740481C1C}">
                <a14:useLocalDpi xmlns:a14="http://schemas.microsoft.com/office/drawing/2010/main" val="0"/>
              </a:ext>
            </a:extLst>
          </a:blip>
          <a:srcRect l="252" r="252"/>
          <a:stretch>
            <a:fillRect/>
          </a:stretch>
        </p:blipFill>
        <p:spPr>
          <a:xfrm>
            <a:off x="719138" y="1749425"/>
            <a:ext cx="5373687" cy="3330575"/>
          </a:xfrm>
        </p:spPr>
      </p:pic>
      <p:pic>
        <p:nvPicPr>
          <p:cNvPr id="16" name="Picture Placeholder 15" descr="A graph of a wave&#10;&#10;Description automatically generated with medium confidence">
            <a:extLst>
              <a:ext uri="{FF2B5EF4-FFF2-40B4-BE49-F238E27FC236}">
                <a16:creationId xmlns:a16="http://schemas.microsoft.com/office/drawing/2014/main" id="{EE84FD4C-F00B-0107-715C-F51F7A9CAD01}"/>
              </a:ext>
            </a:extLst>
          </p:cNvPr>
          <p:cNvPicPr>
            <a:picLocks noGrp="1" noChangeAspect="1"/>
          </p:cNvPicPr>
          <p:nvPr>
            <p:ph type="pic" sz="quarter" idx="23"/>
          </p:nvPr>
        </p:nvPicPr>
        <p:blipFill>
          <a:blip r:embed="rId5">
            <a:extLst>
              <a:ext uri="{28A0092B-C50C-407E-A947-70E740481C1C}">
                <a14:useLocalDpi xmlns:a14="http://schemas.microsoft.com/office/drawing/2010/main" val="0"/>
              </a:ext>
            </a:extLst>
          </a:blip>
          <a:srcRect l="252" r="252"/>
          <a:stretch>
            <a:fillRect/>
          </a:stretch>
        </p:blipFill>
        <p:spPr/>
      </p:pic>
    </p:spTree>
    <p:extLst>
      <p:ext uri="{BB962C8B-B14F-4D97-AF65-F5344CB8AC3E}">
        <p14:creationId xmlns:p14="http://schemas.microsoft.com/office/powerpoint/2010/main" val="5164887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5D07DDE-B0C8-58ED-41AF-6212A1210170}"/>
              </a:ext>
            </a:extLst>
          </p:cNvPr>
          <p:cNvSpPr>
            <a:spLocks noGrp="1"/>
          </p:cNvSpPr>
          <p:nvPr>
            <p:ph type="dt" sz="half" idx="18"/>
          </p:nvPr>
        </p:nvSpPr>
        <p:spPr/>
        <p:txBody>
          <a:bodyPr/>
          <a:lstStyle/>
          <a:p>
            <a:r>
              <a:rPr lang="LID4096"/>
              <a:t>08/30/2024</a:t>
            </a:r>
            <a:endParaRPr lang="en-GB" dirty="0"/>
          </a:p>
        </p:txBody>
      </p:sp>
      <p:sp>
        <p:nvSpPr>
          <p:cNvPr id="3" name="Slide Number Placeholder 2">
            <a:extLst>
              <a:ext uri="{FF2B5EF4-FFF2-40B4-BE49-F238E27FC236}">
                <a16:creationId xmlns:a16="http://schemas.microsoft.com/office/drawing/2014/main" id="{607E7C03-62BA-E31B-4769-F866F9419E11}"/>
              </a:ext>
            </a:extLst>
          </p:cNvPr>
          <p:cNvSpPr>
            <a:spLocks noGrp="1"/>
          </p:cNvSpPr>
          <p:nvPr>
            <p:ph type="sldNum" sz="quarter" idx="20"/>
          </p:nvPr>
        </p:nvSpPr>
        <p:spPr/>
        <p:txBody>
          <a:bodyPr/>
          <a:lstStyle/>
          <a:p>
            <a:fld id="{9E843DB9-9987-4157-AB9C-CEA8D7D910BB}" type="slidenum">
              <a:rPr lang="en-GB" smtClean="0"/>
              <a:pPr/>
              <a:t>54</a:t>
            </a:fld>
            <a:endParaRPr lang="en-GB" dirty="0"/>
          </a:p>
        </p:txBody>
      </p:sp>
      <p:sp>
        <p:nvSpPr>
          <p:cNvPr id="4" name="Title 3">
            <a:extLst>
              <a:ext uri="{FF2B5EF4-FFF2-40B4-BE49-F238E27FC236}">
                <a16:creationId xmlns:a16="http://schemas.microsoft.com/office/drawing/2014/main" id="{0CDC0F11-59DF-E8C4-B1F6-E4EA8678941F}"/>
              </a:ext>
            </a:extLst>
          </p:cNvPr>
          <p:cNvSpPr>
            <a:spLocks noGrp="1"/>
          </p:cNvSpPr>
          <p:nvPr>
            <p:ph type="title"/>
          </p:nvPr>
        </p:nvSpPr>
        <p:spPr/>
        <p:txBody>
          <a:bodyPr/>
          <a:lstStyle/>
          <a:p>
            <a:r>
              <a:rPr lang="en-US" dirty="0"/>
              <a:t>Test 2- Manoeuvre with no fault </a:t>
            </a:r>
            <a:endParaRPr lang="LID4096" dirty="0"/>
          </a:p>
        </p:txBody>
      </p:sp>
      <p:sp>
        <p:nvSpPr>
          <p:cNvPr id="7" name="Text Placeholder 6">
            <a:extLst>
              <a:ext uri="{FF2B5EF4-FFF2-40B4-BE49-F238E27FC236}">
                <a16:creationId xmlns:a16="http://schemas.microsoft.com/office/drawing/2014/main" id="{9C54ADE7-5646-CCC6-4EAB-278543FB2EBE}"/>
              </a:ext>
            </a:extLst>
          </p:cNvPr>
          <p:cNvSpPr>
            <a:spLocks noGrp="1"/>
          </p:cNvSpPr>
          <p:nvPr>
            <p:ph type="body" sz="quarter" idx="24"/>
          </p:nvPr>
        </p:nvSpPr>
        <p:spPr/>
        <p:txBody>
          <a:bodyPr/>
          <a:lstStyle/>
          <a:p>
            <a:r>
              <a:rPr lang="en-US" b="1" dirty="0">
                <a:solidFill>
                  <a:srgbClr val="0071BB"/>
                </a:solidFill>
              </a:rPr>
              <a:t>IDHP</a:t>
            </a:r>
            <a:endParaRPr lang="LID4096" dirty="0"/>
          </a:p>
        </p:txBody>
      </p:sp>
      <mc:AlternateContent xmlns:mc="http://schemas.openxmlformats.org/markup-compatibility/2006" xmlns:a14="http://schemas.microsoft.com/office/drawing/2010/main">
        <mc:Choice Requires="a14">
          <p:sp>
            <p:nvSpPr>
              <p:cNvPr id="8" name="Text Placeholder 7">
                <a:extLst>
                  <a:ext uri="{FF2B5EF4-FFF2-40B4-BE49-F238E27FC236}">
                    <a16:creationId xmlns:a16="http://schemas.microsoft.com/office/drawing/2014/main" id="{18838E78-974D-707F-31CF-BF3B9A9154EF}"/>
                  </a:ext>
                </a:extLst>
              </p:cNvPr>
              <p:cNvSpPr>
                <a:spLocks noGrp="1"/>
              </p:cNvSpPr>
              <p:nvPr>
                <p:ph type="body" sz="quarter" idx="25"/>
              </p:nvPr>
            </p:nvSpPr>
            <p:spPr/>
            <p:txBody>
              <a:bodyPr/>
              <a:lstStyle/>
              <a:p>
                <a:r>
                  <a:rPr lang="en-US" b="1" dirty="0">
                    <a:solidFill>
                      <a:srgbClr val="F9AC2F"/>
                    </a:solidFill>
                  </a:rPr>
                  <a:t>IDHP(</a:t>
                </a:r>
                <a14:m>
                  <m:oMath xmlns:m="http://schemas.openxmlformats.org/officeDocument/2006/math">
                    <m:r>
                      <a:rPr lang="en-US" b="1" i="1" smtClean="0">
                        <a:solidFill>
                          <a:srgbClr val="F9AC2F"/>
                        </a:solidFill>
                        <a:latin typeface="Cambria Math" panose="02040503050406030204" pitchFamily="18" charset="0"/>
                      </a:rPr>
                      <m:t>𝝀</m:t>
                    </m:r>
                  </m:oMath>
                </a14:m>
                <a:r>
                  <a:rPr lang="en-US" b="1" dirty="0">
                    <a:solidFill>
                      <a:srgbClr val="F9AC2F"/>
                    </a:solidFill>
                  </a:rPr>
                  <a:t>)</a:t>
                </a:r>
                <a:endParaRPr lang="LID4096" b="1" dirty="0">
                  <a:solidFill>
                    <a:srgbClr val="F9AC2F"/>
                  </a:solidFill>
                </a:endParaRPr>
              </a:p>
              <a:p>
                <a:endParaRPr lang="LID4096" dirty="0"/>
              </a:p>
            </p:txBody>
          </p:sp>
        </mc:Choice>
        <mc:Fallback xmlns="">
          <p:sp>
            <p:nvSpPr>
              <p:cNvPr id="8" name="Text Placeholder 7">
                <a:extLst>
                  <a:ext uri="{FF2B5EF4-FFF2-40B4-BE49-F238E27FC236}">
                    <a16:creationId xmlns:a16="http://schemas.microsoft.com/office/drawing/2014/main" id="{18838E78-974D-707F-31CF-BF3B9A9154EF}"/>
                  </a:ext>
                </a:extLst>
              </p:cNvPr>
              <p:cNvSpPr>
                <a:spLocks noGrp="1" noRot="1" noChangeAspect="1" noMove="1" noResize="1" noEditPoints="1" noAdjustHandles="1" noChangeArrowheads="1" noChangeShapeType="1" noTextEdit="1"/>
              </p:cNvSpPr>
              <p:nvPr>
                <p:ph type="body" sz="quarter" idx="25"/>
              </p:nvPr>
            </p:nvSpPr>
            <p:spPr>
              <a:blipFill>
                <a:blip r:embed="rId3"/>
                <a:stretch>
                  <a:fillRect t="-44898" b="-71429"/>
                </a:stretch>
              </a:blipFill>
            </p:spPr>
            <p:txBody>
              <a:bodyPr/>
              <a:lstStyle/>
              <a:p>
                <a:r>
                  <a:rPr lang="LID4096">
                    <a:noFill/>
                  </a:rPr>
                  <a:t> </a:t>
                </a:r>
              </a:p>
            </p:txBody>
          </p:sp>
        </mc:Fallback>
      </mc:AlternateContent>
      <p:pic>
        <p:nvPicPr>
          <p:cNvPr id="18" name="Picture Placeholder 17" descr="A graph of a waveform&#10;&#10;Description automatically generated with medium confidence">
            <a:extLst>
              <a:ext uri="{FF2B5EF4-FFF2-40B4-BE49-F238E27FC236}">
                <a16:creationId xmlns:a16="http://schemas.microsoft.com/office/drawing/2014/main" id="{D3016FE9-1276-E8F0-B821-F614C626A957}"/>
              </a:ext>
            </a:extLst>
          </p:cNvPr>
          <p:cNvPicPr>
            <a:picLocks noGrp="1" noChangeAspect="1"/>
          </p:cNvPicPr>
          <p:nvPr>
            <p:ph type="pic" sz="quarter" idx="23"/>
          </p:nvPr>
        </p:nvPicPr>
        <p:blipFill>
          <a:blip r:embed="rId4">
            <a:extLst>
              <a:ext uri="{28A0092B-C50C-407E-A947-70E740481C1C}">
                <a14:useLocalDpi xmlns:a14="http://schemas.microsoft.com/office/drawing/2010/main" val="0"/>
              </a:ext>
            </a:extLst>
          </a:blip>
          <a:srcRect l="252" r="252"/>
          <a:stretch>
            <a:fillRect/>
          </a:stretch>
        </p:blipFill>
        <p:spPr/>
      </p:pic>
      <p:pic>
        <p:nvPicPr>
          <p:cNvPr id="16" name="Picture Placeholder 15" descr="A graph of a waveform&#10;&#10;Description automatically generated with medium confidence">
            <a:extLst>
              <a:ext uri="{FF2B5EF4-FFF2-40B4-BE49-F238E27FC236}">
                <a16:creationId xmlns:a16="http://schemas.microsoft.com/office/drawing/2014/main" id="{CC93D762-1137-7009-7883-95202333F649}"/>
              </a:ext>
            </a:extLst>
          </p:cNvPr>
          <p:cNvPicPr>
            <a:picLocks noGrp="1" noChangeAspect="1"/>
          </p:cNvPicPr>
          <p:nvPr>
            <p:ph type="pic" sz="quarter" idx="22"/>
          </p:nvPr>
        </p:nvPicPr>
        <p:blipFill>
          <a:blip r:embed="rId5">
            <a:extLst>
              <a:ext uri="{28A0092B-C50C-407E-A947-70E740481C1C}">
                <a14:useLocalDpi xmlns:a14="http://schemas.microsoft.com/office/drawing/2010/main" val="0"/>
              </a:ext>
            </a:extLst>
          </a:blip>
          <a:srcRect l="252" r="252"/>
          <a:stretch>
            <a:fillRect/>
          </a:stretch>
        </p:blipFill>
        <p:spPr/>
      </p:pic>
    </p:spTree>
    <p:extLst>
      <p:ext uri="{BB962C8B-B14F-4D97-AF65-F5344CB8AC3E}">
        <p14:creationId xmlns:p14="http://schemas.microsoft.com/office/powerpoint/2010/main" val="245647544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5D07DDE-B0C8-58ED-41AF-6212A1210170}"/>
              </a:ext>
            </a:extLst>
          </p:cNvPr>
          <p:cNvSpPr>
            <a:spLocks noGrp="1"/>
          </p:cNvSpPr>
          <p:nvPr>
            <p:ph type="dt" sz="half" idx="18"/>
          </p:nvPr>
        </p:nvSpPr>
        <p:spPr/>
        <p:txBody>
          <a:bodyPr/>
          <a:lstStyle/>
          <a:p>
            <a:r>
              <a:rPr lang="LID4096"/>
              <a:t>08/30/2024</a:t>
            </a:r>
            <a:endParaRPr lang="en-GB" dirty="0"/>
          </a:p>
        </p:txBody>
      </p:sp>
      <p:sp>
        <p:nvSpPr>
          <p:cNvPr id="3" name="Slide Number Placeholder 2">
            <a:extLst>
              <a:ext uri="{FF2B5EF4-FFF2-40B4-BE49-F238E27FC236}">
                <a16:creationId xmlns:a16="http://schemas.microsoft.com/office/drawing/2014/main" id="{607E7C03-62BA-E31B-4769-F866F9419E11}"/>
              </a:ext>
            </a:extLst>
          </p:cNvPr>
          <p:cNvSpPr>
            <a:spLocks noGrp="1"/>
          </p:cNvSpPr>
          <p:nvPr>
            <p:ph type="sldNum" sz="quarter" idx="20"/>
          </p:nvPr>
        </p:nvSpPr>
        <p:spPr/>
        <p:txBody>
          <a:bodyPr/>
          <a:lstStyle/>
          <a:p>
            <a:fld id="{9E843DB9-9987-4157-AB9C-CEA8D7D910BB}" type="slidenum">
              <a:rPr lang="en-GB" smtClean="0"/>
              <a:pPr/>
              <a:t>55</a:t>
            </a:fld>
            <a:endParaRPr lang="en-GB" dirty="0"/>
          </a:p>
        </p:txBody>
      </p:sp>
      <p:sp>
        <p:nvSpPr>
          <p:cNvPr id="4" name="Title 3">
            <a:extLst>
              <a:ext uri="{FF2B5EF4-FFF2-40B4-BE49-F238E27FC236}">
                <a16:creationId xmlns:a16="http://schemas.microsoft.com/office/drawing/2014/main" id="{0CDC0F11-59DF-E8C4-B1F6-E4EA8678941F}"/>
              </a:ext>
            </a:extLst>
          </p:cNvPr>
          <p:cNvSpPr>
            <a:spLocks noGrp="1"/>
          </p:cNvSpPr>
          <p:nvPr>
            <p:ph type="title"/>
          </p:nvPr>
        </p:nvSpPr>
        <p:spPr/>
        <p:txBody>
          <a:bodyPr/>
          <a:lstStyle/>
          <a:p>
            <a:r>
              <a:rPr lang="en-US" dirty="0"/>
              <a:t>Test 2- Manoeuvre with no fault </a:t>
            </a:r>
            <a:endParaRPr lang="LID4096" dirty="0"/>
          </a:p>
        </p:txBody>
      </p:sp>
      <p:sp>
        <p:nvSpPr>
          <p:cNvPr id="7" name="Text Placeholder 6">
            <a:extLst>
              <a:ext uri="{FF2B5EF4-FFF2-40B4-BE49-F238E27FC236}">
                <a16:creationId xmlns:a16="http://schemas.microsoft.com/office/drawing/2014/main" id="{9C54ADE7-5646-CCC6-4EAB-278543FB2EBE}"/>
              </a:ext>
            </a:extLst>
          </p:cNvPr>
          <p:cNvSpPr>
            <a:spLocks noGrp="1"/>
          </p:cNvSpPr>
          <p:nvPr>
            <p:ph type="body" sz="quarter" idx="24"/>
          </p:nvPr>
        </p:nvSpPr>
        <p:spPr/>
        <p:txBody>
          <a:bodyPr/>
          <a:lstStyle/>
          <a:p>
            <a:r>
              <a:rPr lang="en-US" b="1" dirty="0">
                <a:solidFill>
                  <a:srgbClr val="0071BB"/>
                </a:solidFill>
              </a:rPr>
              <a:t>IDHP</a:t>
            </a:r>
            <a:endParaRPr lang="LID4096" dirty="0"/>
          </a:p>
        </p:txBody>
      </p:sp>
      <p:sp>
        <p:nvSpPr>
          <p:cNvPr id="8" name="Text Placeholder 7">
            <a:extLst>
              <a:ext uri="{FF2B5EF4-FFF2-40B4-BE49-F238E27FC236}">
                <a16:creationId xmlns:a16="http://schemas.microsoft.com/office/drawing/2014/main" id="{18838E78-974D-707F-31CF-BF3B9A9154EF}"/>
              </a:ext>
            </a:extLst>
          </p:cNvPr>
          <p:cNvSpPr>
            <a:spLocks noGrp="1"/>
          </p:cNvSpPr>
          <p:nvPr>
            <p:ph type="body" sz="quarter" idx="25"/>
          </p:nvPr>
        </p:nvSpPr>
        <p:spPr/>
        <p:txBody>
          <a:bodyPr/>
          <a:lstStyle/>
          <a:p>
            <a:r>
              <a:rPr lang="en-US" sz="2400" b="1" dirty="0">
                <a:solidFill>
                  <a:srgbClr val="009A55"/>
                </a:solidFill>
                <a:latin typeface="Times New Roman" panose="02020603050405020304" pitchFamily="18" charset="0"/>
                <a:cs typeface="Times New Roman" panose="02020603050405020304" pitchFamily="18" charset="0"/>
              </a:rPr>
              <a:t>MIDHP</a:t>
            </a:r>
            <a:endParaRPr lang="LID4096" dirty="0"/>
          </a:p>
        </p:txBody>
      </p:sp>
      <p:pic>
        <p:nvPicPr>
          <p:cNvPr id="10" name="Picture Placeholder 15" descr="A graph of a waveform&#10;&#10;Description automatically generated with medium confidence">
            <a:extLst>
              <a:ext uri="{FF2B5EF4-FFF2-40B4-BE49-F238E27FC236}">
                <a16:creationId xmlns:a16="http://schemas.microsoft.com/office/drawing/2014/main" id="{305AFAAA-07E0-BA60-DEC4-0CC52A954CE3}"/>
              </a:ext>
            </a:extLst>
          </p:cNvPr>
          <p:cNvPicPr>
            <a:picLocks noGrp="1" noChangeAspect="1"/>
          </p:cNvPicPr>
          <p:nvPr>
            <p:ph type="pic" sz="quarter" idx="22"/>
          </p:nvPr>
        </p:nvPicPr>
        <p:blipFill>
          <a:blip r:embed="rId3">
            <a:extLst>
              <a:ext uri="{28A0092B-C50C-407E-A947-70E740481C1C}">
                <a14:useLocalDpi xmlns:a14="http://schemas.microsoft.com/office/drawing/2010/main" val="0"/>
              </a:ext>
            </a:extLst>
          </a:blip>
          <a:srcRect l="252" r="252"/>
          <a:stretch>
            <a:fillRect/>
          </a:stretch>
        </p:blipFill>
        <p:spPr>
          <a:xfrm>
            <a:off x="719138" y="1749425"/>
            <a:ext cx="5373687" cy="3330575"/>
          </a:xfrm>
        </p:spPr>
      </p:pic>
      <p:pic>
        <p:nvPicPr>
          <p:cNvPr id="16" name="Picture Placeholder 15" descr="A graph of a wave&#10;&#10;Description automatically generated with medium confidence">
            <a:extLst>
              <a:ext uri="{FF2B5EF4-FFF2-40B4-BE49-F238E27FC236}">
                <a16:creationId xmlns:a16="http://schemas.microsoft.com/office/drawing/2014/main" id="{FCCD6FC6-24AA-473A-D044-F81BF22F917E}"/>
              </a:ext>
            </a:extLst>
          </p:cNvPr>
          <p:cNvPicPr>
            <a:picLocks noGrp="1" noChangeAspect="1"/>
          </p:cNvPicPr>
          <p:nvPr>
            <p:ph type="pic" sz="quarter" idx="23"/>
          </p:nvPr>
        </p:nvPicPr>
        <p:blipFill>
          <a:blip r:embed="rId4">
            <a:extLst>
              <a:ext uri="{28A0092B-C50C-407E-A947-70E740481C1C}">
                <a14:useLocalDpi xmlns:a14="http://schemas.microsoft.com/office/drawing/2010/main" val="0"/>
              </a:ext>
            </a:extLst>
          </a:blip>
          <a:srcRect l="252" r="252"/>
          <a:stretch>
            <a:fillRect/>
          </a:stretch>
        </p:blipFill>
        <p:spPr/>
      </p:pic>
    </p:spTree>
    <p:extLst>
      <p:ext uri="{BB962C8B-B14F-4D97-AF65-F5344CB8AC3E}">
        <p14:creationId xmlns:p14="http://schemas.microsoft.com/office/powerpoint/2010/main" val="249088471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5D07DDE-B0C8-58ED-41AF-6212A1210170}"/>
              </a:ext>
            </a:extLst>
          </p:cNvPr>
          <p:cNvSpPr>
            <a:spLocks noGrp="1"/>
          </p:cNvSpPr>
          <p:nvPr>
            <p:ph type="dt" sz="half" idx="18"/>
          </p:nvPr>
        </p:nvSpPr>
        <p:spPr/>
        <p:txBody>
          <a:bodyPr/>
          <a:lstStyle/>
          <a:p>
            <a:r>
              <a:rPr lang="LID4096"/>
              <a:t>08/30/2024</a:t>
            </a:r>
            <a:endParaRPr lang="en-GB" dirty="0"/>
          </a:p>
        </p:txBody>
      </p:sp>
      <p:sp>
        <p:nvSpPr>
          <p:cNvPr id="3" name="Slide Number Placeholder 2">
            <a:extLst>
              <a:ext uri="{FF2B5EF4-FFF2-40B4-BE49-F238E27FC236}">
                <a16:creationId xmlns:a16="http://schemas.microsoft.com/office/drawing/2014/main" id="{607E7C03-62BA-E31B-4769-F866F9419E11}"/>
              </a:ext>
            </a:extLst>
          </p:cNvPr>
          <p:cNvSpPr>
            <a:spLocks noGrp="1"/>
          </p:cNvSpPr>
          <p:nvPr>
            <p:ph type="sldNum" sz="quarter" idx="20"/>
          </p:nvPr>
        </p:nvSpPr>
        <p:spPr/>
        <p:txBody>
          <a:bodyPr/>
          <a:lstStyle/>
          <a:p>
            <a:fld id="{9E843DB9-9987-4157-AB9C-CEA8D7D910BB}" type="slidenum">
              <a:rPr lang="en-GB" smtClean="0"/>
              <a:pPr/>
              <a:t>56</a:t>
            </a:fld>
            <a:endParaRPr lang="en-GB" dirty="0"/>
          </a:p>
        </p:txBody>
      </p:sp>
      <p:sp>
        <p:nvSpPr>
          <p:cNvPr id="4" name="Title 3">
            <a:extLst>
              <a:ext uri="{FF2B5EF4-FFF2-40B4-BE49-F238E27FC236}">
                <a16:creationId xmlns:a16="http://schemas.microsoft.com/office/drawing/2014/main" id="{0CDC0F11-59DF-E8C4-B1F6-E4EA8678941F}"/>
              </a:ext>
            </a:extLst>
          </p:cNvPr>
          <p:cNvSpPr>
            <a:spLocks noGrp="1"/>
          </p:cNvSpPr>
          <p:nvPr>
            <p:ph type="title"/>
          </p:nvPr>
        </p:nvSpPr>
        <p:spPr/>
        <p:txBody>
          <a:bodyPr/>
          <a:lstStyle/>
          <a:p>
            <a:r>
              <a:rPr lang="en-US" dirty="0"/>
              <a:t>Test 2- Manoeuvre with no fault </a:t>
            </a:r>
            <a:endParaRPr lang="LID4096" dirty="0"/>
          </a:p>
        </p:txBody>
      </p:sp>
      <p:sp>
        <p:nvSpPr>
          <p:cNvPr id="7" name="Text Placeholder 6">
            <a:extLst>
              <a:ext uri="{FF2B5EF4-FFF2-40B4-BE49-F238E27FC236}">
                <a16:creationId xmlns:a16="http://schemas.microsoft.com/office/drawing/2014/main" id="{9C54ADE7-5646-CCC6-4EAB-278543FB2EBE}"/>
              </a:ext>
            </a:extLst>
          </p:cNvPr>
          <p:cNvSpPr>
            <a:spLocks noGrp="1"/>
          </p:cNvSpPr>
          <p:nvPr>
            <p:ph type="body" sz="quarter" idx="24"/>
          </p:nvPr>
        </p:nvSpPr>
        <p:spPr/>
        <p:txBody>
          <a:bodyPr/>
          <a:lstStyle/>
          <a:p>
            <a:r>
              <a:rPr lang="en-US" b="1" dirty="0">
                <a:solidFill>
                  <a:srgbClr val="0071BB"/>
                </a:solidFill>
              </a:rPr>
              <a:t>IDHP</a:t>
            </a:r>
            <a:endParaRPr lang="LID4096" dirty="0"/>
          </a:p>
        </p:txBody>
      </p:sp>
      <mc:AlternateContent xmlns:mc="http://schemas.openxmlformats.org/markup-compatibility/2006" xmlns:a14="http://schemas.microsoft.com/office/drawing/2010/main">
        <mc:Choice Requires="a14">
          <p:sp>
            <p:nvSpPr>
              <p:cNvPr id="8" name="Text Placeholder 7">
                <a:extLst>
                  <a:ext uri="{FF2B5EF4-FFF2-40B4-BE49-F238E27FC236}">
                    <a16:creationId xmlns:a16="http://schemas.microsoft.com/office/drawing/2014/main" id="{18838E78-974D-707F-31CF-BF3B9A9154EF}"/>
                  </a:ext>
                </a:extLst>
              </p:cNvPr>
              <p:cNvSpPr>
                <a:spLocks noGrp="1"/>
              </p:cNvSpPr>
              <p:nvPr>
                <p:ph type="body" sz="quarter" idx="25"/>
              </p:nvPr>
            </p:nvSpPr>
            <p:spPr/>
            <p:txBody>
              <a:bodyPr/>
              <a:lstStyle/>
              <a:p>
                <a:r>
                  <a:rPr lang="en-US" b="1" dirty="0">
                    <a:solidFill>
                      <a:srgbClr val="B52E19"/>
                    </a:solidFill>
                  </a:rPr>
                  <a:t>MIDHP(</a:t>
                </a:r>
                <a14:m>
                  <m:oMath xmlns:m="http://schemas.openxmlformats.org/officeDocument/2006/math">
                    <m:r>
                      <a:rPr lang="en-US" b="1">
                        <a:solidFill>
                          <a:srgbClr val="B52E19"/>
                        </a:solidFill>
                        <a:latin typeface="Cambria Math" panose="02040503050406030204" pitchFamily="18" charset="0"/>
                      </a:rPr>
                      <m:t>𝛌</m:t>
                    </m:r>
                  </m:oMath>
                </a14:m>
                <a:r>
                  <a:rPr lang="en-US" b="1" dirty="0">
                    <a:solidFill>
                      <a:srgbClr val="B52E19"/>
                    </a:solidFill>
                  </a:rPr>
                  <a:t>)</a:t>
                </a:r>
                <a:br>
                  <a:rPr lang="en-US" b="1" dirty="0">
                    <a:solidFill>
                      <a:srgbClr val="B52E19"/>
                    </a:solidFill>
                  </a:rPr>
                </a:br>
                <a:endParaRPr lang="LID4096" dirty="0"/>
              </a:p>
            </p:txBody>
          </p:sp>
        </mc:Choice>
        <mc:Fallback xmlns="">
          <p:sp>
            <p:nvSpPr>
              <p:cNvPr id="8" name="Text Placeholder 7">
                <a:extLst>
                  <a:ext uri="{FF2B5EF4-FFF2-40B4-BE49-F238E27FC236}">
                    <a16:creationId xmlns:a16="http://schemas.microsoft.com/office/drawing/2014/main" id="{18838E78-974D-707F-31CF-BF3B9A9154EF}"/>
                  </a:ext>
                </a:extLst>
              </p:cNvPr>
              <p:cNvSpPr>
                <a:spLocks noGrp="1" noRot="1" noChangeAspect="1" noMove="1" noResize="1" noEditPoints="1" noAdjustHandles="1" noChangeArrowheads="1" noChangeShapeType="1" noTextEdit="1"/>
              </p:cNvSpPr>
              <p:nvPr>
                <p:ph type="body" sz="quarter" idx="25"/>
              </p:nvPr>
            </p:nvSpPr>
            <p:spPr>
              <a:blipFill>
                <a:blip r:embed="rId2"/>
                <a:stretch>
                  <a:fillRect t="-44898" b="-71429"/>
                </a:stretch>
              </a:blipFill>
            </p:spPr>
            <p:txBody>
              <a:bodyPr/>
              <a:lstStyle/>
              <a:p>
                <a:r>
                  <a:rPr lang="LID4096">
                    <a:noFill/>
                  </a:rPr>
                  <a:t> </a:t>
                </a:r>
              </a:p>
            </p:txBody>
          </p:sp>
        </mc:Fallback>
      </mc:AlternateContent>
      <p:pic>
        <p:nvPicPr>
          <p:cNvPr id="9" name="Picture Placeholder 15" descr="A graph of a waveform&#10;&#10;Description automatically generated with medium confidence">
            <a:extLst>
              <a:ext uri="{FF2B5EF4-FFF2-40B4-BE49-F238E27FC236}">
                <a16:creationId xmlns:a16="http://schemas.microsoft.com/office/drawing/2014/main" id="{1E900485-2DC0-89C3-ED7E-9752C9E71069}"/>
              </a:ext>
            </a:extLst>
          </p:cNvPr>
          <p:cNvPicPr>
            <a:picLocks noGrp="1" noChangeAspect="1"/>
          </p:cNvPicPr>
          <p:nvPr>
            <p:ph type="pic" sz="quarter" idx="22"/>
          </p:nvPr>
        </p:nvPicPr>
        <p:blipFill>
          <a:blip r:embed="rId3">
            <a:extLst>
              <a:ext uri="{28A0092B-C50C-407E-A947-70E740481C1C}">
                <a14:useLocalDpi xmlns:a14="http://schemas.microsoft.com/office/drawing/2010/main" val="0"/>
              </a:ext>
            </a:extLst>
          </a:blip>
          <a:srcRect l="252" r="252"/>
          <a:stretch>
            <a:fillRect/>
          </a:stretch>
        </p:blipFill>
        <p:spPr>
          <a:xfrm>
            <a:off x="719138" y="1749425"/>
            <a:ext cx="5373687" cy="3330575"/>
          </a:xfrm>
        </p:spPr>
      </p:pic>
      <p:pic>
        <p:nvPicPr>
          <p:cNvPr id="19" name="Picture Placeholder 18" descr="A graph of a wave&#10;&#10;Description automatically generated with medium confidence">
            <a:extLst>
              <a:ext uri="{FF2B5EF4-FFF2-40B4-BE49-F238E27FC236}">
                <a16:creationId xmlns:a16="http://schemas.microsoft.com/office/drawing/2014/main" id="{6D6DAE02-5EF4-13B5-078F-3DFCFA62AB8C}"/>
              </a:ext>
            </a:extLst>
          </p:cNvPr>
          <p:cNvPicPr>
            <a:picLocks noGrp="1" noChangeAspect="1"/>
          </p:cNvPicPr>
          <p:nvPr>
            <p:ph type="pic" sz="quarter" idx="23"/>
          </p:nvPr>
        </p:nvPicPr>
        <p:blipFill>
          <a:blip r:embed="rId4">
            <a:extLst>
              <a:ext uri="{28A0092B-C50C-407E-A947-70E740481C1C}">
                <a14:useLocalDpi xmlns:a14="http://schemas.microsoft.com/office/drawing/2010/main" val="0"/>
              </a:ext>
            </a:extLst>
          </a:blip>
          <a:srcRect l="252" r="252"/>
          <a:stretch>
            <a:fillRect/>
          </a:stretch>
        </p:blipFill>
        <p:spPr/>
      </p:pic>
    </p:spTree>
    <p:extLst>
      <p:ext uri="{BB962C8B-B14F-4D97-AF65-F5344CB8AC3E}">
        <p14:creationId xmlns:p14="http://schemas.microsoft.com/office/powerpoint/2010/main" val="109211394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5D07DDE-B0C8-58ED-41AF-6212A1210170}"/>
              </a:ext>
            </a:extLst>
          </p:cNvPr>
          <p:cNvSpPr>
            <a:spLocks noGrp="1"/>
          </p:cNvSpPr>
          <p:nvPr>
            <p:ph type="dt" sz="half" idx="18"/>
          </p:nvPr>
        </p:nvSpPr>
        <p:spPr/>
        <p:txBody>
          <a:bodyPr/>
          <a:lstStyle/>
          <a:p>
            <a:r>
              <a:rPr lang="LID4096"/>
              <a:t>08/30/2024</a:t>
            </a:r>
            <a:endParaRPr lang="en-GB" dirty="0"/>
          </a:p>
        </p:txBody>
      </p:sp>
      <p:sp>
        <p:nvSpPr>
          <p:cNvPr id="3" name="Slide Number Placeholder 2">
            <a:extLst>
              <a:ext uri="{FF2B5EF4-FFF2-40B4-BE49-F238E27FC236}">
                <a16:creationId xmlns:a16="http://schemas.microsoft.com/office/drawing/2014/main" id="{607E7C03-62BA-E31B-4769-F866F9419E11}"/>
              </a:ext>
            </a:extLst>
          </p:cNvPr>
          <p:cNvSpPr>
            <a:spLocks noGrp="1"/>
          </p:cNvSpPr>
          <p:nvPr>
            <p:ph type="sldNum" sz="quarter" idx="20"/>
          </p:nvPr>
        </p:nvSpPr>
        <p:spPr/>
        <p:txBody>
          <a:bodyPr/>
          <a:lstStyle/>
          <a:p>
            <a:fld id="{9E843DB9-9987-4157-AB9C-CEA8D7D910BB}" type="slidenum">
              <a:rPr lang="en-GB" smtClean="0"/>
              <a:pPr/>
              <a:t>57</a:t>
            </a:fld>
            <a:endParaRPr lang="en-GB" dirty="0"/>
          </a:p>
        </p:txBody>
      </p:sp>
      <p:sp>
        <p:nvSpPr>
          <p:cNvPr id="4" name="Title 3">
            <a:extLst>
              <a:ext uri="{FF2B5EF4-FFF2-40B4-BE49-F238E27FC236}">
                <a16:creationId xmlns:a16="http://schemas.microsoft.com/office/drawing/2014/main" id="{0CDC0F11-59DF-E8C4-B1F6-E4EA8678941F}"/>
              </a:ext>
            </a:extLst>
          </p:cNvPr>
          <p:cNvSpPr>
            <a:spLocks noGrp="1"/>
          </p:cNvSpPr>
          <p:nvPr>
            <p:ph type="title"/>
          </p:nvPr>
        </p:nvSpPr>
        <p:spPr/>
        <p:txBody>
          <a:bodyPr/>
          <a:lstStyle/>
          <a:p>
            <a:r>
              <a:rPr lang="en-US" dirty="0"/>
              <a:t>Test 3- Manoeuvre with shift in CG</a:t>
            </a:r>
            <a:endParaRPr lang="LID4096" dirty="0"/>
          </a:p>
        </p:txBody>
      </p:sp>
      <p:sp>
        <p:nvSpPr>
          <p:cNvPr id="7" name="Text Placeholder 6">
            <a:extLst>
              <a:ext uri="{FF2B5EF4-FFF2-40B4-BE49-F238E27FC236}">
                <a16:creationId xmlns:a16="http://schemas.microsoft.com/office/drawing/2014/main" id="{9C54ADE7-5646-CCC6-4EAB-278543FB2EBE}"/>
              </a:ext>
            </a:extLst>
          </p:cNvPr>
          <p:cNvSpPr>
            <a:spLocks noGrp="1"/>
          </p:cNvSpPr>
          <p:nvPr>
            <p:ph type="body" sz="quarter" idx="24"/>
          </p:nvPr>
        </p:nvSpPr>
        <p:spPr/>
        <p:txBody>
          <a:bodyPr/>
          <a:lstStyle/>
          <a:p>
            <a:r>
              <a:rPr lang="en-US" b="1" dirty="0">
                <a:solidFill>
                  <a:srgbClr val="0071BB"/>
                </a:solidFill>
              </a:rPr>
              <a:t>IDHP</a:t>
            </a:r>
            <a:endParaRPr lang="LID4096" dirty="0"/>
          </a:p>
        </p:txBody>
      </p:sp>
      <mc:AlternateContent xmlns:mc="http://schemas.openxmlformats.org/markup-compatibility/2006" xmlns:a14="http://schemas.microsoft.com/office/drawing/2010/main">
        <mc:Choice Requires="a14">
          <p:sp>
            <p:nvSpPr>
              <p:cNvPr id="8" name="Text Placeholder 7">
                <a:extLst>
                  <a:ext uri="{FF2B5EF4-FFF2-40B4-BE49-F238E27FC236}">
                    <a16:creationId xmlns:a16="http://schemas.microsoft.com/office/drawing/2014/main" id="{18838E78-974D-707F-31CF-BF3B9A9154EF}"/>
                  </a:ext>
                </a:extLst>
              </p:cNvPr>
              <p:cNvSpPr>
                <a:spLocks noGrp="1"/>
              </p:cNvSpPr>
              <p:nvPr>
                <p:ph type="body" sz="quarter" idx="25"/>
              </p:nvPr>
            </p:nvSpPr>
            <p:spPr/>
            <p:txBody>
              <a:bodyPr/>
              <a:lstStyle/>
              <a:p>
                <a:r>
                  <a:rPr lang="en-US" b="1" dirty="0">
                    <a:solidFill>
                      <a:srgbClr val="F9AC2F"/>
                    </a:solidFill>
                  </a:rPr>
                  <a:t>IDHP(</a:t>
                </a:r>
                <a14:m>
                  <m:oMath xmlns:m="http://schemas.openxmlformats.org/officeDocument/2006/math">
                    <m:r>
                      <a:rPr lang="en-US" b="1" i="1" smtClean="0">
                        <a:solidFill>
                          <a:srgbClr val="F9AC2F"/>
                        </a:solidFill>
                        <a:latin typeface="Cambria Math" panose="02040503050406030204" pitchFamily="18" charset="0"/>
                      </a:rPr>
                      <m:t>𝝀</m:t>
                    </m:r>
                  </m:oMath>
                </a14:m>
                <a:r>
                  <a:rPr lang="en-US" b="1" dirty="0">
                    <a:solidFill>
                      <a:srgbClr val="F9AC2F"/>
                    </a:solidFill>
                  </a:rPr>
                  <a:t>)</a:t>
                </a:r>
                <a:endParaRPr lang="LID4096" b="1" dirty="0">
                  <a:solidFill>
                    <a:srgbClr val="F9AC2F"/>
                  </a:solidFill>
                </a:endParaRPr>
              </a:p>
              <a:p>
                <a:endParaRPr lang="LID4096" dirty="0"/>
              </a:p>
            </p:txBody>
          </p:sp>
        </mc:Choice>
        <mc:Fallback xmlns="">
          <p:sp>
            <p:nvSpPr>
              <p:cNvPr id="8" name="Text Placeholder 7">
                <a:extLst>
                  <a:ext uri="{FF2B5EF4-FFF2-40B4-BE49-F238E27FC236}">
                    <a16:creationId xmlns:a16="http://schemas.microsoft.com/office/drawing/2014/main" id="{18838E78-974D-707F-31CF-BF3B9A9154EF}"/>
                  </a:ext>
                </a:extLst>
              </p:cNvPr>
              <p:cNvSpPr>
                <a:spLocks noGrp="1" noRot="1" noChangeAspect="1" noMove="1" noResize="1" noEditPoints="1" noAdjustHandles="1" noChangeArrowheads="1" noChangeShapeType="1" noTextEdit="1"/>
              </p:cNvSpPr>
              <p:nvPr>
                <p:ph type="body" sz="quarter" idx="25"/>
              </p:nvPr>
            </p:nvSpPr>
            <p:spPr>
              <a:blipFill>
                <a:blip r:embed="rId3"/>
                <a:stretch>
                  <a:fillRect t="-44898" b="-71429"/>
                </a:stretch>
              </a:blipFill>
            </p:spPr>
            <p:txBody>
              <a:bodyPr/>
              <a:lstStyle/>
              <a:p>
                <a:r>
                  <a:rPr lang="LID4096">
                    <a:noFill/>
                  </a:rPr>
                  <a:t> </a:t>
                </a:r>
              </a:p>
            </p:txBody>
          </p:sp>
        </mc:Fallback>
      </mc:AlternateContent>
      <p:pic>
        <p:nvPicPr>
          <p:cNvPr id="12" name="Picture Placeholder 11" descr="A graph of a fault&#10;&#10;Description automatically generated">
            <a:extLst>
              <a:ext uri="{FF2B5EF4-FFF2-40B4-BE49-F238E27FC236}">
                <a16:creationId xmlns:a16="http://schemas.microsoft.com/office/drawing/2014/main" id="{EF2B5CA6-2C62-2EA9-A49A-D5FFC804775C}"/>
              </a:ext>
            </a:extLst>
          </p:cNvPr>
          <p:cNvPicPr>
            <a:picLocks noGrp="1" noChangeAspect="1"/>
          </p:cNvPicPr>
          <p:nvPr>
            <p:ph type="pic" sz="quarter" idx="22"/>
          </p:nvPr>
        </p:nvPicPr>
        <p:blipFill>
          <a:blip r:embed="rId4">
            <a:extLst>
              <a:ext uri="{28A0092B-C50C-407E-A947-70E740481C1C}">
                <a14:useLocalDpi xmlns:a14="http://schemas.microsoft.com/office/drawing/2010/main" val="0"/>
              </a:ext>
            </a:extLst>
          </a:blip>
          <a:srcRect l="252" r="252"/>
          <a:stretch>
            <a:fillRect/>
          </a:stretch>
        </p:blipFill>
        <p:spPr/>
      </p:pic>
      <p:pic>
        <p:nvPicPr>
          <p:cNvPr id="14" name="Picture Placeholder 13" descr="A graph of a fault&#10;&#10;Description automatically generated">
            <a:extLst>
              <a:ext uri="{FF2B5EF4-FFF2-40B4-BE49-F238E27FC236}">
                <a16:creationId xmlns:a16="http://schemas.microsoft.com/office/drawing/2014/main" id="{1EE357F0-778E-0A85-5879-1A5126247611}"/>
              </a:ext>
            </a:extLst>
          </p:cNvPr>
          <p:cNvPicPr>
            <a:picLocks noGrp="1" noChangeAspect="1"/>
          </p:cNvPicPr>
          <p:nvPr>
            <p:ph type="pic" sz="quarter" idx="23"/>
          </p:nvPr>
        </p:nvPicPr>
        <p:blipFill>
          <a:blip r:embed="rId5">
            <a:extLst>
              <a:ext uri="{28A0092B-C50C-407E-A947-70E740481C1C}">
                <a14:useLocalDpi xmlns:a14="http://schemas.microsoft.com/office/drawing/2010/main" val="0"/>
              </a:ext>
            </a:extLst>
          </a:blip>
          <a:srcRect l="252" r="252"/>
          <a:stretch>
            <a:fillRect/>
          </a:stretch>
        </p:blipFill>
        <p:spPr/>
      </p:pic>
    </p:spTree>
    <p:extLst>
      <p:ext uri="{BB962C8B-B14F-4D97-AF65-F5344CB8AC3E}">
        <p14:creationId xmlns:p14="http://schemas.microsoft.com/office/powerpoint/2010/main" val="358975762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5D07DDE-B0C8-58ED-41AF-6212A1210170}"/>
              </a:ext>
            </a:extLst>
          </p:cNvPr>
          <p:cNvSpPr>
            <a:spLocks noGrp="1"/>
          </p:cNvSpPr>
          <p:nvPr>
            <p:ph type="dt" sz="half" idx="18"/>
          </p:nvPr>
        </p:nvSpPr>
        <p:spPr/>
        <p:txBody>
          <a:bodyPr/>
          <a:lstStyle/>
          <a:p>
            <a:r>
              <a:rPr lang="LID4096"/>
              <a:t>08/30/2024</a:t>
            </a:r>
            <a:endParaRPr lang="en-GB" dirty="0"/>
          </a:p>
        </p:txBody>
      </p:sp>
      <p:sp>
        <p:nvSpPr>
          <p:cNvPr id="3" name="Slide Number Placeholder 2">
            <a:extLst>
              <a:ext uri="{FF2B5EF4-FFF2-40B4-BE49-F238E27FC236}">
                <a16:creationId xmlns:a16="http://schemas.microsoft.com/office/drawing/2014/main" id="{607E7C03-62BA-E31B-4769-F866F9419E11}"/>
              </a:ext>
            </a:extLst>
          </p:cNvPr>
          <p:cNvSpPr>
            <a:spLocks noGrp="1"/>
          </p:cNvSpPr>
          <p:nvPr>
            <p:ph type="sldNum" sz="quarter" idx="20"/>
          </p:nvPr>
        </p:nvSpPr>
        <p:spPr/>
        <p:txBody>
          <a:bodyPr/>
          <a:lstStyle/>
          <a:p>
            <a:fld id="{9E843DB9-9987-4157-AB9C-CEA8D7D910BB}" type="slidenum">
              <a:rPr lang="en-GB" smtClean="0"/>
              <a:pPr/>
              <a:t>58</a:t>
            </a:fld>
            <a:endParaRPr lang="en-GB" dirty="0"/>
          </a:p>
        </p:txBody>
      </p:sp>
      <p:sp>
        <p:nvSpPr>
          <p:cNvPr id="4" name="Title 3">
            <a:extLst>
              <a:ext uri="{FF2B5EF4-FFF2-40B4-BE49-F238E27FC236}">
                <a16:creationId xmlns:a16="http://schemas.microsoft.com/office/drawing/2014/main" id="{0CDC0F11-59DF-E8C4-B1F6-E4EA8678941F}"/>
              </a:ext>
            </a:extLst>
          </p:cNvPr>
          <p:cNvSpPr>
            <a:spLocks noGrp="1"/>
          </p:cNvSpPr>
          <p:nvPr>
            <p:ph type="title"/>
          </p:nvPr>
        </p:nvSpPr>
        <p:spPr/>
        <p:txBody>
          <a:bodyPr/>
          <a:lstStyle/>
          <a:p>
            <a:r>
              <a:rPr lang="en-US" dirty="0"/>
              <a:t>Test 3- Manoeuvre with shift in CG</a:t>
            </a:r>
            <a:endParaRPr lang="LID4096" dirty="0"/>
          </a:p>
        </p:txBody>
      </p:sp>
      <p:sp>
        <p:nvSpPr>
          <p:cNvPr id="7" name="Text Placeholder 6">
            <a:extLst>
              <a:ext uri="{FF2B5EF4-FFF2-40B4-BE49-F238E27FC236}">
                <a16:creationId xmlns:a16="http://schemas.microsoft.com/office/drawing/2014/main" id="{9C54ADE7-5646-CCC6-4EAB-278543FB2EBE}"/>
              </a:ext>
            </a:extLst>
          </p:cNvPr>
          <p:cNvSpPr>
            <a:spLocks noGrp="1"/>
          </p:cNvSpPr>
          <p:nvPr>
            <p:ph type="body" sz="quarter" idx="24"/>
          </p:nvPr>
        </p:nvSpPr>
        <p:spPr/>
        <p:txBody>
          <a:bodyPr/>
          <a:lstStyle/>
          <a:p>
            <a:r>
              <a:rPr lang="en-US" b="1" dirty="0">
                <a:solidFill>
                  <a:srgbClr val="0071BB"/>
                </a:solidFill>
              </a:rPr>
              <a:t>IDHP</a:t>
            </a:r>
            <a:endParaRPr lang="LID4096" dirty="0"/>
          </a:p>
        </p:txBody>
      </p:sp>
      <p:sp>
        <p:nvSpPr>
          <p:cNvPr id="8" name="Text Placeholder 7">
            <a:extLst>
              <a:ext uri="{FF2B5EF4-FFF2-40B4-BE49-F238E27FC236}">
                <a16:creationId xmlns:a16="http://schemas.microsoft.com/office/drawing/2014/main" id="{18838E78-974D-707F-31CF-BF3B9A9154EF}"/>
              </a:ext>
            </a:extLst>
          </p:cNvPr>
          <p:cNvSpPr>
            <a:spLocks noGrp="1"/>
          </p:cNvSpPr>
          <p:nvPr>
            <p:ph type="body" sz="quarter" idx="25"/>
          </p:nvPr>
        </p:nvSpPr>
        <p:spPr/>
        <p:txBody>
          <a:bodyPr/>
          <a:lstStyle/>
          <a:p>
            <a:r>
              <a:rPr lang="en-US" sz="2400" b="1" dirty="0">
                <a:solidFill>
                  <a:srgbClr val="009A55"/>
                </a:solidFill>
                <a:latin typeface="Times New Roman" panose="02020603050405020304" pitchFamily="18" charset="0"/>
                <a:cs typeface="Times New Roman" panose="02020603050405020304" pitchFamily="18" charset="0"/>
              </a:rPr>
              <a:t>MIDHP</a:t>
            </a:r>
            <a:endParaRPr lang="LID4096" dirty="0"/>
          </a:p>
        </p:txBody>
      </p:sp>
      <p:pic>
        <p:nvPicPr>
          <p:cNvPr id="18" name="Picture Placeholder 17" descr="A graph of a fault&#10;&#10;Description automatically generated">
            <a:extLst>
              <a:ext uri="{FF2B5EF4-FFF2-40B4-BE49-F238E27FC236}">
                <a16:creationId xmlns:a16="http://schemas.microsoft.com/office/drawing/2014/main" id="{C65E55E5-4036-AAB6-E31F-42F1C08A5360}"/>
              </a:ext>
            </a:extLst>
          </p:cNvPr>
          <p:cNvPicPr>
            <a:picLocks noGrp="1" noChangeAspect="1"/>
          </p:cNvPicPr>
          <p:nvPr>
            <p:ph type="pic" sz="quarter" idx="23"/>
          </p:nvPr>
        </p:nvPicPr>
        <p:blipFill>
          <a:blip r:embed="rId3">
            <a:extLst>
              <a:ext uri="{28A0092B-C50C-407E-A947-70E740481C1C}">
                <a14:useLocalDpi xmlns:a14="http://schemas.microsoft.com/office/drawing/2010/main" val="0"/>
              </a:ext>
            </a:extLst>
          </a:blip>
          <a:srcRect l="252" r="252"/>
          <a:stretch>
            <a:fillRect/>
          </a:stretch>
        </p:blipFill>
        <p:spPr/>
      </p:pic>
      <p:pic>
        <p:nvPicPr>
          <p:cNvPr id="15" name="Picture Placeholder 11" descr="A graph of a fault&#10;&#10;Description automatically generated">
            <a:extLst>
              <a:ext uri="{FF2B5EF4-FFF2-40B4-BE49-F238E27FC236}">
                <a16:creationId xmlns:a16="http://schemas.microsoft.com/office/drawing/2014/main" id="{F74400CD-FAE1-81C9-39CD-1B3F617AC4CE}"/>
              </a:ext>
            </a:extLst>
          </p:cNvPr>
          <p:cNvPicPr>
            <a:picLocks noGrp="1" noChangeAspect="1"/>
          </p:cNvPicPr>
          <p:nvPr>
            <p:ph type="pic" sz="quarter" idx="22"/>
          </p:nvPr>
        </p:nvPicPr>
        <p:blipFill>
          <a:blip r:embed="rId4">
            <a:extLst>
              <a:ext uri="{28A0092B-C50C-407E-A947-70E740481C1C}">
                <a14:useLocalDpi xmlns:a14="http://schemas.microsoft.com/office/drawing/2010/main" val="0"/>
              </a:ext>
            </a:extLst>
          </a:blip>
          <a:srcRect l="252" r="252"/>
          <a:stretch>
            <a:fillRect/>
          </a:stretch>
        </p:blipFill>
        <p:spPr>
          <a:xfrm>
            <a:off x="719138" y="1749425"/>
            <a:ext cx="5373687" cy="3330575"/>
          </a:xfrm>
        </p:spPr>
      </p:pic>
    </p:spTree>
    <p:extLst>
      <p:ext uri="{BB962C8B-B14F-4D97-AF65-F5344CB8AC3E}">
        <p14:creationId xmlns:p14="http://schemas.microsoft.com/office/powerpoint/2010/main" val="172630141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5D07DDE-B0C8-58ED-41AF-6212A1210170}"/>
              </a:ext>
            </a:extLst>
          </p:cNvPr>
          <p:cNvSpPr>
            <a:spLocks noGrp="1"/>
          </p:cNvSpPr>
          <p:nvPr>
            <p:ph type="dt" sz="half" idx="18"/>
          </p:nvPr>
        </p:nvSpPr>
        <p:spPr/>
        <p:txBody>
          <a:bodyPr/>
          <a:lstStyle/>
          <a:p>
            <a:r>
              <a:rPr lang="LID4096"/>
              <a:t>08/30/2024</a:t>
            </a:r>
            <a:endParaRPr lang="en-GB" dirty="0"/>
          </a:p>
        </p:txBody>
      </p:sp>
      <p:sp>
        <p:nvSpPr>
          <p:cNvPr id="3" name="Slide Number Placeholder 2">
            <a:extLst>
              <a:ext uri="{FF2B5EF4-FFF2-40B4-BE49-F238E27FC236}">
                <a16:creationId xmlns:a16="http://schemas.microsoft.com/office/drawing/2014/main" id="{607E7C03-62BA-E31B-4769-F866F9419E11}"/>
              </a:ext>
            </a:extLst>
          </p:cNvPr>
          <p:cNvSpPr>
            <a:spLocks noGrp="1"/>
          </p:cNvSpPr>
          <p:nvPr>
            <p:ph type="sldNum" sz="quarter" idx="20"/>
          </p:nvPr>
        </p:nvSpPr>
        <p:spPr/>
        <p:txBody>
          <a:bodyPr/>
          <a:lstStyle/>
          <a:p>
            <a:fld id="{9E843DB9-9987-4157-AB9C-CEA8D7D910BB}" type="slidenum">
              <a:rPr lang="en-GB" smtClean="0"/>
              <a:pPr/>
              <a:t>59</a:t>
            </a:fld>
            <a:endParaRPr lang="en-GB" dirty="0"/>
          </a:p>
        </p:txBody>
      </p:sp>
      <p:sp>
        <p:nvSpPr>
          <p:cNvPr id="4" name="Title 3">
            <a:extLst>
              <a:ext uri="{FF2B5EF4-FFF2-40B4-BE49-F238E27FC236}">
                <a16:creationId xmlns:a16="http://schemas.microsoft.com/office/drawing/2014/main" id="{0CDC0F11-59DF-E8C4-B1F6-E4EA8678941F}"/>
              </a:ext>
            </a:extLst>
          </p:cNvPr>
          <p:cNvSpPr>
            <a:spLocks noGrp="1"/>
          </p:cNvSpPr>
          <p:nvPr>
            <p:ph type="title"/>
          </p:nvPr>
        </p:nvSpPr>
        <p:spPr/>
        <p:txBody>
          <a:bodyPr/>
          <a:lstStyle/>
          <a:p>
            <a:r>
              <a:rPr lang="en-US" dirty="0"/>
              <a:t>Test 3- Manoeuvre with shift in CG</a:t>
            </a:r>
            <a:endParaRPr lang="LID4096" dirty="0"/>
          </a:p>
        </p:txBody>
      </p:sp>
      <p:sp>
        <p:nvSpPr>
          <p:cNvPr id="7" name="Text Placeholder 6">
            <a:extLst>
              <a:ext uri="{FF2B5EF4-FFF2-40B4-BE49-F238E27FC236}">
                <a16:creationId xmlns:a16="http://schemas.microsoft.com/office/drawing/2014/main" id="{9C54ADE7-5646-CCC6-4EAB-278543FB2EBE}"/>
              </a:ext>
            </a:extLst>
          </p:cNvPr>
          <p:cNvSpPr>
            <a:spLocks noGrp="1"/>
          </p:cNvSpPr>
          <p:nvPr>
            <p:ph type="body" sz="quarter" idx="24"/>
          </p:nvPr>
        </p:nvSpPr>
        <p:spPr/>
        <p:txBody>
          <a:bodyPr/>
          <a:lstStyle/>
          <a:p>
            <a:r>
              <a:rPr lang="en-US" b="1" dirty="0">
                <a:solidFill>
                  <a:srgbClr val="0071BB"/>
                </a:solidFill>
              </a:rPr>
              <a:t>IDHP</a:t>
            </a:r>
            <a:endParaRPr lang="LID4096" dirty="0"/>
          </a:p>
        </p:txBody>
      </p:sp>
      <mc:AlternateContent xmlns:mc="http://schemas.openxmlformats.org/markup-compatibility/2006" xmlns:a14="http://schemas.microsoft.com/office/drawing/2010/main">
        <mc:Choice Requires="a14">
          <p:sp>
            <p:nvSpPr>
              <p:cNvPr id="8" name="Text Placeholder 7">
                <a:extLst>
                  <a:ext uri="{FF2B5EF4-FFF2-40B4-BE49-F238E27FC236}">
                    <a16:creationId xmlns:a16="http://schemas.microsoft.com/office/drawing/2014/main" id="{18838E78-974D-707F-31CF-BF3B9A9154EF}"/>
                  </a:ext>
                </a:extLst>
              </p:cNvPr>
              <p:cNvSpPr>
                <a:spLocks noGrp="1"/>
              </p:cNvSpPr>
              <p:nvPr>
                <p:ph type="body" sz="quarter" idx="25"/>
              </p:nvPr>
            </p:nvSpPr>
            <p:spPr/>
            <p:txBody>
              <a:bodyPr/>
              <a:lstStyle/>
              <a:p>
                <a:r>
                  <a:rPr lang="en-US" b="1" dirty="0">
                    <a:solidFill>
                      <a:srgbClr val="B52E19"/>
                    </a:solidFill>
                  </a:rPr>
                  <a:t>MIDHP(</a:t>
                </a:r>
                <a14:m>
                  <m:oMath xmlns:m="http://schemas.openxmlformats.org/officeDocument/2006/math">
                    <m:r>
                      <a:rPr lang="en-US" b="1">
                        <a:solidFill>
                          <a:srgbClr val="B52E19"/>
                        </a:solidFill>
                        <a:latin typeface="Cambria Math" panose="02040503050406030204" pitchFamily="18" charset="0"/>
                      </a:rPr>
                      <m:t>𝛌</m:t>
                    </m:r>
                  </m:oMath>
                </a14:m>
                <a:r>
                  <a:rPr lang="en-US" b="1" dirty="0">
                    <a:solidFill>
                      <a:srgbClr val="B52E19"/>
                    </a:solidFill>
                  </a:rPr>
                  <a:t>)</a:t>
                </a:r>
                <a:br>
                  <a:rPr lang="en-US" b="1" dirty="0">
                    <a:solidFill>
                      <a:srgbClr val="B52E19"/>
                    </a:solidFill>
                  </a:rPr>
                </a:br>
                <a:endParaRPr lang="LID4096" dirty="0"/>
              </a:p>
            </p:txBody>
          </p:sp>
        </mc:Choice>
        <mc:Fallback xmlns="">
          <p:sp>
            <p:nvSpPr>
              <p:cNvPr id="8" name="Text Placeholder 7">
                <a:extLst>
                  <a:ext uri="{FF2B5EF4-FFF2-40B4-BE49-F238E27FC236}">
                    <a16:creationId xmlns:a16="http://schemas.microsoft.com/office/drawing/2014/main" id="{18838E78-974D-707F-31CF-BF3B9A9154EF}"/>
                  </a:ext>
                </a:extLst>
              </p:cNvPr>
              <p:cNvSpPr>
                <a:spLocks noGrp="1" noRot="1" noChangeAspect="1" noMove="1" noResize="1" noEditPoints="1" noAdjustHandles="1" noChangeArrowheads="1" noChangeShapeType="1" noTextEdit="1"/>
              </p:cNvSpPr>
              <p:nvPr>
                <p:ph type="body" sz="quarter" idx="25"/>
              </p:nvPr>
            </p:nvSpPr>
            <p:spPr>
              <a:blipFill>
                <a:blip r:embed="rId2"/>
                <a:stretch>
                  <a:fillRect t="-44898" b="-71429"/>
                </a:stretch>
              </a:blipFill>
            </p:spPr>
            <p:txBody>
              <a:bodyPr/>
              <a:lstStyle/>
              <a:p>
                <a:r>
                  <a:rPr lang="LID4096">
                    <a:noFill/>
                  </a:rPr>
                  <a:t> </a:t>
                </a:r>
              </a:p>
            </p:txBody>
          </p:sp>
        </mc:Fallback>
      </mc:AlternateContent>
      <p:pic>
        <p:nvPicPr>
          <p:cNvPr id="14" name="Picture Placeholder 13" descr="A graph of fault and fault&#10;&#10;Description automatically generated">
            <a:extLst>
              <a:ext uri="{FF2B5EF4-FFF2-40B4-BE49-F238E27FC236}">
                <a16:creationId xmlns:a16="http://schemas.microsoft.com/office/drawing/2014/main" id="{B698A01D-C35B-3A48-B20F-CA5DB24FD9C2}"/>
              </a:ext>
            </a:extLst>
          </p:cNvPr>
          <p:cNvPicPr>
            <a:picLocks noGrp="1" noChangeAspect="1"/>
          </p:cNvPicPr>
          <p:nvPr>
            <p:ph type="pic" sz="quarter" idx="23"/>
          </p:nvPr>
        </p:nvPicPr>
        <p:blipFill>
          <a:blip r:embed="rId3">
            <a:extLst>
              <a:ext uri="{28A0092B-C50C-407E-A947-70E740481C1C}">
                <a14:useLocalDpi xmlns:a14="http://schemas.microsoft.com/office/drawing/2010/main" val="0"/>
              </a:ext>
            </a:extLst>
          </a:blip>
          <a:srcRect l="252" r="252"/>
          <a:stretch>
            <a:fillRect/>
          </a:stretch>
        </p:blipFill>
        <p:spPr/>
      </p:pic>
      <p:pic>
        <p:nvPicPr>
          <p:cNvPr id="12" name="Picture Placeholder 11" descr="A graph of a fault&#10;&#10;Description automatically generated">
            <a:extLst>
              <a:ext uri="{FF2B5EF4-FFF2-40B4-BE49-F238E27FC236}">
                <a16:creationId xmlns:a16="http://schemas.microsoft.com/office/drawing/2014/main" id="{5A9204DB-BD01-05F8-519E-CD3D799121EA}"/>
              </a:ext>
            </a:extLst>
          </p:cNvPr>
          <p:cNvPicPr>
            <a:picLocks noGrp="1" noChangeAspect="1"/>
          </p:cNvPicPr>
          <p:nvPr>
            <p:ph type="pic" sz="quarter" idx="22"/>
          </p:nvPr>
        </p:nvPicPr>
        <p:blipFill>
          <a:blip r:embed="rId4">
            <a:extLst>
              <a:ext uri="{28A0092B-C50C-407E-A947-70E740481C1C}">
                <a14:useLocalDpi xmlns:a14="http://schemas.microsoft.com/office/drawing/2010/main" val="0"/>
              </a:ext>
            </a:extLst>
          </a:blip>
          <a:srcRect l="252" r="252"/>
          <a:stretch>
            <a:fillRect/>
          </a:stretch>
        </p:blipFill>
        <p:spPr>
          <a:xfrm>
            <a:off x="719138" y="1749425"/>
            <a:ext cx="5373687" cy="3330575"/>
          </a:xfrm>
        </p:spPr>
      </p:pic>
    </p:spTree>
    <p:extLst>
      <p:ext uri="{BB962C8B-B14F-4D97-AF65-F5344CB8AC3E}">
        <p14:creationId xmlns:p14="http://schemas.microsoft.com/office/powerpoint/2010/main" val="237246553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5D07DDE-B0C8-58ED-41AF-6212A1210170}"/>
              </a:ext>
            </a:extLst>
          </p:cNvPr>
          <p:cNvSpPr>
            <a:spLocks noGrp="1"/>
          </p:cNvSpPr>
          <p:nvPr>
            <p:ph type="dt" sz="half" idx="18"/>
          </p:nvPr>
        </p:nvSpPr>
        <p:spPr/>
        <p:txBody>
          <a:bodyPr/>
          <a:lstStyle/>
          <a:p>
            <a:r>
              <a:rPr lang="LID4096"/>
              <a:t>08/30/2024</a:t>
            </a:r>
            <a:endParaRPr lang="en-GB" dirty="0"/>
          </a:p>
        </p:txBody>
      </p:sp>
      <p:sp>
        <p:nvSpPr>
          <p:cNvPr id="3" name="Slide Number Placeholder 2">
            <a:extLst>
              <a:ext uri="{FF2B5EF4-FFF2-40B4-BE49-F238E27FC236}">
                <a16:creationId xmlns:a16="http://schemas.microsoft.com/office/drawing/2014/main" id="{607E7C03-62BA-E31B-4769-F866F9419E11}"/>
              </a:ext>
            </a:extLst>
          </p:cNvPr>
          <p:cNvSpPr>
            <a:spLocks noGrp="1"/>
          </p:cNvSpPr>
          <p:nvPr>
            <p:ph type="sldNum" sz="quarter" idx="20"/>
          </p:nvPr>
        </p:nvSpPr>
        <p:spPr/>
        <p:txBody>
          <a:bodyPr/>
          <a:lstStyle/>
          <a:p>
            <a:fld id="{9E843DB9-9987-4157-AB9C-CEA8D7D910BB}" type="slidenum">
              <a:rPr lang="en-GB" smtClean="0"/>
              <a:pPr/>
              <a:t>60</a:t>
            </a:fld>
            <a:endParaRPr lang="en-GB" dirty="0"/>
          </a:p>
        </p:txBody>
      </p:sp>
      <p:sp>
        <p:nvSpPr>
          <p:cNvPr id="4" name="Title 3">
            <a:extLst>
              <a:ext uri="{FF2B5EF4-FFF2-40B4-BE49-F238E27FC236}">
                <a16:creationId xmlns:a16="http://schemas.microsoft.com/office/drawing/2014/main" id="{0CDC0F11-59DF-E8C4-B1F6-E4EA8678941F}"/>
              </a:ext>
            </a:extLst>
          </p:cNvPr>
          <p:cNvSpPr>
            <a:spLocks noGrp="1"/>
          </p:cNvSpPr>
          <p:nvPr>
            <p:ph type="title"/>
          </p:nvPr>
        </p:nvSpPr>
        <p:spPr/>
        <p:txBody>
          <a:bodyPr/>
          <a:lstStyle/>
          <a:p>
            <a:r>
              <a:rPr lang="en-US" dirty="0"/>
              <a:t>Test 4- Manoeuvre with damaged elevator</a:t>
            </a:r>
            <a:endParaRPr lang="LID4096" dirty="0"/>
          </a:p>
        </p:txBody>
      </p:sp>
      <p:sp>
        <p:nvSpPr>
          <p:cNvPr id="7" name="Text Placeholder 6">
            <a:extLst>
              <a:ext uri="{FF2B5EF4-FFF2-40B4-BE49-F238E27FC236}">
                <a16:creationId xmlns:a16="http://schemas.microsoft.com/office/drawing/2014/main" id="{9C54ADE7-5646-CCC6-4EAB-278543FB2EBE}"/>
              </a:ext>
            </a:extLst>
          </p:cNvPr>
          <p:cNvSpPr>
            <a:spLocks noGrp="1"/>
          </p:cNvSpPr>
          <p:nvPr>
            <p:ph type="body" sz="quarter" idx="24"/>
          </p:nvPr>
        </p:nvSpPr>
        <p:spPr/>
        <p:txBody>
          <a:bodyPr/>
          <a:lstStyle/>
          <a:p>
            <a:r>
              <a:rPr lang="en-US" b="1" dirty="0">
                <a:solidFill>
                  <a:srgbClr val="0071BB"/>
                </a:solidFill>
              </a:rPr>
              <a:t>IDHP</a:t>
            </a:r>
            <a:endParaRPr lang="LID4096" dirty="0"/>
          </a:p>
        </p:txBody>
      </p:sp>
      <mc:AlternateContent xmlns:mc="http://schemas.openxmlformats.org/markup-compatibility/2006" xmlns:a14="http://schemas.microsoft.com/office/drawing/2010/main">
        <mc:Choice Requires="a14">
          <p:sp>
            <p:nvSpPr>
              <p:cNvPr id="8" name="Text Placeholder 7">
                <a:extLst>
                  <a:ext uri="{FF2B5EF4-FFF2-40B4-BE49-F238E27FC236}">
                    <a16:creationId xmlns:a16="http://schemas.microsoft.com/office/drawing/2014/main" id="{18838E78-974D-707F-31CF-BF3B9A9154EF}"/>
                  </a:ext>
                </a:extLst>
              </p:cNvPr>
              <p:cNvSpPr>
                <a:spLocks noGrp="1"/>
              </p:cNvSpPr>
              <p:nvPr>
                <p:ph type="body" sz="quarter" idx="25"/>
              </p:nvPr>
            </p:nvSpPr>
            <p:spPr/>
            <p:txBody>
              <a:bodyPr/>
              <a:lstStyle/>
              <a:p>
                <a:r>
                  <a:rPr lang="en-US" b="1" dirty="0">
                    <a:solidFill>
                      <a:srgbClr val="F9AC2F"/>
                    </a:solidFill>
                  </a:rPr>
                  <a:t>IDHP(</a:t>
                </a:r>
                <a14:m>
                  <m:oMath xmlns:m="http://schemas.openxmlformats.org/officeDocument/2006/math">
                    <m:r>
                      <a:rPr lang="en-US" b="1" i="1" smtClean="0">
                        <a:solidFill>
                          <a:srgbClr val="F9AC2F"/>
                        </a:solidFill>
                        <a:latin typeface="Cambria Math" panose="02040503050406030204" pitchFamily="18" charset="0"/>
                      </a:rPr>
                      <m:t>𝝀</m:t>
                    </m:r>
                  </m:oMath>
                </a14:m>
                <a:r>
                  <a:rPr lang="en-US" b="1" dirty="0">
                    <a:solidFill>
                      <a:srgbClr val="F9AC2F"/>
                    </a:solidFill>
                  </a:rPr>
                  <a:t>)</a:t>
                </a:r>
                <a:endParaRPr lang="LID4096" b="1" dirty="0">
                  <a:solidFill>
                    <a:srgbClr val="F9AC2F"/>
                  </a:solidFill>
                </a:endParaRPr>
              </a:p>
              <a:p>
                <a:endParaRPr lang="LID4096" dirty="0"/>
              </a:p>
            </p:txBody>
          </p:sp>
        </mc:Choice>
        <mc:Fallback xmlns="">
          <p:sp>
            <p:nvSpPr>
              <p:cNvPr id="8" name="Text Placeholder 7">
                <a:extLst>
                  <a:ext uri="{FF2B5EF4-FFF2-40B4-BE49-F238E27FC236}">
                    <a16:creationId xmlns:a16="http://schemas.microsoft.com/office/drawing/2014/main" id="{18838E78-974D-707F-31CF-BF3B9A9154EF}"/>
                  </a:ext>
                </a:extLst>
              </p:cNvPr>
              <p:cNvSpPr>
                <a:spLocks noGrp="1" noRot="1" noChangeAspect="1" noMove="1" noResize="1" noEditPoints="1" noAdjustHandles="1" noChangeArrowheads="1" noChangeShapeType="1" noTextEdit="1"/>
              </p:cNvSpPr>
              <p:nvPr>
                <p:ph type="body" sz="quarter" idx="25"/>
              </p:nvPr>
            </p:nvSpPr>
            <p:spPr>
              <a:blipFill>
                <a:blip r:embed="rId3"/>
                <a:stretch>
                  <a:fillRect t="-44898" b="-71429"/>
                </a:stretch>
              </a:blipFill>
            </p:spPr>
            <p:txBody>
              <a:bodyPr/>
              <a:lstStyle/>
              <a:p>
                <a:r>
                  <a:rPr lang="LID4096">
                    <a:noFill/>
                  </a:rPr>
                  <a:t> </a:t>
                </a:r>
              </a:p>
            </p:txBody>
          </p:sp>
        </mc:Fallback>
      </mc:AlternateContent>
      <p:pic>
        <p:nvPicPr>
          <p:cNvPr id="13" name="Picture Placeholder 12" descr="A graph of a fault&#10;&#10;Description automatically generated">
            <a:extLst>
              <a:ext uri="{FF2B5EF4-FFF2-40B4-BE49-F238E27FC236}">
                <a16:creationId xmlns:a16="http://schemas.microsoft.com/office/drawing/2014/main" id="{587BF138-6304-4598-5005-92BCD8FC60D7}"/>
              </a:ext>
            </a:extLst>
          </p:cNvPr>
          <p:cNvPicPr>
            <a:picLocks noGrp="1" noChangeAspect="1"/>
          </p:cNvPicPr>
          <p:nvPr>
            <p:ph type="pic" sz="quarter" idx="22"/>
          </p:nvPr>
        </p:nvPicPr>
        <p:blipFill>
          <a:blip r:embed="rId4">
            <a:extLst>
              <a:ext uri="{28A0092B-C50C-407E-A947-70E740481C1C}">
                <a14:useLocalDpi xmlns:a14="http://schemas.microsoft.com/office/drawing/2010/main" val="0"/>
              </a:ext>
            </a:extLst>
          </a:blip>
          <a:srcRect l="252" r="252"/>
          <a:stretch>
            <a:fillRect/>
          </a:stretch>
        </p:blipFill>
        <p:spPr/>
      </p:pic>
      <p:pic>
        <p:nvPicPr>
          <p:cNvPr id="16" name="Picture Placeholder 15" descr="A graph of fault and fault&#10;&#10;Description automatically generated">
            <a:extLst>
              <a:ext uri="{FF2B5EF4-FFF2-40B4-BE49-F238E27FC236}">
                <a16:creationId xmlns:a16="http://schemas.microsoft.com/office/drawing/2014/main" id="{CAF80DD4-53EB-AE46-349C-5FFB388CB551}"/>
              </a:ext>
            </a:extLst>
          </p:cNvPr>
          <p:cNvPicPr>
            <a:picLocks noGrp="1" noChangeAspect="1"/>
          </p:cNvPicPr>
          <p:nvPr>
            <p:ph type="pic" sz="quarter" idx="23"/>
          </p:nvPr>
        </p:nvPicPr>
        <p:blipFill>
          <a:blip r:embed="rId5">
            <a:extLst>
              <a:ext uri="{28A0092B-C50C-407E-A947-70E740481C1C}">
                <a14:useLocalDpi xmlns:a14="http://schemas.microsoft.com/office/drawing/2010/main" val="0"/>
              </a:ext>
            </a:extLst>
          </a:blip>
          <a:srcRect l="252" r="252"/>
          <a:stretch>
            <a:fillRect/>
          </a:stretch>
        </p:blipFill>
        <p:spPr/>
      </p:pic>
    </p:spTree>
    <p:extLst>
      <p:ext uri="{BB962C8B-B14F-4D97-AF65-F5344CB8AC3E}">
        <p14:creationId xmlns:p14="http://schemas.microsoft.com/office/powerpoint/2010/main" val="100859104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5D07DDE-B0C8-58ED-41AF-6212A1210170}"/>
              </a:ext>
            </a:extLst>
          </p:cNvPr>
          <p:cNvSpPr>
            <a:spLocks noGrp="1"/>
          </p:cNvSpPr>
          <p:nvPr>
            <p:ph type="dt" sz="half" idx="18"/>
          </p:nvPr>
        </p:nvSpPr>
        <p:spPr/>
        <p:txBody>
          <a:bodyPr/>
          <a:lstStyle/>
          <a:p>
            <a:r>
              <a:rPr lang="LID4096"/>
              <a:t>08/30/2024</a:t>
            </a:r>
            <a:endParaRPr lang="en-GB" dirty="0"/>
          </a:p>
        </p:txBody>
      </p:sp>
      <p:sp>
        <p:nvSpPr>
          <p:cNvPr id="3" name="Slide Number Placeholder 2">
            <a:extLst>
              <a:ext uri="{FF2B5EF4-FFF2-40B4-BE49-F238E27FC236}">
                <a16:creationId xmlns:a16="http://schemas.microsoft.com/office/drawing/2014/main" id="{607E7C03-62BA-E31B-4769-F866F9419E11}"/>
              </a:ext>
            </a:extLst>
          </p:cNvPr>
          <p:cNvSpPr>
            <a:spLocks noGrp="1"/>
          </p:cNvSpPr>
          <p:nvPr>
            <p:ph type="sldNum" sz="quarter" idx="20"/>
          </p:nvPr>
        </p:nvSpPr>
        <p:spPr/>
        <p:txBody>
          <a:bodyPr/>
          <a:lstStyle/>
          <a:p>
            <a:fld id="{9E843DB9-9987-4157-AB9C-CEA8D7D910BB}" type="slidenum">
              <a:rPr lang="en-GB" smtClean="0"/>
              <a:pPr/>
              <a:t>61</a:t>
            </a:fld>
            <a:endParaRPr lang="en-GB" dirty="0"/>
          </a:p>
        </p:txBody>
      </p:sp>
      <p:sp>
        <p:nvSpPr>
          <p:cNvPr id="4" name="Title 3">
            <a:extLst>
              <a:ext uri="{FF2B5EF4-FFF2-40B4-BE49-F238E27FC236}">
                <a16:creationId xmlns:a16="http://schemas.microsoft.com/office/drawing/2014/main" id="{0CDC0F11-59DF-E8C4-B1F6-E4EA8678941F}"/>
              </a:ext>
            </a:extLst>
          </p:cNvPr>
          <p:cNvSpPr>
            <a:spLocks noGrp="1"/>
          </p:cNvSpPr>
          <p:nvPr>
            <p:ph type="title"/>
          </p:nvPr>
        </p:nvSpPr>
        <p:spPr/>
        <p:txBody>
          <a:bodyPr/>
          <a:lstStyle/>
          <a:p>
            <a:r>
              <a:rPr lang="en-US" dirty="0"/>
              <a:t>Test 4- Manoeuvre with damaged elevator</a:t>
            </a:r>
            <a:endParaRPr lang="LID4096" dirty="0"/>
          </a:p>
        </p:txBody>
      </p:sp>
      <p:sp>
        <p:nvSpPr>
          <p:cNvPr id="7" name="Text Placeholder 6">
            <a:extLst>
              <a:ext uri="{FF2B5EF4-FFF2-40B4-BE49-F238E27FC236}">
                <a16:creationId xmlns:a16="http://schemas.microsoft.com/office/drawing/2014/main" id="{9C54ADE7-5646-CCC6-4EAB-278543FB2EBE}"/>
              </a:ext>
            </a:extLst>
          </p:cNvPr>
          <p:cNvSpPr>
            <a:spLocks noGrp="1"/>
          </p:cNvSpPr>
          <p:nvPr>
            <p:ph type="body" sz="quarter" idx="24"/>
          </p:nvPr>
        </p:nvSpPr>
        <p:spPr/>
        <p:txBody>
          <a:bodyPr/>
          <a:lstStyle/>
          <a:p>
            <a:r>
              <a:rPr lang="en-US" b="1" dirty="0">
                <a:solidFill>
                  <a:srgbClr val="0071BB"/>
                </a:solidFill>
              </a:rPr>
              <a:t>IDHP</a:t>
            </a:r>
            <a:endParaRPr lang="LID4096" dirty="0"/>
          </a:p>
        </p:txBody>
      </p:sp>
      <p:sp>
        <p:nvSpPr>
          <p:cNvPr id="8" name="Text Placeholder 7">
            <a:extLst>
              <a:ext uri="{FF2B5EF4-FFF2-40B4-BE49-F238E27FC236}">
                <a16:creationId xmlns:a16="http://schemas.microsoft.com/office/drawing/2014/main" id="{18838E78-974D-707F-31CF-BF3B9A9154EF}"/>
              </a:ext>
            </a:extLst>
          </p:cNvPr>
          <p:cNvSpPr>
            <a:spLocks noGrp="1"/>
          </p:cNvSpPr>
          <p:nvPr>
            <p:ph type="body" sz="quarter" idx="25"/>
          </p:nvPr>
        </p:nvSpPr>
        <p:spPr/>
        <p:txBody>
          <a:bodyPr/>
          <a:lstStyle/>
          <a:p>
            <a:r>
              <a:rPr lang="en-US" sz="2400" b="1" dirty="0">
                <a:solidFill>
                  <a:srgbClr val="009A55"/>
                </a:solidFill>
                <a:latin typeface="Times New Roman" panose="02020603050405020304" pitchFamily="18" charset="0"/>
                <a:cs typeface="Times New Roman" panose="02020603050405020304" pitchFamily="18" charset="0"/>
              </a:rPr>
              <a:t>MIDHP</a:t>
            </a:r>
            <a:endParaRPr lang="LID4096" dirty="0"/>
          </a:p>
        </p:txBody>
      </p:sp>
      <p:pic>
        <p:nvPicPr>
          <p:cNvPr id="11" name="Picture Placeholder 12" descr="A graph of a fault&#10;&#10;Description automatically generated">
            <a:extLst>
              <a:ext uri="{FF2B5EF4-FFF2-40B4-BE49-F238E27FC236}">
                <a16:creationId xmlns:a16="http://schemas.microsoft.com/office/drawing/2014/main" id="{B1E7343E-FBC6-0930-AAD5-7834ACA5AFCD}"/>
              </a:ext>
            </a:extLst>
          </p:cNvPr>
          <p:cNvPicPr>
            <a:picLocks noGrp="1" noChangeAspect="1"/>
          </p:cNvPicPr>
          <p:nvPr>
            <p:ph type="pic" sz="quarter" idx="22"/>
          </p:nvPr>
        </p:nvPicPr>
        <p:blipFill>
          <a:blip r:embed="rId3">
            <a:extLst>
              <a:ext uri="{28A0092B-C50C-407E-A947-70E740481C1C}">
                <a14:useLocalDpi xmlns:a14="http://schemas.microsoft.com/office/drawing/2010/main" val="0"/>
              </a:ext>
            </a:extLst>
          </a:blip>
          <a:srcRect l="252" r="252"/>
          <a:stretch>
            <a:fillRect/>
          </a:stretch>
        </p:blipFill>
        <p:spPr>
          <a:xfrm>
            <a:off x="719138" y="1749425"/>
            <a:ext cx="5373687" cy="3330575"/>
          </a:xfrm>
        </p:spPr>
      </p:pic>
      <p:pic>
        <p:nvPicPr>
          <p:cNvPr id="19" name="Picture Placeholder 18" descr="A graph of fault and fault&#10;&#10;Description automatically generated">
            <a:extLst>
              <a:ext uri="{FF2B5EF4-FFF2-40B4-BE49-F238E27FC236}">
                <a16:creationId xmlns:a16="http://schemas.microsoft.com/office/drawing/2014/main" id="{5FCB7E1C-08D6-F45E-B94B-3196AC12216C}"/>
              </a:ext>
            </a:extLst>
          </p:cNvPr>
          <p:cNvPicPr>
            <a:picLocks noGrp="1" noChangeAspect="1"/>
          </p:cNvPicPr>
          <p:nvPr>
            <p:ph type="pic" sz="quarter" idx="23"/>
          </p:nvPr>
        </p:nvPicPr>
        <p:blipFill>
          <a:blip r:embed="rId4">
            <a:extLst>
              <a:ext uri="{28A0092B-C50C-407E-A947-70E740481C1C}">
                <a14:useLocalDpi xmlns:a14="http://schemas.microsoft.com/office/drawing/2010/main" val="0"/>
              </a:ext>
            </a:extLst>
          </a:blip>
          <a:srcRect l="252" r="252"/>
          <a:stretch>
            <a:fillRect/>
          </a:stretch>
        </p:blipFill>
        <p:spPr/>
      </p:pic>
    </p:spTree>
    <p:extLst>
      <p:ext uri="{BB962C8B-B14F-4D97-AF65-F5344CB8AC3E}">
        <p14:creationId xmlns:p14="http://schemas.microsoft.com/office/powerpoint/2010/main" val="394473875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5D07DDE-B0C8-58ED-41AF-6212A1210170}"/>
              </a:ext>
            </a:extLst>
          </p:cNvPr>
          <p:cNvSpPr>
            <a:spLocks noGrp="1"/>
          </p:cNvSpPr>
          <p:nvPr>
            <p:ph type="dt" sz="half" idx="18"/>
          </p:nvPr>
        </p:nvSpPr>
        <p:spPr/>
        <p:txBody>
          <a:bodyPr/>
          <a:lstStyle/>
          <a:p>
            <a:r>
              <a:rPr lang="LID4096"/>
              <a:t>08/30/2024</a:t>
            </a:r>
            <a:endParaRPr lang="en-GB" dirty="0"/>
          </a:p>
        </p:txBody>
      </p:sp>
      <p:sp>
        <p:nvSpPr>
          <p:cNvPr id="3" name="Slide Number Placeholder 2">
            <a:extLst>
              <a:ext uri="{FF2B5EF4-FFF2-40B4-BE49-F238E27FC236}">
                <a16:creationId xmlns:a16="http://schemas.microsoft.com/office/drawing/2014/main" id="{607E7C03-62BA-E31B-4769-F866F9419E11}"/>
              </a:ext>
            </a:extLst>
          </p:cNvPr>
          <p:cNvSpPr>
            <a:spLocks noGrp="1"/>
          </p:cNvSpPr>
          <p:nvPr>
            <p:ph type="sldNum" sz="quarter" idx="20"/>
          </p:nvPr>
        </p:nvSpPr>
        <p:spPr/>
        <p:txBody>
          <a:bodyPr/>
          <a:lstStyle/>
          <a:p>
            <a:fld id="{9E843DB9-9987-4157-AB9C-CEA8D7D910BB}" type="slidenum">
              <a:rPr lang="en-GB" smtClean="0"/>
              <a:pPr/>
              <a:t>62</a:t>
            </a:fld>
            <a:endParaRPr lang="en-GB" dirty="0"/>
          </a:p>
        </p:txBody>
      </p:sp>
      <p:sp>
        <p:nvSpPr>
          <p:cNvPr id="4" name="Title 3">
            <a:extLst>
              <a:ext uri="{FF2B5EF4-FFF2-40B4-BE49-F238E27FC236}">
                <a16:creationId xmlns:a16="http://schemas.microsoft.com/office/drawing/2014/main" id="{0CDC0F11-59DF-E8C4-B1F6-E4EA8678941F}"/>
              </a:ext>
            </a:extLst>
          </p:cNvPr>
          <p:cNvSpPr>
            <a:spLocks noGrp="1"/>
          </p:cNvSpPr>
          <p:nvPr>
            <p:ph type="title"/>
          </p:nvPr>
        </p:nvSpPr>
        <p:spPr/>
        <p:txBody>
          <a:bodyPr/>
          <a:lstStyle/>
          <a:p>
            <a:r>
              <a:rPr lang="en-US" dirty="0"/>
              <a:t>Test 4- Manoeuvre with damaged elevator</a:t>
            </a:r>
            <a:endParaRPr lang="LID4096" dirty="0"/>
          </a:p>
        </p:txBody>
      </p:sp>
      <p:sp>
        <p:nvSpPr>
          <p:cNvPr id="7" name="Text Placeholder 6">
            <a:extLst>
              <a:ext uri="{FF2B5EF4-FFF2-40B4-BE49-F238E27FC236}">
                <a16:creationId xmlns:a16="http://schemas.microsoft.com/office/drawing/2014/main" id="{9C54ADE7-5646-CCC6-4EAB-278543FB2EBE}"/>
              </a:ext>
            </a:extLst>
          </p:cNvPr>
          <p:cNvSpPr>
            <a:spLocks noGrp="1"/>
          </p:cNvSpPr>
          <p:nvPr>
            <p:ph type="body" sz="quarter" idx="24"/>
          </p:nvPr>
        </p:nvSpPr>
        <p:spPr/>
        <p:txBody>
          <a:bodyPr/>
          <a:lstStyle/>
          <a:p>
            <a:r>
              <a:rPr lang="en-US" b="1" dirty="0">
                <a:solidFill>
                  <a:srgbClr val="0071BB"/>
                </a:solidFill>
              </a:rPr>
              <a:t>IDHP</a:t>
            </a:r>
            <a:endParaRPr lang="LID4096" dirty="0"/>
          </a:p>
        </p:txBody>
      </p:sp>
      <mc:AlternateContent xmlns:mc="http://schemas.openxmlformats.org/markup-compatibility/2006" xmlns:a14="http://schemas.microsoft.com/office/drawing/2010/main">
        <mc:Choice Requires="a14">
          <p:sp>
            <p:nvSpPr>
              <p:cNvPr id="8" name="Text Placeholder 7">
                <a:extLst>
                  <a:ext uri="{FF2B5EF4-FFF2-40B4-BE49-F238E27FC236}">
                    <a16:creationId xmlns:a16="http://schemas.microsoft.com/office/drawing/2014/main" id="{18838E78-974D-707F-31CF-BF3B9A9154EF}"/>
                  </a:ext>
                </a:extLst>
              </p:cNvPr>
              <p:cNvSpPr>
                <a:spLocks noGrp="1"/>
              </p:cNvSpPr>
              <p:nvPr>
                <p:ph type="body" sz="quarter" idx="25"/>
              </p:nvPr>
            </p:nvSpPr>
            <p:spPr/>
            <p:txBody>
              <a:bodyPr/>
              <a:lstStyle/>
              <a:p>
                <a:r>
                  <a:rPr lang="en-US" b="1" dirty="0">
                    <a:solidFill>
                      <a:srgbClr val="B52E19"/>
                    </a:solidFill>
                  </a:rPr>
                  <a:t>MIDHP(</a:t>
                </a:r>
                <a14:m>
                  <m:oMath xmlns:m="http://schemas.openxmlformats.org/officeDocument/2006/math">
                    <m:r>
                      <a:rPr lang="en-US" b="1">
                        <a:solidFill>
                          <a:srgbClr val="B52E19"/>
                        </a:solidFill>
                        <a:latin typeface="Cambria Math" panose="02040503050406030204" pitchFamily="18" charset="0"/>
                      </a:rPr>
                      <m:t>𝛌</m:t>
                    </m:r>
                  </m:oMath>
                </a14:m>
                <a:r>
                  <a:rPr lang="en-US" b="1" dirty="0">
                    <a:solidFill>
                      <a:srgbClr val="B52E19"/>
                    </a:solidFill>
                  </a:rPr>
                  <a:t>)</a:t>
                </a:r>
                <a:br>
                  <a:rPr lang="en-US" b="1" dirty="0">
                    <a:solidFill>
                      <a:srgbClr val="B52E19"/>
                    </a:solidFill>
                  </a:rPr>
                </a:br>
                <a:endParaRPr lang="LID4096" dirty="0"/>
              </a:p>
            </p:txBody>
          </p:sp>
        </mc:Choice>
        <mc:Fallback xmlns="">
          <p:sp>
            <p:nvSpPr>
              <p:cNvPr id="8" name="Text Placeholder 7">
                <a:extLst>
                  <a:ext uri="{FF2B5EF4-FFF2-40B4-BE49-F238E27FC236}">
                    <a16:creationId xmlns:a16="http://schemas.microsoft.com/office/drawing/2014/main" id="{18838E78-974D-707F-31CF-BF3B9A9154EF}"/>
                  </a:ext>
                </a:extLst>
              </p:cNvPr>
              <p:cNvSpPr>
                <a:spLocks noGrp="1" noRot="1" noChangeAspect="1" noMove="1" noResize="1" noEditPoints="1" noAdjustHandles="1" noChangeArrowheads="1" noChangeShapeType="1" noTextEdit="1"/>
              </p:cNvSpPr>
              <p:nvPr>
                <p:ph type="body" sz="quarter" idx="25"/>
              </p:nvPr>
            </p:nvSpPr>
            <p:spPr>
              <a:blipFill>
                <a:blip r:embed="rId2"/>
                <a:stretch>
                  <a:fillRect t="-44898" b="-71429"/>
                </a:stretch>
              </a:blipFill>
            </p:spPr>
            <p:txBody>
              <a:bodyPr/>
              <a:lstStyle/>
              <a:p>
                <a:r>
                  <a:rPr lang="LID4096">
                    <a:noFill/>
                  </a:rPr>
                  <a:t> </a:t>
                </a:r>
              </a:p>
            </p:txBody>
          </p:sp>
        </mc:Fallback>
      </mc:AlternateContent>
      <p:pic>
        <p:nvPicPr>
          <p:cNvPr id="11" name="Picture Placeholder 12" descr="A graph of a fault&#10;&#10;Description automatically generated">
            <a:extLst>
              <a:ext uri="{FF2B5EF4-FFF2-40B4-BE49-F238E27FC236}">
                <a16:creationId xmlns:a16="http://schemas.microsoft.com/office/drawing/2014/main" id="{4DD309EF-0A41-4080-8E4B-BEA2CF2916BE}"/>
              </a:ext>
            </a:extLst>
          </p:cNvPr>
          <p:cNvPicPr>
            <a:picLocks noGrp="1" noChangeAspect="1"/>
          </p:cNvPicPr>
          <p:nvPr>
            <p:ph type="pic" sz="quarter" idx="22"/>
          </p:nvPr>
        </p:nvPicPr>
        <p:blipFill>
          <a:blip r:embed="rId3">
            <a:extLst>
              <a:ext uri="{28A0092B-C50C-407E-A947-70E740481C1C}">
                <a14:useLocalDpi xmlns:a14="http://schemas.microsoft.com/office/drawing/2010/main" val="0"/>
              </a:ext>
            </a:extLst>
          </a:blip>
          <a:srcRect l="252" r="252"/>
          <a:stretch>
            <a:fillRect/>
          </a:stretch>
        </p:blipFill>
        <p:spPr>
          <a:xfrm>
            <a:off x="719138" y="1749425"/>
            <a:ext cx="5373687" cy="3330575"/>
          </a:xfrm>
        </p:spPr>
      </p:pic>
      <p:pic>
        <p:nvPicPr>
          <p:cNvPr id="19" name="Picture Placeholder 18" descr="A graph of a fault&#10;&#10;Description automatically generated">
            <a:extLst>
              <a:ext uri="{FF2B5EF4-FFF2-40B4-BE49-F238E27FC236}">
                <a16:creationId xmlns:a16="http://schemas.microsoft.com/office/drawing/2014/main" id="{0A82780D-AF29-C0E4-2451-6B5853C636A8}"/>
              </a:ext>
            </a:extLst>
          </p:cNvPr>
          <p:cNvPicPr>
            <a:picLocks noGrp="1" noChangeAspect="1"/>
          </p:cNvPicPr>
          <p:nvPr>
            <p:ph type="pic" sz="quarter" idx="23"/>
          </p:nvPr>
        </p:nvPicPr>
        <p:blipFill>
          <a:blip r:embed="rId4">
            <a:extLst>
              <a:ext uri="{28A0092B-C50C-407E-A947-70E740481C1C}">
                <a14:useLocalDpi xmlns:a14="http://schemas.microsoft.com/office/drawing/2010/main" val="0"/>
              </a:ext>
            </a:extLst>
          </a:blip>
          <a:srcRect l="252" r="252"/>
          <a:stretch>
            <a:fillRect/>
          </a:stretch>
        </p:blipFill>
        <p:spPr/>
      </p:pic>
    </p:spTree>
    <p:extLst>
      <p:ext uri="{BB962C8B-B14F-4D97-AF65-F5344CB8AC3E}">
        <p14:creationId xmlns:p14="http://schemas.microsoft.com/office/powerpoint/2010/main" val="203780241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5D07DDE-B0C8-58ED-41AF-6212A1210170}"/>
              </a:ext>
            </a:extLst>
          </p:cNvPr>
          <p:cNvSpPr>
            <a:spLocks noGrp="1"/>
          </p:cNvSpPr>
          <p:nvPr>
            <p:ph type="dt" sz="half" idx="18"/>
          </p:nvPr>
        </p:nvSpPr>
        <p:spPr/>
        <p:txBody>
          <a:bodyPr/>
          <a:lstStyle/>
          <a:p>
            <a:r>
              <a:rPr lang="LID4096"/>
              <a:t>08/30/2024</a:t>
            </a:r>
            <a:endParaRPr lang="en-GB" dirty="0"/>
          </a:p>
        </p:txBody>
      </p:sp>
      <p:sp>
        <p:nvSpPr>
          <p:cNvPr id="3" name="Slide Number Placeholder 2">
            <a:extLst>
              <a:ext uri="{FF2B5EF4-FFF2-40B4-BE49-F238E27FC236}">
                <a16:creationId xmlns:a16="http://schemas.microsoft.com/office/drawing/2014/main" id="{607E7C03-62BA-E31B-4769-F866F9419E11}"/>
              </a:ext>
            </a:extLst>
          </p:cNvPr>
          <p:cNvSpPr>
            <a:spLocks noGrp="1"/>
          </p:cNvSpPr>
          <p:nvPr>
            <p:ph type="sldNum" sz="quarter" idx="20"/>
          </p:nvPr>
        </p:nvSpPr>
        <p:spPr/>
        <p:txBody>
          <a:bodyPr/>
          <a:lstStyle/>
          <a:p>
            <a:fld id="{9E843DB9-9987-4157-AB9C-CEA8D7D910BB}" type="slidenum">
              <a:rPr lang="en-GB" smtClean="0"/>
              <a:pPr/>
              <a:t>63</a:t>
            </a:fld>
            <a:endParaRPr lang="en-GB" dirty="0"/>
          </a:p>
        </p:txBody>
      </p:sp>
      <p:sp>
        <p:nvSpPr>
          <p:cNvPr id="4" name="Title 3">
            <a:extLst>
              <a:ext uri="{FF2B5EF4-FFF2-40B4-BE49-F238E27FC236}">
                <a16:creationId xmlns:a16="http://schemas.microsoft.com/office/drawing/2014/main" id="{0CDC0F11-59DF-E8C4-B1F6-E4EA8678941F}"/>
              </a:ext>
            </a:extLst>
          </p:cNvPr>
          <p:cNvSpPr>
            <a:spLocks noGrp="1"/>
          </p:cNvSpPr>
          <p:nvPr>
            <p:ph type="title"/>
          </p:nvPr>
        </p:nvSpPr>
        <p:spPr/>
        <p:txBody>
          <a:bodyPr/>
          <a:lstStyle/>
          <a:p>
            <a:r>
              <a:rPr lang="en-US" dirty="0"/>
              <a:t>Test 5- Manoeuvre with damaged and saturated elevator</a:t>
            </a:r>
            <a:endParaRPr lang="LID4096" dirty="0"/>
          </a:p>
        </p:txBody>
      </p:sp>
      <p:sp>
        <p:nvSpPr>
          <p:cNvPr id="7" name="Text Placeholder 6">
            <a:extLst>
              <a:ext uri="{FF2B5EF4-FFF2-40B4-BE49-F238E27FC236}">
                <a16:creationId xmlns:a16="http://schemas.microsoft.com/office/drawing/2014/main" id="{9C54ADE7-5646-CCC6-4EAB-278543FB2EBE}"/>
              </a:ext>
            </a:extLst>
          </p:cNvPr>
          <p:cNvSpPr>
            <a:spLocks noGrp="1"/>
          </p:cNvSpPr>
          <p:nvPr>
            <p:ph type="body" sz="quarter" idx="24"/>
          </p:nvPr>
        </p:nvSpPr>
        <p:spPr/>
        <p:txBody>
          <a:bodyPr/>
          <a:lstStyle/>
          <a:p>
            <a:r>
              <a:rPr lang="en-US" b="1" dirty="0">
                <a:solidFill>
                  <a:srgbClr val="0071BB"/>
                </a:solidFill>
              </a:rPr>
              <a:t>IDHP</a:t>
            </a:r>
            <a:endParaRPr lang="LID4096" dirty="0"/>
          </a:p>
        </p:txBody>
      </p:sp>
      <mc:AlternateContent xmlns:mc="http://schemas.openxmlformats.org/markup-compatibility/2006" xmlns:a14="http://schemas.microsoft.com/office/drawing/2010/main">
        <mc:Choice Requires="a14">
          <p:sp>
            <p:nvSpPr>
              <p:cNvPr id="8" name="Text Placeholder 7">
                <a:extLst>
                  <a:ext uri="{FF2B5EF4-FFF2-40B4-BE49-F238E27FC236}">
                    <a16:creationId xmlns:a16="http://schemas.microsoft.com/office/drawing/2014/main" id="{18838E78-974D-707F-31CF-BF3B9A9154EF}"/>
                  </a:ext>
                </a:extLst>
              </p:cNvPr>
              <p:cNvSpPr>
                <a:spLocks noGrp="1"/>
              </p:cNvSpPr>
              <p:nvPr>
                <p:ph type="body" sz="quarter" idx="25"/>
              </p:nvPr>
            </p:nvSpPr>
            <p:spPr/>
            <p:txBody>
              <a:bodyPr/>
              <a:lstStyle/>
              <a:p>
                <a:r>
                  <a:rPr lang="en-US" b="1" dirty="0">
                    <a:solidFill>
                      <a:srgbClr val="F9AC2F"/>
                    </a:solidFill>
                  </a:rPr>
                  <a:t>IDHP(</a:t>
                </a:r>
                <a14:m>
                  <m:oMath xmlns:m="http://schemas.openxmlformats.org/officeDocument/2006/math">
                    <m:r>
                      <a:rPr lang="en-US" b="1" i="1" smtClean="0">
                        <a:solidFill>
                          <a:srgbClr val="F9AC2F"/>
                        </a:solidFill>
                        <a:latin typeface="Cambria Math" panose="02040503050406030204" pitchFamily="18" charset="0"/>
                      </a:rPr>
                      <m:t>𝝀</m:t>
                    </m:r>
                  </m:oMath>
                </a14:m>
                <a:r>
                  <a:rPr lang="en-US" b="1" dirty="0">
                    <a:solidFill>
                      <a:srgbClr val="F9AC2F"/>
                    </a:solidFill>
                  </a:rPr>
                  <a:t>)</a:t>
                </a:r>
                <a:endParaRPr lang="LID4096" b="1" dirty="0">
                  <a:solidFill>
                    <a:srgbClr val="F9AC2F"/>
                  </a:solidFill>
                </a:endParaRPr>
              </a:p>
              <a:p>
                <a:endParaRPr lang="LID4096" dirty="0"/>
              </a:p>
            </p:txBody>
          </p:sp>
        </mc:Choice>
        <mc:Fallback xmlns="">
          <p:sp>
            <p:nvSpPr>
              <p:cNvPr id="8" name="Text Placeholder 7">
                <a:extLst>
                  <a:ext uri="{FF2B5EF4-FFF2-40B4-BE49-F238E27FC236}">
                    <a16:creationId xmlns:a16="http://schemas.microsoft.com/office/drawing/2014/main" id="{18838E78-974D-707F-31CF-BF3B9A9154EF}"/>
                  </a:ext>
                </a:extLst>
              </p:cNvPr>
              <p:cNvSpPr>
                <a:spLocks noGrp="1" noRot="1" noChangeAspect="1" noMove="1" noResize="1" noEditPoints="1" noAdjustHandles="1" noChangeArrowheads="1" noChangeShapeType="1" noTextEdit="1"/>
              </p:cNvSpPr>
              <p:nvPr>
                <p:ph type="body" sz="quarter" idx="25"/>
              </p:nvPr>
            </p:nvSpPr>
            <p:spPr>
              <a:blipFill>
                <a:blip r:embed="rId3"/>
                <a:stretch>
                  <a:fillRect t="-44898" b="-71429"/>
                </a:stretch>
              </a:blipFill>
            </p:spPr>
            <p:txBody>
              <a:bodyPr/>
              <a:lstStyle/>
              <a:p>
                <a:r>
                  <a:rPr lang="LID4096">
                    <a:noFill/>
                  </a:rPr>
                  <a:t> </a:t>
                </a:r>
              </a:p>
            </p:txBody>
          </p:sp>
        </mc:Fallback>
      </mc:AlternateContent>
      <p:pic>
        <p:nvPicPr>
          <p:cNvPr id="12" name="Picture Placeholder 11" descr="A graph of fault and fault&#10;&#10;Description automatically generated">
            <a:extLst>
              <a:ext uri="{FF2B5EF4-FFF2-40B4-BE49-F238E27FC236}">
                <a16:creationId xmlns:a16="http://schemas.microsoft.com/office/drawing/2014/main" id="{AC6FBA4B-D6E0-C9AC-D381-7E9C5E48A8D2}"/>
              </a:ext>
            </a:extLst>
          </p:cNvPr>
          <p:cNvPicPr>
            <a:picLocks noGrp="1" noChangeAspect="1"/>
          </p:cNvPicPr>
          <p:nvPr>
            <p:ph type="pic" sz="quarter" idx="22"/>
          </p:nvPr>
        </p:nvPicPr>
        <p:blipFill>
          <a:blip r:embed="rId4">
            <a:extLst>
              <a:ext uri="{28A0092B-C50C-407E-A947-70E740481C1C}">
                <a14:useLocalDpi xmlns:a14="http://schemas.microsoft.com/office/drawing/2010/main" val="0"/>
              </a:ext>
            </a:extLst>
          </a:blip>
          <a:srcRect l="252" r="252"/>
          <a:stretch>
            <a:fillRect/>
          </a:stretch>
        </p:blipFill>
        <p:spPr/>
      </p:pic>
      <p:pic>
        <p:nvPicPr>
          <p:cNvPr id="15" name="Picture Placeholder 14" descr="A graph of a fault&#10;&#10;Description automatically generated">
            <a:extLst>
              <a:ext uri="{FF2B5EF4-FFF2-40B4-BE49-F238E27FC236}">
                <a16:creationId xmlns:a16="http://schemas.microsoft.com/office/drawing/2014/main" id="{D3DA98F4-EEBE-B70D-548E-8318F8479EBA}"/>
              </a:ext>
            </a:extLst>
          </p:cNvPr>
          <p:cNvPicPr>
            <a:picLocks noGrp="1" noChangeAspect="1"/>
          </p:cNvPicPr>
          <p:nvPr>
            <p:ph type="pic" sz="quarter" idx="23"/>
          </p:nvPr>
        </p:nvPicPr>
        <p:blipFill>
          <a:blip r:embed="rId5">
            <a:extLst>
              <a:ext uri="{28A0092B-C50C-407E-A947-70E740481C1C}">
                <a14:useLocalDpi xmlns:a14="http://schemas.microsoft.com/office/drawing/2010/main" val="0"/>
              </a:ext>
            </a:extLst>
          </a:blip>
          <a:srcRect l="252" r="252"/>
          <a:stretch>
            <a:fillRect/>
          </a:stretch>
        </p:blipFill>
        <p:spPr/>
      </p:pic>
    </p:spTree>
    <p:extLst>
      <p:ext uri="{BB962C8B-B14F-4D97-AF65-F5344CB8AC3E}">
        <p14:creationId xmlns:p14="http://schemas.microsoft.com/office/powerpoint/2010/main" val="359429153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5D07DDE-B0C8-58ED-41AF-6212A1210170}"/>
              </a:ext>
            </a:extLst>
          </p:cNvPr>
          <p:cNvSpPr>
            <a:spLocks noGrp="1"/>
          </p:cNvSpPr>
          <p:nvPr>
            <p:ph type="dt" sz="half" idx="18"/>
          </p:nvPr>
        </p:nvSpPr>
        <p:spPr/>
        <p:txBody>
          <a:bodyPr/>
          <a:lstStyle/>
          <a:p>
            <a:r>
              <a:rPr lang="LID4096"/>
              <a:t>08/30/2024</a:t>
            </a:r>
            <a:endParaRPr lang="en-GB" dirty="0"/>
          </a:p>
        </p:txBody>
      </p:sp>
      <p:sp>
        <p:nvSpPr>
          <p:cNvPr id="3" name="Slide Number Placeholder 2">
            <a:extLst>
              <a:ext uri="{FF2B5EF4-FFF2-40B4-BE49-F238E27FC236}">
                <a16:creationId xmlns:a16="http://schemas.microsoft.com/office/drawing/2014/main" id="{607E7C03-62BA-E31B-4769-F866F9419E11}"/>
              </a:ext>
            </a:extLst>
          </p:cNvPr>
          <p:cNvSpPr>
            <a:spLocks noGrp="1"/>
          </p:cNvSpPr>
          <p:nvPr>
            <p:ph type="sldNum" sz="quarter" idx="20"/>
          </p:nvPr>
        </p:nvSpPr>
        <p:spPr/>
        <p:txBody>
          <a:bodyPr/>
          <a:lstStyle/>
          <a:p>
            <a:fld id="{9E843DB9-9987-4157-AB9C-CEA8D7D910BB}" type="slidenum">
              <a:rPr lang="en-GB" smtClean="0"/>
              <a:pPr/>
              <a:t>64</a:t>
            </a:fld>
            <a:endParaRPr lang="en-GB" dirty="0"/>
          </a:p>
        </p:txBody>
      </p:sp>
      <p:sp>
        <p:nvSpPr>
          <p:cNvPr id="4" name="Title 3">
            <a:extLst>
              <a:ext uri="{FF2B5EF4-FFF2-40B4-BE49-F238E27FC236}">
                <a16:creationId xmlns:a16="http://schemas.microsoft.com/office/drawing/2014/main" id="{0CDC0F11-59DF-E8C4-B1F6-E4EA8678941F}"/>
              </a:ext>
            </a:extLst>
          </p:cNvPr>
          <p:cNvSpPr>
            <a:spLocks noGrp="1"/>
          </p:cNvSpPr>
          <p:nvPr>
            <p:ph type="title"/>
          </p:nvPr>
        </p:nvSpPr>
        <p:spPr/>
        <p:txBody>
          <a:bodyPr/>
          <a:lstStyle/>
          <a:p>
            <a:r>
              <a:rPr lang="en-US" dirty="0"/>
              <a:t>Test 5- Manoeuvre with damaged and saturated elevator</a:t>
            </a:r>
            <a:endParaRPr lang="LID4096" dirty="0"/>
          </a:p>
        </p:txBody>
      </p:sp>
      <p:sp>
        <p:nvSpPr>
          <p:cNvPr id="7" name="Text Placeholder 6">
            <a:extLst>
              <a:ext uri="{FF2B5EF4-FFF2-40B4-BE49-F238E27FC236}">
                <a16:creationId xmlns:a16="http://schemas.microsoft.com/office/drawing/2014/main" id="{9C54ADE7-5646-CCC6-4EAB-278543FB2EBE}"/>
              </a:ext>
            </a:extLst>
          </p:cNvPr>
          <p:cNvSpPr>
            <a:spLocks noGrp="1"/>
          </p:cNvSpPr>
          <p:nvPr>
            <p:ph type="body" sz="quarter" idx="24"/>
          </p:nvPr>
        </p:nvSpPr>
        <p:spPr/>
        <p:txBody>
          <a:bodyPr/>
          <a:lstStyle/>
          <a:p>
            <a:r>
              <a:rPr lang="en-US" b="1" dirty="0">
                <a:solidFill>
                  <a:srgbClr val="0071BB"/>
                </a:solidFill>
              </a:rPr>
              <a:t>IDHP</a:t>
            </a:r>
            <a:endParaRPr lang="LID4096" dirty="0"/>
          </a:p>
        </p:txBody>
      </p:sp>
      <p:sp>
        <p:nvSpPr>
          <p:cNvPr id="8" name="Text Placeholder 7">
            <a:extLst>
              <a:ext uri="{FF2B5EF4-FFF2-40B4-BE49-F238E27FC236}">
                <a16:creationId xmlns:a16="http://schemas.microsoft.com/office/drawing/2014/main" id="{18838E78-974D-707F-31CF-BF3B9A9154EF}"/>
              </a:ext>
            </a:extLst>
          </p:cNvPr>
          <p:cNvSpPr>
            <a:spLocks noGrp="1"/>
          </p:cNvSpPr>
          <p:nvPr>
            <p:ph type="body" sz="quarter" idx="25"/>
          </p:nvPr>
        </p:nvSpPr>
        <p:spPr/>
        <p:txBody>
          <a:bodyPr/>
          <a:lstStyle/>
          <a:p>
            <a:r>
              <a:rPr lang="en-US" sz="2400" b="1" dirty="0">
                <a:solidFill>
                  <a:srgbClr val="009A55"/>
                </a:solidFill>
                <a:latin typeface="Times New Roman" panose="02020603050405020304" pitchFamily="18" charset="0"/>
                <a:cs typeface="Times New Roman" panose="02020603050405020304" pitchFamily="18" charset="0"/>
              </a:rPr>
              <a:t>MIDHP</a:t>
            </a:r>
            <a:endParaRPr lang="LID4096" dirty="0"/>
          </a:p>
        </p:txBody>
      </p:sp>
      <p:pic>
        <p:nvPicPr>
          <p:cNvPr id="14" name="Picture Placeholder 13" descr="A graph of a fault&#10;&#10;Description automatically generated">
            <a:extLst>
              <a:ext uri="{FF2B5EF4-FFF2-40B4-BE49-F238E27FC236}">
                <a16:creationId xmlns:a16="http://schemas.microsoft.com/office/drawing/2014/main" id="{869C7640-6C62-3D83-61E1-19B21EB8AE50}"/>
              </a:ext>
            </a:extLst>
          </p:cNvPr>
          <p:cNvPicPr>
            <a:picLocks noGrp="1" noChangeAspect="1"/>
          </p:cNvPicPr>
          <p:nvPr>
            <p:ph type="pic" sz="quarter" idx="23"/>
          </p:nvPr>
        </p:nvPicPr>
        <p:blipFill>
          <a:blip r:embed="rId3">
            <a:extLst>
              <a:ext uri="{28A0092B-C50C-407E-A947-70E740481C1C}">
                <a14:useLocalDpi xmlns:a14="http://schemas.microsoft.com/office/drawing/2010/main" val="0"/>
              </a:ext>
            </a:extLst>
          </a:blip>
          <a:srcRect l="252" r="252"/>
          <a:stretch>
            <a:fillRect/>
          </a:stretch>
        </p:blipFill>
        <p:spPr/>
      </p:pic>
      <p:pic>
        <p:nvPicPr>
          <p:cNvPr id="12" name="Picture Placeholder 11" descr="A graph of fault and fault&#10;&#10;Description automatically generated">
            <a:extLst>
              <a:ext uri="{FF2B5EF4-FFF2-40B4-BE49-F238E27FC236}">
                <a16:creationId xmlns:a16="http://schemas.microsoft.com/office/drawing/2014/main" id="{5B331B85-CA56-2485-709A-83E5EAE41286}"/>
              </a:ext>
            </a:extLst>
          </p:cNvPr>
          <p:cNvPicPr>
            <a:picLocks noGrp="1" noChangeAspect="1"/>
          </p:cNvPicPr>
          <p:nvPr>
            <p:ph type="pic" sz="quarter" idx="22"/>
          </p:nvPr>
        </p:nvPicPr>
        <p:blipFill>
          <a:blip r:embed="rId4">
            <a:extLst>
              <a:ext uri="{28A0092B-C50C-407E-A947-70E740481C1C}">
                <a14:useLocalDpi xmlns:a14="http://schemas.microsoft.com/office/drawing/2010/main" val="0"/>
              </a:ext>
            </a:extLst>
          </a:blip>
          <a:srcRect l="252" r="252"/>
          <a:stretch>
            <a:fillRect/>
          </a:stretch>
        </p:blipFill>
        <p:spPr>
          <a:xfrm>
            <a:off x="719138" y="1749425"/>
            <a:ext cx="5373687" cy="3330575"/>
          </a:xfrm>
        </p:spPr>
      </p:pic>
    </p:spTree>
    <p:extLst>
      <p:ext uri="{BB962C8B-B14F-4D97-AF65-F5344CB8AC3E}">
        <p14:creationId xmlns:p14="http://schemas.microsoft.com/office/powerpoint/2010/main" val="374028760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5D07DDE-B0C8-58ED-41AF-6212A1210170}"/>
              </a:ext>
            </a:extLst>
          </p:cNvPr>
          <p:cNvSpPr>
            <a:spLocks noGrp="1"/>
          </p:cNvSpPr>
          <p:nvPr>
            <p:ph type="dt" sz="half" idx="18"/>
          </p:nvPr>
        </p:nvSpPr>
        <p:spPr/>
        <p:txBody>
          <a:bodyPr/>
          <a:lstStyle/>
          <a:p>
            <a:r>
              <a:rPr lang="LID4096"/>
              <a:t>08/30/2024</a:t>
            </a:r>
            <a:endParaRPr lang="en-GB" dirty="0"/>
          </a:p>
        </p:txBody>
      </p:sp>
      <p:sp>
        <p:nvSpPr>
          <p:cNvPr id="3" name="Slide Number Placeholder 2">
            <a:extLst>
              <a:ext uri="{FF2B5EF4-FFF2-40B4-BE49-F238E27FC236}">
                <a16:creationId xmlns:a16="http://schemas.microsoft.com/office/drawing/2014/main" id="{607E7C03-62BA-E31B-4769-F866F9419E11}"/>
              </a:ext>
            </a:extLst>
          </p:cNvPr>
          <p:cNvSpPr>
            <a:spLocks noGrp="1"/>
          </p:cNvSpPr>
          <p:nvPr>
            <p:ph type="sldNum" sz="quarter" idx="20"/>
          </p:nvPr>
        </p:nvSpPr>
        <p:spPr/>
        <p:txBody>
          <a:bodyPr/>
          <a:lstStyle/>
          <a:p>
            <a:fld id="{9E843DB9-9987-4157-AB9C-CEA8D7D910BB}" type="slidenum">
              <a:rPr lang="en-GB" smtClean="0"/>
              <a:pPr/>
              <a:t>65</a:t>
            </a:fld>
            <a:endParaRPr lang="en-GB" dirty="0"/>
          </a:p>
        </p:txBody>
      </p:sp>
      <p:sp>
        <p:nvSpPr>
          <p:cNvPr id="4" name="Title 3">
            <a:extLst>
              <a:ext uri="{FF2B5EF4-FFF2-40B4-BE49-F238E27FC236}">
                <a16:creationId xmlns:a16="http://schemas.microsoft.com/office/drawing/2014/main" id="{0CDC0F11-59DF-E8C4-B1F6-E4EA8678941F}"/>
              </a:ext>
            </a:extLst>
          </p:cNvPr>
          <p:cNvSpPr>
            <a:spLocks noGrp="1"/>
          </p:cNvSpPr>
          <p:nvPr>
            <p:ph type="title"/>
          </p:nvPr>
        </p:nvSpPr>
        <p:spPr/>
        <p:txBody>
          <a:bodyPr/>
          <a:lstStyle/>
          <a:p>
            <a:r>
              <a:rPr lang="en-US" dirty="0"/>
              <a:t>Test 5- Manoeuvre with damaged and saturated elevator</a:t>
            </a:r>
            <a:endParaRPr lang="LID4096" dirty="0"/>
          </a:p>
        </p:txBody>
      </p:sp>
      <p:sp>
        <p:nvSpPr>
          <p:cNvPr id="7" name="Text Placeholder 6">
            <a:extLst>
              <a:ext uri="{FF2B5EF4-FFF2-40B4-BE49-F238E27FC236}">
                <a16:creationId xmlns:a16="http://schemas.microsoft.com/office/drawing/2014/main" id="{9C54ADE7-5646-CCC6-4EAB-278543FB2EBE}"/>
              </a:ext>
            </a:extLst>
          </p:cNvPr>
          <p:cNvSpPr>
            <a:spLocks noGrp="1"/>
          </p:cNvSpPr>
          <p:nvPr>
            <p:ph type="body" sz="quarter" idx="24"/>
          </p:nvPr>
        </p:nvSpPr>
        <p:spPr/>
        <p:txBody>
          <a:bodyPr/>
          <a:lstStyle/>
          <a:p>
            <a:r>
              <a:rPr lang="en-US" b="1" dirty="0">
                <a:solidFill>
                  <a:srgbClr val="0071BB"/>
                </a:solidFill>
              </a:rPr>
              <a:t>IDHP</a:t>
            </a:r>
            <a:endParaRPr lang="LID4096" dirty="0"/>
          </a:p>
        </p:txBody>
      </p:sp>
      <mc:AlternateContent xmlns:mc="http://schemas.openxmlformats.org/markup-compatibility/2006" xmlns:a14="http://schemas.microsoft.com/office/drawing/2010/main">
        <mc:Choice Requires="a14">
          <p:sp>
            <p:nvSpPr>
              <p:cNvPr id="8" name="Text Placeholder 7">
                <a:extLst>
                  <a:ext uri="{FF2B5EF4-FFF2-40B4-BE49-F238E27FC236}">
                    <a16:creationId xmlns:a16="http://schemas.microsoft.com/office/drawing/2014/main" id="{18838E78-974D-707F-31CF-BF3B9A9154EF}"/>
                  </a:ext>
                </a:extLst>
              </p:cNvPr>
              <p:cNvSpPr>
                <a:spLocks noGrp="1"/>
              </p:cNvSpPr>
              <p:nvPr>
                <p:ph type="body" sz="quarter" idx="25"/>
              </p:nvPr>
            </p:nvSpPr>
            <p:spPr/>
            <p:txBody>
              <a:bodyPr/>
              <a:lstStyle/>
              <a:p>
                <a:r>
                  <a:rPr lang="en-US" b="1" dirty="0">
                    <a:solidFill>
                      <a:srgbClr val="B52E19"/>
                    </a:solidFill>
                  </a:rPr>
                  <a:t>MIDHP(</a:t>
                </a:r>
                <a14:m>
                  <m:oMath xmlns:m="http://schemas.openxmlformats.org/officeDocument/2006/math">
                    <m:r>
                      <a:rPr lang="en-US" b="1">
                        <a:solidFill>
                          <a:srgbClr val="B52E19"/>
                        </a:solidFill>
                        <a:latin typeface="Cambria Math" panose="02040503050406030204" pitchFamily="18" charset="0"/>
                      </a:rPr>
                      <m:t>𝛌</m:t>
                    </m:r>
                  </m:oMath>
                </a14:m>
                <a:r>
                  <a:rPr lang="en-US" b="1" dirty="0">
                    <a:solidFill>
                      <a:srgbClr val="B52E19"/>
                    </a:solidFill>
                  </a:rPr>
                  <a:t>)</a:t>
                </a:r>
                <a:br>
                  <a:rPr lang="en-US" b="1" dirty="0">
                    <a:solidFill>
                      <a:srgbClr val="B52E19"/>
                    </a:solidFill>
                  </a:rPr>
                </a:br>
                <a:endParaRPr lang="LID4096" dirty="0"/>
              </a:p>
            </p:txBody>
          </p:sp>
        </mc:Choice>
        <mc:Fallback xmlns="">
          <p:sp>
            <p:nvSpPr>
              <p:cNvPr id="8" name="Text Placeholder 7">
                <a:extLst>
                  <a:ext uri="{FF2B5EF4-FFF2-40B4-BE49-F238E27FC236}">
                    <a16:creationId xmlns:a16="http://schemas.microsoft.com/office/drawing/2014/main" id="{18838E78-974D-707F-31CF-BF3B9A9154EF}"/>
                  </a:ext>
                </a:extLst>
              </p:cNvPr>
              <p:cNvSpPr>
                <a:spLocks noGrp="1" noRot="1" noChangeAspect="1" noMove="1" noResize="1" noEditPoints="1" noAdjustHandles="1" noChangeArrowheads="1" noChangeShapeType="1" noTextEdit="1"/>
              </p:cNvSpPr>
              <p:nvPr>
                <p:ph type="body" sz="quarter" idx="25"/>
              </p:nvPr>
            </p:nvSpPr>
            <p:spPr>
              <a:blipFill>
                <a:blip r:embed="rId2"/>
                <a:stretch>
                  <a:fillRect t="-44898" b="-71429"/>
                </a:stretch>
              </a:blipFill>
            </p:spPr>
            <p:txBody>
              <a:bodyPr/>
              <a:lstStyle/>
              <a:p>
                <a:r>
                  <a:rPr lang="LID4096">
                    <a:noFill/>
                  </a:rPr>
                  <a:t> </a:t>
                </a:r>
              </a:p>
            </p:txBody>
          </p:sp>
        </mc:Fallback>
      </mc:AlternateContent>
      <p:pic>
        <p:nvPicPr>
          <p:cNvPr id="14" name="Picture Placeholder 13" descr="A graph of a fault&#10;&#10;Description automatically generated">
            <a:extLst>
              <a:ext uri="{FF2B5EF4-FFF2-40B4-BE49-F238E27FC236}">
                <a16:creationId xmlns:a16="http://schemas.microsoft.com/office/drawing/2014/main" id="{49210E0D-31CA-5E55-FA1B-6C4AE022479E}"/>
              </a:ext>
            </a:extLst>
          </p:cNvPr>
          <p:cNvPicPr>
            <a:picLocks noGrp="1" noChangeAspect="1"/>
          </p:cNvPicPr>
          <p:nvPr>
            <p:ph type="pic" sz="quarter" idx="23"/>
          </p:nvPr>
        </p:nvPicPr>
        <p:blipFill>
          <a:blip r:embed="rId3">
            <a:extLst>
              <a:ext uri="{28A0092B-C50C-407E-A947-70E740481C1C}">
                <a14:useLocalDpi xmlns:a14="http://schemas.microsoft.com/office/drawing/2010/main" val="0"/>
              </a:ext>
            </a:extLst>
          </a:blip>
          <a:srcRect l="252" r="252"/>
          <a:stretch>
            <a:fillRect/>
          </a:stretch>
        </p:blipFill>
        <p:spPr/>
      </p:pic>
      <p:pic>
        <p:nvPicPr>
          <p:cNvPr id="12" name="Picture Placeholder 11" descr="A graph of fault and fault&#10;&#10;Description automatically generated">
            <a:extLst>
              <a:ext uri="{FF2B5EF4-FFF2-40B4-BE49-F238E27FC236}">
                <a16:creationId xmlns:a16="http://schemas.microsoft.com/office/drawing/2014/main" id="{8F7CF672-7CD4-3AF9-F426-855C1D388974}"/>
              </a:ext>
            </a:extLst>
          </p:cNvPr>
          <p:cNvPicPr>
            <a:picLocks noGrp="1" noChangeAspect="1"/>
          </p:cNvPicPr>
          <p:nvPr>
            <p:ph type="pic" sz="quarter" idx="22"/>
          </p:nvPr>
        </p:nvPicPr>
        <p:blipFill>
          <a:blip r:embed="rId4">
            <a:extLst>
              <a:ext uri="{28A0092B-C50C-407E-A947-70E740481C1C}">
                <a14:useLocalDpi xmlns:a14="http://schemas.microsoft.com/office/drawing/2010/main" val="0"/>
              </a:ext>
            </a:extLst>
          </a:blip>
          <a:srcRect l="252" r="252"/>
          <a:stretch>
            <a:fillRect/>
          </a:stretch>
        </p:blipFill>
        <p:spPr>
          <a:xfrm>
            <a:off x="719138" y="1749425"/>
            <a:ext cx="5373687" cy="3330575"/>
          </a:xfrm>
        </p:spPr>
      </p:pic>
    </p:spTree>
    <p:extLst>
      <p:ext uri="{BB962C8B-B14F-4D97-AF65-F5344CB8AC3E}">
        <p14:creationId xmlns:p14="http://schemas.microsoft.com/office/powerpoint/2010/main" val="4142928979"/>
      </p:ext>
    </p:extLst>
  </p:cSld>
  <p:clrMapOvr>
    <a:masterClrMapping/>
  </p:clrMapOvr>
</p:sld>
</file>

<file path=ppt/theme/theme1.xml><?xml version="1.0" encoding="utf-8"?>
<a:theme xmlns:a="http://schemas.openxmlformats.org/drawingml/2006/main" name="TU DELFT | TEMPLATE (SLIDEBUILDER)">
  <a:themeElements>
    <a:clrScheme name="Aangepast 43">
      <a:dk1>
        <a:srgbClr val="000000"/>
      </a:dk1>
      <a:lt1>
        <a:srgbClr val="FFFFFF"/>
      </a:lt1>
      <a:dk2>
        <a:srgbClr val="000000"/>
      </a:dk2>
      <a:lt2>
        <a:srgbClr val="FFFFFF"/>
      </a:lt2>
      <a:accent1>
        <a:srgbClr val="00A6D6"/>
      </a:accent1>
      <a:accent2>
        <a:srgbClr val="0C2340"/>
      </a:accent2>
      <a:accent3>
        <a:srgbClr val="EF60A3"/>
      </a:accent3>
      <a:accent4>
        <a:srgbClr val="EC6842"/>
      </a:accent4>
      <a:accent5>
        <a:srgbClr val="FFB81C"/>
      </a:accent5>
      <a:accent6>
        <a:srgbClr val="6CC24A"/>
      </a:accent6>
      <a:hlink>
        <a:srgbClr val="00A6D6"/>
      </a:hlink>
      <a:folHlink>
        <a:srgbClr val="00A6D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144000" tIns="144000" rIns="144000" bIns="144000" rtlCol="0" anchor="ctr"/>
      <a:lstStyle>
        <a:defPPr algn="ctr">
          <a:lnSpc>
            <a:spcPct val="90000"/>
          </a:lnSpc>
          <a:spcBef>
            <a:spcPts val="200"/>
          </a:spcBef>
          <a:spcAft>
            <a:spcPts val="200"/>
          </a:spcAft>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cap="rnd">
          <a:solidFill>
            <a:schemeClr val="accent1"/>
          </a:solidFill>
          <a:roun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lnSpc>
            <a:spcPct val="90000"/>
          </a:lnSpc>
          <a:spcBef>
            <a:spcPts val="600"/>
          </a:spcBef>
          <a:spcAft>
            <a:spcPts val="600"/>
          </a:spcAft>
          <a:defRPr sz="1600" dirty="0" err="1"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U DELFT | DOCUMENT (SLIDEBUILDER)">
  <a:themeElements>
    <a:clrScheme name="TU Delft">
      <a:dk1>
        <a:srgbClr val="000000"/>
      </a:dk1>
      <a:lt1>
        <a:srgbClr val="F2F2F2"/>
      </a:lt1>
      <a:dk2>
        <a:srgbClr val="000000"/>
      </a:dk2>
      <a:lt2>
        <a:srgbClr val="F2F2F2"/>
      </a:lt2>
      <a:accent1>
        <a:srgbClr val="00A6D6"/>
      </a:accent1>
      <a:accent2>
        <a:srgbClr val="0C2340"/>
      </a:accent2>
      <a:accent3>
        <a:srgbClr val="EF60A3"/>
      </a:accent3>
      <a:accent4>
        <a:srgbClr val="EC6842"/>
      </a:accent4>
      <a:accent5>
        <a:srgbClr val="FFB81C"/>
      </a:accent5>
      <a:accent6>
        <a:srgbClr val="6CC24A"/>
      </a:accent6>
      <a:hlink>
        <a:srgbClr val="00A6D6"/>
      </a:hlink>
      <a:folHlink>
        <a:srgbClr val="00A6D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144000" tIns="144000" rIns="144000" bIns="144000" rtlCol="0" anchor="ctr"/>
      <a:lstStyle>
        <a:defPPr algn="ctr">
          <a:lnSpc>
            <a:spcPct val="90000"/>
          </a:lnSpc>
          <a:spcBef>
            <a:spcPts val="200"/>
          </a:spcBef>
          <a:spcAft>
            <a:spcPts val="200"/>
          </a:spcAft>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cap="rnd">
          <a:solidFill>
            <a:schemeClr val="accent1"/>
          </a:solidFill>
          <a:roun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lnSpc>
            <a:spcPct val="90000"/>
          </a:lnSpc>
          <a:spcBef>
            <a:spcPts val="600"/>
          </a:spcBef>
          <a:spcAft>
            <a:spcPts val="600"/>
          </a:spcAft>
          <a:defRPr sz="1600" dirty="0" err="1"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ath_Settings xmlns="9d077a9f-2070-4d58-9077-cc78fbadfbe2" xsi:nil="true"/>
    <Self_Registration_Enabled xmlns="9d077a9f-2070-4d58-9077-cc78fbadfbe2" xsi:nil="true"/>
    <TeamsChannelId xmlns="9d077a9f-2070-4d58-9077-cc78fbadfbe2" xsi:nil="true"/>
    <Invited_Members xmlns="9d077a9f-2070-4d58-9077-cc78fbadfbe2" xsi:nil="true"/>
    <Templates xmlns="9d077a9f-2070-4d58-9077-cc78fbadfbe2" xsi:nil="true"/>
    <NotebookType xmlns="9d077a9f-2070-4d58-9077-cc78fbadfbe2" xsi:nil="true"/>
    <FolderType xmlns="9d077a9f-2070-4d58-9077-cc78fbadfbe2" xsi:nil="true"/>
    <AppVersion xmlns="9d077a9f-2070-4d58-9077-cc78fbadfbe2" xsi:nil="true"/>
    <LMS_Mappings xmlns="9d077a9f-2070-4d58-9077-cc78fbadfbe2" xsi:nil="true"/>
    <IsNotebookLocked xmlns="9d077a9f-2070-4d58-9077-cc78fbadfbe2" xsi:nil="true"/>
    <Has_Leaders_Only_SectionGroup xmlns="9d077a9f-2070-4d58-9077-cc78fbadfbe2" xsi:nil="true"/>
    <Owner xmlns="9d077a9f-2070-4d58-9077-cc78fbadfbe2">
      <UserInfo>
        <DisplayName/>
        <AccountId xsi:nil="true"/>
        <AccountType/>
      </UserInfo>
    </Owner>
    <DefaultSectionNames xmlns="9d077a9f-2070-4d58-9077-cc78fbadfbe2" xsi:nil="true"/>
    <Distribution_Groups xmlns="9d077a9f-2070-4d58-9077-cc78fbadfbe2" xsi:nil="true"/>
    <lcf76f155ced4ddcb4097134ff3c332f xmlns="9d077a9f-2070-4d58-9077-cc78fbadfbe2">
      <Terms xmlns="http://schemas.microsoft.com/office/infopath/2007/PartnerControls"/>
    </lcf76f155ced4ddcb4097134ff3c332f>
    <Is_Collaboration_Space_Locked xmlns="9d077a9f-2070-4d58-9077-cc78fbadfbe2" xsi:nil="true"/>
    <Members xmlns="9d077a9f-2070-4d58-9077-cc78fbadfbe2">
      <UserInfo>
        <DisplayName/>
        <AccountId xsi:nil="true"/>
        <AccountType/>
      </UserInfo>
    </Members>
    <Member_Groups xmlns="9d077a9f-2070-4d58-9077-cc78fbadfbe2">
      <UserInfo>
        <DisplayName/>
        <AccountId xsi:nil="true"/>
        <AccountType/>
      </UserInfo>
    </Member_Groups>
    <TaxCatchAll xmlns="39b7238d-f65c-4a11-9cc0-976316db4a86"/>
    <CultureName xmlns="9d077a9f-2070-4d58-9077-cc78fbadfbe2" xsi:nil="true"/>
    <Leaders xmlns="9d077a9f-2070-4d58-9077-cc78fbadfbe2">
      <UserInfo>
        <DisplayName/>
        <AccountId xsi:nil="true"/>
        <AccountType/>
      </UserInfo>
    </Leaders>
    <Invited_Leaders xmlns="9d077a9f-2070-4d58-9077-cc78fbadfbe2"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7619C50047C9743A1A19A1813F2F42C" ma:contentTypeVersion="36" ma:contentTypeDescription="Een nieuw document maken." ma:contentTypeScope="" ma:versionID="3ceae462363e7fcef575eac6d58f2d65">
  <xsd:schema xmlns:xsd="http://www.w3.org/2001/XMLSchema" xmlns:xs="http://www.w3.org/2001/XMLSchema" xmlns:p="http://schemas.microsoft.com/office/2006/metadata/properties" xmlns:ns2="9d077a9f-2070-4d58-9077-cc78fbadfbe2" xmlns:ns3="39b7238d-f65c-4a11-9cc0-976316db4a86" targetNamespace="http://schemas.microsoft.com/office/2006/metadata/properties" ma:root="true" ma:fieldsID="1b3aca08b5fae2649fe0cdb1180f442f" ns2:_="" ns3:_="">
    <xsd:import namespace="9d077a9f-2070-4d58-9077-cc78fbadfbe2"/>
    <xsd:import namespace="39b7238d-f65c-4a11-9cc0-976316db4a86"/>
    <xsd:element name="properties">
      <xsd:complexType>
        <xsd:sequence>
          <xsd:element name="documentManagement">
            <xsd:complexType>
              <xsd:all>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Leaders" minOccurs="0"/>
                <xsd:element ref="ns2:Members" minOccurs="0"/>
                <xsd:element ref="ns2:Member_Groups" minOccurs="0"/>
                <xsd:element ref="ns2:Distribution_Groups" minOccurs="0"/>
                <xsd:element ref="ns2:LMS_Mappings" minOccurs="0"/>
                <xsd:element ref="ns2:Invited_Leaders" minOccurs="0"/>
                <xsd:element ref="ns2:Invited_Members" minOccurs="0"/>
                <xsd:element ref="ns2:Self_Registration_Enabled" minOccurs="0"/>
                <xsd:element ref="ns2:Has_Leaders_Only_SectionGroup" minOccurs="0"/>
                <xsd:element ref="ns2:Is_Collaboration_Space_Locked" minOccurs="0"/>
                <xsd:element ref="ns2:IsNotebookLocked" minOccurs="0"/>
                <xsd:element ref="ns2:MediaServiceMetadata" minOccurs="0"/>
                <xsd:element ref="ns2:MediaServiceFastMetadata" minOccurs="0"/>
                <xsd:element ref="ns2:MediaServiceAutoKeyPoints" minOccurs="0"/>
                <xsd:element ref="ns2:MediaServiceKeyPoint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2:lcf76f155ced4ddcb4097134ff3c332f" minOccurs="0"/>
                <xsd:element ref="ns3:TaxCatchAll" minOccurs="0"/>
                <xsd:element ref="ns3:SharedWithUsers" minOccurs="0"/>
                <xsd:element ref="ns3:SharedWithDetail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d077a9f-2070-4d58-9077-cc78fbadfbe2" elementFormDefault="qualified">
    <xsd:import namespace="http://schemas.microsoft.com/office/2006/documentManagement/types"/>
    <xsd:import namespace="http://schemas.microsoft.com/office/infopath/2007/PartnerControls"/>
    <xsd:element name="NotebookType" ma:index="8" nillable="true" ma:displayName="Notebook Type" ma:internalName="NotebookType">
      <xsd:simpleType>
        <xsd:restriction base="dms:Text"/>
      </xsd:simpleType>
    </xsd:element>
    <xsd:element name="FolderType" ma:index="9" nillable="true" ma:displayName="Folder Type" ma:internalName="FolderType">
      <xsd:simpleType>
        <xsd:restriction base="dms:Text"/>
      </xsd:simpleType>
    </xsd:element>
    <xsd:element name="CultureName" ma:index="10" nillable="true" ma:displayName="Culture Name" ma:internalName="CultureName">
      <xsd:simpleType>
        <xsd:restriction base="dms:Text"/>
      </xsd:simpleType>
    </xsd:element>
    <xsd:element name="AppVersion" ma:index="11" nillable="true" ma:displayName="App Version" ma:internalName="AppVersion">
      <xsd:simpleType>
        <xsd:restriction base="dms:Text"/>
      </xsd:simpleType>
    </xsd:element>
    <xsd:element name="TeamsChannelId" ma:index="12" nillable="true" ma:displayName="Teams Channel Id" ma:internalName="TeamsChannelId">
      <xsd:simpleType>
        <xsd:restriction base="dms:Text"/>
      </xsd:simpleType>
    </xsd:element>
    <xsd:element name="Owner" ma:index="13"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14" nillable="true" ma:displayName="Math Settings" ma:internalName="Math_Settings">
      <xsd:simpleType>
        <xsd:restriction base="dms:Text"/>
      </xsd:simpleType>
    </xsd:element>
    <xsd:element name="DefaultSectionNames" ma:index="15" nillable="true" ma:displayName="Default Section Names" ma:internalName="DefaultSectionNames">
      <xsd:simpleType>
        <xsd:restriction base="dms:Note">
          <xsd:maxLength value="255"/>
        </xsd:restriction>
      </xsd:simpleType>
    </xsd:element>
    <xsd:element name="Templates" ma:index="16" nillable="true" ma:displayName="Templates" ma:internalName="Templates">
      <xsd:simpleType>
        <xsd:restriction base="dms:Note">
          <xsd:maxLength value="255"/>
        </xsd:restriction>
      </xsd:simpleType>
    </xsd:element>
    <xsd:element name="Leaders" ma:index="17" nillable="true" ma:displayName="Leaders" ma:internalName="Lead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embers" ma:index="18" nillable="true" ma:displayName="Members" ma:internalName="Memb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ember_Groups" ma:index="19" nillable="true" ma:displayName="Member Groups" ma:internalName="Member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0" nillable="true" ma:displayName="Distribution Groups" ma:internalName="Distribution_Groups">
      <xsd:simpleType>
        <xsd:restriction base="dms:Note">
          <xsd:maxLength value="255"/>
        </xsd:restriction>
      </xsd:simpleType>
    </xsd:element>
    <xsd:element name="LMS_Mappings" ma:index="21" nillable="true" ma:displayName="LMS Mappings" ma:internalName="LMS_Mappings">
      <xsd:simpleType>
        <xsd:restriction base="dms:Note">
          <xsd:maxLength value="255"/>
        </xsd:restriction>
      </xsd:simpleType>
    </xsd:element>
    <xsd:element name="Invited_Leaders" ma:index="22" nillable="true" ma:displayName="Invited Leaders" ma:internalName="Invited_Leaders">
      <xsd:simpleType>
        <xsd:restriction base="dms:Note">
          <xsd:maxLength value="255"/>
        </xsd:restriction>
      </xsd:simpleType>
    </xsd:element>
    <xsd:element name="Invited_Members" ma:index="23" nillable="true" ma:displayName="Invited Members" ma:internalName="Invited_Members">
      <xsd:simpleType>
        <xsd:restriction base="dms:Note">
          <xsd:maxLength value="255"/>
        </xsd:restriction>
      </xsd:simpleType>
    </xsd:element>
    <xsd:element name="Self_Registration_Enabled" ma:index="24" nillable="true" ma:displayName="Self Registration Enabled" ma:internalName="Self_Registration_Enabled">
      <xsd:simpleType>
        <xsd:restriction base="dms:Boolean"/>
      </xsd:simpleType>
    </xsd:element>
    <xsd:element name="Has_Leaders_Only_SectionGroup" ma:index="25" nillable="true" ma:displayName="Has Leaders Only SectionGroup" ma:internalName="Has_Leaders_Only_SectionGroup">
      <xsd:simpleType>
        <xsd:restriction base="dms:Boolean"/>
      </xsd:simpleType>
    </xsd:element>
    <xsd:element name="Is_Collaboration_Space_Locked" ma:index="26" nillable="true" ma:displayName="Is Collaboration Space Locked" ma:internalName="Is_Collaboration_Space_Locked">
      <xsd:simpleType>
        <xsd:restriction base="dms:Boolean"/>
      </xsd:simpleType>
    </xsd:element>
    <xsd:element name="IsNotebookLocked" ma:index="27" nillable="true" ma:displayName="Is Notebook Locked" ma:internalName="IsNotebookLocked">
      <xsd:simpleType>
        <xsd:restriction base="dms:Boolean"/>
      </xsd:simpleType>
    </xsd:element>
    <xsd:element name="MediaServiceMetadata" ma:index="28" nillable="true" ma:displayName="MediaServiceMetadata" ma:hidden="true" ma:internalName="MediaServiceMetadata" ma:readOnly="true">
      <xsd:simpleType>
        <xsd:restriction base="dms:Note"/>
      </xsd:simpleType>
    </xsd:element>
    <xsd:element name="MediaServiceFastMetadata" ma:index="29" nillable="true" ma:displayName="MediaServiceFastMetadata" ma:hidden="true" ma:internalName="MediaServiceFastMetadata" ma:readOnly="true">
      <xsd:simpleType>
        <xsd:restriction base="dms:Note"/>
      </xsd:simpleType>
    </xsd:element>
    <xsd:element name="MediaServiceAutoKeyPoints" ma:index="30" nillable="true" ma:displayName="MediaServiceAutoKeyPoints" ma:hidden="true" ma:internalName="MediaServiceAutoKeyPoints" ma:readOnly="true">
      <xsd:simpleType>
        <xsd:restriction base="dms:Note"/>
      </xsd:simpleType>
    </xsd:element>
    <xsd:element name="MediaServiceKeyPoints" ma:index="31" nillable="true" ma:displayName="KeyPoints" ma:internalName="MediaServiceKeyPoints" ma:readOnly="true">
      <xsd:simpleType>
        <xsd:restriction base="dms:Note">
          <xsd:maxLength value="255"/>
        </xsd:restriction>
      </xsd:simpleType>
    </xsd:element>
    <xsd:element name="MediaServiceOCR" ma:index="32" nillable="true" ma:displayName="Extracted Text" ma:internalName="MediaServiceOCR" ma:readOnly="true">
      <xsd:simpleType>
        <xsd:restriction base="dms:Note">
          <xsd:maxLength value="255"/>
        </xsd:restriction>
      </xsd:simpleType>
    </xsd:element>
    <xsd:element name="MediaServiceGenerationTime" ma:index="33" nillable="true" ma:displayName="MediaServiceGenerationTime" ma:hidden="true" ma:internalName="MediaServiceGenerationTime" ma:readOnly="true">
      <xsd:simpleType>
        <xsd:restriction base="dms:Text"/>
      </xsd:simpleType>
    </xsd:element>
    <xsd:element name="MediaServiceEventHashCode" ma:index="34" nillable="true" ma:displayName="MediaServiceEventHashCode" ma:hidden="true" ma:internalName="MediaServiceEventHashCode" ma:readOnly="true">
      <xsd:simpleType>
        <xsd:restriction base="dms:Text"/>
      </xsd:simpleType>
    </xsd:element>
    <xsd:element name="MediaServiceDateTaken" ma:index="35" nillable="true" ma:displayName="MediaServiceDateTaken" ma:hidden="true" ma:internalName="MediaServiceDateTaken" ma:readOnly="true">
      <xsd:simpleType>
        <xsd:restriction base="dms:Text"/>
      </xsd:simpleType>
    </xsd:element>
    <xsd:element name="MediaServiceLocation" ma:index="36" nillable="true" ma:displayName="Location" ma:internalName="MediaServiceLocation" ma:readOnly="true">
      <xsd:simpleType>
        <xsd:restriction base="dms:Text"/>
      </xsd:simpleType>
    </xsd:element>
    <xsd:element name="lcf76f155ced4ddcb4097134ff3c332f" ma:index="38" nillable="true" ma:taxonomy="true" ma:internalName="lcf76f155ced4ddcb4097134ff3c332f" ma:taxonomyFieldName="MediaServiceImageTags" ma:displayName="Afbeeldingtags" ma:readOnly="false" ma:fieldId="{5cf76f15-5ced-4ddc-b409-7134ff3c332f}" ma:taxonomyMulti="true" ma:sspId="0d2f2e1c-c095-4710-afda-8e7acdb03340"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42"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9b7238d-f65c-4a11-9cc0-976316db4a86" elementFormDefault="qualified">
    <xsd:import namespace="http://schemas.microsoft.com/office/2006/documentManagement/types"/>
    <xsd:import namespace="http://schemas.microsoft.com/office/infopath/2007/PartnerControls"/>
    <xsd:element name="TaxCatchAll" ma:index="39" nillable="true" ma:displayName="Taxonomy Catch All Column" ma:hidden="true" ma:list="{5888adb5-77ea-46f6-8c57-ebe14489ccba}" ma:internalName="TaxCatchAll" ma:showField="CatchAllData" ma:web="39b7238d-f65c-4a11-9cc0-976316db4a86">
      <xsd:complexType>
        <xsd:complexContent>
          <xsd:extension base="dms:MultiChoiceLookup">
            <xsd:sequence>
              <xsd:element name="Value" type="dms:Lookup" maxOccurs="unbounded" minOccurs="0" nillable="true"/>
            </xsd:sequence>
          </xsd:extension>
        </xsd:complexContent>
      </xsd:complexType>
    </xsd:element>
    <xsd:element name="SharedWithUsers" ma:index="40"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41" nillable="true" ma:displayName="Gedeeld met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D46F492-243B-4679-8655-47E5E2289786}">
  <ds:schemaRefs>
    <ds:schemaRef ds:uri="http://schemas.microsoft.com/sharepoint/v3/contenttype/forms"/>
  </ds:schemaRefs>
</ds:datastoreItem>
</file>

<file path=customXml/itemProps2.xml><?xml version="1.0" encoding="utf-8"?>
<ds:datastoreItem xmlns:ds="http://schemas.openxmlformats.org/officeDocument/2006/customXml" ds:itemID="{44104C40-AE8A-4E54-A559-49E2FABD6759}">
  <ds:schemaRefs>
    <ds:schemaRef ds:uri="http://schemas.microsoft.com/office/infopath/2007/PartnerControls"/>
    <ds:schemaRef ds:uri="http://schemas.microsoft.com/office/2006/documentManagement/types"/>
    <ds:schemaRef ds:uri="http://www.w3.org/XML/1998/namespace"/>
    <ds:schemaRef ds:uri="http://purl.org/dc/dcmitype/"/>
    <ds:schemaRef ds:uri="http://purl.org/dc/terms/"/>
    <ds:schemaRef ds:uri="9d077a9f-2070-4d58-9077-cc78fbadfbe2"/>
    <ds:schemaRef ds:uri="http://schemas.microsoft.com/office/2006/metadata/properties"/>
    <ds:schemaRef ds:uri="http://schemas.openxmlformats.org/package/2006/metadata/core-properties"/>
    <ds:schemaRef ds:uri="39b7238d-f65c-4a11-9cc0-976316db4a86"/>
    <ds:schemaRef ds:uri="http://purl.org/dc/elements/1.1/"/>
  </ds:schemaRefs>
</ds:datastoreItem>
</file>

<file path=customXml/itemProps3.xml><?xml version="1.0" encoding="utf-8"?>
<ds:datastoreItem xmlns:ds="http://schemas.openxmlformats.org/officeDocument/2006/customXml" ds:itemID="{C3F33185-6BB5-4B97-98BC-E127DD94072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d077a9f-2070-4d58-9077-cc78fbadfbe2"/>
    <ds:schemaRef ds:uri="39b7238d-f65c-4a11-9cc0-976316db4a8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11734</TotalTime>
  <Words>6035</Words>
  <Application>Microsoft Office PowerPoint</Application>
  <PresentationFormat>Widescreen</PresentationFormat>
  <Paragraphs>750</Paragraphs>
  <Slides>65</Slides>
  <Notes>51</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65</vt:i4>
      </vt:variant>
    </vt:vector>
  </HeadingPairs>
  <TitlesOfParts>
    <vt:vector size="74" baseType="lpstr">
      <vt:lpstr>Arial</vt:lpstr>
      <vt:lpstr>Calibri</vt:lpstr>
      <vt:lpstr>Cambria Math</vt:lpstr>
      <vt:lpstr>Courier New</vt:lpstr>
      <vt:lpstr>Segoe UI Light</vt:lpstr>
      <vt:lpstr>Times New Roman</vt:lpstr>
      <vt:lpstr>Wingdings</vt:lpstr>
      <vt:lpstr>TU DELFT | TEMPLATE (SLIDEBUILDER)</vt:lpstr>
      <vt:lpstr>TU DELFT | DOCUMENT (SLIDEBUILDER)</vt:lpstr>
      <vt:lpstr>Title slide + image</vt:lpstr>
      <vt:lpstr>Make Flying Safer?</vt:lpstr>
      <vt:lpstr> Contents</vt:lpstr>
      <vt:lpstr>Chapter | dark mode</vt:lpstr>
      <vt:lpstr>Pause</vt:lpstr>
      <vt:lpstr>Motivations</vt:lpstr>
      <vt:lpstr>Research Objective</vt:lpstr>
      <vt:lpstr>Research Questions</vt:lpstr>
      <vt:lpstr>Chapter | colour mode</vt:lpstr>
      <vt:lpstr>Reinforcement Learning</vt:lpstr>
      <vt:lpstr>Reinforcement Learning</vt:lpstr>
      <vt:lpstr>Reinforcement Learning</vt:lpstr>
      <vt:lpstr>Reinforcement Learning</vt:lpstr>
      <vt:lpstr>Reinforcement Learning</vt:lpstr>
      <vt:lpstr>Automatic Flight Control</vt:lpstr>
      <vt:lpstr>RL for Flight Control</vt:lpstr>
      <vt:lpstr>Chapter | dark mode</vt:lpstr>
      <vt:lpstr>IDHP</vt:lpstr>
      <vt:lpstr>IDHP: Update equations</vt:lpstr>
      <vt:lpstr>Augmenting the IDHP algorithm</vt:lpstr>
      <vt:lpstr>IDHP: Augmented Update equations</vt:lpstr>
      <vt:lpstr>IDHP: Augmented Variants</vt:lpstr>
      <vt:lpstr>The Simulation Environment: the aircraft</vt:lpstr>
      <vt:lpstr>The Simulation Environment: the MDP</vt:lpstr>
      <vt:lpstr>Simulated Flights</vt:lpstr>
      <vt:lpstr>Evaluations</vt:lpstr>
      <vt:lpstr>Chapter | dark mode</vt:lpstr>
      <vt:lpstr>Results</vt:lpstr>
      <vt:lpstr>No fault</vt:lpstr>
      <vt:lpstr>No fault</vt:lpstr>
      <vt:lpstr>No fault</vt:lpstr>
      <vt:lpstr>Test 1, RSE &amp; Sm</vt:lpstr>
      <vt:lpstr>Test 2-5, RSE</vt:lpstr>
      <vt:lpstr>Test 2-5, Sm</vt:lpstr>
      <vt:lpstr>Test 2- Manoeuvre with no fault </vt:lpstr>
      <vt:lpstr>Test 3- Manoeuvre with shift in CG</vt:lpstr>
      <vt:lpstr>Test 4- Manoeuvre with damaged elevator</vt:lpstr>
      <vt:lpstr>Test 5- Manoeuvre with damaged and saturated elevator</vt:lpstr>
      <vt:lpstr>Chapter | dark mode</vt:lpstr>
      <vt:lpstr>Research Questions</vt:lpstr>
      <vt:lpstr>Closing Remarks &amp; Recommendations</vt:lpstr>
      <vt:lpstr>PowerPoint Presentation</vt:lpstr>
      <vt:lpstr>Afsluiter</vt:lpstr>
      <vt:lpstr>Reinforcement Learning</vt:lpstr>
      <vt:lpstr>RL for Flight Control</vt:lpstr>
      <vt:lpstr>IDHP</vt:lpstr>
      <vt:lpstr>Algorithm initialization</vt:lpstr>
      <vt:lpstr>Evaluations</vt:lpstr>
      <vt:lpstr>Sm Equation</vt:lpstr>
      <vt:lpstr>Results, Test 1</vt:lpstr>
      <vt:lpstr>Test 1- Warmup</vt:lpstr>
      <vt:lpstr>Test 1- Warmup</vt:lpstr>
      <vt:lpstr>Test 1- Warmup</vt:lpstr>
      <vt:lpstr>Test 2- Manoeuvre with no fault </vt:lpstr>
      <vt:lpstr>Test 2- Manoeuvre with no fault </vt:lpstr>
      <vt:lpstr>Test 2- Manoeuvre with no fault </vt:lpstr>
      <vt:lpstr>Test 3- Manoeuvre with shift in CG</vt:lpstr>
      <vt:lpstr>Test 3- Manoeuvre with shift in CG</vt:lpstr>
      <vt:lpstr>Test 3- Manoeuvre with shift in CG</vt:lpstr>
      <vt:lpstr>Test 4- Manoeuvre with damaged elevator</vt:lpstr>
      <vt:lpstr>Test 4- Manoeuvre with damaged elevator</vt:lpstr>
      <vt:lpstr>Test 4- Manoeuvre with damaged elevator</vt:lpstr>
      <vt:lpstr>Test 5- Manoeuvre with damaged and saturated elevator</vt:lpstr>
      <vt:lpstr>Test 5- Manoeuvre with damaged and saturated elevator</vt:lpstr>
      <vt:lpstr>Test 5- Manoeuvre with damaged and saturated elevator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Titel van de presentatie</dc:title>
  <dc:creator>Silvana Salamur</dc:creator>
  <cp:keywords>www.pptsolutions.nl</cp:keywords>
  <cp:lastModifiedBy>Wingos 80</cp:lastModifiedBy>
  <cp:revision>201</cp:revision>
  <dcterms:created xsi:type="dcterms:W3CDTF">2018-03-15T13:05:51Z</dcterms:created>
  <dcterms:modified xsi:type="dcterms:W3CDTF">2024-08-30T10:49:37Z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0x01010047619C50047C9743A1A19A1813F2F42C</vt:lpwstr>
  </property>
</Properties>
</file>